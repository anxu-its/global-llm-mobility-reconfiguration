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174cacb0de433b" /><Relationship Type="http://schemas.openxmlformats.org/officeDocument/2006/relationships/extended-properties" Target="/docProps/app.xml" Id="R50f212ec3cc34f81" /><Relationship Type="http://schemas.openxmlformats.org/officeDocument/2006/relationships/officeDocument" Target="/ppt/presentation.xml" Id="R72c3478be2664e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d4e216a6774522"/>
  </p:sldMasterIdLst>
  <p:notesMasterIdLst>
    <p:notesMasterId xmlns:r="http://schemas.openxmlformats.org/officeDocument/2006/relationships" r:id="Rc22258202f8b4b10"/>
  </p:notesMasterIdLst>
  <p:sldIdLst>
    <p:sldId xmlns:r="http://schemas.openxmlformats.org/officeDocument/2006/relationships" id="256" r:id="Rffbdaa157c044e08"/>
    <p:sldId xmlns:r="http://schemas.openxmlformats.org/officeDocument/2006/relationships" id="257" r:id="R3742d390caa74dbf"/>
    <p:sldId xmlns:r="http://schemas.openxmlformats.org/officeDocument/2006/relationships" id="258" r:id="R678297046c0d4904"/>
    <p:sldId xmlns:r="http://schemas.openxmlformats.org/officeDocument/2006/relationships" id="259" r:id="R8b3c04a33fd94964"/>
    <p:sldId xmlns:r="http://schemas.openxmlformats.org/officeDocument/2006/relationships" id="260" r:id="R45b22a08b4c449de"/>
    <p:sldId xmlns:r="http://schemas.openxmlformats.org/officeDocument/2006/relationships" id="261" r:id="R18d6d8c5cf864e9c"/>
    <p:sldId xmlns:r="http://schemas.openxmlformats.org/officeDocument/2006/relationships" id="262" r:id="Rf641f4493705444d"/>
    <p:sldId xmlns:r="http://schemas.openxmlformats.org/officeDocument/2006/relationships" id="263" r:id="R7e2739fd28b641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c29711dcd4de0" /><Relationship Type="http://schemas.openxmlformats.org/officeDocument/2006/relationships/slideMaster" Target="/ppt/slideMasters/slideMaster1.xml" Id="Rd7d4e216a6774522" /><Relationship Type="http://schemas.openxmlformats.org/officeDocument/2006/relationships/notesMaster" Target="/ppt/notesMasters/notesMaster1.xml" Id="Rc22258202f8b4b10" /><Relationship Type="http://schemas.openxmlformats.org/officeDocument/2006/relationships/presProps" Target="/ppt/presProps.xml" Id="R2a77c147852549f8" /><Relationship Type="http://schemas.openxmlformats.org/officeDocument/2006/relationships/tableStyles" Target="/ppt/tableStyles.xml" Id="Rceeba3432c204b75" /><Relationship Type="http://schemas.openxmlformats.org/officeDocument/2006/relationships/slide" Target="/ppt/slides/slide1.xml" Id="Rffbdaa157c044e08" /><Relationship Type="http://schemas.openxmlformats.org/officeDocument/2006/relationships/slide" Target="/ppt/slides/slide2.xml" Id="R3742d390caa74dbf" /><Relationship Type="http://schemas.openxmlformats.org/officeDocument/2006/relationships/slide" Target="/ppt/slides/slide3.xml" Id="R678297046c0d4904" /><Relationship Type="http://schemas.openxmlformats.org/officeDocument/2006/relationships/slide" Target="/ppt/slides/slide4.xml" Id="R8b3c04a33fd94964" /><Relationship Type="http://schemas.openxmlformats.org/officeDocument/2006/relationships/slide" Target="/ppt/slides/slide5.xml" Id="R45b22a08b4c449de" /><Relationship Type="http://schemas.openxmlformats.org/officeDocument/2006/relationships/slide" Target="/ppt/slides/slide6.xml" Id="R18d6d8c5cf864e9c" /><Relationship Type="http://schemas.openxmlformats.org/officeDocument/2006/relationships/slide" Target="/ppt/slides/slide7.xml" Id="Rf641f4493705444d" /><Relationship Type="http://schemas.openxmlformats.org/officeDocument/2006/relationships/slide" Target="/ppt/slides/slide8.xml" Id="R7e2739fd28b6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9358e9ce5f4a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a9cdc21b4f486d" /><Relationship Type="http://schemas.openxmlformats.org/officeDocument/2006/relationships/notesMaster" Target="/ppt/notesMasters/notesMaster1.xml" Id="Rc89547eea3244b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47d55f23d94c9a" /><Relationship Type="http://schemas.openxmlformats.org/officeDocument/2006/relationships/notesMaster" Target="/ppt/notesMasters/notesMaster1.xml" Id="R39dc96e5776340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c81fbc24f04535" /><Relationship Type="http://schemas.openxmlformats.org/officeDocument/2006/relationships/notesMaster" Target="/ppt/notesMasters/notesMaster1.xml" Id="R0d2c73347d104a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a07e0424394b91" /><Relationship Type="http://schemas.openxmlformats.org/officeDocument/2006/relationships/notesMaster" Target="/ppt/notesMasters/notesMaster1.xml" Id="Rcbd555d5c36c41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f63a70beea4a00" /><Relationship Type="http://schemas.openxmlformats.org/officeDocument/2006/relationships/notesMaster" Target="/ppt/notesMasters/notesMaster1.xml" Id="Rf10bd6f4979f4d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bcf80e5b2d4a3f" /><Relationship Type="http://schemas.openxmlformats.org/officeDocument/2006/relationships/notesMaster" Target="/ppt/notesMasters/notesMaster1.xml" Id="R221b8b5ebb1d4f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04db9b455d4508" /><Relationship Type="http://schemas.openxmlformats.org/officeDocument/2006/relationships/notesMaster" Target="/ppt/notesMasters/notesMaster1.xml" Id="Ra2edee4b50e044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3a0e6430df45c2" /><Relationship Type="http://schemas.openxmlformats.org/officeDocument/2006/relationships/notesMaster" Target="/ppt/notesMasters/notesMaster1.xml" Id="Rea688ad6a40540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based on frozen state, candidate, manager, checker and runner implementations. Safety denotes modeled constraints, not formal certification.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E1.{A,B,C}.summary. Each site-policy mean contains 240 runs. Charts show descriptive means; exact paired inference appears in the manuscript.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E1.{A,B,C}.ablation. B4b minus B4a, 60 matched runs per site. Intervals are frozen 95% paired intervals; binary risk-difference intervals are descriptive.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E2 summaries. Recovery denominators are affected critical air chains. Deadline outcomes use all 320 runs per site and policy. B0 has no affected critical air chain.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E3.{site}.levels. SWL weights CRITICAL/HIGH/NORMAL/LOW = 4/3/2/1. L1/L4 have 40 runs per manager; L2/L3 have 80.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E4 4A/4B/4C arms. 20 runs per arm-policy. All curves connect discrete tested arms. B2 and B4b completion outcomes coincide. Input burden uses a fixed core fleet of 4 aircraft.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E4B D60 B4b trace from final experiment report. At t=360 failure and a new ground decision supersede the pending dispatch. Ground executes at 420 and completes at 602. Release 300, deadline 480.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70e15330940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e161cc9e564f71" /><Relationship Type="http://schemas.openxmlformats.org/officeDocument/2006/relationships/slideLayout" Target="/ppt/slideLayouts/slideLayout1.xml" Id="Rd361605aa3c241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61605aa3c241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d804c92f54425" /><Relationship Type="http://schemas.openxmlformats.org/officeDocument/2006/relationships/notesSlide" Target="/ppt/notesSlides/notesSlide1.xml" Id="R24411822783e48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e0b0283ec4433" /><Relationship Type="http://schemas.openxmlformats.org/officeDocument/2006/relationships/notesSlide" Target="/ppt/notesSlides/notesSlide2.xml" Id="R7c493094cdd74f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94465be214483" /><Relationship Type="http://schemas.openxmlformats.org/officeDocument/2006/relationships/chart" Target="/ppt/slides/charts/chart1.xml" Id="Rdced1f3af9834fbf" /><Relationship Type="http://schemas.openxmlformats.org/officeDocument/2006/relationships/chart" Target="/ppt/slides/charts/chart2.xml" Id="R8afd05cf0b914932" /><Relationship Type="http://schemas.openxmlformats.org/officeDocument/2006/relationships/chart" Target="/ppt/slides/charts/chart3.xml" Id="R2660f4e8fc4f4d6f" /><Relationship Type="http://schemas.openxmlformats.org/officeDocument/2006/relationships/notesSlide" Target="/ppt/notesSlides/notesSlide3.xml" Id="Rbe688062dd3a4e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8d7f3fc7c409e" /><Relationship Type="http://schemas.openxmlformats.org/officeDocument/2006/relationships/notesSlide" Target="/ppt/notesSlides/notesSlide4.xml" Id="Rf2530811e6db43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a5cd9a3124728" /><Relationship Type="http://schemas.openxmlformats.org/officeDocument/2006/relationships/chart" Target="/ppt/slides/charts/chart4.xml" Id="R5b984481da19425f" /><Relationship Type="http://schemas.openxmlformats.org/officeDocument/2006/relationships/notesSlide" Target="/ppt/notesSlides/notesSlide5.xml" Id="R547df78e4c1b45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820b5bdb84877" /><Relationship Type="http://schemas.openxmlformats.org/officeDocument/2006/relationships/chart" Target="/ppt/slides/charts/chart5.xml" Id="R344bc57b801c4df9" /><Relationship Type="http://schemas.openxmlformats.org/officeDocument/2006/relationships/chart" Target="/ppt/slides/charts/chart6.xml" Id="Rbcd1e72546174bcd" /><Relationship Type="http://schemas.openxmlformats.org/officeDocument/2006/relationships/chart" Target="/ppt/slides/charts/chart7.xml" Id="Rb6f18e858b634bc9" /><Relationship Type="http://schemas.openxmlformats.org/officeDocument/2006/relationships/notesSlide" Target="/ppt/notesSlides/notesSlide6.xml" Id="R1b6afa71306e46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4304a58d24a13" /><Relationship Type="http://schemas.openxmlformats.org/officeDocument/2006/relationships/chart" Target="/ppt/slides/charts/chart8.xml" Id="R9ddd3f0267324fb9" /><Relationship Type="http://schemas.openxmlformats.org/officeDocument/2006/relationships/chart" Target="/ppt/slides/charts/chart9.xml" Id="Rc229f247332646c9" /><Relationship Type="http://schemas.openxmlformats.org/officeDocument/2006/relationships/chart" Target="/ppt/slides/charts/chart10.xml" Id="R7f500fb8a16e45c4" /><Relationship Type="http://schemas.openxmlformats.org/officeDocument/2006/relationships/notesSlide" Target="/ppt/notesSlides/notesSlide7.xml" Id="R208f4f5245b147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0e69a9d5a4271" /><Relationship Type="http://schemas.openxmlformats.org/officeDocument/2006/relationships/notesSlide" Target="/ppt/notesSlides/notesSlide8.xml" Id="Rf5aed7ef9c444bc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187.66666666666666</c:v>
              </c:pt>
              <c:pt idx="1">
                <c:v>262.6666666666667</c:v>
              </c:pt>
              <c:pt idx="2">
                <c:v>323.6666666666667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160.775</c:v>
              </c:pt>
              <c:pt idx="1">
                <c:v>47.7</c:v>
              </c:pt>
              <c:pt idx="2">
                <c:v>168.275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147.61666666666667</c:v>
              </c:pt>
              <c:pt idx="1">
                <c:v>47.7</c:v>
              </c:pt>
              <c:pt idx="2">
                <c:v>168.275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146.63333333333333</c:v>
              </c:pt>
              <c:pt idx="1">
                <c:v>49.09583333333333</c:v>
              </c:pt>
              <c:pt idx="2">
                <c:v>168.65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9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33.33333333333333</c:v>
              </c:pt>
              <c:pt idx="1">
                <c:v>50</c:v>
              </c:pt>
              <c:pt idx="2">
                <c:v>83.33333333333334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25</c:v>
              </c:pt>
              <c:pt idx="1">
                <c:v>0</c:v>
              </c:pt>
              <c:pt idx="2">
                <c:v>10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16.666666666666664</c:v>
              </c:pt>
              <c:pt idx="1">
                <c:v>0</c:v>
              </c:pt>
              <c:pt idx="2">
                <c:v>10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16.666666666666664</c:v>
              </c:pt>
              <c:pt idx="1">
                <c:v>0</c:v>
              </c:pt>
              <c:pt idx="2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</c:v>
              </c:pt>
              <c:pt idx="1">
                <c:v>0</c:v>
              </c:pt>
              <c:pt idx="2">
                <c:v>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0.5</c:v>
              </c:pt>
              <c:pt idx="1">
                <c:v>0.5</c:v>
              </c:pt>
              <c:pt idx="2">
                <c:v>0.5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0.058333333333333334</c:v>
              </c:pt>
              <c:pt idx="1">
                <c:v>0.5</c:v>
              </c:pt>
              <c:pt idx="2">
                <c:v>0.5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0.13333333333333333</c:v>
              </c:pt>
              <c:pt idx="1">
                <c:v>0.4875</c:v>
              </c:pt>
              <c:pt idx="2">
                <c:v>0.5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Services /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100</c:v>
              </c:pt>
              <c:pt idx="1">
                <c:v>100</c:v>
              </c:pt>
              <c:pt idx="2">
                <c:v>100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37.5</c:v>
              </c:pt>
              <c:pt idx="1">
                <c:v>37.5</c:v>
              </c:pt>
              <c:pt idx="2">
                <c:v>62.5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37.5</c:v>
              </c:pt>
              <c:pt idx="1">
                <c:v>37.5</c:v>
              </c:pt>
              <c:pt idx="2">
                <c:v>62.5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39.0625</c:v>
              </c:pt>
              <c:pt idx="1">
                <c:v>37.5</c:v>
              </c:pt>
              <c:pt idx="2">
                <c:v>62.81250000000001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240</c:v>
              </c:pt>
              <c:pt idx="3">
                <c:v>240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240</c:v>
              </c:pt>
              <c:pt idx="2">
                <c:v>0</c:v>
              </c:pt>
              <c:pt idx="3">
                <c:v>120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240</c:v>
              </c:pt>
              <c:pt idx="2">
                <c:v>0</c:v>
              </c:pt>
              <c:pt idx="3">
                <c:v>120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6</c:v>
              </c:pt>
              <c:pt idx="1">
                <c:v>240</c:v>
              </c:pt>
              <c:pt idx="2">
                <c:v>1.6875</c:v>
              </c:pt>
              <c:pt idx="3">
                <c:v>123.375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375</c:v>
              </c:pt>
              <c:pt idx="3">
                <c:v>375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120</c:v>
              </c:pt>
              <c:pt idx="2">
                <c:v>135</c:v>
              </c:pt>
              <c:pt idx="3">
                <c:v>255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120</c:v>
              </c:pt>
              <c:pt idx="2">
                <c:v>135</c:v>
              </c:pt>
              <c:pt idx="3">
                <c:v>255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120</c:v>
              </c:pt>
              <c:pt idx="2">
                <c:v>135</c:v>
              </c:pt>
              <c:pt idx="3">
                <c:v>255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375</c:v>
              </c:pt>
              <c:pt idx="3">
                <c:v>375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135</c:v>
              </c:pt>
              <c:pt idx="3">
                <c:v>375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135</c:v>
              </c:pt>
              <c:pt idx="3">
                <c:v>375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135</c:v>
              </c:pt>
              <c:pt idx="3">
                <c:v>375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192</c:v>
              </c:pt>
              <c:pt idx="1">
                <c:v>212</c:v>
              </c:pt>
              <c:pt idx="2">
                <c:v>253</c:v>
              </c:pt>
              <c:pt idx="3">
                <c:v>253</c:v>
              </c:pt>
              <c:pt idx="4">
                <c:v>482</c:v>
              </c:pt>
            </c:numLit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19050">
              <a:solidFill>
                <a:srgbClr val="D28A2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D28A2E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521</c:v>
              </c:pt>
            </c:numLit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38100">
              <a:solidFill>
                <a:srgbClr val="3266A8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3266A8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19050">
              <a:solidFill>
                <a:srgbClr val="217A67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217A67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182</c:v>
              </c:pt>
              <c:pt idx="1">
                <c:v>183</c:v>
              </c:pt>
              <c:pt idx="2">
                <c:v>187</c:v>
              </c:pt>
              <c:pt idx="3">
                <c:v>192</c:v>
              </c:pt>
              <c:pt idx="4">
                <c:v>202</c:v>
              </c:pt>
              <c:pt idx="5">
                <c:v>212</c:v>
              </c:pt>
              <c:pt idx="6">
                <c:v>302</c:v>
              </c:pt>
            </c:numLit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19050">
              <a:solidFill>
                <a:srgbClr val="D28A2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D28A2E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341</c:v>
              </c:pt>
            </c:numLit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38100">
              <a:solidFill>
                <a:srgbClr val="3266A8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3266A8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19050">
              <a:solidFill>
                <a:srgbClr val="217A67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217A67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Delay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24765">
              <a:solidFill>
                <a:srgbClr val="217A67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217A67"/>
              </a:solidFill>
            </c:spPr>
          </c:marker>
          <c:xVal>
            <c:numLit>
              <c:formatCode>General</c:formatCode>
              <c:ptCount val="5"/>
              <c:pt idx="0">
                <c:v>5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50</c:v>
              </c:pt>
            </c:numLit>
          </c:xVal>
          <c:yVal>
            <c:numLit>
              <c:formatCode>0</c:formatCode>
              <c:ptCount val="5"/>
              <c:pt idx="0">
                <c:v>3.9821219512195123</c:v>
              </c:pt>
              <c:pt idx="1">
                <c:v>5.920625</c:v>
              </c:pt>
              <c:pt idx="2">
                <c:v>9.588725</c:v>
              </c:pt>
              <c:pt idx="3">
                <c:v>13.256675</c:v>
              </c:pt>
              <c:pt idx="4">
                <c:v>20.593474999999998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Prompt tokens / call (thousands)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2FAD56-DB32-45C4-AA31-9D19F42B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Ground–Low-Altitude Mobility 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50E01-179D-48B4-A838-6BE70A71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F0AB5-B9EC-4D77-9991-48037C33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FBC11-15E2-477C-B0FF-D141609A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Global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21D89-4DF4-4D58-A395-C13D16DF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Ground, aircraft, facilities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Missions, events, timestamps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12F2A-802E-4038-9B0D-255ED077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7DC72-DAE7-44A9-8CBE-0CFCBDDA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Manager-Agnostic</a:t>
            </a:r>
          </a:p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Executable Candidate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C0CCC-DF61-456E-BEA6-100F7175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Legality, ETA, service consequences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Shared facts without B2 scores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6D1CF-7734-4560-A0CC-8BB779EF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8ECFE-34B9-43D8-B934-DB9B2633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Supervisory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54C8D-8986-40CA-A6D0-0837E29B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 ground-only     B1 air-first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 heuristic          B4b LLM</a:t>
            </a:r>
          </a:p>
        </p:txBody>
      </p:sp>
      <p:cxnSp>
        <p:nvCxnSpPr>
          <p:cNvPr id="4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10000" y="201453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91450" y="201453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5B4E6-88FC-4EBE-BCCE-555C068E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BBE0A-C9FC-446F-861D-42C4E5E6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Deterministic Safety /</a:t>
            </a:r>
          </a:p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Feasibility Checker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FDF57-0FF3-4CBD-9252-DB5EBDE9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Validate identifiers and constraints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Recheck current execution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76F9A-C145-43A8-BDBC-F851A107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D9702-DE76-48D0-8DCF-03FA93D1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E035B-1120-4846-91E3-519C535B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Issue or queue structured actions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Track execution and supersession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57516-059E-4D1B-86C1-BC8D0083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2E738-3DFB-4234-B359-B6B52A07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SUMO + BlueSky closed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0EC17F-0A66-4C58-8697-BC4532DA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 and air evolution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Shared service registry, 1 s step</a:t>
            </a:r>
          </a:p>
        </p:txBody>
      </p:sp>
      <p:cxnSp>
        <p:nvCxnSpPr>
          <p:cNvPr id="56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0077450" y="274320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4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7791450" y="431958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3810000" y="431958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0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2114550" y="274320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ED6334-AFF4-4F9F-AB65-43129E80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Observe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and update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069659-7689-479A-BD21-900CE97A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479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Select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intervention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BDB799-B55A-41D6-9BB0-9F689682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53075"/>
            <a:ext cx="3381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7708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553924-E48F-4BEB-BFDF-3AA00CF8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Local contingency responses</a:t>
            </a:r>
          </a:p>
        </p:txBody>
      </p:sp>
      <p:cxnSp>
        <p:nvCxnSpPr>
          <p:cNvPr id="64" name=""/>
          <p:cNvCxnSpPr>
            <a:stCxn xmlns:a="http://schemas.openxmlformats.org/drawingml/2006/main" id="29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H="1" flipV="1">
            <a:off x="2114550" y="5048250"/>
            <a:ext cx="14288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B3A"/>
            </a:solidFill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5DA8F0-83A4-44EA-806F-DB1D0987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34025"/>
            <a:ext cx="719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Local responses operate independently of supervisory inference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EB4308-EEA5-413A-A8A9-A6AD57EA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B0 restricts emergency support to ground. Background air services remain in the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912190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E1172C85-048A-4964-A827-A2BF6E7F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Three network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DBA05-BF5E-410C-9233-30BFDD35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49F5B-1B6F-479B-B804-59865E59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Suzhou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54DCA-CBE8-48E7-8E0F-22DB6321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094" y="1698070"/>
            <a:ext cx="1600140" cy="3111665"/>
          </a:xfrm>
          <a:custGeom xmlns:a="http://schemas.openxmlformats.org/drawingml/2006/main">
            <a:pathLst>
              <a:path w="1600140" h="3111665">
                <a:moveTo>
                  <a:pt x="1588459" y="3055498"/>
                </a:moveTo>
                <a:lnTo>
                  <a:pt x="1585762" y="3055794"/>
                </a:lnTo>
                <a:lnTo>
                  <a:pt x="1569427" y="3058047"/>
                </a:lnTo>
                <a:lnTo>
                  <a:pt x="1569798" y="3060343"/>
                </a:lnTo>
                <a:lnTo>
                  <a:pt x="1549255" y="3061062"/>
                </a:lnTo>
                <a:lnTo>
                  <a:pt x="1384957" y="3057923"/>
                </a:lnTo>
                <a:lnTo>
                  <a:pt x="1385240" y="3052763"/>
                </a:lnTo>
                <a:lnTo>
                  <a:pt x="1372693" y="3051412"/>
                </a:lnTo>
                <a:lnTo>
                  <a:pt x="1338901" y="3054032"/>
                </a:lnTo>
                <a:lnTo>
                  <a:pt x="1306210" y="3060534"/>
                </a:lnTo>
                <a:lnTo>
                  <a:pt x="1306357" y="3062770"/>
                </a:lnTo>
                <a:lnTo>
                  <a:pt x="1270662" y="3064704"/>
                </a:lnTo>
                <a:lnTo>
                  <a:pt x="1270706" y="3062626"/>
                </a:lnTo>
                <a:lnTo>
                  <a:pt x="1245285" y="3063221"/>
                </a:lnTo>
                <a:lnTo>
                  <a:pt x="1219674" y="3061741"/>
                </a:lnTo>
                <a:lnTo>
                  <a:pt x="1190863" y="3061508"/>
                </a:lnTo>
                <a:lnTo>
                  <a:pt x="1170117" y="3062948"/>
                </a:lnTo>
                <a:lnTo>
                  <a:pt x="1159071" y="3061048"/>
                </a:lnTo>
                <a:lnTo>
                  <a:pt x="1151155" y="3061521"/>
                </a:lnTo>
                <a:lnTo>
                  <a:pt x="1137841" y="3066099"/>
                </a:lnTo>
                <a:lnTo>
                  <a:pt x="1127382" y="3066291"/>
                </a:lnTo>
                <a:lnTo>
                  <a:pt x="1115665" y="3068026"/>
                </a:lnTo>
                <a:lnTo>
                  <a:pt x="1102147" y="3072663"/>
                </a:lnTo>
                <a:lnTo>
                  <a:pt x="1094058" y="3076419"/>
                </a:lnTo>
                <a:lnTo>
                  <a:pt x="1087801" y="3080242"/>
                </a:lnTo>
                <a:lnTo>
                  <a:pt x="1075672" y="3089848"/>
                </a:lnTo>
                <a:lnTo>
                  <a:pt x="1074859" y="3092100"/>
                </a:lnTo>
                <a:lnTo>
                  <a:pt x="1075137" y="3093668"/>
                </a:lnTo>
                <a:lnTo>
                  <a:pt x="1063075" y="3106662"/>
                </a:lnTo>
                <a:lnTo>
                  <a:pt x="1047572" y="3102877"/>
                </a:lnTo>
                <a:lnTo>
                  <a:pt x="1045879" y="3108342"/>
                </a:lnTo>
                <a:lnTo>
                  <a:pt x="1010842" y="3106503"/>
                </a:lnTo>
                <a:lnTo>
                  <a:pt x="1005760" y="3101009"/>
                </a:lnTo>
                <a:lnTo>
                  <a:pt x="932354" y="3096397"/>
                </a:lnTo>
                <a:lnTo>
                  <a:pt x="899623" y="3096423"/>
                </a:lnTo>
                <a:lnTo>
                  <a:pt x="872888" y="3096816"/>
                </a:lnTo>
                <a:lnTo>
                  <a:pt x="872439" y="3103152"/>
                </a:lnTo>
                <a:lnTo>
                  <a:pt x="863510" y="3105038"/>
                </a:lnTo>
                <a:lnTo>
                  <a:pt x="849422" y="3108273"/>
                </a:lnTo>
                <a:lnTo>
                  <a:pt x="837958" y="3111665"/>
                </a:lnTo>
                <a:lnTo>
                  <a:pt x="785859" y="3106342"/>
                </a:lnTo>
                <a:lnTo>
                  <a:pt x="724967" y="3091259"/>
                </a:lnTo>
                <a:lnTo>
                  <a:pt x="718909" y="3090528"/>
                </a:lnTo>
                <a:lnTo>
                  <a:pt x="709517" y="3089353"/>
                </a:lnTo>
                <a:lnTo>
                  <a:pt x="700017" y="3088439"/>
                </a:lnTo>
                <a:lnTo>
                  <a:pt x="693650" y="3087938"/>
                </a:lnTo>
                <a:lnTo>
                  <a:pt x="687133" y="3087915"/>
                </a:lnTo>
                <a:lnTo>
                  <a:pt x="683663" y="3088293"/>
                </a:lnTo>
                <a:lnTo>
                  <a:pt x="679610" y="3089304"/>
                </a:lnTo>
                <a:lnTo>
                  <a:pt x="677907" y="3089467"/>
                </a:lnTo>
                <a:lnTo>
                  <a:pt x="675231" y="3089527"/>
                </a:lnTo>
                <a:lnTo>
                  <a:pt x="670621" y="3089264"/>
                </a:lnTo>
                <a:lnTo>
                  <a:pt x="667356" y="3083800"/>
                </a:lnTo>
                <a:lnTo>
                  <a:pt x="667855" y="3081641"/>
                </a:lnTo>
                <a:lnTo>
                  <a:pt x="675496" y="3076604"/>
                </a:lnTo>
                <a:lnTo>
                  <a:pt x="673809" y="3058047"/>
                </a:lnTo>
                <a:lnTo>
                  <a:pt x="668299" y="3051472"/>
                </a:lnTo>
                <a:lnTo>
                  <a:pt x="664284" y="3003613"/>
                </a:lnTo>
                <a:lnTo>
                  <a:pt x="665021" y="3000215"/>
                </a:lnTo>
                <a:lnTo>
                  <a:pt x="660077" y="2948495"/>
                </a:lnTo>
                <a:lnTo>
                  <a:pt x="654207" y="2939842"/>
                </a:lnTo>
                <a:lnTo>
                  <a:pt x="649644" y="2918717"/>
                </a:lnTo>
                <a:lnTo>
                  <a:pt x="647342" y="2909107"/>
                </a:lnTo>
                <a:lnTo>
                  <a:pt x="644032" y="2897795"/>
                </a:lnTo>
                <a:lnTo>
                  <a:pt x="627978" y="2845716"/>
                </a:lnTo>
                <a:lnTo>
                  <a:pt x="621582" y="2804913"/>
                </a:lnTo>
                <a:lnTo>
                  <a:pt x="622922" y="2800984"/>
                </a:lnTo>
                <a:lnTo>
                  <a:pt x="623267" y="2772865"/>
                </a:lnTo>
                <a:lnTo>
                  <a:pt x="618232" y="2756995"/>
                </a:lnTo>
                <a:lnTo>
                  <a:pt x="610333" y="2723259"/>
                </a:lnTo>
                <a:lnTo>
                  <a:pt x="603414" y="2724153"/>
                </a:lnTo>
                <a:lnTo>
                  <a:pt x="601726" y="2715374"/>
                </a:lnTo>
                <a:lnTo>
                  <a:pt x="593320" y="2716862"/>
                </a:lnTo>
                <a:lnTo>
                  <a:pt x="578427" y="2651943"/>
                </a:lnTo>
                <a:lnTo>
                  <a:pt x="575322" y="2638393"/>
                </a:lnTo>
                <a:lnTo>
                  <a:pt x="572060" y="2639258"/>
                </a:lnTo>
                <a:lnTo>
                  <a:pt x="569653" y="2627684"/>
                </a:lnTo>
                <a:lnTo>
                  <a:pt x="565813" y="2607727"/>
                </a:lnTo>
                <a:lnTo>
                  <a:pt x="570151" y="2606859"/>
                </a:lnTo>
                <a:lnTo>
                  <a:pt x="564201" y="2582172"/>
                </a:lnTo>
                <a:lnTo>
                  <a:pt x="573046" y="2580176"/>
                </a:lnTo>
                <a:lnTo>
                  <a:pt x="565413" y="2546400"/>
                </a:lnTo>
                <a:lnTo>
                  <a:pt x="561515" y="2547133"/>
                </a:lnTo>
                <a:lnTo>
                  <a:pt x="544342" y="2466258"/>
                </a:lnTo>
                <a:lnTo>
                  <a:pt x="543673" y="2459343"/>
                </a:lnTo>
                <a:lnTo>
                  <a:pt x="543030" y="2440827"/>
                </a:lnTo>
                <a:lnTo>
                  <a:pt x="529287" y="2364257"/>
                </a:lnTo>
                <a:lnTo>
                  <a:pt x="534007" y="2363742"/>
                </a:lnTo>
                <a:lnTo>
                  <a:pt x="528909" y="2334661"/>
                </a:lnTo>
                <a:lnTo>
                  <a:pt x="521576" y="2335963"/>
                </a:lnTo>
                <a:lnTo>
                  <a:pt x="521291" y="2330392"/>
                </a:lnTo>
                <a:lnTo>
                  <a:pt x="516873" y="2330305"/>
                </a:lnTo>
                <a:lnTo>
                  <a:pt x="516231" y="2308883"/>
                </a:lnTo>
                <a:lnTo>
                  <a:pt x="510118" y="2308932"/>
                </a:lnTo>
                <a:lnTo>
                  <a:pt x="513630" y="2272493"/>
                </a:lnTo>
                <a:lnTo>
                  <a:pt x="513528" y="2267497"/>
                </a:lnTo>
                <a:lnTo>
                  <a:pt x="510035" y="2231215"/>
                </a:lnTo>
                <a:lnTo>
                  <a:pt x="509132" y="2185947"/>
                </a:lnTo>
                <a:lnTo>
                  <a:pt x="511553" y="2185010"/>
                </a:lnTo>
                <a:lnTo>
                  <a:pt x="513853" y="2182871"/>
                </a:lnTo>
                <a:lnTo>
                  <a:pt x="514792" y="2180550"/>
                </a:lnTo>
                <a:lnTo>
                  <a:pt x="519946" y="2159653"/>
                </a:lnTo>
                <a:lnTo>
                  <a:pt x="522966" y="2145873"/>
                </a:lnTo>
                <a:lnTo>
                  <a:pt x="522853" y="2136719"/>
                </a:lnTo>
                <a:lnTo>
                  <a:pt x="518305" y="2134333"/>
                </a:lnTo>
                <a:lnTo>
                  <a:pt x="515484" y="2133954"/>
                </a:lnTo>
                <a:lnTo>
                  <a:pt x="505340" y="2134360"/>
                </a:lnTo>
                <a:lnTo>
                  <a:pt x="479209" y="2138686"/>
                </a:lnTo>
                <a:lnTo>
                  <a:pt x="479530" y="2143278"/>
                </a:lnTo>
                <a:lnTo>
                  <a:pt x="456880" y="2146318"/>
                </a:lnTo>
                <a:lnTo>
                  <a:pt x="455431" y="2136190"/>
                </a:lnTo>
                <a:lnTo>
                  <a:pt x="474316" y="2133169"/>
                </a:lnTo>
                <a:lnTo>
                  <a:pt x="474973" y="2136297"/>
                </a:lnTo>
                <a:lnTo>
                  <a:pt x="494594" y="2133083"/>
                </a:lnTo>
                <a:lnTo>
                  <a:pt x="508350" y="2130367"/>
                </a:lnTo>
                <a:lnTo>
                  <a:pt x="512267" y="2128055"/>
                </a:lnTo>
                <a:lnTo>
                  <a:pt x="518024" y="2126837"/>
                </a:lnTo>
                <a:lnTo>
                  <a:pt x="520386" y="2125018"/>
                </a:lnTo>
                <a:lnTo>
                  <a:pt x="521485" y="2122536"/>
                </a:lnTo>
                <a:lnTo>
                  <a:pt x="519357" y="2109598"/>
                </a:lnTo>
                <a:lnTo>
                  <a:pt x="515294" y="2099622"/>
                </a:lnTo>
                <a:lnTo>
                  <a:pt x="511509" y="2071768"/>
                </a:lnTo>
                <a:lnTo>
                  <a:pt x="502381" y="2039422"/>
                </a:lnTo>
                <a:lnTo>
                  <a:pt x="497100" y="2007985"/>
                </a:lnTo>
                <a:lnTo>
                  <a:pt x="492405" y="1984051"/>
                </a:lnTo>
                <a:lnTo>
                  <a:pt x="490138" y="1972472"/>
                </a:lnTo>
                <a:lnTo>
                  <a:pt x="483376" y="1927784"/>
                </a:lnTo>
                <a:lnTo>
                  <a:pt x="483190" y="1916967"/>
                </a:lnTo>
                <a:lnTo>
                  <a:pt x="475583" y="1882048"/>
                </a:lnTo>
                <a:lnTo>
                  <a:pt x="477484" y="1881054"/>
                </a:lnTo>
                <a:lnTo>
                  <a:pt x="474842" y="1868096"/>
                </a:lnTo>
                <a:lnTo>
                  <a:pt x="468726" y="1844930"/>
                </a:lnTo>
                <a:lnTo>
                  <a:pt x="467502" y="1840273"/>
                </a:lnTo>
                <a:lnTo>
                  <a:pt x="458710" y="1802205"/>
                </a:lnTo>
                <a:lnTo>
                  <a:pt x="452701" y="1751523"/>
                </a:lnTo>
                <a:lnTo>
                  <a:pt x="445920" y="1741071"/>
                </a:lnTo>
                <a:lnTo>
                  <a:pt x="447954" y="1738928"/>
                </a:lnTo>
                <a:lnTo>
                  <a:pt x="441473" y="1729417"/>
                </a:lnTo>
                <a:lnTo>
                  <a:pt x="438105" y="1720819"/>
                </a:lnTo>
                <a:lnTo>
                  <a:pt x="431797" y="1693228"/>
                </a:lnTo>
                <a:lnTo>
                  <a:pt x="429037" y="1686086"/>
                </a:lnTo>
                <a:lnTo>
                  <a:pt x="426386" y="1682905"/>
                </a:lnTo>
                <a:lnTo>
                  <a:pt x="423183" y="1681065"/>
                </a:lnTo>
                <a:lnTo>
                  <a:pt x="420389" y="1679752"/>
                </a:lnTo>
                <a:lnTo>
                  <a:pt x="416921" y="1679368"/>
                </a:lnTo>
                <a:lnTo>
                  <a:pt x="405631" y="1681283"/>
                </a:lnTo>
                <a:lnTo>
                  <a:pt x="400968" y="1682072"/>
                </a:lnTo>
                <a:lnTo>
                  <a:pt x="393018" y="1683424"/>
                </a:lnTo>
                <a:lnTo>
                  <a:pt x="392109" y="1677167"/>
                </a:lnTo>
                <a:lnTo>
                  <a:pt x="394734" y="1676907"/>
                </a:lnTo>
                <a:lnTo>
                  <a:pt x="399435" y="1675456"/>
                </a:lnTo>
                <a:lnTo>
                  <a:pt x="403665" y="1674159"/>
                </a:lnTo>
                <a:lnTo>
                  <a:pt x="408625" y="1672633"/>
                </a:lnTo>
                <a:lnTo>
                  <a:pt x="413695" y="1670355"/>
                </a:lnTo>
                <a:lnTo>
                  <a:pt x="419037" y="1664851"/>
                </a:lnTo>
                <a:lnTo>
                  <a:pt x="424073" y="1664125"/>
                </a:lnTo>
                <a:lnTo>
                  <a:pt x="426195" y="1662610"/>
                </a:lnTo>
                <a:lnTo>
                  <a:pt x="426654" y="1660859"/>
                </a:lnTo>
                <a:lnTo>
                  <a:pt x="420038" y="1628467"/>
                </a:lnTo>
                <a:lnTo>
                  <a:pt x="411141" y="1595599"/>
                </a:lnTo>
                <a:lnTo>
                  <a:pt x="408647" y="1585149"/>
                </a:lnTo>
                <a:lnTo>
                  <a:pt x="401858" y="1570439"/>
                </a:lnTo>
                <a:lnTo>
                  <a:pt x="395007" y="1558533"/>
                </a:lnTo>
                <a:lnTo>
                  <a:pt x="396487" y="1557521"/>
                </a:lnTo>
                <a:lnTo>
                  <a:pt x="386820" y="1534950"/>
                </a:lnTo>
                <a:lnTo>
                  <a:pt x="384631" y="1535619"/>
                </a:lnTo>
                <a:lnTo>
                  <a:pt x="370086" y="1511907"/>
                </a:lnTo>
                <a:lnTo>
                  <a:pt x="359776" y="1490974"/>
                </a:lnTo>
                <a:lnTo>
                  <a:pt x="352656" y="1467423"/>
                </a:lnTo>
                <a:lnTo>
                  <a:pt x="347195" y="1453995"/>
                </a:lnTo>
                <a:lnTo>
                  <a:pt x="345020" y="1448627"/>
                </a:lnTo>
                <a:lnTo>
                  <a:pt x="340660" y="1427932"/>
                </a:lnTo>
                <a:lnTo>
                  <a:pt x="338277" y="1424267"/>
                </a:lnTo>
                <a:lnTo>
                  <a:pt x="336813" y="1422020"/>
                </a:lnTo>
                <a:lnTo>
                  <a:pt x="338017" y="1419713"/>
                </a:lnTo>
                <a:lnTo>
                  <a:pt x="338807" y="1417070"/>
                </a:lnTo>
                <a:lnTo>
                  <a:pt x="339507" y="1413554"/>
                </a:lnTo>
                <a:lnTo>
                  <a:pt x="339655" y="1411423"/>
                </a:lnTo>
                <a:lnTo>
                  <a:pt x="339561" y="1408561"/>
                </a:lnTo>
                <a:lnTo>
                  <a:pt x="339182" y="1404495"/>
                </a:lnTo>
                <a:lnTo>
                  <a:pt x="337483" y="1396242"/>
                </a:lnTo>
                <a:lnTo>
                  <a:pt x="335329" y="1389531"/>
                </a:lnTo>
                <a:lnTo>
                  <a:pt x="331136" y="1380188"/>
                </a:lnTo>
                <a:lnTo>
                  <a:pt x="315571" y="1355718"/>
                </a:lnTo>
                <a:lnTo>
                  <a:pt x="304746" y="1339141"/>
                </a:lnTo>
                <a:lnTo>
                  <a:pt x="292916" y="1325365"/>
                </a:lnTo>
                <a:lnTo>
                  <a:pt x="275180" y="1309691"/>
                </a:lnTo>
                <a:lnTo>
                  <a:pt x="230204" y="1281675"/>
                </a:lnTo>
                <a:lnTo>
                  <a:pt x="200056" y="1264369"/>
                </a:lnTo>
                <a:lnTo>
                  <a:pt x="181892" y="1244000"/>
                </a:lnTo>
                <a:lnTo>
                  <a:pt x="168011" y="1228509"/>
                </a:lnTo>
                <a:lnTo>
                  <a:pt x="165401" y="1228443"/>
                </a:lnTo>
                <a:lnTo>
                  <a:pt x="151843" y="1202773"/>
                </a:lnTo>
                <a:lnTo>
                  <a:pt x="143382" y="1192910"/>
                </a:lnTo>
                <a:lnTo>
                  <a:pt x="140964" y="1188700"/>
                </a:lnTo>
                <a:lnTo>
                  <a:pt x="134688" y="1164740"/>
                </a:lnTo>
                <a:lnTo>
                  <a:pt x="129435" y="1132477"/>
                </a:lnTo>
                <a:lnTo>
                  <a:pt x="125771" y="1089536"/>
                </a:lnTo>
                <a:lnTo>
                  <a:pt x="125963" y="1085700"/>
                </a:lnTo>
                <a:lnTo>
                  <a:pt x="124355" y="1077230"/>
                </a:lnTo>
                <a:lnTo>
                  <a:pt x="120313" y="1055934"/>
                </a:lnTo>
                <a:lnTo>
                  <a:pt x="118929" y="1048623"/>
                </a:lnTo>
                <a:lnTo>
                  <a:pt x="120607" y="1048142"/>
                </a:lnTo>
                <a:lnTo>
                  <a:pt x="116107" y="1031439"/>
                </a:lnTo>
                <a:lnTo>
                  <a:pt x="113271" y="1032103"/>
                </a:lnTo>
                <a:lnTo>
                  <a:pt x="112550" y="1029391"/>
                </a:lnTo>
                <a:lnTo>
                  <a:pt x="113558" y="1028578"/>
                </a:lnTo>
                <a:lnTo>
                  <a:pt x="115435" y="1026494"/>
                </a:lnTo>
                <a:lnTo>
                  <a:pt x="116688" y="1024070"/>
                </a:lnTo>
                <a:lnTo>
                  <a:pt x="116483" y="1021315"/>
                </a:lnTo>
                <a:lnTo>
                  <a:pt x="115859" y="1018850"/>
                </a:lnTo>
                <a:lnTo>
                  <a:pt x="114546" y="1016842"/>
                </a:lnTo>
                <a:lnTo>
                  <a:pt x="113010" y="1015456"/>
                </a:lnTo>
                <a:lnTo>
                  <a:pt x="110886" y="1014529"/>
                </a:lnTo>
                <a:lnTo>
                  <a:pt x="108960" y="1014224"/>
                </a:lnTo>
                <a:lnTo>
                  <a:pt x="106830" y="1003936"/>
                </a:lnTo>
                <a:lnTo>
                  <a:pt x="103629" y="990185"/>
                </a:lnTo>
                <a:lnTo>
                  <a:pt x="103794" y="987274"/>
                </a:lnTo>
                <a:lnTo>
                  <a:pt x="104994" y="980119"/>
                </a:lnTo>
                <a:lnTo>
                  <a:pt x="105240" y="971345"/>
                </a:lnTo>
                <a:lnTo>
                  <a:pt x="104561" y="961697"/>
                </a:lnTo>
                <a:lnTo>
                  <a:pt x="102929" y="952882"/>
                </a:lnTo>
                <a:lnTo>
                  <a:pt x="99287" y="944732"/>
                </a:lnTo>
                <a:lnTo>
                  <a:pt x="95848" y="939455"/>
                </a:lnTo>
                <a:lnTo>
                  <a:pt x="96280" y="921733"/>
                </a:lnTo>
                <a:lnTo>
                  <a:pt x="100520" y="921771"/>
                </a:lnTo>
                <a:lnTo>
                  <a:pt x="100891" y="904720"/>
                </a:lnTo>
                <a:lnTo>
                  <a:pt x="97075" y="904591"/>
                </a:lnTo>
                <a:lnTo>
                  <a:pt x="97064" y="900052"/>
                </a:lnTo>
                <a:lnTo>
                  <a:pt x="97024" y="887567"/>
                </a:lnTo>
                <a:lnTo>
                  <a:pt x="96943" y="857986"/>
                </a:lnTo>
                <a:lnTo>
                  <a:pt x="95856" y="805178"/>
                </a:lnTo>
                <a:lnTo>
                  <a:pt x="91856" y="770182"/>
                </a:lnTo>
                <a:lnTo>
                  <a:pt x="91569" y="735023"/>
                </a:lnTo>
                <a:lnTo>
                  <a:pt x="90260" y="707067"/>
                </a:lnTo>
                <a:lnTo>
                  <a:pt x="95708" y="706360"/>
                </a:lnTo>
                <a:lnTo>
                  <a:pt x="92264" y="682362"/>
                </a:lnTo>
                <a:lnTo>
                  <a:pt x="85755" y="683464"/>
                </a:lnTo>
                <a:lnTo>
                  <a:pt x="82998" y="666136"/>
                </a:lnTo>
                <a:lnTo>
                  <a:pt x="75170" y="643341"/>
                </a:lnTo>
                <a:lnTo>
                  <a:pt x="53539" y="580452"/>
                </a:lnTo>
                <a:lnTo>
                  <a:pt x="44408" y="558409"/>
                </a:lnTo>
                <a:lnTo>
                  <a:pt x="42484" y="555852"/>
                </a:lnTo>
                <a:lnTo>
                  <a:pt x="36893" y="548458"/>
                </a:lnTo>
                <a:lnTo>
                  <a:pt x="31014" y="539606"/>
                </a:lnTo>
                <a:lnTo>
                  <a:pt x="25709" y="524083"/>
                </a:lnTo>
                <a:lnTo>
                  <a:pt x="24128" y="520453"/>
                </a:lnTo>
                <a:lnTo>
                  <a:pt x="23349" y="518666"/>
                </a:lnTo>
                <a:lnTo>
                  <a:pt x="19933" y="510856"/>
                </a:lnTo>
                <a:lnTo>
                  <a:pt x="18685" y="509495"/>
                </a:lnTo>
                <a:lnTo>
                  <a:pt x="15441" y="505965"/>
                </a:lnTo>
                <a:lnTo>
                  <a:pt x="12085" y="476113"/>
                </a:lnTo>
                <a:lnTo>
                  <a:pt x="10467" y="473472"/>
                </a:lnTo>
                <a:lnTo>
                  <a:pt x="12477" y="471736"/>
                </a:lnTo>
                <a:lnTo>
                  <a:pt x="14529" y="469502"/>
                </a:lnTo>
                <a:lnTo>
                  <a:pt x="15554" y="465366"/>
                </a:lnTo>
                <a:lnTo>
                  <a:pt x="13292" y="465108"/>
                </a:lnTo>
                <a:lnTo>
                  <a:pt x="14028" y="459550"/>
                </a:lnTo>
                <a:lnTo>
                  <a:pt x="11730" y="459500"/>
                </a:lnTo>
                <a:lnTo>
                  <a:pt x="11715" y="454470"/>
                </a:lnTo>
                <a:lnTo>
                  <a:pt x="9763" y="448181"/>
                </a:lnTo>
                <a:lnTo>
                  <a:pt x="6604" y="441493"/>
                </a:lnTo>
                <a:lnTo>
                  <a:pt x="3282" y="435493"/>
                </a:lnTo>
                <a:lnTo>
                  <a:pt x="0" y="431227"/>
                </a:lnTo>
                <a:lnTo>
                  <a:pt x="11797" y="407760"/>
                </a:lnTo>
                <a:lnTo>
                  <a:pt x="15212" y="404512"/>
                </a:lnTo>
                <a:lnTo>
                  <a:pt x="11750" y="400278"/>
                </a:lnTo>
                <a:lnTo>
                  <a:pt x="17087" y="394984"/>
                </a:lnTo>
                <a:lnTo>
                  <a:pt x="20922" y="398227"/>
                </a:lnTo>
                <a:lnTo>
                  <a:pt x="37115" y="382628"/>
                </a:lnTo>
                <a:lnTo>
                  <a:pt x="35476" y="380921"/>
                </a:lnTo>
                <a:lnTo>
                  <a:pt x="39461" y="375806"/>
                </a:lnTo>
                <a:lnTo>
                  <a:pt x="37113" y="374139"/>
                </a:lnTo>
                <a:lnTo>
                  <a:pt x="42049" y="367237"/>
                </a:lnTo>
                <a:lnTo>
                  <a:pt x="46187" y="369407"/>
                </a:lnTo>
                <a:lnTo>
                  <a:pt x="56394" y="347722"/>
                </a:lnTo>
                <a:lnTo>
                  <a:pt x="59812" y="335385"/>
                </a:lnTo>
                <a:lnTo>
                  <a:pt x="64838" y="315031"/>
                </a:lnTo>
                <a:lnTo>
                  <a:pt x="69529" y="315096"/>
                </a:lnTo>
                <a:lnTo>
                  <a:pt x="71649" y="276802"/>
                </a:lnTo>
                <a:lnTo>
                  <a:pt x="71173" y="268222"/>
                </a:lnTo>
                <a:lnTo>
                  <a:pt x="66520" y="224578"/>
                </a:lnTo>
                <a:lnTo>
                  <a:pt x="62884" y="197933"/>
                </a:lnTo>
                <a:lnTo>
                  <a:pt x="57106" y="175128"/>
                </a:lnTo>
                <a:lnTo>
                  <a:pt x="53225" y="143985"/>
                </a:lnTo>
                <a:lnTo>
                  <a:pt x="55627" y="143211"/>
                </a:lnTo>
                <a:lnTo>
                  <a:pt x="51618" y="110421"/>
                </a:lnTo>
                <a:lnTo>
                  <a:pt x="53413" y="110297"/>
                </a:lnTo>
                <a:lnTo>
                  <a:pt x="46935" y="75683"/>
                </a:lnTo>
                <a:lnTo>
                  <a:pt x="44349" y="76299"/>
                </a:lnTo>
                <a:lnTo>
                  <a:pt x="41790" y="67146"/>
                </a:lnTo>
                <a:lnTo>
                  <a:pt x="43271" y="66397"/>
                </a:lnTo>
                <a:lnTo>
                  <a:pt x="42621" y="62634"/>
                </a:lnTo>
                <a:lnTo>
                  <a:pt x="41573" y="62774"/>
                </a:lnTo>
                <a:lnTo>
                  <a:pt x="39484" y="48475"/>
                </a:lnTo>
                <a:lnTo>
                  <a:pt x="37594" y="48642"/>
                </a:lnTo>
                <a:lnTo>
                  <a:pt x="36633" y="40196"/>
                </a:lnTo>
                <a:lnTo>
                  <a:pt x="35847" y="28322"/>
                </a:lnTo>
                <a:lnTo>
                  <a:pt x="34131" y="3363"/>
                </a:lnTo>
                <a:lnTo>
                  <a:pt x="33597" y="0"/>
                </a:lnTo>
                <a:lnTo>
                  <a:pt x="63145" y="0"/>
                </a:lnTo>
                <a:lnTo>
                  <a:pt x="65074" y="26916"/>
                </a:lnTo>
                <a:lnTo>
                  <a:pt x="69217" y="67825"/>
                </a:lnTo>
                <a:lnTo>
                  <a:pt x="69753" y="73275"/>
                </a:lnTo>
                <a:lnTo>
                  <a:pt x="70290" y="78689"/>
                </a:lnTo>
                <a:lnTo>
                  <a:pt x="86229" y="193176"/>
                </a:lnTo>
                <a:lnTo>
                  <a:pt x="87753" y="209433"/>
                </a:lnTo>
                <a:lnTo>
                  <a:pt x="90613" y="268536"/>
                </a:lnTo>
                <a:lnTo>
                  <a:pt x="91542" y="280250"/>
                </a:lnTo>
                <a:lnTo>
                  <a:pt x="89074" y="292671"/>
                </a:lnTo>
                <a:lnTo>
                  <a:pt x="86988" y="292525"/>
                </a:lnTo>
                <a:lnTo>
                  <a:pt x="85551" y="305913"/>
                </a:lnTo>
                <a:lnTo>
                  <a:pt x="88118" y="306141"/>
                </a:lnTo>
                <a:lnTo>
                  <a:pt x="87074" y="315796"/>
                </a:lnTo>
                <a:lnTo>
                  <a:pt x="90409" y="317975"/>
                </a:lnTo>
                <a:lnTo>
                  <a:pt x="90096" y="327329"/>
                </a:lnTo>
                <a:lnTo>
                  <a:pt x="88209" y="327714"/>
                </a:lnTo>
                <a:lnTo>
                  <a:pt x="87083" y="345784"/>
                </a:lnTo>
                <a:lnTo>
                  <a:pt x="84955" y="345801"/>
                </a:lnTo>
                <a:lnTo>
                  <a:pt x="84648" y="355264"/>
                </a:lnTo>
                <a:lnTo>
                  <a:pt x="87151" y="355210"/>
                </a:lnTo>
                <a:lnTo>
                  <a:pt x="86606" y="365911"/>
                </a:lnTo>
                <a:lnTo>
                  <a:pt x="89709" y="367649"/>
                </a:lnTo>
                <a:lnTo>
                  <a:pt x="84347" y="378345"/>
                </a:lnTo>
                <a:lnTo>
                  <a:pt x="82158" y="378298"/>
                </a:lnTo>
                <a:lnTo>
                  <a:pt x="75912" y="386687"/>
                </a:lnTo>
                <a:lnTo>
                  <a:pt x="72291" y="391538"/>
                </a:lnTo>
                <a:lnTo>
                  <a:pt x="68352" y="397762"/>
                </a:lnTo>
                <a:lnTo>
                  <a:pt x="64536" y="406195"/>
                </a:lnTo>
                <a:lnTo>
                  <a:pt x="63506" y="409105"/>
                </a:lnTo>
                <a:lnTo>
                  <a:pt x="60349" y="416653"/>
                </a:lnTo>
                <a:lnTo>
                  <a:pt x="56272" y="426351"/>
                </a:lnTo>
                <a:lnTo>
                  <a:pt x="53253" y="433630"/>
                </a:lnTo>
                <a:lnTo>
                  <a:pt x="52227" y="437766"/>
                </a:lnTo>
                <a:lnTo>
                  <a:pt x="51615" y="443309"/>
                </a:lnTo>
                <a:lnTo>
                  <a:pt x="51412" y="450859"/>
                </a:lnTo>
                <a:lnTo>
                  <a:pt x="51872" y="465159"/>
                </a:lnTo>
                <a:lnTo>
                  <a:pt x="52051" y="474487"/>
                </a:lnTo>
                <a:lnTo>
                  <a:pt x="52186" y="477604"/>
                </a:lnTo>
                <a:lnTo>
                  <a:pt x="37052" y="487833"/>
                </a:lnTo>
                <a:lnTo>
                  <a:pt x="32929" y="489967"/>
                </a:lnTo>
                <a:lnTo>
                  <a:pt x="32051" y="490938"/>
                </a:lnTo>
                <a:lnTo>
                  <a:pt x="31639" y="491964"/>
                </a:lnTo>
                <a:lnTo>
                  <a:pt x="30643" y="499015"/>
                </a:lnTo>
                <a:lnTo>
                  <a:pt x="30717" y="500660"/>
                </a:lnTo>
                <a:lnTo>
                  <a:pt x="31200" y="502459"/>
                </a:lnTo>
                <a:lnTo>
                  <a:pt x="32397" y="505090"/>
                </a:lnTo>
                <a:lnTo>
                  <a:pt x="40129" y="519404"/>
                </a:lnTo>
                <a:lnTo>
                  <a:pt x="40742" y="520280"/>
                </a:lnTo>
                <a:lnTo>
                  <a:pt x="41820" y="521211"/>
                </a:lnTo>
                <a:lnTo>
                  <a:pt x="43335" y="522152"/>
                </a:lnTo>
                <a:lnTo>
                  <a:pt x="44917" y="522885"/>
                </a:lnTo>
                <a:lnTo>
                  <a:pt x="46733" y="523606"/>
                </a:lnTo>
                <a:lnTo>
                  <a:pt x="53986" y="526261"/>
                </a:lnTo>
                <a:lnTo>
                  <a:pt x="56877" y="528094"/>
                </a:lnTo>
                <a:lnTo>
                  <a:pt x="59546" y="530440"/>
                </a:lnTo>
                <a:lnTo>
                  <a:pt x="72736" y="543937"/>
                </a:lnTo>
                <a:lnTo>
                  <a:pt x="70504" y="545877"/>
                </a:lnTo>
                <a:lnTo>
                  <a:pt x="74352" y="553487"/>
                </a:lnTo>
                <a:lnTo>
                  <a:pt x="85691" y="563267"/>
                </a:lnTo>
                <a:lnTo>
                  <a:pt x="92440" y="567926"/>
                </a:lnTo>
                <a:lnTo>
                  <a:pt x="98702" y="582834"/>
                </a:lnTo>
                <a:lnTo>
                  <a:pt x="99490" y="589606"/>
                </a:lnTo>
                <a:lnTo>
                  <a:pt x="97857" y="590151"/>
                </a:lnTo>
                <a:lnTo>
                  <a:pt x="99001" y="603803"/>
                </a:lnTo>
                <a:lnTo>
                  <a:pt x="99188" y="605995"/>
                </a:lnTo>
                <a:lnTo>
                  <a:pt x="106757" y="654260"/>
                </a:lnTo>
                <a:lnTo>
                  <a:pt x="107587" y="664474"/>
                </a:lnTo>
                <a:lnTo>
                  <a:pt x="110422" y="666361"/>
                </a:lnTo>
                <a:lnTo>
                  <a:pt x="111231" y="679325"/>
                </a:lnTo>
                <a:lnTo>
                  <a:pt x="115208" y="707910"/>
                </a:lnTo>
                <a:lnTo>
                  <a:pt x="116998" y="712316"/>
                </a:lnTo>
                <a:lnTo>
                  <a:pt x="119663" y="712329"/>
                </a:lnTo>
                <a:lnTo>
                  <a:pt x="122851" y="769967"/>
                </a:lnTo>
                <a:lnTo>
                  <a:pt x="123833" y="780039"/>
                </a:lnTo>
                <a:lnTo>
                  <a:pt x="123364" y="784750"/>
                </a:lnTo>
                <a:lnTo>
                  <a:pt x="123229" y="809923"/>
                </a:lnTo>
                <a:lnTo>
                  <a:pt x="128636" y="840101"/>
                </a:lnTo>
                <a:lnTo>
                  <a:pt x="126759" y="841467"/>
                </a:lnTo>
                <a:lnTo>
                  <a:pt x="128014" y="873688"/>
                </a:lnTo>
                <a:lnTo>
                  <a:pt x="125764" y="873912"/>
                </a:lnTo>
                <a:lnTo>
                  <a:pt x="125855" y="889775"/>
                </a:lnTo>
                <a:lnTo>
                  <a:pt x="125934" y="902260"/>
                </a:lnTo>
                <a:lnTo>
                  <a:pt x="127438" y="914449"/>
                </a:lnTo>
                <a:lnTo>
                  <a:pt x="128784" y="938928"/>
                </a:lnTo>
                <a:lnTo>
                  <a:pt x="130562" y="938912"/>
                </a:lnTo>
                <a:lnTo>
                  <a:pt x="130835" y="950358"/>
                </a:lnTo>
                <a:lnTo>
                  <a:pt x="134135" y="950230"/>
                </a:lnTo>
                <a:lnTo>
                  <a:pt x="137083" y="968397"/>
                </a:lnTo>
                <a:lnTo>
                  <a:pt x="140359" y="1012356"/>
                </a:lnTo>
                <a:lnTo>
                  <a:pt x="144865" y="1016621"/>
                </a:lnTo>
                <a:lnTo>
                  <a:pt x="148636" y="1048570"/>
                </a:lnTo>
                <a:lnTo>
                  <a:pt x="151224" y="1070434"/>
                </a:lnTo>
                <a:lnTo>
                  <a:pt x="150504" y="1081658"/>
                </a:lnTo>
                <a:lnTo>
                  <a:pt x="152073" y="1081892"/>
                </a:lnTo>
                <a:lnTo>
                  <a:pt x="150991" y="1107262"/>
                </a:lnTo>
                <a:lnTo>
                  <a:pt x="154538" y="1127304"/>
                </a:lnTo>
                <a:lnTo>
                  <a:pt x="158064" y="1152239"/>
                </a:lnTo>
                <a:lnTo>
                  <a:pt x="161737" y="1156486"/>
                </a:lnTo>
                <a:lnTo>
                  <a:pt x="166306" y="1162523"/>
                </a:lnTo>
                <a:lnTo>
                  <a:pt x="173739" y="1181296"/>
                </a:lnTo>
                <a:lnTo>
                  <a:pt x="179179" y="1190984"/>
                </a:lnTo>
                <a:lnTo>
                  <a:pt x="186781" y="1201663"/>
                </a:lnTo>
                <a:lnTo>
                  <a:pt x="202364" y="1220613"/>
                </a:lnTo>
                <a:lnTo>
                  <a:pt x="213087" y="1232195"/>
                </a:lnTo>
                <a:lnTo>
                  <a:pt x="238034" y="1253220"/>
                </a:lnTo>
                <a:lnTo>
                  <a:pt x="246088" y="1257771"/>
                </a:lnTo>
                <a:lnTo>
                  <a:pt x="285134" y="1274953"/>
                </a:lnTo>
                <a:lnTo>
                  <a:pt x="293323" y="1282631"/>
                </a:lnTo>
                <a:lnTo>
                  <a:pt x="304902" y="1293586"/>
                </a:lnTo>
                <a:lnTo>
                  <a:pt x="315130" y="1298911"/>
                </a:lnTo>
                <a:lnTo>
                  <a:pt x="351585" y="1314793"/>
                </a:lnTo>
                <a:lnTo>
                  <a:pt x="368265" y="1325614"/>
                </a:lnTo>
                <a:lnTo>
                  <a:pt x="376059" y="1349325"/>
                </a:lnTo>
                <a:lnTo>
                  <a:pt x="374836" y="1350007"/>
                </a:lnTo>
                <a:lnTo>
                  <a:pt x="373909" y="1350686"/>
                </a:lnTo>
                <a:lnTo>
                  <a:pt x="372835" y="1352070"/>
                </a:lnTo>
                <a:lnTo>
                  <a:pt x="372066" y="1353714"/>
                </a:lnTo>
                <a:lnTo>
                  <a:pt x="371821" y="1355325"/>
                </a:lnTo>
                <a:lnTo>
                  <a:pt x="372010" y="1357045"/>
                </a:lnTo>
                <a:lnTo>
                  <a:pt x="372534" y="1359807"/>
                </a:lnTo>
                <a:lnTo>
                  <a:pt x="373500" y="1363069"/>
                </a:lnTo>
                <a:lnTo>
                  <a:pt x="376479" y="1390961"/>
                </a:lnTo>
                <a:lnTo>
                  <a:pt x="377015" y="1397882"/>
                </a:lnTo>
                <a:lnTo>
                  <a:pt x="379783" y="1405014"/>
                </a:lnTo>
                <a:lnTo>
                  <a:pt x="383031" y="1409452"/>
                </a:lnTo>
                <a:lnTo>
                  <a:pt x="386179" y="1418472"/>
                </a:lnTo>
                <a:lnTo>
                  <a:pt x="389399" y="1422028"/>
                </a:lnTo>
                <a:lnTo>
                  <a:pt x="402645" y="1457061"/>
                </a:lnTo>
                <a:lnTo>
                  <a:pt x="423768" y="1497721"/>
                </a:lnTo>
                <a:lnTo>
                  <a:pt x="433926" y="1518487"/>
                </a:lnTo>
                <a:lnTo>
                  <a:pt x="479220" y="1628091"/>
                </a:lnTo>
                <a:lnTo>
                  <a:pt x="482255" y="1651662"/>
                </a:lnTo>
                <a:lnTo>
                  <a:pt x="496405" y="1696129"/>
                </a:lnTo>
                <a:lnTo>
                  <a:pt x="528517" y="1774596"/>
                </a:lnTo>
                <a:lnTo>
                  <a:pt x="532220" y="1787160"/>
                </a:lnTo>
                <a:lnTo>
                  <a:pt x="534284" y="1800151"/>
                </a:lnTo>
                <a:lnTo>
                  <a:pt x="531968" y="1800936"/>
                </a:lnTo>
                <a:lnTo>
                  <a:pt x="532714" y="1805319"/>
                </a:lnTo>
                <a:lnTo>
                  <a:pt x="531334" y="1808576"/>
                </a:lnTo>
                <a:lnTo>
                  <a:pt x="534218" y="1832298"/>
                </a:lnTo>
                <a:lnTo>
                  <a:pt x="542808" y="1867492"/>
                </a:lnTo>
                <a:lnTo>
                  <a:pt x="545593" y="1895797"/>
                </a:lnTo>
                <a:lnTo>
                  <a:pt x="549925" y="1944009"/>
                </a:lnTo>
                <a:lnTo>
                  <a:pt x="558337" y="1980607"/>
                </a:lnTo>
                <a:lnTo>
                  <a:pt x="561034" y="2016890"/>
                </a:lnTo>
                <a:lnTo>
                  <a:pt x="561578" y="2024165"/>
                </a:lnTo>
                <a:lnTo>
                  <a:pt x="562491" y="2030213"/>
                </a:lnTo>
                <a:lnTo>
                  <a:pt x="552461" y="2032229"/>
                </a:lnTo>
                <a:lnTo>
                  <a:pt x="553778" y="2038713"/>
                </a:lnTo>
                <a:lnTo>
                  <a:pt x="557770" y="2037964"/>
                </a:lnTo>
                <a:lnTo>
                  <a:pt x="559240" y="2043525"/>
                </a:lnTo>
                <a:lnTo>
                  <a:pt x="565644" y="2067741"/>
                </a:lnTo>
                <a:lnTo>
                  <a:pt x="570233" y="2096966"/>
                </a:lnTo>
                <a:lnTo>
                  <a:pt x="568139" y="2097547"/>
                </a:lnTo>
                <a:lnTo>
                  <a:pt x="573560" y="2136576"/>
                </a:lnTo>
                <a:lnTo>
                  <a:pt x="576701" y="2136227"/>
                </a:lnTo>
                <a:lnTo>
                  <a:pt x="577804" y="2145765"/>
                </a:lnTo>
                <a:lnTo>
                  <a:pt x="575209" y="2157203"/>
                </a:lnTo>
                <a:lnTo>
                  <a:pt x="578178" y="2186347"/>
                </a:lnTo>
                <a:lnTo>
                  <a:pt x="580902" y="2186197"/>
                </a:lnTo>
                <a:lnTo>
                  <a:pt x="581164" y="2219758"/>
                </a:lnTo>
                <a:lnTo>
                  <a:pt x="597426" y="2298770"/>
                </a:lnTo>
                <a:lnTo>
                  <a:pt x="611566" y="2362793"/>
                </a:lnTo>
                <a:lnTo>
                  <a:pt x="623679" y="2418963"/>
                </a:lnTo>
                <a:lnTo>
                  <a:pt x="637972" y="2467354"/>
                </a:lnTo>
                <a:lnTo>
                  <a:pt x="639472" y="2475812"/>
                </a:lnTo>
                <a:lnTo>
                  <a:pt x="648008" y="2524015"/>
                </a:lnTo>
                <a:lnTo>
                  <a:pt x="654944" y="2551420"/>
                </a:lnTo>
                <a:lnTo>
                  <a:pt x="665431" y="2576551"/>
                </a:lnTo>
                <a:lnTo>
                  <a:pt x="674530" y="2595206"/>
                </a:lnTo>
                <a:lnTo>
                  <a:pt x="677426" y="2605809"/>
                </a:lnTo>
                <a:lnTo>
                  <a:pt x="672560" y="2606947"/>
                </a:lnTo>
                <a:lnTo>
                  <a:pt x="675900" y="2632677"/>
                </a:lnTo>
                <a:lnTo>
                  <a:pt x="677003" y="2648679"/>
                </a:lnTo>
                <a:lnTo>
                  <a:pt x="680563" y="2648439"/>
                </a:lnTo>
                <a:lnTo>
                  <a:pt x="681612" y="2667300"/>
                </a:lnTo>
                <a:lnTo>
                  <a:pt x="679014" y="2667734"/>
                </a:lnTo>
                <a:lnTo>
                  <a:pt x="682116" y="2692595"/>
                </a:lnTo>
                <a:lnTo>
                  <a:pt x="681139" y="2698811"/>
                </a:lnTo>
                <a:lnTo>
                  <a:pt x="685346" y="2720138"/>
                </a:lnTo>
                <a:lnTo>
                  <a:pt x="689528" y="2747701"/>
                </a:lnTo>
                <a:lnTo>
                  <a:pt x="692072" y="2764489"/>
                </a:lnTo>
                <a:lnTo>
                  <a:pt x="700106" y="2848424"/>
                </a:lnTo>
                <a:lnTo>
                  <a:pt x="701289" y="2860770"/>
                </a:lnTo>
                <a:lnTo>
                  <a:pt x="708764" y="2938865"/>
                </a:lnTo>
                <a:lnTo>
                  <a:pt x="709897" y="2948812"/>
                </a:lnTo>
                <a:lnTo>
                  <a:pt x="715855" y="3001953"/>
                </a:lnTo>
                <a:lnTo>
                  <a:pt x="718913" y="3012333"/>
                </a:lnTo>
                <a:lnTo>
                  <a:pt x="722355" y="3015748"/>
                </a:lnTo>
                <a:lnTo>
                  <a:pt x="727480" y="3039373"/>
                </a:lnTo>
                <a:lnTo>
                  <a:pt x="733866" y="3049017"/>
                </a:lnTo>
                <a:lnTo>
                  <a:pt x="737307" y="3054294"/>
                </a:lnTo>
                <a:lnTo>
                  <a:pt x="743309" y="3058319"/>
                </a:lnTo>
                <a:lnTo>
                  <a:pt x="755820" y="3067442"/>
                </a:lnTo>
                <a:lnTo>
                  <a:pt x="769517" y="3074693"/>
                </a:lnTo>
                <a:lnTo>
                  <a:pt x="783014" y="3077546"/>
                </a:lnTo>
                <a:lnTo>
                  <a:pt x="801920" y="3077929"/>
                </a:lnTo>
                <a:lnTo>
                  <a:pt x="822235" y="3077343"/>
                </a:lnTo>
                <a:lnTo>
                  <a:pt x="892579" y="3069597"/>
                </a:lnTo>
                <a:lnTo>
                  <a:pt x="895913" y="3069016"/>
                </a:lnTo>
                <a:lnTo>
                  <a:pt x="899969" y="3067851"/>
                </a:lnTo>
                <a:lnTo>
                  <a:pt x="899900" y="3066033"/>
                </a:lnTo>
                <a:lnTo>
                  <a:pt x="905630" y="3064596"/>
                </a:lnTo>
                <a:lnTo>
                  <a:pt x="907581" y="3062695"/>
                </a:lnTo>
                <a:lnTo>
                  <a:pt x="909175" y="3060406"/>
                </a:lnTo>
                <a:lnTo>
                  <a:pt x="910511" y="3057729"/>
                </a:lnTo>
                <a:lnTo>
                  <a:pt x="910881" y="3056493"/>
                </a:lnTo>
                <a:lnTo>
                  <a:pt x="910987" y="3055197"/>
                </a:lnTo>
                <a:lnTo>
                  <a:pt x="926287" y="3054330"/>
                </a:lnTo>
                <a:lnTo>
                  <a:pt x="939757" y="3054431"/>
                </a:lnTo>
                <a:lnTo>
                  <a:pt x="937368" y="3067943"/>
                </a:lnTo>
                <a:lnTo>
                  <a:pt x="972418" y="3068058"/>
                </a:lnTo>
                <a:lnTo>
                  <a:pt x="1028703" y="3066562"/>
                </a:lnTo>
                <a:lnTo>
                  <a:pt x="1039951" y="3059115"/>
                </a:lnTo>
                <a:lnTo>
                  <a:pt x="1064092" y="3043486"/>
                </a:lnTo>
                <a:lnTo>
                  <a:pt x="1073022" y="3038650"/>
                </a:lnTo>
                <a:lnTo>
                  <a:pt x="1082174" y="3035080"/>
                </a:lnTo>
                <a:lnTo>
                  <a:pt x="1086929" y="3033713"/>
                </a:lnTo>
                <a:lnTo>
                  <a:pt x="1092696" y="3032748"/>
                </a:lnTo>
                <a:lnTo>
                  <a:pt x="1102023" y="3032260"/>
                </a:lnTo>
                <a:lnTo>
                  <a:pt x="1127569" y="3032776"/>
                </a:lnTo>
                <a:lnTo>
                  <a:pt x="1139081" y="3032190"/>
                </a:lnTo>
                <a:lnTo>
                  <a:pt x="1140811" y="3029731"/>
                </a:lnTo>
                <a:lnTo>
                  <a:pt x="1152211" y="3030712"/>
                </a:lnTo>
                <a:lnTo>
                  <a:pt x="1170867" y="3029709"/>
                </a:lnTo>
                <a:lnTo>
                  <a:pt x="1177418" y="3029233"/>
                </a:lnTo>
                <a:lnTo>
                  <a:pt x="1183481" y="3028992"/>
                </a:lnTo>
                <a:lnTo>
                  <a:pt x="1191789" y="3031668"/>
                </a:lnTo>
                <a:lnTo>
                  <a:pt x="1211388" y="3031384"/>
                </a:lnTo>
                <a:lnTo>
                  <a:pt x="1241165" y="3024774"/>
                </a:lnTo>
                <a:lnTo>
                  <a:pt x="1277169" y="3019360"/>
                </a:lnTo>
                <a:lnTo>
                  <a:pt x="1351593" y="3010773"/>
                </a:lnTo>
                <a:lnTo>
                  <a:pt x="1400201" y="3007656"/>
                </a:lnTo>
                <a:lnTo>
                  <a:pt x="1444664" y="3002261"/>
                </a:lnTo>
                <a:lnTo>
                  <a:pt x="1466182" y="3001183"/>
                </a:lnTo>
                <a:lnTo>
                  <a:pt x="1484327" y="3001411"/>
                </a:lnTo>
                <a:lnTo>
                  <a:pt x="1491967" y="3002166"/>
                </a:lnTo>
                <a:lnTo>
                  <a:pt x="1527684" y="3005706"/>
                </a:lnTo>
                <a:lnTo>
                  <a:pt x="1531803" y="3009563"/>
                </a:lnTo>
                <a:lnTo>
                  <a:pt x="1540653" y="3009863"/>
                </a:lnTo>
                <a:lnTo>
                  <a:pt x="1540741" y="3015194"/>
                </a:lnTo>
                <a:lnTo>
                  <a:pt x="1573009" y="3015627"/>
                </a:lnTo>
                <a:lnTo>
                  <a:pt x="1584716" y="3015780"/>
                </a:lnTo>
                <a:lnTo>
                  <a:pt x="1600140" y="3013971"/>
                </a:lnTo>
                <a:lnTo>
                  <a:pt x="1600140" y="3054204"/>
                </a:lnTo>
                <a:lnTo>
                  <a:pt x="1588459" y="30554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6B7F7-5B2D-4DB8-8336-633969D7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138" y="4473889"/>
            <a:ext cx="743666" cy="476491"/>
          </a:xfrm>
          <a:custGeom xmlns:a="http://schemas.openxmlformats.org/drawingml/2006/main">
            <a:pathLst>
              <a:path w="743666" h="476491">
                <a:moveTo>
                  <a:pt x="14293" y="0"/>
                </a:moveTo>
                <a:lnTo>
                  <a:pt x="15554" y="6864"/>
                </a:lnTo>
                <a:lnTo>
                  <a:pt x="27296" y="55846"/>
                </a:lnTo>
                <a:lnTo>
                  <a:pt x="33428" y="100721"/>
                </a:lnTo>
                <a:lnTo>
                  <a:pt x="39471" y="157206"/>
                </a:lnTo>
                <a:lnTo>
                  <a:pt x="34386" y="157658"/>
                </a:lnTo>
                <a:lnTo>
                  <a:pt x="35477" y="165171"/>
                </a:lnTo>
                <a:lnTo>
                  <a:pt x="35749" y="167710"/>
                </a:lnTo>
                <a:lnTo>
                  <a:pt x="38825" y="196140"/>
                </a:lnTo>
                <a:lnTo>
                  <a:pt x="39695" y="196994"/>
                </a:lnTo>
                <a:lnTo>
                  <a:pt x="45723" y="196245"/>
                </a:lnTo>
                <a:lnTo>
                  <a:pt x="46463" y="198395"/>
                </a:lnTo>
                <a:lnTo>
                  <a:pt x="50664" y="226368"/>
                </a:lnTo>
                <a:lnTo>
                  <a:pt x="56405" y="260203"/>
                </a:lnTo>
                <a:lnTo>
                  <a:pt x="56487" y="267195"/>
                </a:lnTo>
                <a:lnTo>
                  <a:pt x="56592" y="275605"/>
                </a:lnTo>
                <a:lnTo>
                  <a:pt x="57103" y="290814"/>
                </a:lnTo>
                <a:lnTo>
                  <a:pt x="58415" y="297497"/>
                </a:lnTo>
                <a:lnTo>
                  <a:pt x="59867" y="303149"/>
                </a:lnTo>
                <a:lnTo>
                  <a:pt x="62963" y="309562"/>
                </a:lnTo>
                <a:lnTo>
                  <a:pt x="64913" y="311275"/>
                </a:lnTo>
                <a:lnTo>
                  <a:pt x="68449" y="312179"/>
                </a:lnTo>
                <a:lnTo>
                  <a:pt x="73463" y="312497"/>
                </a:lnTo>
                <a:lnTo>
                  <a:pt x="79006" y="312518"/>
                </a:lnTo>
                <a:lnTo>
                  <a:pt x="82982" y="312187"/>
                </a:lnTo>
                <a:lnTo>
                  <a:pt x="87189" y="311234"/>
                </a:lnTo>
                <a:lnTo>
                  <a:pt x="91371" y="311117"/>
                </a:lnTo>
                <a:lnTo>
                  <a:pt x="95548" y="311208"/>
                </a:lnTo>
                <a:lnTo>
                  <a:pt x="99532" y="310877"/>
                </a:lnTo>
                <a:lnTo>
                  <a:pt x="103716" y="310968"/>
                </a:lnTo>
                <a:lnTo>
                  <a:pt x="107893" y="311059"/>
                </a:lnTo>
                <a:lnTo>
                  <a:pt x="109670" y="311098"/>
                </a:lnTo>
                <a:lnTo>
                  <a:pt x="112070" y="311150"/>
                </a:lnTo>
                <a:lnTo>
                  <a:pt x="116479" y="310629"/>
                </a:lnTo>
                <a:lnTo>
                  <a:pt x="120683" y="309467"/>
                </a:lnTo>
                <a:lnTo>
                  <a:pt x="122772" y="309513"/>
                </a:lnTo>
                <a:lnTo>
                  <a:pt x="124658" y="309554"/>
                </a:lnTo>
                <a:lnTo>
                  <a:pt x="128817" y="310480"/>
                </a:lnTo>
                <a:lnTo>
                  <a:pt x="132814" y="309523"/>
                </a:lnTo>
                <a:lnTo>
                  <a:pt x="137005" y="308988"/>
                </a:lnTo>
                <a:lnTo>
                  <a:pt x="140961" y="309909"/>
                </a:lnTo>
                <a:lnTo>
                  <a:pt x="144927" y="309996"/>
                </a:lnTo>
                <a:lnTo>
                  <a:pt x="149108" y="310295"/>
                </a:lnTo>
                <a:lnTo>
                  <a:pt x="153087" y="310173"/>
                </a:lnTo>
                <a:lnTo>
                  <a:pt x="157085" y="308808"/>
                </a:lnTo>
                <a:lnTo>
                  <a:pt x="160890" y="307011"/>
                </a:lnTo>
                <a:lnTo>
                  <a:pt x="165291" y="306490"/>
                </a:lnTo>
                <a:lnTo>
                  <a:pt x="169678" y="306585"/>
                </a:lnTo>
                <a:lnTo>
                  <a:pt x="173863" y="306677"/>
                </a:lnTo>
                <a:lnTo>
                  <a:pt x="178040" y="306768"/>
                </a:lnTo>
                <a:lnTo>
                  <a:pt x="182638" y="306868"/>
                </a:lnTo>
                <a:lnTo>
                  <a:pt x="186621" y="306537"/>
                </a:lnTo>
                <a:lnTo>
                  <a:pt x="190820" y="306002"/>
                </a:lnTo>
                <a:lnTo>
                  <a:pt x="194608" y="304632"/>
                </a:lnTo>
                <a:lnTo>
                  <a:pt x="217714" y="300132"/>
                </a:lnTo>
                <a:lnTo>
                  <a:pt x="221703" y="299184"/>
                </a:lnTo>
                <a:lnTo>
                  <a:pt x="225682" y="299062"/>
                </a:lnTo>
                <a:lnTo>
                  <a:pt x="262846" y="292381"/>
                </a:lnTo>
                <a:lnTo>
                  <a:pt x="275398" y="292028"/>
                </a:lnTo>
                <a:lnTo>
                  <a:pt x="278334" y="291466"/>
                </a:lnTo>
                <a:lnTo>
                  <a:pt x="282537" y="290731"/>
                </a:lnTo>
                <a:lnTo>
                  <a:pt x="287139" y="290622"/>
                </a:lnTo>
                <a:lnTo>
                  <a:pt x="291129" y="289665"/>
                </a:lnTo>
                <a:lnTo>
                  <a:pt x="293075" y="288364"/>
                </a:lnTo>
                <a:lnTo>
                  <a:pt x="294737" y="287247"/>
                </a:lnTo>
                <a:lnTo>
                  <a:pt x="324519" y="283319"/>
                </a:lnTo>
                <a:lnTo>
                  <a:pt x="406241" y="275937"/>
                </a:lnTo>
                <a:lnTo>
                  <a:pt x="448160" y="271438"/>
                </a:lnTo>
                <a:lnTo>
                  <a:pt x="450786" y="271114"/>
                </a:lnTo>
                <a:lnTo>
                  <a:pt x="510230" y="263845"/>
                </a:lnTo>
                <a:lnTo>
                  <a:pt x="680063" y="244449"/>
                </a:lnTo>
                <a:lnTo>
                  <a:pt x="743286" y="235091"/>
                </a:lnTo>
                <a:lnTo>
                  <a:pt x="743666" y="244150"/>
                </a:lnTo>
                <a:lnTo>
                  <a:pt x="737007" y="245259"/>
                </a:lnTo>
                <a:lnTo>
                  <a:pt x="567661" y="267381"/>
                </a:lnTo>
                <a:lnTo>
                  <a:pt x="555150" y="265439"/>
                </a:lnTo>
                <a:lnTo>
                  <a:pt x="464967" y="277632"/>
                </a:lnTo>
                <a:lnTo>
                  <a:pt x="447409" y="280155"/>
                </a:lnTo>
                <a:lnTo>
                  <a:pt x="425948" y="283238"/>
                </a:lnTo>
                <a:lnTo>
                  <a:pt x="421108" y="284586"/>
                </a:lnTo>
                <a:lnTo>
                  <a:pt x="411666" y="286042"/>
                </a:lnTo>
                <a:lnTo>
                  <a:pt x="369097" y="291362"/>
                </a:lnTo>
                <a:lnTo>
                  <a:pt x="366572" y="292033"/>
                </a:lnTo>
                <a:lnTo>
                  <a:pt x="349163" y="299145"/>
                </a:lnTo>
                <a:lnTo>
                  <a:pt x="346837" y="300347"/>
                </a:lnTo>
                <a:lnTo>
                  <a:pt x="345344" y="301976"/>
                </a:lnTo>
                <a:lnTo>
                  <a:pt x="344521" y="303574"/>
                </a:lnTo>
                <a:lnTo>
                  <a:pt x="344430" y="305288"/>
                </a:lnTo>
                <a:lnTo>
                  <a:pt x="345685" y="319987"/>
                </a:lnTo>
                <a:lnTo>
                  <a:pt x="348218" y="357292"/>
                </a:lnTo>
                <a:lnTo>
                  <a:pt x="350602" y="381013"/>
                </a:lnTo>
                <a:lnTo>
                  <a:pt x="355605" y="430910"/>
                </a:lnTo>
                <a:lnTo>
                  <a:pt x="359240" y="446605"/>
                </a:lnTo>
                <a:lnTo>
                  <a:pt x="360121" y="463475"/>
                </a:lnTo>
                <a:lnTo>
                  <a:pt x="362078" y="476491"/>
                </a:lnTo>
                <a:lnTo>
                  <a:pt x="347403" y="476491"/>
                </a:lnTo>
                <a:lnTo>
                  <a:pt x="344275" y="446388"/>
                </a:lnTo>
                <a:lnTo>
                  <a:pt x="343007" y="433342"/>
                </a:lnTo>
                <a:lnTo>
                  <a:pt x="333526" y="349900"/>
                </a:lnTo>
                <a:lnTo>
                  <a:pt x="329677" y="325049"/>
                </a:lnTo>
                <a:lnTo>
                  <a:pt x="327740" y="308356"/>
                </a:lnTo>
                <a:lnTo>
                  <a:pt x="325308" y="304772"/>
                </a:lnTo>
                <a:lnTo>
                  <a:pt x="322458" y="301378"/>
                </a:lnTo>
                <a:lnTo>
                  <a:pt x="318515" y="299830"/>
                </a:lnTo>
                <a:lnTo>
                  <a:pt x="314150" y="298700"/>
                </a:lnTo>
                <a:lnTo>
                  <a:pt x="309557" y="298392"/>
                </a:lnTo>
                <a:lnTo>
                  <a:pt x="305162" y="298296"/>
                </a:lnTo>
                <a:lnTo>
                  <a:pt x="300770" y="298409"/>
                </a:lnTo>
                <a:lnTo>
                  <a:pt x="296588" y="298527"/>
                </a:lnTo>
                <a:lnTo>
                  <a:pt x="291991" y="298427"/>
                </a:lnTo>
                <a:lnTo>
                  <a:pt x="291642" y="295087"/>
                </a:lnTo>
                <a:lnTo>
                  <a:pt x="230185" y="303527"/>
                </a:lnTo>
                <a:lnTo>
                  <a:pt x="230332" y="306445"/>
                </a:lnTo>
                <a:lnTo>
                  <a:pt x="227185" y="307003"/>
                </a:lnTo>
                <a:lnTo>
                  <a:pt x="227029" y="304503"/>
                </a:lnTo>
                <a:lnTo>
                  <a:pt x="178155" y="311137"/>
                </a:lnTo>
                <a:lnTo>
                  <a:pt x="174148" y="312920"/>
                </a:lnTo>
                <a:lnTo>
                  <a:pt x="169931" y="314290"/>
                </a:lnTo>
                <a:lnTo>
                  <a:pt x="165530" y="314811"/>
                </a:lnTo>
                <a:lnTo>
                  <a:pt x="161323" y="315764"/>
                </a:lnTo>
                <a:lnTo>
                  <a:pt x="157119" y="316925"/>
                </a:lnTo>
                <a:lnTo>
                  <a:pt x="153103" y="318708"/>
                </a:lnTo>
                <a:lnTo>
                  <a:pt x="148506" y="318608"/>
                </a:lnTo>
                <a:lnTo>
                  <a:pt x="144132" y="317886"/>
                </a:lnTo>
                <a:lnTo>
                  <a:pt x="139534" y="317786"/>
                </a:lnTo>
                <a:lnTo>
                  <a:pt x="135146" y="317690"/>
                </a:lnTo>
                <a:lnTo>
                  <a:pt x="130549" y="317590"/>
                </a:lnTo>
                <a:lnTo>
                  <a:pt x="126346" y="318334"/>
                </a:lnTo>
                <a:lnTo>
                  <a:pt x="123384" y="318641"/>
                </a:lnTo>
                <a:lnTo>
                  <a:pt x="121313" y="318851"/>
                </a:lnTo>
                <a:lnTo>
                  <a:pt x="117710" y="321060"/>
                </a:lnTo>
                <a:lnTo>
                  <a:pt x="113519" y="321586"/>
                </a:lnTo>
                <a:lnTo>
                  <a:pt x="109123" y="321908"/>
                </a:lnTo>
                <a:lnTo>
                  <a:pt x="104709" y="322647"/>
                </a:lnTo>
                <a:lnTo>
                  <a:pt x="100510" y="323599"/>
                </a:lnTo>
                <a:lnTo>
                  <a:pt x="96310" y="324543"/>
                </a:lnTo>
                <a:lnTo>
                  <a:pt x="92121" y="324660"/>
                </a:lnTo>
                <a:lnTo>
                  <a:pt x="87706" y="325817"/>
                </a:lnTo>
                <a:lnTo>
                  <a:pt x="83489" y="327178"/>
                </a:lnTo>
                <a:lnTo>
                  <a:pt x="79294" y="327922"/>
                </a:lnTo>
                <a:lnTo>
                  <a:pt x="74696" y="327822"/>
                </a:lnTo>
                <a:lnTo>
                  <a:pt x="70935" y="327631"/>
                </a:lnTo>
                <a:lnTo>
                  <a:pt x="67264" y="328286"/>
                </a:lnTo>
                <a:lnTo>
                  <a:pt x="65268" y="328651"/>
                </a:lnTo>
                <a:lnTo>
                  <a:pt x="63129" y="330901"/>
                </a:lnTo>
                <a:lnTo>
                  <a:pt x="62122" y="334529"/>
                </a:lnTo>
                <a:lnTo>
                  <a:pt x="62518" y="339622"/>
                </a:lnTo>
                <a:lnTo>
                  <a:pt x="61168" y="343969"/>
                </a:lnTo>
                <a:lnTo>
                  <a:pt x="60029" y="348311"/>
                </a:lnTo>
                <a:lnTo>
                  <a:pt x="59723" y="352671"/>
                </a:lnTo>
                <a:lnTo>
                  <a:pt x="58798" y="356818"/>
                </a:lnTo>
                <a:lnTo>
                  <a:pt x="58287" y="360965"/>
                </a:lnTo>
                <a:lnTo>
                  <a:pt x="57981" y="365325"/>
                </a:lnTo>
                <a:lnTo>
                  <a:pt x="58101" y="369495"/>
                </a:lnTo>
                <a:lnTo>
                  <a:pt x="59265" y="373679"/>
                </a:lnTo>
                <a:lnTo>
                  <a:pt x="60854" y="377672"/>
                </a:lnTo>
                <a:lnTo>
                  <a:pt x="61392" y="381633"/>
                </a:lnTo>
                <a:lnTo>
                  <a:pt x="61511" y="385803"/>
                </a:lnTo>
                <a:lnTo>
                  <a:pt x="61842" y="389968"/>
                </a:lnTo>
                <a:lnTo>
                  <a:pt x="61751" y="394133"/>
                </a:lnTo>
                <a:lnTo>
                  <a:pt x="62073" y="398298"/>
                </a:lnTo>
                <a:lnTo>
                  <a:pt x="64093" y="401883"/>
                </a:lnTo>
                <a:lnTo>
                  <a:pt x="64205" y="406044"/>
                </a:lnTo>
                <a:lnTo>
                  <a:pt x="64338" y="409587"/>
                </a:lnTo>
                <a:lnTo>
                  <a:pt x="65081" y="413762"/>
                </a:lnTo>
                <a:lnTo>
                  <a:pt x="66043" y="417950"/>
                </a:lnTo>
                <a:lnTo>
                  <a:pt x="65316" y="422301"/>
                </a:lnTo>
                <a:lnTo>
                  <a:pt x="66064" y="426276"/>
                </a:lnTo>
                <a:lnTo>
                  <a:pt x="66385" y="430858"/>
                </a:lnTo>
                <a:lnTo>
                  <a:pt x="64430" y="434348"/>
                </a:lnTo>
                <a:lnTo>
                  <a:pt x="62243" y="438467"/>
                </a:lnTo>
                <a:lnTo>
                  <a:pt x="61744" y="442406"/>
                </a:lnTo>
                <a:lnTo>
                  <a:pt x="61653" y="446571"/>
                </a:lnTo>
                <a:lnTo>
                  <a:pt x="62186" y="450741"/>
                </a:lnTo>
                <a:lnTo>
                  <a:pt x="60217" y="454865"/>
                </a:lnTo>
                <a:lnTo>
                  <a:pt x="58042" y="458767"/>
                </a:lnTo>
                <a:lnTo>
                  <a:pt x="55860" y="462678"/>
                </a:lnTo>
                <a:lnTo>
                  <a:pt x="53484" y="466158"/>
                </a:lnTo>
                <a:lnTo>
                  <a:pt x="55018" y="443721"/>
                </a:lnTo>
                <a:lnTo>
                  <a:pt x="50333" y="303776"/>
                </a:lnTo>
                <a:lnTo>
                  <a:pt x="46923" y="268530"/>
                </a:lnTo>
                <a:lnTo>
                  <a:pt x="42764" y="252933"/>
                </a:lnTo>
                <a:lnTo>
                  <a:pt x="33554" y="210125"/>
                </a:lnTo>
                <a:lnTo>
                  <a:pt x="31777" y="202914"/>
                </a:lnTo>
                <a:lnTo>
                  <a:pt x="35331" y="200494"/>
                </a:lnTo>
                <a:lnTo>
                  <a:pt x="35879" y="199308"/>
                </a:lnTo>
                <a:lnTo>
                  <a:pt x="31963" y="170806"/>
                </a:lnTo>
                <a:lnTo>
                  <a:pt x="31391" y="166644"/>
                </a:lnTo>
                <a:lnTo>
                  <a:pt x="28862" y="137455"/>
                </a:lnTo>
                <a:lnTo>
                  <a:pt x="26803" y="137464"/>
                </a:lnTo>
                <a:lnTo>
                  <a:pt x="25489" y="130172"/>
                </a:lnTo>
                <a:lnTo>
                  <a:pt x="19129" y="94998"/>
                </a:lnTo>
                <a:lnTo>
                  <a:pt x="0" y="4745"/>
                </a:lnTo>
                <a:lnTo>
                  <a:pt x="1429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CEF98-E159-455B-99E7-CDBE56C3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883" y="4603902"/>
            <a:ext cx="813352" cy="82980"/>
          </a:xfrm>
          <a:custGeom xmlns:a="http://schemas.openxmlformats.org/drawingml/2006/main">
            <a:pathLst>
              <a:path w="813352" h="82980">
                <a:moveTo>
                  <a:pt x="784838" y="10163"/>
                </a:moveTo>
                <a:lnTo>
                  <a:pt x="757918" y="14829"/>
                </a:lnTo>
                <a:lnTo>
                  <a:pt x="752045" y="18189"/>
                </a:lnTo>
                <a:lnTo>
                  <a:pt x="744667" y="20145"/>
                </a:lnTo>
                <a:lnTo>
                  <a:pt x="711451" y="28951"/>
                </a:lnTo>
                <a:lnTo>
                  <a:pt x="642825" y="40960"/>
                </a:lnTo>
                <a:lnTo>
                  <a:pt x="616178" y="45623"/>
                </a:lnTo>
                <a:lnTo>
                  <a:pt x="558040" y="45620"/>
                </a:lnTo>
                <a:lnTo>
                  <a:pt x="529605" y="44606"/>
                </a:lnTo>
                <a:lnTo>
                  <a:pt x="506694" y="48078"/>
                </a:lnTo>
                <a:lnTo>
                  <a:pt x="487275" y="51608"/>
                </a:lnTo>
                <a:lnTo>
                  <a:pt x="460150" y="58512"/>
                </a:lnTo>
                <a:lnTo>
                  <a:pt x="442939" y="61263"/>
                </a:lnTo>
                <a:lnTo>
                  <a:pt x="390645" y="62102"/>
                </a:lnTo>
                <a:lnTo>
                  <a:pt x="386100" y="62839"/>
                </a:lnTo>
                <a:lnTo>
                  <a:pt x="353237" y="65769"/>
                </a:lnTo>
                <a:lnTo>
                  <a:pt x="315691" y="75778"/>
                </a:lnTo>
                <a:lnTo>
                  <a:pt x="297433" y="78924"/>
                </a:lnTo>
                <a:lnTo>
                  <a:pt x="281929" y="80250"/>
                </a:lnTo>
                <a:lnTo>
                  <a:pt x="253245" y="81717"/>
                </a:lnTo>
                <a:lnTo>
                  <a:pt x="218757" y="81180"/>
                </a:lnTo>
                <a:lnTo>
                  <a:pt x="181497" y="82661"/>
                </a:lnTo>
                <a:lnTo>
                  <a:pt x="158069" y="82980"/>
                </a:lnTo>
                <a:lnTo>
                  <a:pt x="145323" y="82604"/>
                </a:lnTo>
                <a:lnTo>
                  <a:pt x="118972" y="77866"/>
                </a:lnTo>
                <a:lnTo>
                  <a:pt x="99655" y="66943"/>
                </a:lnTo>
                <a:lnTo>
                  <a:pt x="96721" y="65264"/>
                </a:lnTo>
                <a:lnTo>
                  <a:pt x="92839" y="63046"/>
                </a:lnTo>
                <a:lnTo>
                  <a:pt x="84939" y="61005"/>
                </a:lnTo>
                <a:lnTo>
                  <a:pt x="76371" y="60611"/>
                </a:lnTo>
                <a:lnTo>
                  <a:pt x="66741" y="61028"/>
                </a:lnTo>
                <a:lnTo>
                  <a:pt x="51430" y="61005"/>
                </a:lnTo>
                <a:lnTo>
                  <a:pt x="18966" y="63116"/>
                </a:lnTo>
                <a:lnTo>
                  <a:pt x="14318" y="63170"/>
                </a:lnTo>
                <a:lnTo>
                  <a:pt x="12485" y="63230"/>
                </a:lnTo>
                <a:lnTo>
                  <a:pt x="10064" y="63750"/>
                </a:lnTo>
                <a:lnTo>
                  <a:pt x="8513" y="65541"/>
                </a:lnTo>
                <a:lnTo>
                  <a:pt x="8252" y="67877"/>
                </a:lnTo>
                <a:lnTo>
                  <a:pt x="8143" y="69300"/>
                </a:lnTo>
                <a:lnTo>
                  <a:pt x="8125" y="70135"/>
                </a:lnTo>
                <a:lnTo>
                  <a:pt x="8173" y="71516"/>
                </a:lnTo>
                <a:lnTo>
                  <a:pt x="8488" y="72794"/>
                </a:lnTo>
                <a:lnTo>
                  <a:pt x="8700" y="73843"/>
                </a:lnTo>
                <a:lnTo>
                  <a:pt x="9134" y="75387"/>
                </a:lnTo>
                <a:lnTo>
                  <a:pt x="0" y="52918"/>
                </a:lnTo>
                <a:lnTo>
                  <a:pt x="2984" y="55171"/>
                </a:lnTo>
                <a:lnTo>
                  <a:pt x="4122" y="55922"/>
                </a:lnTo>
                <a:lnTo>
                  <a:pt x="5208" y="56517"/>
                </a:lnTo>
                <a:lnTo>
                  <a:pt x="5974" y="57160"/>
                </a:lnTo>
                <a:lnTo>
                  <a:pt x="7165" y="57604"/>
                </a:lnTo>
                <a:lnTo>
                  <a:pt x="8836" y="57849"/>
                </a:lnTo>
                <a:lnTo>
                  <a:pt x="10502" y="58303"/>
                </a:lnTo>
                <a:lnTo>
                  <a:pt x="12587" y="58502"/>
                </a:lnTo>
                <a:lnTo>
                  <a:pt x="16827" y="58231"/>
                </a:lnTo>
                <a:lnTo>
                  <a:pt x="84174" y="52772"/>
                </a:lnTo>
                <a:lnTo>
                  <a:pt x="89289" y="53092"/>
                </a:lnTo>
                <a:lnTo>
                  <a:pt x="93978" y="54019"/>
                </a:lnTo>
                <a:lnTo>
                  <a:pt x="97673" y="54771"/>
                </a:lnTo>
                <a:lnTo>
                  <a:pt x="107890" y="61057"/>
                </a:lnTo>
                <a:lnTo>
                  <a:pt x="111036" y="63032"/>
                </a:lnTo>
                <a:lnTo>
                  <a:pt x="121356" y="69284"/>
                </a:lnTo>
                <a:lnTo>
                  <a:pt x="129628" y="73630"/>
                </a:lnTo>
                <a:lnTo>
                  <a:pt x="145240" y="76674"/>
                </a:lnTo>
                <a:lnTo>
                  <a:pt x="162789" y="77462"/>
                </a:lnTo>
                <a:lnTo>
                  <a:pt x="179140" y="75946"/>
                </a:lnTo>
                <a:lnTo>
                  <a:pt x="235634" y="74464"/>
                </a:lnTo>
                <a:lnTo>
                  <a:pt x="247195" y="74142"/>
                </a:lnTo>
                <a:lnTo>
                  <a:pt x="258064" y="71935"/>
                </a:lnTo>
                <a:lnTo>
                  <a:pt x="274213" y="69679"/>
                </a:lnTo>
                <a:lnTo>
                  <a:pt x="274755" y="73440"/>
                </a:lnTo>
                <a:lnTo>
                  <a:pt x="340584" y="61028"/>
                </a:lnTo>
                <a:lnTo>
                  <a:pt x="363327" y="58497"/>
                </a:lnTo>
                <a:lnTo>
                  <a:pt x="385782" y="54825"/>
                </a:lnTo>
                <a:lnTo>
                  <a:pt x="390727" y="55812"/>
                </a:lnTo>
                <a:lnTo>
                  <a:pt x="437382" y="57184"/>
                </a:lnTo>
                <a:lnTo>
                  <a:pt x="458142" y="54728"/>
                </a:lnTo>
                <a:lnTo>
                  <a:pt x="503952" y="44370"/>
                </a:lnTo>
                <a:lnTo>
                  <a:pt x="532869" y="39665"/>
                </a:lnTo>
                <a:lnTo>
                  <a:pt x="565748" y="37461"/>
                </a:lnTo>
                <a:lnTo>
                  <a:pt x="613372" y="32580"/>
                </a:lnTo>
                <a:lnTo>
                  <a:pt x="649573" y="28868"/>
                </a:lnTo>
                <a:lnTo>
                  <a:pt x="749296" y="9377"/>
                </a:lnTo>
                <a:lnTo>
                  <a:pt x="778077" y="3752"/>
                </a:lnTo>
                <a:lnTo>
                  <a:pt x="813352" y="0"/>
                </a:lnTo>
                <a:lnTo>
                  <a:pt x="813352" y="7679"/>
                </a:lnTo>
                <a:lnTo>
                  <a:pt x="784838" y="101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AEB77-BBC5-493F-8237-F166FF72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14" y="2150288"/>
            <a:ext cx="27227" cy="46058"/>
          </a:xfrm>
          <a:custGeom xmlns:a="http://schemas.openxmlformats.org/drawingml/2006/main">
            <a:pathLst>
              <a:path w="27227" h="46058">
                <a:moveTo>
                  <a:pt x="26645" y="0"/>
                </a:moveTo>
                <a:lnTo>
                  <a:pt x="27185" y="5949"/>
                </a:lnTo>
                <a:lnTo>
                  <a:pt x="27227" y="6522"/>
                </a:lnTo>
                <a:lnTo>
                  <a:pt x="27112" y="7174"/>
                </a:lnTo>
                <a:lnTo>
                  <a:pt x="26650" y="7944"/>
                </a:lnTo>
                <a:lnTo>
                  <a:pt x="25841" y="8943"/>
                </a:lnTo>
                <a:lnTo>
                  <a:pt x="25036" y="9752"/>
                </a:lnTo>
                <a:lnTo>
                  <a:pt x="24230" y="10987"/>
                </a:lnTo>
                <a:lnTo>
                  <a:pt x="23187" y="11981"/>
                </a:lnTo>
                <a:lnTo>
                  <a:pt x="21857" y="12914"/>
                </a:lnTo>
                <a:lnTo>
                  <a:pt x="21147" y="13307"/>
                </a:lnTo>
                <a:lnTo>
                  <a:pt x="20384" y="13636"/>
                </a:lnTo>
                <a:lnTo>
                  <a:pt x="19537" y="13871"/>
                </a:lnTo>
                <a:lnTo>
                  <a:pt x="18695" y="14216"/>
                </a:lnTo>
                <a:lnTo>
                  <a:pt x="17850" y="14742"/>
                </a:lnTo>
                <a:lnTo>
                  <a:pt x="17005" y="15223"/>
                </a:lnTo>
                <a:lnTo>
                  <a:pt x="15897" y="15662"/>
                </a:lnTo>
                <a:lnTo>
                  <a:pt x="14868" y="16012"/>
                </a:lnTo>
                <a:lnTo>
                  <a:pt x="13529" y="16291"/>
                </a:lnTo>
                <a:lnTo>
                  <a:pt x="12405" y="16366"/>
                </a:lnTo>
                <a:lnTo>
                  <a:pt x="11595" y="16349"/>
                </a:lnTo>
                <a:lnTo>
                  <a:pt x="10473" y="16306"/>
                </a:lnTo>
                <a:lnTo>
                  <a:pt x="9373" y="16382"/>
                </a:lnTo>
                <a:lnTo>
                  <a:pt x="7167" y="16751"/>
                </a:lnTo>
                <a:lnTo>
                  <a:pt x="6328" y="16969"/>
                </a:lnTo>
                <a:lnTo>
                  <a:pt x="5698" y="17236"/>
                </a:lnTo>
                <a:lnTo>
                  <a:pt x="5216" y="17534"/>
                </a:lnTo>
                <a:lnTo>
                  <a:pt x="4914" y="18182"/>
                </a:lnTo>
                <a:lnTo>
                  <a:pt x="4583" y="18692"/>
                </a:lnTo>
                <a:lnTo>
                  <a:pt x="4325" y="19104"/>
                </a:lnTo>
                <a:lnTo>
                  <a:pt x="3784" y="19591"/>
                </a:lnTo>
                <a:lnTo>
                  <a:pt x="3128" y="19985"/>
                </a:lnTo>
                <a:lnTo>
                  <a:pt x="2465" y="20389"/>
                </a:lnTo>
                <a:lnTo>
                  <a:pt x="1775" y="20945"/>
                </a:lnTo>
                <a:lnTo>
                  <a:pt x="1419" y="21510"/>
                </a:lnTo>
                <a:lnTo>
                  <a:pt x="1327" y="22161"/>
                </a:lnTo>
                <a:lnTo>
                  <a:pt x="1410" y="22998"/>
                </a:lnTo>
                <a:lnTo>
                  <a:pt x="5083" y="43933"/>
                </a:lnTo>
                <a:lnTo>
                  <a:pt x="5199" y="44689"/>
                </a:lnTo>
                <a:lnTo>
                  <a:pt x="5251" y="45862"/>
                </a:lnTo>
                <a:lnTo>
                  <a:pt x="4670" y="46058"/>
                </a:lnTo>
                <a:lnTo>
                  <a:pt x="4370" y="45525"/>
                </a:lnTo>
                <a:lnTo>
                  <a:pt x="3945" y="44635"/>
                </a:lnTo>
                <a:lnTo>
                  <a:pt x="3695" y="43930"/>
                </a:lnTo>
                <a:lnTo>
                  <a:pt x="272" y="23727"/>
                </a:lnTo>
                <a:lnTo>
                  <a:pt x="0" y="21896"/>
                </a:lnTo>
                <a:lnTo>
                  <a:pt x="177" y="20910"/>
                </a:lnTo>
                <a:lnTo>
                  <a:pt x="662" y="20140"/>
                </a:lnTo>
                <a:lnTo>
                  <a:pt x="1621" y="19435"/>
                </a:lnTo>
                <a:lnTo>
                  <a:pt x="2313" y="18778"/>
                </a:lnTo>
                <a:lnTo>
                  <a:pt x="2695" y="18051"/>
                </a:lnTo>
                <a:lnTo>
                  <a:pt x="2820" y="17682"/>
                </a:lnTo>
                <a:lnTo>
                  <a:pt x="2979" y="17177"/>
                </a:lnTo>
                <a:lnTo>
                  <a:pt x="2793" y="16083"/>
                </a:lnTo>
                <a:lnTo>
                  <a:pt x="2576" y="13890"/>
                </a:lnTo>
                <a:lnTo>
                  <a:pt x="3834" y="13764"/>
                </a:lnTo>
                <a:lnTo>
                  <a:pt x="5352" y="13851"/>
                </a:lnTo>
                <a:lnTo>
                  <a:pt x="6760" y="13982"/>
                </a:lnTo>
                <a:lnTo>
                  <a:pt x="8959" y="13930"/>
                </a:lnTo>
                <a:lnTo>
                  <a:pt x="10894" y="13818"/>
                </a:lnTo>
                <a:lnTo>
                  <a:pt x="12155" y="13528"/>
                </a:lnTo>
                <a:lnTo>
                  <a:pt x="13731" y="13100"/>
                </a:lnTo>
                <a:lnTo>
                  <a:pt x="15682" y="12307"/>
                </a:lnTo>
                <a:lnTo>
                  <a:pt x="17107" y="11666"/>
                </a:lnTo>
                <a:lnTo>
                  <a:pt x="18905" y="10716"/>
                </a:lnTo>
                <a:lnTo>
                  <a:pt x="20654" y="9502"/>
                </a:lnTo>
                <a:lnTo>
                  <a:pt x="22043" y="8334"/>
                </a:lnTo>
                <a:lnTo>
                  <a:pt x="23746" y="6764"/>
                </a:lnTo>
                <a:lnTo>
                  <a:pt x="24673" y="347"/>
                </a:lnTo>
                <a:lnTo>
                  <a:pt x="26645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9BF82-3817-4963-B0F7-05578C15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95" y="2072263"/>
            <a:ext cx="11701" cy="6795"/>
          </a:xfrm>
          <a:custGeom xmlns:a="http://schemas.openxmlformats.org/drawingml/2006/main">
            <a:pathLst>
              <a:path w="11701" h="6795">
                <a:moveTo>
                  <a:pt x="10552" y="0"/>
                </a:moveTo>
                <a:lnTo>
                  <a:pt x="11701" y="4810"/>
                </a:lnTo>
                <a:lnTo>
                  <a:pt x="2827" y="6795"/>
                </a:lnTo>
                <a:lnTo>
                  <a:pt x="2233" y="6518"/>
                </a:lnTo>
                <a:lnTo>
                  <a:pt x="1538" y="3353"/>
                </a:lnTo>
                <a:lnTo>
                  <a:pt x="356" y="3599"/>
                </a:lnTo>
                <a:lnTo>
                  <a:pt x="0" y="2057"/>
                </a:lnTo>
                <a:lnTo>
                  <a:pt x="1088" y="419"/>
                </a:lnTo>
                <a:lnTo>
                  <a:pt x="10552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60A42-58AF-49BD-AA78-F74453C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038" y="2354712"/>
            <a:ext cx="22690" cy="28018"/>
          </a:xfrm>
          <a:custGeom xmlns:a="http://schemas.openxmlformats.org/drawingml/2006/main">
            <a:pathLst>
              <a:path w="22690" h="28018">
                <a:moveTo>
                  <a:pt x="15014" y="0"/>
                </a:moveTo>
                <a:lnTo>
                  <a:pt x="15801" y="17"/>
                </a:lnTo>
                <a:lnTo>
                  <a:pt x="16322" y="56"/>
                </a:lnTo>
                <a:lnTo>
                  <a:pt x="16740" y="201"/>
                </a:lnTo>
                <a:lnTo>
                  <a:pt x="17260" y="303"/>
                </a:lnTo>
                <a:lnTo>
                  <a:pt x="18055" y="275"/>
                </a:lnTo>
                <a:lnTo>
                  <a:pt x="18881" y="284"/>
                </a:lnTo>
                <a:lnTo>
                  <a:pt x="19128" y="434"/>
                </a:lnTo>
                <a:lnTo>
                  <a:pt x="19222" y="772"/>
                </a:lnTo>
                <a:lnTo>
                  <a:pt x="19233" y="1326"/>
                </a:lnTo>
                <a:lnTo>
                  <a:pt x="19367" y="1974"/>
                </a:lnTo>
                <a:lnTo>
                  <a:pt x="19525" y="2613"/>
                </a:lnTo>
                <a:lnTo>
                  <a:pt x="19759" y="2963"/>
                </a:lnTo>
                <a:lnTo>
                  <a:pt x="20092" y="3388"/>
                </a:lnTo>
                <a:lnTo>
                  <a:pt x="20505" y="3760"/>
                </a:lnTo>
                <a:lnTo>
                  <a:pt x="20887" y="4141"/>
                </a:lnTo>
                <a:lnTo>
                  <a:pt x="21125" y="4282"/>
                </a:lnTo>
                <a:lnTo>
                  <a:pt x="21207" y="4438"/>
                </a:lnTo>
                <a:lnTo>
                  <a:pt x="21093" y="4690"/>
                </a:lnTo>
                <a:lnTo>
                  <a:pt x="21087" y="4962"/>
                </a:lnTo>
                <a:lnTo>
                  <a:pt x="21289" y="5330"/>
                </a:lnTo>
                <a:lnTo>
                  <a:pt x="21416" y="5605"/>
                </a:lnTo>
                <a:lnTo>
                  <a:pt x="21391" y="6022"/>
                </a:lnTo>
                <a:lnTo>
                  <a:pt x="21530" y="6461"/>
                </a:lnTo>
                <a:lnTo>
                  <a:pt x="21386" y="6966"/>
                </a:lnTo>
                <a:lnTo>
                  <a:pt x="21453" y="7476"/>
                </a:lnTo>
                <a:lnTo>
                  <a:pt x="21673" y="7753"/>
                </a:lnTo>
                <a:lnTo>
                  <a:pt x="21723" y="7954"/>
                </a:lnTo>
                <a:lnTo>
                  <a:pt x="21665" y="8107"/>
                </a:lnTo>
                <a:lnTo>
                  <a:pt x="21514" y="8258"/>
                </a:lnTo>
                <a:lnTo>
                  <a:pt x="21495" y="8439"/>
                </a:lnTo>
                <a:lnTo>
                  <a:pt x="21382" y="8954"/>
                </a:lnTo>
                <a:lnTo>
                  <a:pt x="21269" y="9478"/>
                </a:lnTo>
                <a:lnTo>
                  <a:pt x="21180" y="9994"/>
                </a:lnTo>
                <a:lnTo>
                  <a:pt x="21169" y="10511"/>
                </a:lnTo>
                <a:lnTo>
                  <a:pt x="21157" y="11037"/>
                </a:lnTo>
                <a:lnTo>
                  <a:pt x="21092" y="11553"/>
                </a:lnTo>
                <a:lnTo>
                  <a:pt x="20785" y="11665"/>
                </a:lnTo>
                <a:lnTo>
                  <a:pt x="20515" y="11541"/>
                </a:lnTo>
                <a:lnTo>
                  <a:pt x="20111" y="11469"/>
                </a:lnTo>
                <a:lnTo>
                  <a:pt x="19760" y="11497"/>
                </a:lnTo>
                <a:lnTo>
                  <a:pt x="19237" y="11540"/>
                </a:lnTo>
                <a:lnTo>
                  <a:pt x="18529" y="11498"/>
                </a:lnTo>
                <a:lnTo>
                  <a:pt x="18057" y="11696"/>
                </a:lnTo>
                <a:lnTo>
                  <a:pt x="17606" y="11968"/>
                </a:lnTo>
                <a:lnTo>
                  <a:pt x="17440" y="12464"/>
                </a:lnTo>
                <a:lnTo>
                  <a:pt x="17506" y="12983"/>
                </a:lnTo>
                <a:lnTo>
                  <a:pt x="17598" y="13429"/>
                </a:lnTo>
                <a:lnTo>
                  <a:pt x="17855" y="13798"/>
                </a:lnTo>
                <a:lnTo>
                  <a:pt x="18177" y="14050"/>
                </a:lnTo>
                <a:lnTo>
                  <a:pt x="18487" y="14121"/>
                </a:lnTo>
                <a:lnTo>
                  <a:pt x="18725" y="14298"/>
                </a:lnTo>
                <a:lnTo>
                  <a:pt x="18775" y="14517"/>
                </a:lnTo>
                <a:lnTo>
                  <a:pt x="18794" y="15062"/>
                </a:lnTo>
                <a:lnTo>
                  <a:pt x="18677" y="15405"/>
                </a:lnTo>
                <a:lnTo>
                  <a:pt x="18363" y="15507"/>
                </a:lnTo>
                <a:lnTo>
                  <a:pt x="18219" y="15713"/>
                </a:lnTo>
                <a:lnTo>
                  <a:pt x="18192" y="16239"/>
                </a:lnTo>
                <a:lnTo>
                  <a:pt x="18350" y="16832"/>
                </a:lnTo>
                <a:lnTo>
                  <a:pt x="18555" y="17454"/>
                </a:lnTo>
                <a:lnTo>
                  <a:pt x="18813" y="17796"/>
                </a:lnTo>
                <a:lnTo>
                  <a:pt x="19274" y="18069"/>
                </a:lnTo>
                <a:lnTo>
                  <a:pt x="19797" y="18053"/>
                </a:lnTo>
                <a:lnTo>
                  <a:pt x="20321" y="17983"/>
                </a:lnTo>
                <a:lnTo>
                  <a:pt x="20814" y="18229"/>
                </a:lnTo>
                <a:lnTo>
                  <a:pt x="21195" y="18628"/>
                </a:lnTo>
                <a:lnTo>
                  <a:pt x="21529" y="19053"/>
                </a:lnTo>
                <a:lnTo>
                  <a:pt x="21831" y="19495"/>
                </a:lnTo>
                <a:lnTo>
                  <a:pt x="22212" y="19876"/>
                </a:lnTo>
                <a:lnTo>
                  <a:pt x="22546" y="20319"/>
                </a:lnTo>
                <a:lnTo>
                  <a:pt x="22690" y="20849"/>
                </a:lnTo>
                <a:lnTo>
                  <a:pt x="22500" y="21362"/>
                </a:lnTo>
                <a:lnTo>
                  <a:pt x="22073" y="21634"/>
                </a:lnTo>
                <a:lnTo>
                  <a:pt x="21775" y="21709"/>
                </a:lnTo>
                <a:lnTo>
                  <a:pt x="21527" y="21649"/>
                </a:lnTo>
                <a:lnTo>
                  <a:pt x="21205" y="21388"/>
                </a:lnTo>
                <a:lnTo>
                  <a:pt x="20809" y="20953"/>
                </a:lnTo>
                <a:lnTo>
                  <a:pt x="20506" y="20565"/>
                </a:lnTo>
                <a:lnTo>
                  <a:pt x="20221" y="20060"/>
                </a:lnTo>
                <a:lnTo>
                  <a:pt x="20027" y="19647"/>
                </a:lnTo>
                <a:lnTo>
                  <a:pt x="19804" y="19170"/>
                </a:lnTo>
                <a:lnTo>
                  <a:pt x="19470" y="18745"/>
                </a:lnTo>
                <a:lnTo>
                  <a:pt x="19088" y="18401"/>
                </a:lnTo>
                <a:lnTo>
                  <a:pt x="18569" y="18262"/>
                </a:lnTo>
                <a:lnTo>
                  <a:pt x="18047" y="18251"/>
                </a:lnTo>
                <a:lnTo>
                  <a:pt x="17525" y="18240"/>
                </a:lnTo>
                <a:lnTo>
                  <a:pt x="17027" y="18202"/>
                </a:lnTo>
                <a:lnTo>
                  <a:pt x="16389" y="18142"/>
                </a:lnTo>
                <a:lnTo>
                  <a:pt x="16064" y="17999"/>
                </a:lnTo>
                <a:lnTo>
                  <a:pt x="15605" y="17608"/>
                </a:lnTo>
                <a:lnTo>
                  <a:pt x="15188" y="17453"/>
                </a:lnTo>
                <a:lnTo>
                  <a:pt x="14554" y="17585"/>
                </a:lnTo>
                <a:lnTo>
                  <a:pt x="14109" y="17612"/>
                </a:lnTo>
                <a:lnTo>
                  <a:pt x="13619" y="17555"/>
                </a:lnTo>
                <a:lnTo>
                  <a:pt x="13099" y="17435"/>
                </a:lnTo>
                <a:lnTo>
                  <a:pt x="12578" y="17379"/>
                </a:lnTo>
                <a:lnTo>
                  <a:pt x="12001" y="17384"/>
                </a:lnTo>
                <a:lnTo>
                  <a:pt x="11479" y="17400"/>
                </a:lnTo>
                <a:lnTo>
                  <a:pt x="11051" y="17708"/>
                </a:lnTo>
                <a:lnTo>
                  <a:pt x="10979" y="18179"/>
                </a:lnTo>
                <a:lnTo>
                  <a:pt x="10580" y="17853"/>
                </a:lnTo>
                <a:lnTo>
                  <a:pt x="10082" y="17815"/>
                </a:lnTo>
                <a:lnTo>
                  <a:pt x="9534" y="17957"/>
                </a:lnTo>
                <a:lnTo>
                  <a:pt x="9084" y="18183"/>
                </a:lnTo>
                <a:lnTo>
                  <a:pt x="8657" y="18483"/>
                </a:lnTo>
                <a:lnTo>
                  <a:pt x="8229" y="18818"/>
                </a:lnTo>
                <a:lnTo>
                  <a:pt x="7886" y="19192"/>
                </a:lnTo>
                <a:lnTo>
                  <a:pt x="7578" y="19358"/>
                </a:lnTo>
                <a:lnTo>
                  <a:pt x="7231" y="19196"/>
                </a:lnTo>
                <a:lnTo>
                  <a:pt x="6935" y="18836"/>
                </a:lnTo>
                <a:lnTo>
                  <a:pt x="6625" y="18756"/>
                </a:lnTo>
                <a:lnTo>
                  <a:pt x="6156" y="18782"/>
                </a:lnTo>
                <a:lnTo>
                  <a:pt x="5925" y="19022"/>
                </a:lnTo>
                <a:lnTo>
                  <a:pt x="5424" y="19465"/>
                </a:lnTo>
                <a:lnTo>
                  <a:pt x="4836" y="19997"/>
                </a:lnTo>
                <a:lnTo>
                  <a:pt x="4639" y="20456"/>
                </a:lnTo>
                <a:lnTo>
                  <a:pt x="4526" y="20971"/>
                </a:lnTo>
                <a:lnTo>
                  <a:pt x="4668" y="21283"/>
                </a:lnTo>
                <a:lnTo>
                  <a:pt x="4616" y="21518"/>
                </a:lnTo>
                <a:lnTo>
                  <a:pt x="4177" y="21245"/>
                </a:lnTo>
                <a:lnTo>
                  <a:pt x="3739" y="20981"/>
                </a:lnTo>
                <a:lnTo>
                  <a:pt x="3219" y="20888"/>
                </a:lnTo>
                <a:lnTo>
                  <a:pt x="2725" y="21032"/>
                </a:lnTo>
                <a:lnTo>
                  <a:pt x="2504" y="21499"/>
                </a:lnTo>
                <a:lnTo>
                  <a:pt x="2672" y="21993"/>
                </a:lnTo>
                <a:lnTo>
                  <a:pt x="2799" y="23004"/>
                </a:lnTo>
                <a:lnTo>
                  <a:pt x="2824" y="23622"/>
                </a:lnTo>
                <a:lnTo>
                  <a:pt x="2792" y="24020"/>
                </a:lnTo>
                <a:lnTo>
                  <a:pt x="2652" y="24371"/>
                </a:lnTo>
                <a:lnTo>
                  <a:pt x="2576" y="24633"/>
                </a:lnTo>
                <a:lnTo>
                  <a:pt x="2625" y="24897"/>
                </a:lnTo>
                <a:lnTo>
                  <a:pt x="2752" y="25154"/>
                </a:lnTo>
                <a:lnTo>
                  <a:pt x="2887" y="25411"/>
                </a:lnTo>
                <a:lnTo>
                  <a:pt x="2976" y="25613"/>
                </a:lnTo>
                <a:lnTo>
                  <a:pt x="2869" y="25874"/>
                </a:lnTo>
                <a:lnTo>
                  <a:pt x="2700" y="26088"/>
                </a:lnTo>
                <a:lnTo>
                  <a:pt x="2540" y="26294"/>
                </a:lnTo>
                <a:lnTo>
                  <a:pt x="2448" y="26564"/>
                </a:lnTo>
                <a:lnTo>
                  <a:pt x="2388" y="26826"/>
                </a:lnTo>
                <a:lnTo>
                  <a:pt x="2435" y="27163"/>
                </a:lnTo>
                <a:lnTo>
                  <a:pt x="2454" y="27363"/>
                </a:lnTo>
                <a:lnTo>
                  <a:pt x="2426" y="27617"/>
                </a:lnTo>
                <a:lnTo>
                  <a:pt x="2326" y="27869"/>
                </a:lnTo>
                <a:lnTo>
                  <a:pt x="2113" y="28018"/>
                </a:lnTo>
                <a:lnTo>
                  <a:pt x="1865" y="27959"/>
                </a:lnTo>
                <a:lnTo>
                  <a:pt x="1831" y="27713"/>
                </a:lnTo>
                <a:lnTo>
                  <a:pt x="1875" y="27469"/>
                </a:lnTo>
                <a:lnTo>
                  <a:pt x="1921" y="27179"/>
                </a:lnTo>
                <a:lnTo>
                  <a:pt x="2058" y="26946"/>
                </a:lnTo>
                <a:lnTo>
                  <a:pt x="2126" y="26693"/>
                </a:lnTo>
                <a:lnTo>
                  <a:pt x="2108" y="26448"/>
                </a:lnTo>
                <a:lnTo>
                  <a:pt x="2098" y="26184"/>
                </a:lnTo>
                <a:lnTo>
                  <a:pt x="2081" y="25911"/>
                </a:lnTo>
                <a:lnTo>
                  <a:pt x="2032" y="25647"/>
                </a:lnTo>
                <a:lnTo>
                  <a:pt x="1944" y="25400"/>
                </a:lnTo>
                <a:lnTo>
                  <a:pt x="1808" y="25179"/>
                </a:lnTo>
                <a:lnTo>
                  <a:pt x="1673" y="24949"/>
                </a:lnTo>
                <a:lnTo>
                  <a:pt x="1917" y="24827"/>
                </a:lnTo>
                <a:lnTo>
                  <a:pt x="2146" y="24687"/>
                </a:lnTo>
                <a:lnTo>
                  <a:pt x="2346" y="24474"/>
                </a:lnTo>
                <a:lnTo>
                  <a:pt x="2468" y="24240"/>
                </a:lnTo>
                <a:lnTo>
                  <a:pt x="2614" y="23980"/>
                </a:lnTo>
                <a:lnTo>
                  <a:pt x="2666" y="23709"/>
                </a:lnTo>
                <a:lnTo>
                  <a:pt x="2649" y="23091"/>
                </a:lnTo>
                <a:lnTo>
                  <a:pt x="2547" y="22036"/>
                </a:lnTo>
                <a:lnTo>
                  <a:pt x="2315" y="21595"/>
                </a:lnTo>
                <a:lnTo>
                  <a:pt x="1956" y="21251"/>
                </a:lnTo>
                <a:lnTo>
                  <a:pt x="1518" y="20960"/>
                </a:lnTo>
                <a:lnTo>
                  <a:pt x="1247" y="20510"/>
                </a:lnTo>
                <a:lnTo>
                  <a:pt x="1094" y="20007"/>
                </a:lnTo>
                <a:lnTo>
                  <a:pt x="1022" y="19760"/>
                </a:lnTo>
                <a:lnTo>
                  <a:pt x="980" y="19541"/>
                </a:lnTo>
                <a:lnTo>
                  <a:pt x="725" y="19091"/>
                </a:lnTo>
                <a:lnTo>
                  <a:pt x="399" y="18666"/>
                </a:lnTo>
                <a:lnTo>
                  <a:pt x="62" y="18359"/>
                </a:lnTo>
                <a:lnTo>
                  <a:pt x="0" y="18004"/>
                </a:lnTo>
                <a:lnTo>
                  <a:pt x="101" y="17643"/>
                </a:lnTo>
                <a:lnTo>
                  <a:pt x="304" y="17656"/>
                </a:lnTo>
                <a:lnTo>
                  <a:pt x="604" y="17808"/>
                </a:lnTo>
                <a:lnTo>
                  <a:pt x="928" y="17606"/>
                </a:lnTo>
                <a:lnTo>
                  <a:pt x="1144" y="17720"/>
                </a:lnTo>
                <a:lnTo>
                  <a:pt x="882" y="17950"/>
                </a:lnTo>
                <a:lnTo>
                  <a:pt x="730" y="18147"/>
                </a:lnTo>
                <a:lnTo>
                  <a:pt x="683" y="18482"/>
                </a:lnTo>
                <a:lnTo>
                  <a:pt x="1042" y="18844"/>
                </a:lnTo>
                <a:lnTo>
                  <a:pt x="1497" y="19071"/>
                </a:lnTo>
                <a:lnTo>
                  <a:pt x="2107" y="19303"/>
                </a:lnTo>
                <a:lnTo>
                  <a:pt x="2570" y="19549"/>
                </a:lnTo>
                <a:lnTo>
                  <a:pt x="3007" y="19894"/>
                </a:lnTo>
                <a:lnTo>
                  <a:pt x="3524" y="20114"/>
                </a:lnTo>
                <a:lnTo>
                  <a:pt x="4049" y="19998"/>
                </a:lnTo>
                <a:lnTo>
                  <a:pt x="4530" y="19718"/>
                </a:lnTo>
                <a:lnTo>
                  <a:pt x="4950" y="19392"/>
                </a:lnTo>
                <a:lnTo>
                  <a:pt x="5401" y="19093"/>
                </a:lnTo>
                <a:lnTo>
                  <a:pt x="5776" y="18683"/>
                </a:lnTo>
                <a:lnTo>
                  <a:pt x="6151" y="18301"/>
                </a:lnTo>
                <a:lnTo>
                  <a:pt x="6549" y="17919"/>
                </a:lnTo>
                <a:lnTo>
                  <a:pt x="6847" y="17508"/>
                </a:lnTo>
                <a:lnTo>
                  <a:pt x="6990" y="17021"/>
                </a:lnTo>
                <a:lnTo>
                  <a:pt x="7055" y="16523"/>
                </a:lnTo>
                <a:lnTo>
                  <a:pt x="7066" y="16006"/>
                </a:lnTo>
                <a:lnTo>
                  <a:pt x="6999" y="15514"/>
                </a:lnTo>
                <a:lnTo>
                  <a:pt x="6853" y="15039"/>
                </a:lnTo>
                <a:lnTo>
                  <a:pt x="6650" y="14698"/>
                </a:lnTo>
                <a:lnTo>
                  <a:pt x="6316" y="14301"/>
                </a:lnTo>
                <a:lnTo>
                  <a:pt x="6037" y="13850"/>
                </a:lnTo>
                <a:lnTo>
                  <a:pt x="5712" y="13425"/>
                </a:lnTo>
                <a:lnTo>
                  <a:pt x="5353" y="13054"/>
                </a:lnTo>
                <a:lnTo>
                  <a:pt x="4915" y="12763"/>
                </a:lnTo>
                <a:lnTo>
                  <a:pt x="4397" y="12598"/>
                </a:lnTo>
                <a:lnTo>
                  <a:pt x="3873" y="12686"/>
                </a:lnTo>
                <a:lnTo>
                  <a:pt x="3375" y="12621"/>
                </a:lnTo>
                <a:lnTo>
                  <a:pt x="2912" y="12429"/>
                </a:lnTo>
                <a:lnTo>
                  <a:pt x="2553" y="12058"/>
                </a:lnTo>
                <a:lnTo>
                  <a:pt x="2243" y="11634"/>
                </a:lnTo>
                <a:lnTo>
                  <a:pt x="1917" y="11191"/>
                </a:lnTo>
                <a:lnTo>
                  <a:pt x="1774" y="10634"/>
                </a:lnTo>
                <a:lnTo>
                  <a:pt x="1786" y="10090"/>
                </a:lnTo>
                <a:lnTo>
                  <a:pt x="1875" y="9574"/>
                </a:lnTo>
                <a:lnTo>
                  <a:pt x="1964" y="9058"/>
                </a:lnTo>
                <a:lnTo>
                  <a:pt x="1976" y="8514"/>
                </a:lnTo>
                <a:lnTo>
                  <a:pt x="1987" y="7988"/>
                </a:lnTo>
                <a:lnTo>
                  <a:pt x="2053" y="7472"/>
                </a:lnTo>
                <a:lnTo>
                  <a:pt x="2088" y="6928"/>
                </a:lnTo>
                <a:lnTo>
                  <a:pt x="2076" y="6410"/>
                </a:lnTo>
                <a:lnTo>
                  <a:pt x="1978" y="5908"/>
                </a:lnTo>
                <a:lnTo>
                  <a:pt x="1676" y="5439"/>
                </a:lnTo>
                <a:lnTo>
                  <a:pt x="1476" y="4962"/>
                </a:lnTo>
                <a:lnTo>
                  <a:pt x="1331" y="4469"/>
                </a:lnTo>
                <a:lnTo>
                  <a:pt x="1107" y="3992"/>
                </a:lnTo>
                <a:lnTo>
                  <a:pt x="806" y="3541"/>
                </a:lnTo>
                <a:lnTo>
                  <a:pt x="708" y="3021"/>
                </a:lnTo>
                <a:lnTo>
                  <a:pt x="672" y="2503"/>
                </a:lnTo>
                <a:lnTo>
                  <a:pt x="606" y="1975"/>
                </a:lnTo>
                <a:lnTo>
                  <a:pt x="426" y="1617"/>
                </a:lnTo>
                <a:lnTo>
                  <a:pt x="532" y="1428"/>
                </a:lnTo>
                <a:lnTo>
                  <a:pt x="1088" y="1313"/>
                </a:lnTo>
                <a:lnTo>
                  <a:pt x="1612" y="1225"/>
                </a:lnTo>
                <a:lnTo>
                  <a:pt x="2134" y="1236"/>
                </a:lnTo>
                <a:lnTo>
                  <a:pt x="2677" y="1348"/>
                </a:lnTo>
                <a:lnTo>
                  <a:pt x="3199" y="1359"/>
                </a:lnTo>
                <a:lnTo>
                  <a:pt x="3753" y="1344"/>
                </a:lnTo>
                <a:lnTo>
                  <a:pt x="4300" y="1283"/>
                </a:lnTo>
                <a:lnTo>
                  <a:pt x="4880" y="1114"/>
                </a:lnTo>
                <a:lnTo>
                  <a:pt x="5405" y="1017"/>
                </a:lnTo>
                <a:lnTo>
                  <a:pt x="6222" y="699"/>
                </a:lnTo>
                <a:lnTo>
                  <a:pt x="7194" y="456"/>
                </a:lnTo>
                <a:lnTo>
                  <a:pt x="15014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7B377-87EE-44D2-9C99-8E9C36C4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101" y="4619680"/>
            <a:ext cx="17293" cy="11259"/>
          </a:xfrm>
          <a:custGeom xmlns:a="http://schemas.openxmlformats.org/drawingml/2006/main">
            <a:pathLst>
              <a:path w="17293" h="11259">
                <a:moveTo>
                  <a:pt x="6611" y="2702"/>
                </a:moveTo>
                <a:lnTo>
                  <a:pt x="6695" y="3848"/>
                </a:lnTo>
                <a:lnTo>
                  <a:pt x="7090" y="4682"/>
                </a:lnTo>
                <a:lnTo>
                  <a:pt x="7964" y="5382"/>
                </a:lnTo>
                <a:lnTo>
                  <a:pt x="9058" y="5615"/>
                </a:lnTo>
                <a:lnTo>
                  <a:pt x="10203" y="5694"/>
                </a:lnTo>
                <a:lnTo>
                  <a:pt x="11301" y="5718"/>
                </a:lnTo>
                <a:lnTo>
                  <a:pt x="12455" y="5743"/>
                </a:lnTo>
                <a:lnTo>
                  <a:pt x="13551" y="5866"/>
                </a:lnTo>
                <a:lnTo>
                  <a:pt x="14591" y="6098"/>
                </a:lnTo>
                <a:lnTo>
                  <a:pt x="15681" y="6539"/>
                </a:lnTo>
                <a:lnTo>
                  <a:pt x="16556" y="7184"/>
                </a:lnTo>
                <a:lnTo>
                  <a:pt x="17214" y="8079"/>
                </a:lnTo>
                <a:lnTo>
                  <a:pt x="17293" y="9125"/>
                </a:lnTo>
                <a:lnTo>
                  <a:pt x="17014" y="10154"/>
                </a:lnTo>
                <a:lnTo>
                  <a:pt x="16362" y="11075"/>
                </a:lnTo>
                <a:lnTo>
                  <a:pt x="15212" y="11259"/>
                </a:lnTo>
                <a:lnTo>
                  <a:pt x="14225" y="10774"/>
                </a:lnTo>
                <a:lnTo>
                  <a:pt x="13460" y="10077"/>
                </a:lnTo>
                <a:lnTo>
                  <a:pt x="12531" y="9430"/>
                </a:lnTo>
                <a:lnTo>
                  <a:pt x="11654" y="8894"/>
                </a:lnTo>
                <a:lnTo>
                  <a:pt x="10554" y="8924"/>
                </a:lnTo>
                <a:lnTo>
                  <a:pt x="9602" y="9322"/>
                </a:lnTo>
                <a:lnTo>
                  <a:pt x="8656" y="9764"/>
                </a:lnTo>
                <a:lnTo>
                  <a:pt x="7648" y="10269"/>
                </a:lnTo>
                <a:lnTo>
                  <a:pt x="6747" y="10821"/>
                </a:lnTo>
                <a:lnTo>
                  <a:pt x="5750" y="11108"/>
                </a:lnTo>
                <a:lnTo>
                  <a:pt x="4653" y="11030"/>
                </a:lnTo>
                <a:lnTo>
                  <a:pt x="3672" y="10591"/>
                </a:lnTo>
                <a:lnTo>
                  <a:pt x="2686" y="10052"/>
                </a:lnTo>
                <a:lnTo>
                  <a:pt x="1808" y="9570"/>
                </a:lnTo>
                <a:lnTo>
                  <a:pt x="821" y="9386"/>
                </a:lnTo>
                <a:lnTo>
                  <a:pt x="0" y="8796"/>
                </a:lnTo>
                <a:lnTo>
                  <a:pt x="177" y="7810"/>
                </a:lnTo>
                <a:lnTo>
                  <a:pt x="1082" y="7058"/>
                </a:lnTo>
                <a:lnTo>
                  <a:pt x="1983" y="6496"/>
                </a:lnTo>
                <a:lnTo>
                  <a:pt x="2832" y="5843"/>
                </a:lnTo>
                <a:lnTo>
                  <a:pt x="3636" y="5080"/>
                </a:lnTo>
                <a:lnTo>
                  <a:pt x="3705" y="4037"/>
                </a:lnTo>
                <a:lnTo>
                  <a:pt x="3729" y="2948"/>
                </a:lnTo>
                <a:lnTo>
                  <a:pt x="3860" y="1907"/>
                </a:lnTo>
                <a:lnTo>
                  <a:pt x="3984" y="875"/>
                </a:lnTo>
                <a:lnTo>
                  <a:pt x="4681" y="0"/>
                </a:lnTo>
                <a:lnTo>
                  <a:pt x="5775" y="233"/>
                </a:lnTo>
                <a:lnTo>
                  <a:pt x="6175" y="1231"/>
                </a:lnTo>
                <a:lnTo>
                  <a:pt x="6676" y="2231"/>
                </a:lnTo>
                <a:lnTo>
                  <a:pt x="6611" y="270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6F428-C111-419B-9CDF-BC3F9A6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360" y="3023685"/>
            <a:ext cx="209907" cy="45425"/>
          </a:xfrm>
          <a:custGeom xmlns:a="http://schemas.openxmlformats.org/drawingml/2006/main">
            <a:pathLst>
              <a:path w="209907" h="45425">
                <a:moveTo>
                  <a:pt x="12158" y="5503"/>
                </a:moveTo>
                <a:lnTo>
                  <a:pt x="42868" y="16366"/>
                </a:lnTo>
                <a:lnTo>
                  <a:pt x="63853" y="25292"/>
                </a:lnTo>
                <a:lnTo>
                  <a:pt x="83495" y="35760"/>
                </a:lnTo>
                <a:lnTo>
                  <a:pt x="88064" y="37521"/>
                </a:lnTo>
                <a:lnTo>
                  <a:pt x="91600" y="38016"/>
                </a:lnTo>
                <a:lnTo>
                  <a:pt x="95363" y="38097"/>
                </a:lnTo>
                <a:lnTo>
                  <a:pt x="101219" y="38016"/>
                </a:lnTo>
                <a:lnTo>
                  <a:pt x="107100" y="37826"/>
                </a:lnTo>
                <a:lnTo>
                  <a:pt x="112725" y="37639"/>
                </a:lnTo>
                <a:lnTo>
                  <a:pt x="126039" y="36167"/>
                </a:lnTo>
                <a:lnTo>
                  <a:pt x="145363" y="32220"/>
                </a:lnTo>
                <a:lnTo>
                  <a:pt x="154679" y="31478"/>
                </a:lnTo>
                <a:lnTo>
                  <a:pt x="205356" y="27803"/>
                </a:lnTo>
                <a:lnTo>
                  <a:pt x="207886" y="27595"/>
                </a:lnTo>
                <a:lnTo>
                  <a:pt x="209523" y="27612"/>
                </a:lnTo>
                <a:lnTo>
                  <a:pt x="209719" y="29350"/>
                </a:lnTo>
                <a:lnTo>
                  <a:pt x="209907" y="32196"/>
                </a:lnTo>
                <a:lnTo>
                  <a:pt x="208310" y="33959"/>
                </a:lnTo>
                <a:lnTo>
                  <a:pt x="189848" y="34430"/>
                </a:lnTo>
                <a:lnTo>
                  <a:pt x="149639" y="37406"/>
                </a:lnTo>
                <a:lnTo>
                  <a:pt x="141134" y="38892"/>
                </a:lnTo>
                <a:lnTo>
                  <a:pt x="131570" y="41380"/>
                </a:lnTo>
                <a:lnTo>
                  <a:pt x="123906" y="42875"/>
                </a:lnTo>
                <a:lnTo>
                  <a:pt x="116875" y="44284"/>
                </a:lnTo>
                <a:lnTo>
                  <a:pt x="106083" y="45194"/>
                </a:lnTo>
                <a:lnTo>
                  <a:pt x="97503" y="45425"/>
                </a:lnTo>
                <a:lnTo>
                  <a:pt x="90196" y="44849"/>
                </a:lnTo>
                <a:lnTo>
                  <a:pt x="83959" y="43469"/>
                </a:lnTo>
                <a:lnTo>
                  <a:pt x="76684" y="41432"/>
                </a:lnTo>
                <a:lnTo>
                  <a:pt x="68378" y="38755"/>
                </a:lnTo>
                <a:lnTo>
                  <a:pt x="61682" y="35495"/>
                </a:lnTo>
                <a:lnTo>
                  <a:pt x="47352" y="29882"/>
                </a:lnTo>
                <a:lnTo>
                  <a:pt x="36397" y="25386"/>
                </a:lnTo>
                <a:lnTo>
                  <a:pt x="27864" y="22386"/>
                </a:lnTo>
                <a:lnTo>
                  <a:pt x="23864" y="21364"/>
                </a:lnTo>
                <a:lnTo>
                  <a:pt x="20839" y="21035"/>
                </a:lnTo>
                <a:lnTo>
                  <a:pt x="16756" y="21309"/>
                </a:lnTo>
                <a:lnTo>
                  <a:pt x="11560" y="22240"/>
                </a:lnTo>
                <a:lnTo>
                  <a:pt x="7794" y="23711"/>
                </a:lnTo>
                <a:lnTo>
                  <a:pt x="0" y="0"/>
                </a:lnTo>
                <a:lnTo>
                  <a:pt x="12158" y="550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B133D-5B20-4CFF-9577-11F754ED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09" y="2694695"/>
            <a:ext cx="366472" cy="2058573"/>
          </a:xfrm>
          <a:custGeom xmlns:a="http://schemas.openxmlformats.org/drawingml/2006/main">
            <a:pathLst>
              <a:path w="366472" h="2058573">
                <a:moveTo>
                  <a:pt x="4959" y="1054"/>
                </a:moveTo>
                <a:lnTo>
                  <a:pt x="5193" y="2502"/>
                </a:lnTo>
                <a:lnTo>
                  <a:pt x="7915" y="40838"/>
                </a:lnTo>
                <a:lnTo>
                  <a:pt x="9402" y="68543"/>
                </a:lnTo>
                <a:lnTo>
                  <a:pt x="11906" y="68806"/>
                </a:lnTo>
                <a:lnTo>
                  <a:pt x="12992" y="86306"/>
                </a:lnTo>
                <a:lnTo>
                  <a:pt x="12384" y="104596"/>
                </a:lnTo>
                <a:lnTo>
                  <a:pt x="13086" y="111066"/>
                </a:lnTo>
                <a:lnTo>
                  <a:pt x="14328" y="130649"/>
                </a:lnTo>
                <a:lnTo>
                  <a:pt x="23525" y="217606"/>
                </a:lnTo>
                <a:lnTo>
                  <a:pt x="34585" y="305222"/>
                </a:lnTo>
                <a:lnTo>
                  <a:pt x="49515" y="407084"/>
                </a:lnTo>
                <a:lnTo>
                  <a:pt x="49722" y="410838"/>
                </a:lnTo>
                <a:lnTo>
                  <a:pt x="50334" y="422172"/>
                </a:lnTo>
                <a:lnTo>
                  <a:pt x="50882" y="429574"/>
                </a:lnTo>
                <a:lnTo>
                  <a:pt x="52425" y="446467"/>
                </a:lnTo>
                <a:lnTo>
                  <a:pt x="53024" y="457302"/>
                </a:lnTo>
                <a:lnTo>
                  <a:pt x="52905" y="472489"/>
                </a:lnTo>
                <a:lnTo>
                  <a:pt x="53660" y="485815"/>
                </a:lnTo>
                <a:lnTo>
                  <a:pt x="55462" y="508742"/>
                </a:lnTo>
                <a:lnTo>
                  <a:pt x="61946" y="556946"/>
                </a:lnTo>
                <a:lnTo>
                  <a:pt x="63729" y="561352"/>
                </a:lnTo>
                <a:lnTo>
                  <a:pt x="69375" y="619107"/>
                </a:lnTo>
                <a:lnTo>
                  <a:pt x="74545" y="669988"/>
                </a:lnTo>
                <a:lnTo>
                  <a:pt x="75861" y="676880"/>
                </a:lnTo>
                <a:lnTo>
                  <a:pt x="81147" y="722144"/>
                </a:lnTo>
                <a:lnTo>
                  <a:pt x="83925" y="738855"/>
                </a:lnTo>
                <a:lnTo>
                  <a:pt x="87893" y="758288"/>
                </a:lnTo>
                <a:lnTo>
                  <a:pt x="92364" y="783560"/>
                </a:lnTo>
                <a:lnTo>
                  <a:pt x="97228" y="829233"/>
                </a:lnTo>
                <a:lnTo>
                  <a:pt x="97605" y="831238"/>
                </a:lnTo>
                <a:lnTo>
                  <a:pt x="103420" y="861824"/>
                </a:lnTo>
                <a:lnTo>
                  <a:pt x="106613" y="873442"/>
                </a:lnTo>
                <a:lnTo>
                  <a:pt x="106905" y="875091"/>
                </a:lnTo>
                <a:lnTo>
                  <a:pt x="107920" y="880751"/>
                </a:lnTo>
                <a:lnTo>
                  <a:pt x="108054" y="882506"/>
                </a:lnTo>
                <a:lnTo>
                  <a:pt x="108651" y="890545"/>
                </a:lnTo>
                <a:lnTo>
                  <a:pt x="109786" y="900765"/>
                </a:lnTo>
                <a:lnTo>
                  <a:pt x="115008" y="944266"/>
                </a:lnTo>
                <a:lnTo>
                  <a:pt x="126146" y="1038138"/>
                </a:lnTo>
                <a:lnTo>
                  <a:pt x="134706" y="1116138"/>
                </a:lnTo>
                <a:lnTo>
                  <a:pt x="136054" y="1121161"/>
                </a:lnTo>
                <a:lnTo>
                  <a:pt x="142847" y="1183943"/>
                </a:lnTo>
                <a:lnTo>
                  <a:pt x="149518" y="1252334"/>
                </a:lnTo>
                <a:lnTo>
                  <a:pt x="156876" y="1337598"/>
                </a:lnTo>
                <a:lnTo>
                  <a:pt x="157912" y="1347716"/>
                </a:lnTo>
                <a:lnTo>
                  <a:pt x="159539" y="1354615"/>
                </a:lnTo>
                <a:lnTo>
                  <a:pt x="171292" y="1395761"/>
                </a:lnTo>
                <a:lnTo>
                  <a:pt x="169818" y="1396147"/>
                </a:lnTo>
                <a:lnTo>
                  <a:pt x="172122" y="1405657"/>
                </a:lnTo>
                <a:lnTo>
                  <a:pt x="173497" y="1405169"/>
                </a:lnTo>
                <a:lnTo>
                  <a:pt x="176591" y="1445501"/>
                </a:lnTo>
                <a:lnTo>
                  <a:pt x="181583" y="1500019"/>
                </a:lnTo>
                <a:lnTo>
                  <a:pt x="177840" y="1500074"/>
                </a:lnTo>
                <a:lnTo>
                  <a:pt x="181865" y="1544556"/>
                </a:lnTo>
                <a:lnTo>
                  <a:pt x="181285" y="1552243"/>
                </a:lnTo>
                <a:lnTo>
                  <a:pt x="183522" y="1574561"/>
                </a:lnTo>
                <a:lnTo>
                  <a:pt x="181741" y="1574732"/>
                </a:lnTo>
                <a:lnTo>
                  <a:pt x="184340" y="1594344"/>
                </a:lnTo>
                <a:lnTo>
                  <a:pt x="182668" y="1594516"/>
                </a:lnTo>
                <a:lnTo>
                  <a:pt x="185117" y="1616422"/>
                </a:lnTo>
                <a:lnTo>
                  <a:pt x="183336" y="1616583"/>
                </a:lnTo>
                <a:lnTo>
                  <a:pt x="189680" y="1666663"/>
                </a:lnTo>
                <a:lnTo>
                  <a:pt x="191036" y="1678559"/>
                </a:lnTo>
                <a:lnTo>
                  <a:pt x="193428" y="1693745"/>
                </a:lnTo>
                <a:lnTo>
                  <a:pt x="196589" y="1709366"/>
                </a:lnTo>
                <a:lnTo>
                  <a:pt x="201295" y="1738293"/>
                </a:lnTo>
                <a:lnTo>
                  <a:pt x="201942" y="1742256"/>
                </a:lnTo>
                <a:lnTo>
                  <a:pt x="202146" y="1747572"/>
                </a:lnTo>
                <a:lnTo>
                  <a:pt x="201698" y="1768262"/>
                </a:lnTo>
                <a:lnTo>
                  <a:pt x="200929" y="1779276"/>
                </a:lnTo>
                <a:lnTo>
                  <a:pt x="199623" y="1779456"/>
                </a:lnTo>
                <a:lnTo>
                  <a:pt x="204416" y="1806506"/>
                </a:lnTo>
                <a:lnTo>
                  <a:pt x="205511" y="1809235"/>
                </a:lnTo>
                <a:lnTo>
                  <a:pt x="206833" y="1810826"/>
                </a:lnTo>
                <a:lnTo>
                  <a:pt x="208696" y="1811910"/>
                </a:lnTo>
                <a:lnTo>
                  <a:pt x="210556" y="1812777"/>
                </a:lnTo>
                <a:lnTo>
                  <a:pt x="211990" y="1813153"/>
                </a:lnTo>
                <a:lnTo>
                  <a:pt x="213420" y="1813365"/>
                </a:lnTo>
                <a:lnTo>
                  <a:pt x="214887" y="1813343"/>
                </a:lnTo>
                <a:lnTo>
                  <a:pt x="215353" y="1815904"/>
                </a:lnTo>
                <a:lnTo>
                  <a:pt x="213113" y="1816763"/>
                </a:lnTo>
                <a:lnTo>
                  <a:pt x="211529" y="1817537"/>
                </a:lnTo>
                <a:lnTo>
                  <a:pt x="210439" y="1818185"/>
                </a:lnTo>
                <a:lnTo>
                  <a:pt x="209215" y="1819257"/>
                </a:lnTo>
                <a:lnTo>
                  <a:pt x="208282" y="1820226"/>
                </a:lnTo>
                <a:lnTo>
                  <a:pt x="207762" y="1821196"/>
                </a:lnTo>
                <a:lnTo>
                  <a:pt x="207306" y="1822802"/>
                </a:lnTo>
                <a:lnTo>
                  <a:pt x="207200" y="1824125"/>
                </a:lnTo>
                <a:lnTo>
                  <a:pt x="207357" y="1825508"/>
                </a:lnTo>
                <a:lnTo>
                  <a:pt x="212702" y="1858399"/>
                </a:lnTo>
                <a:lnTo>
                  <a:pt x="216239" y="1878658"/>
                </a:lnTo>
                <a:lnTo>
                  <a:pt x="214455" y="1878937"/>
                </a:lnTo>
                <a:lnTo>
                  <a:pt x="219564" y="1918377"/>
                </a:lnTo>
                <a:lnTo>
                  <a:pt x="222212" y="1935802"/>
                </a:lnTo>
                <a:lnTo>
                  <a:pt x="223001" y="1942901"/>
                </a:lnTo>
                <a:lnTo>
                  <a:pt x="225249" y="1955015"/>
                </a:lnTo>
                <a:lnTo>
                  <a:pt x="226974" y="1962125"/>
                </a:lnTo>
                <a:lnTo>
                  <a:pt x="236108" y="1984593"/>
                </a:lnTo>
                <a:lnTo>
                  <a:pt x="245461" y="2006649"/>
                </a:lnTo>
                <a:lnTo>
                  <a:pt x="247675" y="2010646"/>
                </a:lnTo>
                <a:lnTo>
                  <a:pt x="250327" y="2013826"/>
                </a:lnTo>
                <a:lnTo>
                  <a:pt x="252781" y="2016068"/>
                </a:lnTo>
                <a:lnTo>
                  <a:pt x="263745" y="2021716"/>
                </a:lnTo>
                <a:lnTo>
                  <a:pt x="266439" y="2022964"/>
                </a:lnTo>
                <a:lnTo>
                  <a:pt x="272347" y="2025225"/>
                </a:lnTo>
                <a:lnTo>
                  <a:pt x="278676" y="2027451"/>
                </a:lnTo>
                <a:lnTo>
                  <a:pt x="285125" y="2029197"/>
                </a:lnTo>
                <a:lnTo>
                  <a:pt x="293343" y="2030991"/>
                </a:lnTo>
                <a:lnTo>
                  <a:pt x="303140" y="2032556"/>
                </a:lnTo>
                <a:lnTo>
                  <a:pt x="313357" y="2033813"/>
                </a:lnTo>
                <a:lnTo>
                  <a:pt x="320876" y="2034393"/>
                </a:lnTo>
                <a:lnTo>
                  <a:pt x="329127" y="2034681"/>
                </a:lnTo>
                <a:lnTo>
                  <a:pt x="335552" y="2034974"/>
                </a:lnTo>
                <a:lnTo>
                  <a:pt x="343269" y="2035768"/>
                </a:lnTo>
                <a:lnTo>
                  <a:pt x="346400" y="2036299"/>
                </a:lnTo>
                <a:lnTo>
                  <a:pt x="348113" y="2036753"/>
                </a:lnTo>
                <a:lnTo>
                  <a:pt x="350491" y="2037849"/>
                </a:lnTo>
                <a:lnTo>
                  <a:pt x="353483" y="2039730"/>
                </a:lnTo>
                <a:lnTo>
                  <a:pt x="356268" y="2041460"/>
                </a:lnTo>
                <a:lnTo>
                  <a:pt x="357807" y="2042738"/>
                </a:lnTo>
                <a:lnTo>
                  <a:pt x="358840" y="2043650"/>
                </a:lnTo>
                <a:lnTo>
                  <a:pt x="364772" y="2054491"/>
                </a:lnTo>
                <a:lnTo>
                  <a:pt x="366472" y="2057706"/>
                </a:lnTo>
                <a:lnTo>
                  <a:pt x="351172" y="2058573"/>
                </a:lnTo>
                <a:lnTo>
                  <a:pt x="351051" y="2055547"/>
                </a:lnTo>
                <a:lnTo>
                  <a:pt x="350592" y="2052622"/>
                </a:lnTo>
                <a:lnTo>
                  <a:pt x="349505" y="2049893"/>
                </a:lnTo>
                <a:lnTo>
                  <a:pt x="348286" y="2048206"/>
                </a:lnTo>
                <a:lnTo>
                  <a:pt x="346545" y="2046497"/>
                </a:lnTo>
                <a:lnTo>
                  <a:pt x="343653" y="2044673"/>
                </a:lnTo>
                <a:lnTo>
                  <a:pt x="341375" y="2043680"/>
                </a:lnTo>
                <a:lnTo>
                  <a:pt x="339295" y="2043226"/>
                </a:lnTo>
                <a:lnTo>
                  <a:pt x="336169" y="2042841"/>
                </a:lnTo>
                <a:lnTo>
                  <a:pt x="333143" y="2042567"/>
                </a:lnTo>
                <a:lnTo>
                  <a:pt x="324476" y="2042070"/>
                </a:lnTo>
                <a:lnTo>
                  <a:pt x="310365" y="2041656"/>
                </a:lnTo>
                <a:lnTo>
                  <a:pt x="304101" y="2041111"/>
                </a:lnTo>
                <a:lnTo>
                  <a:pt x="297430" y="2040231"/>
                </a:lnTo>
                <a:lnTo>
                  <a:pt x="294333" y="2039601"/>
                </a:lnTo>
                <a:lnTo>
                  <a:pt x="278693" y="2036394"/>
                </a:lnTo>
                <a:lnTo>
                  <a:pt x="269653" y="2033701"/>
                </a:lnTo>
                <a:lnTo>
                  <a:pt x="259184" y="2029625"/>
                </a:lnTo>
                <a:lnTo>
                  <a:pt x="251726" y="2026240"/>
                </a:lnTo>
                <a:lnTo>
                  <a:pt x="250969" y="2027368"/>
                </a:lnTo>
                <a:lnTo>
                  <a:pt x="248213" y="2024294"/>
                </a:lnTo>
                <a:lnTo>
                  <a:pt x="243247" y="2017105"/>
                </a:lnTo>
                <a:lnTo>
                  <a:pt x="239806" y="2011828"/>
                </a:lnTo>
                <a:lnTo>
                  <a:pt x="238645" y="2012529"/>
                </a:lnTo>
                <a:lnTo>
                  <a:pt x="235011" y="2006422"/>
                </a:lnTo>
                <a:lnTo>
                  <a:pt x="230168" y="1998201"/>
                </a:lnTo>
                <a:lnTo>
                  <a:pt x="227270" y="1987316"/>
                </a:lnTo>
                <a:lnTo>
                  <a:pt x="222031" y="1968264"/>
                </a:lnTo>
                <a:lnTo>
                  <a:pt x="219970" y="1955790"/>
                </a:lnTo>
                <a:lnTo>
                  <a:pt x="215193" y="1926916"/>
                </a:lnTo>
                <a:lnTo>
                  <a:pt x="201988" y="1827162"/>
                </a:lnTo>
                <a:lnTo>
                  <a:pt x="199887" y="1827326"/>
                </a:lnTo>
                <a:lnTo>
                  <a:pt x="198033" y="1816464"/>
                </a:lnTo>
                <a:lnTo>
                  <a:pt x="196458" y="1816847"/>
                </a:lnTo>
                <a:lnTo>
                  <a:pt x="193796" y="1785368"/>
                </a:lnTo>
                <a:lnTo>
                  <a:pt x="193522" y="1783591"/>
                </a:lnTo>
                <a:lnTo>
                  <a:pt x="192611" y="1782110"/>
                </a:lnTo>
                <a:lnTo>
                  <a:pt x="191576" y="1781679"/>
                </a:lnTo>
                <a:lnTo>
                  <a:pt x="190109" y="1781747"/>
                </a:lnTo>
                <a:lnTo>
                  <a:pt x="191646" y="1739954"/>
                </a:lnTo>
                <a:lnTo>
                  <a:pt x="190799" y="1711428"/>
                </a:lnTo>
                <a:lnTo>
                  <a:pt x="189703" y="1705894"/>
                </a:lnTo>
                <a:lnTo>
                  <a:pt x="184581" y="1679980"/>
                </a:lnTo>
                <a:lnTo>
                  <a:pt x="182768" y="1669746"/>
                </a:lnTo>
                <a:lnTo>
                  <a:pt x="179177" y="1649476"/>
                </a:lnTo>
                <a:lnTo>
                  <a:pt x="180750" y="1649202"/>
                </a:lnTo>
                <a:lnTo>
                  <a:pt x="179499" y="1639288"/>
                </a:lnTo>
                <a:lnTo>
                  <a:pt x="177614" y="1639565"/>
                </a:lnTo>
                <a:lnTo>
                  <a:pt x="177221" y="1635770"/>
                </a:lnTo>
                <a:lnTo>
                  <a:pt x="175887" y="1622877"/>
                </a:lnTo>
                <a:lnTo>
                  <a:pt x="174740" y="1608181"/>
                </a:lnTo>
                <a:lnTo>
                  <a:pt x="173374" y="1569757"/>
                </a:lnTo>
                <a:lnTo>
                  <a:pt x="172107" y="1541539"/>
                </a:lnTo>
                <a:lnTo>
                  <a:pt x="169312" y="1506516"/>
                </a:lnTo>
                <a:lnTo>
                  <a:pt x="167425" y="1477759"/>
                </a:lnTo>
                <a:lnTo>
                  <a:pt x="165807" y="1439139"/>
                </a:lnTo>
                <a:lnTo>
                  <a:pt x="165705" y="1436631"/>
                </a:lnTo>
                <a:lnTo>
                  <a:pt x="165132" y="1424235"/>
                </a:lnTo>
                <a:lnTo>
                  <a:pt x="164216" y="1413602"/>
                </a:lnTo>
                <a:lnTo>
                  <a:pt x="162744" y="1404210"/>
                </a:lnTo>
                <a:lnTo>
                  <a:pt x="160811" y="1392311"/>
                </a:lnTo>
                <a:lnTo>
                  <a:pt x="156848" y="1377345"/>
                </a:lnTo>
                <a:lnTo>
                  <a:pt x="150737" y="1355359"/>
                </a:lnTo>
                <a:lnTo>
                  <a:pt x="149905" y="1350248"/>
                </a:lnTo>
                <a:lnTo>
                  <a:pt x="149141" y="1342324"/>
                </a:lnTo>
                <a:lnTo>
                  <a:pt x="145742" y="1301359"/>
                </a:lnTo>
                <a:lnTo>
                  <a:pt x="138052" y="1212347"/>
                </a:lnTo>
                <a:lnTo>
                  <a:pt x="135216" y="1183878"/>
                </a:lnTo>
                <a:lnTo>
                  <a:pt x="133611" y="1171259"/>
                </a:lnTo>
                <a:lnTo>
                  <a:pt x="131662" y="1155093"/>
                </a:lnTo>
                <a:lnTo>
                  <a:pt x="127963" y="1123282"/>
                </a:lnTo>
                <a:lnTo>
                  <a:pt x="124225" y="1092923"/>
                </a:lnTo>
                <a:lnTo>
                  <a:pt x="117591" y="1018188"/>
                </a:lnTo>
                <a:lnTo>
                  <a:pt x="117211" y="1015583"/>
                </a:lnTo>
                <a:lnTo>
                  <a:pt x="115590" y="1004408"/>
                </a:lnTo>
                <a:lnTo>
                  <a:pt x="119259" y="1003816"/>
                </a:lnTo>
                <a:lnTo>
                  <a:pt x="105653" y="888973"/>
                </a:lnTo>
                <a:lnTo>
                  <a:pt x="102843" y="878689"/>
                </a:lnTo>
                <a:lnTo>
                  <a:pt x="98777" y="863802"/>
                </a:lnTo>
                <a:lnTo>
                  <a:pt x="90774" y="827740"/>
                </a:lnTo>
                <a:lnTo>
                  <a:pt x="89923" y="823872"/>
                </a:lnTo>
                <a:lnTo>
                  <a:pt x="81616" y="758360"/>
                </a:lnTo>
                <a:lnTo>
                  <a:pt x="68449" y="661739"/>
                </a:lnTo>
                <a:lnTo>
                  <a:pt x="66815" y="650473"/>
                </a:lnTo>
                <a:lnTo>
                  <a:pt x="68494" y="649983"/>
                </a:lnTo>
                <a:lnTo>
                  <a:pt x="66605" y="636106"/>
                </a:lnTo>
                <a:lnTo>
                  <a:pt x="62843" y="611892"/>
                </a:lnTo>
                <a:lnTo>
                  <a:pt x="59097" y="582269"/>
                </a:lnTo>
                <a:lnTo>
                  <a:pt x="54430" y="546587"/>
                </a:lnTo>
                <a:lnTo>
                  <a:pt x="50952" y="524042"/>
                </a:lnTo>
                <a:lnTo>
                  <a:pt x="48227" y="504844"/>
                </a:lnTo>
                <a:lnTo>
                  <a:pt x="46756" y="486083"/>
                </a:lnTo>
                <a:lnTo>
                  <a:pt x="46956" y="467157"/>
                </a:lnTo>
                <a:lnTo>
                  <a:pt x="47403" y="446567"/>
                </a:lnTo>
                <a:lnTo>
                  <a:pt x="45498" y="411173"/>
                </a:lnTo>
                <a:lnTo>
                  <a:pt x="45321" y="407819"/>
                </a:lnTo>
                <a:lnTo>
                  <a:pt x="39208" y="363372"/>
                </a:lnTo>
                <a:lnTo>
                  <a:pt x="38181" y="356813"/>
                </a:lnTo>
                <a:lnTo>
                  <a:pt x="37086" y="349817"/>
                </a:lnTo>
                <a:lnTo>
                  <a:pt x="23645" y="250475"/>
                </a:lnTo>
                <a:lnTo>
                  <a:pt x="13434" y="152473"/>
                </a:lnTo>
                <a:lnTo>
                  <a:pt x="3590" y="47608"/>
                </a:lnTo>
                <a:lnTo>
                  <a:pt x="0" y="1146"/>
                </a:lnTo>
                <a:lnTo>
                  <a:pt x="122" y="204"/>
                </a:lnTo>
                <a:lnTo>
                  <a:pt x="1643" y="137"/>
                </a:lnTo>
                <a:lnTo>
                  <a:pt x="4936" y="0"/>
                </a:lnTo>
                <a:lnTo>
                  <a:pt x="4959" y="10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C4D21-C729-467E-820A-A2A1440A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243" y="2956371"/>
            <a:ext cx="989992" cy="167899"/>
          </a:xfrm>
          <a:custGeom xmlns:a="http://schemas.openxmlformats.org/drawingml/2006/main">
            <a:pathLst>
              <a:path w="989992" h="167899">
                <a:moveTo>
                  <a:pt x="974306" y="10892"/>
                </a:moveTo>
                <a:lnTo>
                  <a:pt x="964755" y="12456"/>
                </a:lnTo>
                <a:lnTo>
                  <a:pt x="953442" y="13673"/>
                </a:lnTo>
                <a:lnTo>
                  <a:pt x="932871" y="17287"/>
                </a:lnTo>
                <a:lnTo>
                  <a:pt x="913520" y="20356"/>
                </a:lnTo>
                <a:lnTo>
                  <a:pt x="869391" y="28390"/>
                </a:lnTo>
                <a:lnTo>
                  <a:pt x="860884" y="29977"/>
                </a:lnTo>
                <a:lnTo>
                  <a:pt x="847552" y="32603"/>
                </a:lnTo>
                <a:lnTo>
                  <a:pt x="838305" y="34900"/>
                </a:lnTo>
                <a:lnTo>
                  <a:pt x="832207" y="36429"/>
                </a:lnTo>
                <a:lnTo>
                  <a:pt x="828002" y="37691"/>
                </a:lnTo>
                <a:lnTo>
                  <a:pt x="822003" y="39332"/>
                </a:lnTo>
                <a:lnTo>
                  <a:pt x="789037" y="45901"/>
                </a:lnTo>
                <a:lnTo>
                  <a:pt x="782744" y="47117"/>
                </a:lnTo>
                <a:lnTo>
                  <a:pt x="774032" y="48799"/>
                </a:lnTo>
                <a:lnTo>
                  <a:pt x="764896" y="50581"/>
                </a:lnTo>
                <a:lnTo>
                  <a:pt x="749045" y="53670"/>
                </a:lnTo>
                <a:lnTo>
                  <a:pt x="738023" y="55829"/>
                </a:lnTo>
                <a:lnTo>
                  <a:pt x="728739" y="57289"/>
                </a:lnTo>
                <a:lnTo>
                  <a:pt x="711356" y="60917"/>
                </a:lnTo>
                <a:lnTo>
                  <a:pt x="697005" y="63784"/>
                </a:lnTo>
                <a:lnTo>
                  <a:pt x="678691" y="67964"/>
                </a:lnTo>
                <a:lnTo>
                  <a:pt x="657753" y="71932"/>
                </a:lnTo>
                <a:lnTo>
                  <a:pt x="655103" y="75879"/>
                </a:lnTo>
                <a:lnTo>
                  <a:pt x="629583" y="81255"/>
                </a:lnTo>
                <a:lnTo>
                  <a:pt x="629326" y="78753"/>
                </a:lnTo>
                <a:lnTo>
                  <a:pt x="613388" y="81114"/>
                </a:lnTo>
                <a:lnTo>
                  <a:pt x="613635" y="84133"/>
                </a:lnTo>
                <a:lnTo>
                  <a:pt x="596626" y="87406"/>
                </a:lnTo>
                <a:lnTo>
                  <a:pt x="579629" y="90470"/>
                </a:lnTo>
                <a:lnTo>
                  <a:pt x="561372" y="93406"/>
                </a:lnTo>
                <a:lnTo>
                  <a:pt x="539558" y="96784"/>
                </a:lnTo>
                <a:lnTo>
                  <a:pt x="536557" y="95366"/>
                </a:lnTo>
                <a:lnTo>
                  <a:pt x="489145" y="102665"/>
                </a:lnTo>
                <a:lnTo>
                  <a:pt x="488863" y="101306"/>
                </a:lnTo>
                <a:lnTo>
                  <a:pt x="451645" y="106220"/>
                </a:lnTo>
                <a:lnTo>
                  <a:pt x="441459" y="108287"/>
                </a:lnTo>
                <a:lnTo>
                  <a:pt x="441841" y="110066"/>
                </a:lnTo>
                <a:lnTo>
                  <a:pt x="437856" y="110497"/>
                </a:lnTo>
                <a:lnTo>
                  <a:pt x="427058" y="112033"/>
                </a:lnTo>
                <a:lnTo>
                  <a:pt x="403765" y="115687"/>
                </a:lnTo>
                <a:lnTo>
                  <a:pt x="383419" y="118996"/>
                </a:lnTo>
                <a:lnTo>
                  <a:pt x="362438" y="122073"/>
                </a:lnTo>
                <a:lnTo>
                  <a:pt x="362072" y="119886"/>
                </a:lnTo>
                <a:lnTo>
                  <a:pt x="327894" y="124448"/>
                </a:lnTo>
                <a:lnTo>
                  <a:pt x="320239" y="125526"/>
                </a:lnTo>
                <a:lnTo>
                  <a:pt x="312157" y="126912"/>
                </a:lnTo>
                <a:lnTo>
                  <a:pt x="303189" y="125991"/>
                </a:lnTo>
                <a:lnTo>
                  <a:pt x="271528" y="130199"/>
                </a:lnTo>
                <a:lnTo>
                  <a:pt x="271688" y="132172"/>
                </a:lnTo>
                <a:lnTo>
                  <a:pt x="267923" y="132508"/>
                </a:lnTo>
                <a:lnTo>
                  <a:pt x="268083" y="134491"/>
                </a:lnTo>
                <a:lnTo>
                  <a:pt x="247329" y="137164"/>
                </a:lnTo>
                <a:lnTo>
                  <a:pt x="228668" y="139665"/>
                </a:lnTo>
                <a:lnTo>
                  <a:pt x="223321" y="140384"/>
                </a:lnTo>
                <a:lnTo>
                  <a:pt x="213451" y="142249"/>
                </a:lnTo>
                <a:lnTo>
                  <a:pt x="205066" y="143211"/>
                </a:lnTo>
                <a:lnTo>
                  <a:pt x="195958" y="144058"/>
                </a:lnTo>
                <a:lnTo>
                  <a:pt x="189776" y="144441"/>
                </a:lnTo>
                <a:lnTo>
                  <a:pt x="174402" y="144943"/>
                </a:lnTo>
                <a:lnTo>
                  <a:pt x="168966" y="145034"/>
                </a:lnTo>
                <a:lnTo>
                  <a:pt x="158583" y="146470"/>
                </a:lnTo>
                <a:lnTo>
                  <a:pt x="150288" y="147952"/>
                </a:lnTo>
                <a:lnTo>
                  <a:pt x="142035" y="147882"/>
                </a:lnTo>
                <a:lnTo>
                  <a:pt x="111317" y="152100"/>
                </a:lnTo>
                <a:lnTo>
                  <a:pt x="111472" y="154291"/>
                </a:lnTo>
                <a:lnTo>
                  <a:pt x="51819" y="162412"/>
                </a:lnTo>
                <a:lnTo>
                  <a:pt x="50051" y="162010"/>
                </a:lnTo>
                <a:lnTo>
                  <a:pt x="48537" y="161714"/>
                </a:lnTo>
                <a:lnTo>
                  <a:pt x="46547" y="161834"/>
                </a:lnTo>
                <a:lnTo>
                  <a:pt x="45129" y="162166"/>
                </a:lnTo>
                <a:lnTo>
                  <a:pt x="43860" y="162811"/>
                </a:lnTo>
                <a:lnTo>
                  <a:pt x="43010" y="163519"/>
                </a:lnTo>
                <a:lnTo>
                  <a:pt x="19105" y="166640"/>
                </a:lnTo>
                <a:lnTo>
                  <a:pt x="6559" y="166786"/>
                </a:lnTo>
                <a:lnTo>
                  <a:pt x="549" y="167899"/>
                </a:lnTo>
                <a:lnTo>
                  <a:pt x="0" y="160497"/>
                </a:lnTo>
                <a:lnTo>
                  <a:pt x="898" y="160426"/>
                </a:lnTo>
                <a:lnTo>
                  <a:pt x="1276" y="164538"/>
                </a:lnTo>
                <a:lnTo>
                  <a:pt x="10867" y="163348"/>
                </a:lnTo>
                <a:lnTo>
                  <a:pt x="10358" y="160213"/>
                </a:lnTo>
                <a:lnTo>
                  <a:pt x="23675" y="158632"/>
                </a:lnTo>
                <a:lnTo>
                  <a:pt x="24038" y="160973"/>
                </a:lnTo>
                <a:lnTo>
                  <a:pt x="103161" y="149689"/>
                </a:lnTo>
                <a:lnTo>
                  <a:pt x="102712" y="146302"/>
                </a:lnTo>
                <a:lnTo>
                  <a:pt x="150337" y="139972"/>
                </a:lnTo>
                <a:lnTo>
                  <a:pt x="150725" y="142559"/>
                </a:lnTo>
                <a:lnTo>
                  <a:pt x="190572" y="136869"/>
                </a:lnTo>
                <a:lnTo>
                  <a:pt x="190857" y="138119"/>
                </a:lnTo>
                <a:lnTo>
                  <a:pt x="203122" y="136514"/>
                </a:lnTo>
                <a:lnTo>
                  <a:pt x="216436" y="134724"/>
                </a:lnTo>
                <a:lnTo>
                  <a:pt x="226180" y="134000"/>
                </a:lnTo>
                <a:lnTo>
                  <a:pt x="237601" y="132477"/>
                </a:lnTo>
                <a:lnTo>
                  <a:pt x="237440" y="130549"/>
                </a:lnTo>
                <a:lnTo>
                  <a:pt x="240368" y="130349"/>
                </a:lnTo>
                <a:lnTo>
                  <a:pt x="240251" y="128531"/>
                </a:lnTo>
                <a:lnTo>
                  <a:pt x="244704" y="128110"/>
                </a:lnTo>
                <a:lnTo>
                  <a:pt x="244925" y="130139"/>
                </a:lnTo>
                <a:lnTo>
                  <a:pt x="246286" y="129906"/>
                </a:lnTo>
                <a:lnTo>
                  <a:pt x="246614" y="131683"/>
                </a:lnTo>
                <a:lnTo>
                  <a:pt x="254681" y="130660"/>
                </a:lnTo>
                <a:lnTo>
                  <a:pt x="254242" y="126801"/>
                </a:lnTo>
                <a:lnTo>
                  <a:pt x="317140" y="118913"/>
                </a:lnTo>
                <a:lnTo>
                  <a:pt x="317415" y="120580"/>
                </a:lnTo>
                <a:lnTo>
                  <a:pt x="357475" y="114793"/>
                </a:lnTo>
                <a:lnTo>
                  <a:pt x="383375" y="111296"/>
                </a:lnTo>
                <a:lnTo>
                  <a:pt x="383556" y="112653"/>
                </a:lnTo>
                <a:lnTo>
                  <a:pt x="386173" y="112392"/>
                </a:lnTo>
                <a:lnTo>
                  <a:pt x="390472" y="111867"/>
                </a:lnTo>
                <a:lnTo>
                  <a:pt x="395611" y="111035"/>
                </a:lnTo>
                <a:lnTo>
                  <a:pt x="400654" y="110000"/>
                </a:lnTo>
                <a:lnTo>
                  <a:pt x="404215" y="109668"/>
                </a:lnTo>
                <a:lnTo>
                  <a:pt x="408504" y="109235"/>
                </a:lnTo>
                <a:lnTo>
                  <a:pt x="412392" y="108593"/>
                </a:lnTo>
                <a:lnTo>
                  <a:pt x="416166" y="107839"/>
                </a:lnTo>
                <a:lnTo>
                  <a:pt x="422357" y="107038"/>
                </a:lnTo>
                <a:lnTo>
                  <a:pt x="425807" y="106804"/>
                </a:lnTo>
                <a:lnTo>
                  <a:pt x="429261" y="106770"/>
                </a:lnTo>
                <a:lnTo>
                  <a:pt x="435740" y="106711"/>
                </a:lnTo>
                <a:lnTo>
                  <a:pt x="435781" y="104832"/>
                </a:lnTo>
                <a:lnTo>
                  <a:pt x="433607" y="104059"/>
                </a:lnTo>
                <a:lnTo>
                  <a:pt x="433529" y="102605"/>
                </a:lnTo>
                <a:lnTo>
                  <a:pt x="497285" y="93581"/>
                </a:lnTo>
                <a:lnTo>
                  <a:pt x="497665" y="95459"/>
                </a:lnTo>
                <a:lnTo>
                  <a:pt x="517590" y="92559"/>
                </a:lnTo>
                <a:lnTo>
                  <a:pt x="540764" y="89320"/>
                </a:lnTo>
                <a:lnTo>
                  <a:pt x="545662" y="89943"/>
                </a:lnTo>
                <a:lnTo>
                  <a:pt x="571047" y="86126"/>
                </a:lnTo>
                <a:lnTo>
                  <a:pt x="575991" y="84571"/>
                </a:lnTo>
                <a:lnTo>
                  <a:pt x="598865" y="80799"/>
                </a:lnTo>
                <a:lnTo>
                  <a:pt x="598403" y="77666"/>
                </a:lnTo>
                <a:lnTo>
                  <a:pt x="633583" y="70420"/>
                </a:lnTo>
                <a:lnTo>
                  <a:pt x="637064" y="71276"/>
                </a:lnTo>
                <a:lnTo>
                  <a:pt x="669414" y="64377"/>
                </a:lnTo>
                <a:lnTo>
                  <a:pt x="710349" y="55539"/>
                </a:lnTo>
                <a:lnTo>
                  <a:pt x="728070" y="51809"/>
                </a:lnTo>
                <a:lnTo>
                  <a:pt x="737684" y="49520"/>
                </a:lnTo>
                <a:lnTo>
                  <a:pt x="754167" y="46400"/>
                </a:lnTo>
                <a:lnTo>
                  <a:pt x="763508" y="47010"/>
                </a:lnTo>
                <a:lnTo>
                  <a:pt x="772858" y="45033"/>
                </a:lnTo>
                <a:lnTo>
                  <a:pt x="781886" y="43150"/>
                </a:lnTo>
                <a:lnTo>
                  <a:pt x="787977" y="41928"/>
                </a:lnTo>
                <a:lnTo>
                  <a:pt x="821683" y="35058"/>
                </a:lnTo>
                <a:lnTo>
                  <a:pt x="827256" y="33617"/>
                </a:lnTo>
                <a:lnTo>
                  <a:pt x="835251" y="31193"/>
                </a:lnTo>
                <a:lnTo>
                  <a:pt x="846185" y="28415"/>
                </a:lnTo>
                <a:lnTo>
                  <a:pt x="858675" y="25771"/>
                </a:lnTo>
                <a:lnTo>
                  <a:pt x="866634" y="22874"/>
                </a:lnTo>
                <a:lnTo>
                  <a:pt x="882704" y="19427"/>
                </a:lnTo>
                <a:lnTo>
                  <a:pt x="903851" y="15462"/>
                </a:lnTo>
                <a:lnTo>
                  <a:pt x="929644" y="11852"/>
                </a:lnTo>
                <a:lnTo>
                  <a:pt x="959572" y="5590"/>
                </a:lnTo>
                <a:lnTo>
                  <a:pt x="967017" y="4806"/>
                </a:lnTo>
                <a:lnTo>
                  <a:pt x="989992" y="0"/>
                </a:lnTo>
                <a:lnTo>
                  <a:pt x="989992" y="8200"/>
                </a:lnTo>
                <a:lnTo>
                  <a:pt x="974306" y="108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D559A-AD14-4EBC-A9BD-167AE379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3925797"/>
            <a:ext cx="1859438" cy="649790"/>
          </a:xfrm>
          <a:custGeom xmlns:a="http://schemas.openxmlformats.org/drawingml/2006/main">
            <a:pathLst>
              <a:path w="1859438" h="649790">
                <a:moveTo>
                  <a:pt x="1679" y="148480"/>
                </a:moveTo>
                <a:lnTo>
                  <a:pt x="2879" y="151003"/>
                </a:lnTo>
                <a:lnTo>
                  <a:pt x="3638" y="154452"/>
                </a:lnTo>
                <a:lnTo>
                  <a:pt x="4976" y="164886"/>
                </a:lnTo>
                <a:lnTo>
                  <a:pt x="5459" y="166667"/>
                </a:lnTo>
                <a:lnTo>
                  <a:pt x="6374" y="167931"/>
                </a:lnTo>
                <a:lnTo>
                  <a:pt x="7611" y="168793"/>
                </a:lnTo>
                <a:lnTo>
                  <a:pt x="9277" y="169248"/>
                </a:lnTo>
                <a:lnTo>
                  <a:pt x="34101" y="167087"/>
                </a:lnTo>
                <a:lnTo>
                  <a:pt x="90483" y="161043"/>
                </a:lnTo>
                <a:lnTo>
                  <a:pt x="107131" y="160156"/>
                </a:lnTo>
                <a:lnTo>
                  <a:pt x="124931" y="158676"/>
                </a:lnTo>
                <a:lnTo>
                  <a:pt x="139817" y="157133"/>
                </a:lnTo>
                <a:lnTo>
                  <a:pt x="146590" y="153323"/>
                </a:lnTo>
                <a:lnTo>
                  <a:pt x="173995" y="152889"/>
                </a:lnTo>
                <a:lnTo>
                  <a:pt x="185544" y="160215"/>
                </a:lnTo>
                <a:lnTo>
                  <a:pt x="259065" y="154746"/>
                </a:lnTo>
                <a:lnTo>
                  <a:pt x="274383" y="151968"/>
                </a:lnTo>
                <a:lnTo>
                  <a:pt x="280898" y="150649"/>
                </a:lnTo>
                <a:lnTo>
                  <a:pt x="303653" y="142931"/>
                </a:lnTo>
                <a:lnTo>
                  <a:pt x="307977" y="141256"/>
                </a:lnTo>
                <a:lnTo>
                  <a:pt x="309035" y="140662"/>
                </a:lnTo>
                <a:lnTo>
                  <a:pt x="311268" y="138731"/>
                </a:lnTo>
                <a:lnTo>
                  <a:pt x="312243" y="137300"/>
                </a:lnTo>
                <a:lnTo>
                  <a:pt x="312709" y="135222"/>
                </a:lnTo>
                <a:lnTo>
                  <a:pt x="322682" y="133362"/>
                </a:lnTo>
                <a:lnTo>
                  <a:pt x="323071" y="120596"/>
                </a:lnTo>
                <a:lnTo>
                  <a:pt x="328302" y="120275"/>
                </a:lnTo>
                <a:lnTo>
                  <a:pt x="333608" y="135680"/>
                </a:lnTo>
                <a:lnTo>
                  <a:pt x="334611" y="137582"/>
                </a:lnTo>
                <a:lnTo>
                  <a:pt x="335683" y="138849"/>
                </a:lnTo>
                <a:lnTo>
                  <a:pt x="336767" y="139554"/>
                </a:lnTo>
                <a:lnTo>
                  <a:pt x="337801" y="140039"/>
                </a:lnTo>
                <a:lnTo>
                  <a:pt x="339571" y="140387"/>
                </a:lnTo>
                <a:lnTo>
                  <a:pt x="387969" y="140721"/>
                </a:lnTo>
                <a:lnTo>
                  <a:pt x="393618" y="140537"/>
                </a:lnTo>
                <a:lnTo>
                  <a:pt x="398957" y="140236"/>
                </a:lnTo>
                <a:lnTo>
                  <a:pt x="404522" y="139214"/>
                </a:lnTo>
                <a:lnTo>
                  <a:pt x="448897" y="129300"/>
                </a:lnTo>
                <a:lnTo>
                  <a:pt x="453692" y="128225"/>
                </a:lnTo>
                <a:lnTo>
                  <a:pt x="456015" y="127132"/>
                </a:lnTo>
                <a:lnTo>
                  <a:pt x="457092" y="125694"/>
                </a:lnTo>
                <a:lnTo>
                  <a:pt x="457341" y="123929"/>
                </a:lnTo>
                <a:lnTo>
                  <a:pt x="474400" y="123159"/>
                </a:lnTo>
                <a:lnTo>
                  <a:pt x="480855" y="129229"/>
                </a:lnTo>
                <a:lnTo>
                  <a:pt x="525574" y="130626"/>
                </a:lnTo>
                <a:lnTo>
                  <a:pt x="552361" y="129551"/>
                </a:lnTo>
                <a:lnTo>
                  <a:pt x="586300" y="126962"/>
                </a:lnTo>
                <a:lnTo>
                  <a:pt x="593693" y="126507"/>
                </a:lnTo>
                <a:lnTo>
                  <a:pt x="606191" y="125736"/>
                </a:lnTo>
                <a:lnTo>
                  <a:pt x="636102" y="125138"/>
                </a:lnTo>
                <a:lnTo>
                  <a:pt x="649303" y="123974"/>
                </a:lnTo>
                <a:lnTo>
                  <a:pt x="702978" y="117241"/>
                </a:lnTo>
                <a:lnTo>
                  <a:pt x="710638" y="113868"/>
                </a:lnTo>
                <a:lnTo>
                  <a:pt x="727888" y="101861"/>
                </a:lnTo>
                <a:lnTo>
                  <a:pt x="736577" y="101325"/>
                </a:lnTo>
                <a:lnTo>
                  <a:pt x="755474" y="100286"/>
                </a:lnTo>
                <a:lnTo>
                  <a:pt x="758726" y="102018"/>
                </a:lnTo>
                <a:lnTo>
                  <a:pt x="761422" y="103121"/>
                </a:lnTo>
                <a:lnTo>
                  <a:pt x="765599" y="103213"/>
                </a:lnTo>
                <a:lnTo>
                  <a:pt x="770430" y="102274"/>
                </a:lnTo>
                <a:lnTo>
                  <a:pt x="770085" y="99153"/>
                </a:lnTo>
                <a:lnTo>
                  <a:pt x="774911" y="98423"/>
                </a:lnTo>
                <a:lnTo>
                  <a:pt x="775667" y="101980"/>
                </a:lnTo>
                <a:lnTo>
                  <a:pt x="865423" y="90206"/>
                </a:lnTo>
                <a:lnTo>
                  <a:pt x="879051" y="88425"/>
                </a:lnTo>
                <a:lnTo>
                  <a:pt x="891011" y="86608"/>
                </a:lnTo>
                <a:lnTo>
                  <a:pt x="951296" y="74189"/>
                </a:lnTo>
                <a:lnTo>
                  <a:pt x="954243" y="73109"/>
                </a:lnTo>
                <a:lnTo>
                  <a:pt x="955631" y="71995"/>
                </a:lnTo>
                <a:lnTo>
                  <a:pt x="956708" y="70557"/>
                </a:lnTo>
                <a:lnTo>
                  <a:pt x="957266" y="68908"/>
                </a:lnTo>
                <a:lnTo>
                  <a:pt x="957646" y="65793"/>
                </a:lnTo>
                <a:lnTo>
                  <a:pt x="957808" y="53731"/>
                </a:lnTo>
                <a:lnTo>
                  <a:pt x="981900" y="51860"/>
                </a:lnTo>
                <a:lnTo>
                  <a:pt x="984725" y="65967"/>
                </a:lnTo>
                <a:lnTo>
                  <a:pt x="985509" y="68272"/>
                </a:lnTo>
                <a:lnTo>
                  <a:pt x="987341" y="70400"/>
                </a:lnTo>
                <a:lnTo>
                  <a:pt x="990445" y="72130"/>
                </a:lnTo>
                <a:lnTo>
                  <a:pt x="994819" y="72852"/>
                </a:lnTo>
                <a:lnTo>
                  <a:pt x="1001710" y="73211"/>
                </a:lnTo>
                <a:lnTo>
                  <a:pt x="1030431" y="69989"/>
                </a:lnTo>
                <a:lnTo>
                  <a:pt x="1056194" y="68000"/>
                </a:lnTo>
                <a:lnTo>
                  <a:pt x="1069767" y="66526"/>
                </a:lnTo>
                <a:lnTo>
                  <a:pt x="1083023" y="65000"/>
                </a:lnTo>
                <a:lnTo>
                  <a:pt x="1107337" y="62199"/>
                </a:lnTo>
                <a:lnTo>
                  <a:pt x="1151162" y="56700"/>
                </a:lnTo>
                <a:lnTo>
                  <a:pt x="1169825" y="54193"/>
                </a:lnTo>
                <a:lnTo>
                  <a:pt x="1211104" y="50310"/>
                </a:lnTo>
                <a:lnTo>
                  <a:pt x="1218132" y="49419"/>
                </a:lnTo>
                <a:lnTo>
                  <a:pt x="1223561" y="49646"/>
                </a:lnTo>
                <a:lnTo>
                  <a:pt x="1229849" y="49057"/>
                </a:lnTo>
                <a:lnTo>
                  <a:pt x="1247048" y="46518"/>
                </a:lnTo>
                <a:lnTo>
                  <a:pt x="1250385" y="47217"/>
                </a:lnTo>
                <a:lnTo>
                  <a:pt x="1252767" y="48105"/>
                </a:lnTo>
                <a:lnTo>
                  <a:pt x="1255059" y="48463"/>
                </a:lnTo>
                <a:lnTo>
                  <a:pt x="1259351" y="48248"/>
                </a:lnTo>
                <a:lnTo>
                  <a:pt x="1276677" y="44877"/>
                </a:lnTo>
                <a:lnTo>
                  <a:pt x="1321152" y="38148"/>
                </a:lnTo>
                <a:lnTo>
                  <a:pt x="1330145" y="37926"/>
                </a:lnTo>
                <a:lnTo>
                  <a:pt x="1332451" y="37668"/>
                </a:lnTo>
                <a:lnTo>
                  <a:pt x="1334772" y="36674"/>
                </a:lnTo>
                <a:lnTo>
                  <a:pt x="1336789" y="35366"/>
                </a:lnTo>
                <a:lnTo>
                  <a:pt x="1338265" y="34880"/>
                </a:lnTo>
                <a:lnTo>
                  <a:pt x="1339947" y="34608"/>
                </a:lnTo>
                <a:lnTo>
                  <a:pt x="1341933" y="34334"/>
                </a:lnTo>
                <a:lnTo>
                  <a:pt x="1343622" y="33744"/>
                </a:lnTo>
                <a:lnTo>
                  <a:pt x="1345634" y="32644"/>
                </a:lnTo>
                <a:lnTo>
                  <a:pt x="1347126" y="31433"/>
                </a:lnTo>
                <a:lnTo>
                  <a:pt x="1349052" y="29287"/>
                </a:lnTo>
                <a:lnTo>
                  <a:pt x="1350139" y="27331"/>
                </a:lnTo>
                <a:lnTo>
                  <a:pt x="1350939" y="24235"/>
                </a:lnTo>
                <a:lnTo>
                  <a:pt x="1351328" y="20702"/>
                </a:lnTo>
                <a:lnTo>
                  <a:pt x="1351405" y="17163"/>
                </a:lnTo>
                <a:lnTo>
                  <a:pt x="1351061" y="4364"/>
                </a:lnTo>
                <a:lnTo>
                  <a:pt x="1363191" y="4002"/>
                </a:lnTo>
                <a:lnTo>
                  <a:pt x="1365649" y="11445"/>
                </a:lnTo>
                <a:lnTo>
                  <a:pt x="1367861" y="15443"/>
                </a:lnTo>
                <a:lnTo>
                  <a:pt x="1370903" y="19677"/>
                </a:lnTo>
                <a:lnTo>
                  <a:pt x="1374469" y="23813"/>
                </a:lnTo>
                <a:lnTo>
                  <a:pt x="1377037" y="26156"/>
                </a:lnTo>
                <a:lnTo>
                  <a:pt x="1378989" y="27443"/>
                </a:lnTo>
                <a:lnTo>
                  <a:pt x="1380339" y="28099"/>
                </a:lnTo>
                <a:lnTo>
                  <a:pt x="1382315" y="28659"/>
                </a:lnTo>
                <a:lnTo>
                  <a:pt x="1385752" y="29052"/>
                </a:lnTo>
                <a:lnTo>
                  <a:pt x="1402723" y="27652"/>
                </a:lnTo>
                <a:lnTo>
                  <a:pt x="1402825" y="32647"/>
                </a:lnTo>
                <a:lnTo>
                  <a:pt x="1433610" y="30195"/>
                </a:lnTo>
                <a:lnTo>
                  <a:pt x="1432899" y="24560"/>
                </a:lnTo>
                <a:lnTo>
                  <a:pt x="1449691" y="22801"/>
                </a:lnTo>
                <a:lnTo>
                  <a:pt x="1513381" y="16118"/>
                </a:lnTo>
                <a:lnTo>
                  <a:pt x="1517002" y="13073"/>
                </a:lnTo>
                <a:lnTo>
                  <a:pt x="1532451" y="14245"/>
                </a:lnTo>
                <a:lnTo>
                  <a:pt x="1532369" y="13000"/>
                </a:lnTo>
                <a:lnTo>
                  <a:pt x="1537907" y="13220"/>
                </a:lnTo>
                <a:lnTo>
                  <a:pt x="1541364" y="13087"/>
                </a:lnTo>
                <a:lnTo>
                  <a:pt x="1542932" y="13021"/>
                </a:lnTo>
                <a:lnTo>
                  <a:pt x="1569280" y="12760"/>
                </a:lnTo>
                <a:lnTo>
                  <a:pt x="1575374" y="11440"/>
                </a:lnTo>
                <a:lnTo>
                  <a:pt x="1606414" y="7322"/>
                </a:lnTo>
                <a:lnTo>
                  <a:pt x="1646062" y="1322"/>
                </a:lnTo>
                <a:lnTo>
                  <a:pt x="1646805" y="5505"/>
                </a:lnTo>
                <a:lnTo>
                  <a:pt x="1672808" y="2113"/>
                </a:lnTo>
                <a:lnTo>
                  <a:pt x="1733267" y="932"/>
                </a:lnTo>
                <a:lnTo>
                  <a:pt x="1741418" y="1109"/>
                </a:lnTo>
                <a:lnTo>
                  <a:pt x="1741757" y="4866"/>
                </a:lnTo>
                <a:lnTo>
                  <a:pt x="1758494" y="4186"/>
                </a:lnTo>
                <a:lnTo>
                  <a:pt x="1758350" y="1478"/>
                </a:lnTo>
                <a:lnTo>
                  <a:pt x="1771134" y="94"/>
                </a:lnTo>
                <a:lnTo>
                  <a:pt x="1771290" y="2594"/>
                </a:lnTo>
                <a:lnTo>
                  <a:pt x="1795765" y="2083"/>
                </a:lnTo>
                <a:lnTo>
                  <a:pt x="1795600" y="0"/>
                </a:lnTo>
                <a:lnTo>
                  <a:pt x="1800932" y="7"/>
                </a:lnTo>
                <a:lnTo>
                  <a:pt x="1800976" y="2614"/>
                </a:lnTo>
                <a:lnTo>
                  <a:pt x="1813316" y="2673"/>
                </a:lnTo>
                <a:lnTo>
                  <a:pt x="1813255" y="5477"/>
                </a:lnTo>
                <a:lnTo>
                  <a:pt x="1819842" y="5521"/>
                </a:lnTo>
                <a:lnTo>
                  <a:pt x="1819999" y="2928"/>
                </a:lnTo>
                <a:lnTo>
                  <a:pt x="1834133" y="6876"/>
                </a:lnTo>
                <a:lnTo>
                  <a:pt x="1834432" y="12493"/>
                </a:lnTo>
                <a:lnTo>
                  <a:pt x="1844696" y="12643"/>
                </a:lnTo>
                <a:lnTo>
                  <a:pt x="1848434" y="12797"/>
                </a:lnTo>
                <a:lnTo>
                  <a:pt x="1848519" y="27888"/>
                </a:lnTo>
                <a:lnTo>
                  <a:pt x="1850296" y="27927"/>
                </a:lnTo>
                <a:lnTo>
                  <a:pt x="1850753" y="40629"/>
                </a:lnTo>
                <a:lnTo>
                  <a:pt x="1859438" y="63179"/>
                </a:lnTo>
                <a:lnTo>
                  <a:pt x="1850954" y="66862"/>
                </a:lnTo>
                <a:lnTo>
                  <a:pt x="1839965" y="36963"/>
                </a:lnTo>
                <a:lnTo>
                  <a:pt x="1832406" y="18904"/>
                </a:lnTo>
                <a:lnTo>
                  <a:pt x="1830985" y="17212"/>
                </a:lnTo>
                <a:lnTo>
                  <a:pt x="1815994" y="9286"/>
                </a:lnTo>
                <a:lnTo>
                  <a:pt x="1814025" y="8408"/>
                </a:lnTo>
                <a:lnTo>
                  <a:pt x="1790477" y="4673"/>
                </a:lnTo>
                <a:lnTo>
                  <a:pt x="1787654" y="4721"/>
                </a:lnTo>
                <a:lnTo>
                  <a:pt x="1788007" y="7842"/>
                </a:lnTo>
                <a:lnTo>
                  <a:pt x="1756068" y="9962"/>
                </a:lnTo>
                <a:lnTo>
                  <a:pt x="1683626" y="14414"/>
                </a:lnTo>
                <a:lnTo>
                  <a:pt x="1594078" y="26410"/>
                </a:lnTo>
                <a:lnTo>
                  <a:pt x="1556464" y="34951"/>
                </a:lnTo>
                <a:lnTo>
                  <a:pt x="1531225" y="32603"/>
                </a:lnTo>
                <a:lnTo>
                  <a:pt x="1518481" y="31418"/>
                </a:lnTo>
                <a:lnTo>
                  <a:pt x="1508036" y="30982"/>
                </a:lnTo>
                <a:lnTo>
                  <a:pt x="1498192" y="31602"/>
                </a:lnTo>
                <a:lnTo>
                  <a:pt x="1431922" y="40771"/>
                </a:lnTo>
                <a:lnTo>
                  <a:pt x="1420654" y="39482"/>
                </a:lnTo>
                <a:lnTo>
                  <a:pt x="1398226" y="41907"/>
                </a:lnTo>
                <a:lnTo>
                  <a:pt x="1398556" y="46082"/>
                </a:lnTo>
                <a:lnTo>
                  <a:pt x="1364949" y="52839"/>
                </a:lnTo>
                <a:lnTo>
                  <a:pt x="1358661" y="53737"/>
                </a:lnTo>
                <a:lnTo>
                  <a:pt x="1354055" y="54054"/>
                </a:lnTo>
                <a:lnTo>
                  <a:pt x="1326412" y="55739"/>
                </a:lnTo>
                <a:lnTo>
                  <a:pt x="1310505" y="56645"/>
                </a:lnTo>
                <a:lnTo>
                  <a:pt x="1292277" y="58118"/>
                </a:lnTo>
                <a:lnTo>
                  <a:pt x="1274241" y="60430"/>
                </a:lnTo>
                <a:lnTo>
                  <a:pt x="1225954" y="64679"/>
                </a:lnTo>
                <a:lnTo>
                  <a:pt x="1218130" y="63782"/>
                </a:lnTo>
                <a:lnTo>
                  <a:pt x="1212195" y="62826"/>
                </a:lnTo>
                <a:lnTo>
                  <a:pt x="1204143" y="62750"/>
                </a:lnTo>
                <a:lnTo>
                  <a:pt x="1198072" y="63035"/>
                </a:lnTo>
                <a:lnTo>
                  <a:pt x="1192322" y="63219"/>
                </a:lnTo>
                <a:lnTo>
                  <a:pt x="1182673" y="64570"/>
                </a:lnTo>
                <a:lnTo>
                  <a:pt x="1153631" y="68203"/>
                </a:lnTo>
                <a:lnTo>
                  <a:pt x="1137813" y="69628"/>
                </a:lnTo>
                <a:lnTo>
                  <a:pt x="1120395" y="72571"/>
                </a:lnTo>
                <a:lnTo>
                  <a:pt x="1105802" y="75375"/>
                </a:lnTo>
                <a:lnTo>
                  <a:pt x="1093937" y="77513"/>
                </a:lnTo>
                <a:lnTo>
                  <a:pt x="1083135" y="79147"/>
                </a:lnTo>
                <a:lnTo>
                  <a:pt x="1076310" y="80351"/>
                </a:lnTo>
                <a:lnTo>
                  <a:pt x="1062790" y="81881"/>
                </a:lnTo>
                <a:lnTo>
                  <a:pt x="1055656" y="82969"/>
                </a:lnTo>
                <a:lnTo>
                  <a:pt x="1035070" y="87095"/>
                </a:lnTo>
                <a:lnTo>
                  <a:pt x="1022834" y="89797"/>
                </a:lnTo>
                <a:lnTo>
                  <a:pt x="1012188" y="93931"/>
                </a:lnTo>
                <a:lnTo>
                  <a:pt x="1006524" y="96985"/>
                </a:lnTo>
                <a:lnTo>
                  <a:pt x="1002972" y="99350"/>
                </a:lnTo>
                <a:lnTo>
                  <a:pt x="1000873" y="101909"/>
                </a:lnTo>
                <a:lnTo>
                  <a:pt x="998829" y="104461"/>
                </a:lnTo>
                <a:lnTo>
                  <a:pt x="997501" y="108182"/>
                </a:lnTo>
                <a:lnTo>
                  <a:pt x="997000" y="111812"/>
                </a:lnTo>
                <a:lnTo>
                  <a:pt x="996723" y="148421"/>
                </a:lnTo>
                <a:lnTo>
                  <a:pt x="997699" y="199412"/>
                </a:lnTo>
                <a:lnTo>
                  <a:pt x="997993" y="214834"/>
                </a:lnTo>
                <a:lnTo>
                  <a:pt x="1001596" y="260480"/>
                </a:lnTo>
                <a:lnTo>
                  <a:pt x="1003573" y="276693"/>
                </a:lnTo>
                <a:lnTo>
                  <a:pt x="1005848" y="295327"/>
                </a:lnTo>
                <a:lnTo>
                  <a:pt x="1006304" y="303345"/>
                </a:lnTo>
                <a:lnTo>
                  <a:pt x="1005608" y="325591"/>
                </a:lnTo>
                <a:lnTo>
                  <a:pt x="1003520" y="354053"/>
                </a:lnTo>
                <a:lnTo>
                  <a:pt x="1007060" y="378689"/>
                </a:lnTo>
                <a:lnTo>
                  <a:pt x="1010429" y="440046"/>
                </a:lnTo>
                <a:lnTo>
                  <a:pt x="1012691" y="465689"/>
                </a:lnTo>
                <a:lnTo>
                  <a:pt x="1017331" y="492736"/>
                </a:lnTo>
                <a:lnTo>
                  <a:pt x="1019425" y="506827"/>
                </a:lnTo>
                <a:lnTo>
                  <a:pt x="1022508" y="538108"/>
                </a:lnTo>
                <a:lnTo>
                  <a:pt x="1024449" y="564170"/>
                </a:lnTo>
                <a:lnTo>
                  <a:pt x="1026431" y="588346"/>
                </a:lnTo>
                <a:lnTo>
                  <a:pt x="1027587" y="607210"/>
                </a:lnTo>
                <a:lnTo>
                  <a:pt x="1028368" y="633556"/>
                </a:lnTo>
                <a:lnTo>
                  <a:pt x="1028848" y="649790"/>
                </a:lnTo>
                <a:lnTo>
                  <a:pt x="1018214" y="648305"/>
                </a:lnTo>
                <a:lnTo>
                  <a:pt x="1016187" y="607269"/>
                </a:lnTo>
                <a:lnTo>
                  <a:pt x="1020690" y="607059"/>
                </a:lnTo>
                <a:lnTo>
                  <a:pt x="1019319" y="593084"/>
                </a:lnTo>
                <a:lnTo>
                  <a:pt x="1018501" y="584486"/>
                </a:lnTo>
                <a:lnTo>
                  <a:pt x="1017447" y="573478"/>
                </a:lnTo>
                <a:lnTo>
                  <a:pt x="1015977" y="559401"/>
                </a:lnTo>
                <a:lnTo>
                  <a:pt x="1014721" y="549804"/>
                </a:lnTo>
                <a:lnTo>
                  <a:pt x="1014365" y="537521"/>
                </a:lnTo>
                <a:lnTo>
                  <a:pt x="1014347" y="519100"/>
                </a:lnTo>
                <a:lnTo>
                  <a:pt x="1010580" y="519127"/>
                </a:lnTo>
                <a:lnTo>
                  <a:pt x="1008375" y="495873"/>
                </a:lnTo>
                <a:lnTo>
                  <a:pt x="1005113" y="467811"/>
                </a:lnTo>
                <a:lnTo>
                  <a:pt x="1001578" y="442975"/>
                </a:lnTo>
                <a:lnTo>
                  <a:pt x="998322" y="420016"/>
                </a:lnTo>
                <a:lnTo>
                  <a:pt x="997004" y="398970"/>
                </a:lnTo>
                <a:lnTo>
                  <a:pt x="994521" y="378415"/>
                </a:lnTo>
                <a:lnTo>
                  <a:pt x="992390" y="356416"/>
                </a:lnTo>
                <a:lnTo>
                  <a:pt x="994290" y="326905"/>
                </a:lnTo>
                <a:lnTo>
                  <a:pt x="995617" y="304364"/>
                </a:lnTo>
                <a:lnTo>
                  <a:pt x="995558" y="297390"/>
                </a:lnTo>
                <a:lnTo>
                  <a:pt x="995080" y="290716"/>
                </a:lnTo>
                <a:lnTo>
                  <a:pt x="992119" y="273174"/>
                </a:lnTo>
                <a:lnTo>
                  <a:pt x="987540" y="243322"/>
                </a:lnTo>
                <a:lnTo>
                  <a:pt x="986461" y="225604"/>
                </a:lnTo>
                <a:lnTo>
                  <a:pt x="984262" y="192472"/>
                </a:lnTo>
                <a:lnTo>
                  <a:pt x="984831" y="176052"/>
                </a:lnTo>
                <a:lnTo>
                  <a:pt x="982277" y="149150"/>
                </a:lnTo>
                <a:lnTo>
                  <a:pt x="974770" y="109864"/>
                </a:lnTo>
                <a:lnTo>
                  <a:pt x="961109" y="103537"/>
                </a:lnTo>
                <a:lnTo>
                  <a:pt x="958510" y="102954"/>
                </a:lnTo>
                <a:lnTo>
                  <a:pt x="955793" y="102795"/>
                </a:lnTo>
                <a:lnTo>
                  <a:pt x="952750" y="103246"/>
                </a:lnTo>
                <a:lnTo>
                  <a:pt x="913416" y="113726"/>
                </a:lnTo>
                <a:lnTo>
                  <a:pt x="877426" y="124597"/>
                </a:lnTo>
                <a:lnTo>
                  <a:pt x="874815" y="119546"/>
                </a:lnTo>
                <a:lnTo>
                  <a:pt x="811648" y="126827"/>
                </a:lnTo>
                <a:lnTo>
                  <a:pt x="737641" y="135367"/>
                </a:lnTo>
                <a:lnTo>
                  <a:pt x="732263" y="135985"/>
                </a:lnTo>
                <a:lnTo>
                  <a:pt x="732974" y="141621"/>
                </a:lnTo>
                <a:lnTo>
                  <a:pt x="704667" y="145159"/>
                </a:lnTo>
                <a:lnTo>
                  <a:pt x="704171" y="139320"/>
                </a:lnTo>
                <a:lnTo>
                  <a:pt x="659709" y="145429"/>
                </a:lnTo>
                <a:lnTo>
                  <a:pt x="652795" y="146103"/>
                </a:lnTo>
                <a:lnTo>
                  <a:pt x="645468" y="146361"/>
                </a:lnTo>
                <a:lnTo>
                  <a:pt x="597515" y="144912"/>
                </a:lnTo>
                <a:lnTo>
                  <a:pt x="589366" y="144661"/>
                </a:lnTo>
                <a:lnTo>
                  <a:pt x="583975" y="144497"/>
                </a:lnTo>
                <a:lnTo>
                  <a:pt x="575618" y="146602"/>
                </a:lnTo>
                <a:lnTo>
                  <a:pt x="541777" y="154704"/>
                </a:lnTo>
                <a:lnTo>
                  <a:pt x="535682" y="156032"/>
                </a:lnTo>
                <a:lnTo>
                  <a:pt x="529184" y="156925"/>
                </a:lnTo>
                <a:lnTo>
                  <a:pt x="458287" y="157243"/>
                </a:lnTo>
                <a:lnTo>
                  <a:pt x="445943" y="157390"/>
                </a:lnTo>
                <a:lnTo>
                  <a:pt x="437568" y="157833"/>
                </a:lnTo>
                <a:lnTo>
                  <a:pt x="397317" y="162779"/>
                </a:lnTo>
                <a:lnTo>
                  <a:pt x="362104" y="166584"/>
                </a:lnTo>
                <a:lnTo>
                  <a:pt x="355589" y="167893"/>
                </a:lnTo>
                <a:lnTo>
                  <a:pt x="350950" y="169671"/>
                </a:lnTo>
                <a:lnTo>
                  <a:pt x="346723" y="171866"/>
                </a:lnTo>
                <a:lnTo>
                  <a:pt x="342914" y="173862"/>
                </a:lnTo>
                <a:lnTo>
                  <a:pt x="339507" y="176702"/>
                </a:lnTo>
                <a:lnTo>
                  <a:pt x="331000" y="190297"/>
                </a:lnTo>
                <a:lnTo>
                  <a:pt x="329565" y="193498"/>
                </a:lnTo>
                <a:lnTo>
                  <a:pt x="329239" y="196659"/>
                </a:lnTo>
                <a:lnTo>
                  <a:pt x="331691" y="241972"/>
                </a:lnTo>
                <a:lnTo>
                  <a:pt x="332961" y="260521"/>
                </a:lnTo>
                <a:lnTo>
                  <a:pt x="333668" y="268807"/>
                </a:lnTo>
                <a:lnTo>
                  <a:pt x="334877" y="283033"/>
                </a:lnTo>
                <a:lnTo>
                  <a:pt x="336209" y="298361"/>
                </a:lnTo>
                <a:lnTo>
                  <a:pt x="326348" y="290128"/>
                </a:lnTo>
                <a:lnTo>
                  <a:pt x="322422" y="264348"/>
                </a:lnTo>
                <a:lnTo>
                  <a:pt x="322123" y="244576"/>
                </a:lnTo>
                <a:lnTo>
                  <a:pt x="319289" y="183231"/>
                </a:lnTo>
                <a:lnTo>
                  <a:pt x="318495" y="181026"/>
                </a:lnTo>
                <a:lnTo>
                  <a:pt x="316959" y="179639"/>
                </a:lnTo>
                <a:lnTo>
                  <a:pt x="314479" y="178232"/>
                </a:lnTo>
                <a:lnTo>
                  <a:pt x="311257" y="177644"/>
                </a:lnTo>
                <a:lnTo>
                  <a:pt x="261073" y="177270"/>
                </a:lnTo>
                <a:lnTo>
                  <a:pt x="194888" y="182064"/>
                </a:lnTo>
                <a:lnTo>
                  <a:pt x="148807" y="185838"/>
                </a:lnTo>
                <a:lnTo>
                  <a:pt x="104771" y="191318"/>
                </a:lnTo>
                <a:lnTo>
                  <a:pt x="66043" y="192964"/>
                </a:lnTo>
                <a:lnTo>
                  <a:pt x="44232" y="196026"/>
                </a:lnTo>
                <a:lnTo>
                  <a:pt x="27458" y="198364"/>
                </a:lnTo>
                <a:lnTo>
                  <a:pt x="0" y="202229"/>
                </a:lnTo>
                <a:lnTo>
                  <a:pt x="0" y="146840"/>
                </a:lnTo>
                <a:lnTo>
                  <a:pt x="1679" y="1484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3E52D-B8DC-405B-9142-8CE9D3CE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99" y="2886919"/>
            <a:ext cx="51675" cy="22403"/>
          </a:xfrm>
          <a:custGeom xmlns:a="http://schemas.openxmlformats.org/drawingml/2006/main">
            <a:pathLst>
              <a:path w="51675" h="22403">
                <a:moveTo>
                  <a:pt x="11544" y="2414"/>
                </a:moveTo>
                <a:lnTo>
                  <a:pt x="11539" y="2686"/>
                </a:lnTo>
                <a:lnTo>
                  <a:pt x="11533" y="2958"/>
                </a:lnTo>
                <a:lnTo>
                  <a:pt x="11566" y="3231"/>
                </a:lnTo>
                <a:lnTo>
                  <a:pt x="11717" y="3453"/>
                </a:lnTo>
                <a:lnTo>
                  <a:pt x="11964" y="3576"/>
                </a:lnTo>
                <a:lnTo>
                  <a:pt x="12244" y="3573"/>
                </a:lnTo>
                <a:lnTo>
                  <a:pt x="12516" y="3633"/>
                </a:lnTo>
                <a:lnTo>
                  <a:pt x="12787" y="3712"/>
                </a:lnTo>
                <a:lnTo>
                  <a:pt x="13001" y="3889"/>
                </a:lnTo>
                <a:lnTo>
                  <a:pt x="13184" y="4102"/>
                </a:lnTo>
                <a:lnTo>
                  <a:pt x="13240" y="4375"/>
                </a:lnTo>
                <a:lnTo>
                  <a:pt x="13211" y="4629"/>
                </a:lnTo>
                <a:lnTo>
                  <a:pt x="13151" y="4891"/>
                </a:lnTo>
                <a:lnTo>
                  <a:pt x="13223" y="5165"/>
                </a:lnTo>
                <a:lnTo>
                  <a:pt x="13390" y="5377"/>
                </a:lnTo>
                <a:lnTo>
                  <a:pt x="13478" y="5651"/>
                </a:lnTo>
                <a:lnTo>
                  <a:pt x="13480" y="5915"/>
                </a:lnTo>
                <a:lnTo>
                  <a:pt x="13544" y="6170"/>
                </a:lnTo>
                <a:lnTo>
                  <a:pt x="13629" y="6581"/>
                </a:lnTo>
                <a:lnTo>
                  <a:pt x="13647" y="6844"/>
                </a:lnTo>
                <a:lnTo>
                  <a:pt x="13743" y="7101"/>
                </a:lnTo>
                <a:lnTo>
                  <a:pt x="13909" y="7331"/>
                </a:lnTo>
                <a:lnTo>
                  <a:pt x="14100" y="7526"/>
                </a:lnTo>
                <a:lnTo>
                  <a:pt x="14203" y="7791"/>
                </a:lnTo>
                <a:lnTo>
                  <a:pt x="14315" y="8039"/>
                </a:lnTo>
                <a:lnTo>
                  <a:pt x="14402" y="8304"/>
                </a:lnTo>
                <a:lnTo>
                  <a:pt x="14562" y="8507"/>
                </a:lnTo>
                <a:lnTo>
                  <a:pt x="14800" y="8685"/>
                </a:lnTo>
                <a:lnTo>
                  <a:pt x="15014" y="8871"/>
                </a:lnTo>
                <a:lnTo>
                  <a:pt x="15220" y="9057"/>
                </a:lnTo>
                <a:lnTo>
                  <a:pt x="15427" y="9243"/>
                </a:lnTo>
                <a:lnTo>
                  <a:pt x="15585" y="9474"/>
                </a:lnTo>
                <a:lnTo>
                  <a:pt x="15807" y="9660"/>
                </a:lnTo>
                <a:lnTo>
                  <a:pt x="17066" y="10595"/>
                </a:lnTo>
                <a:lnTo>
                  <a:pt x="22348" y="9983"/>
                </a:lnTo>
                <a:lnTo>
                  <a:pt x="22622" y="9944"/>
                </a:lnTo>
                <a:lnTo>
                  <a:pt x="22888" y="9886"/>
                </a:lnTo>
                <a:lnTo>
                  <a:pt x="23146" y="9828"/>
                </a:lnTo>
                <a:lnTo>
                  <a:pt x="23421" y="9752"/>
                </a:lnTo>
                <a:lnTo>
                  <a:pt x="23673" y="9649"/>
                </a:lnTo>
                <a:lnTo>
                  <a:pt x="23925" y="9518"/>
                </a:lnTo>
                <a:lnTo>
                  <a:pt x="24139" y="9359"/>
                </a:lnTo>
                <a:lnTo>
                  <a:pt x="24284" y="9135"/>
                </a:lnTo>
                <a:lnTo>
                  <a:pt x="24344" y="8891"/>
                </a:lnTo>
                <a:lnTo>
                  <a:pt x="24389" y="8620"/>
                </a:lnTo>
                <a:lnTo>
                  <a:pt x="24449" y="8358"/>
                </a:lnTo>
                <a:lnTo>
                  <a:pt x="24462" y="8113"/>
                </a:lnTo>
                <a:lnTo>
                  <a:pt x="24522" y="7851"/>
                </a:lnTo>
                <a:lnTo>
                  <a:pt x="24590" y="7599"/>
                </a:lnTo>
                <a:lnTo>
                  <a:pt x="24681" y="7355"/>
                </a:lnTo>
                <a:lnTo>
                  <a:pt x="24811" y="7104"/>
                </a:lnTo>
                <a:lnTo>
                  <a:pt x="24933" y="6880"/>
                </a:lnTo>
                <a:lnTo>
                  <a:pt x="25055" y="6619"/>
                </a:lnTo>
                <a:lnTo>
                  <a:pt x="25224" y="6387"/>
                </a:lnTo>
                <a:lnTo>
                  <a:pt x="25393" y="6172"/>
                </a:lnTo>
                <a:lnTo>
                  <a:pt x="25514" y="5948"/>
                </a:lnTo>
                <a:lnTo>
                  <a:pt x="25613" y="5696"/>
                </a:lnTo>
                <a:lnTo>
                  <a:pt x="25660" y="5316"/>
                </a:lnTo>
                <a:lnTo>
                  <a:pt x="25798" y="5101"/>
                </a:lnTo>
                <a:lnTo>
                  <a:pt x="25997" y="4887"/>
                </a:lnTo>
                <a:lnTo>
                  <a:pt x="26196" y="4692"/>
                </a:lnTo>
                <a:lnTo>
                  <a:pt x="26425" y="4551"/>
                </a:lnTo>
                <a:lnTo>
                  <a:pt x="26677" y="4430"/>
                </a:lnTo>
                <a:lnTo>
                  <a:pt x="26915" y="4253"/>
                </a:lnTo>
                <a:lnTo>
                  <a:pt x="27076" y="4021"/>
                </a:lnTo>
                <a:lnTo>
                  <a:pt x="27276" y="3780"/>
                </a:lnTo>
                <a:lnTo>
                  <a:pt x="27512" y="3685"/>
                </a:lnTo>
                <a:lnTo>
                  <a:pt x="27786" y="3609"/>
                </a:lnTo>
                <a:lnTo>
                  <a:pt x="28031" y="3460"/>
                </a:lnTo>
                <a:lnTo>
                  <a:pt x="28231" y="3238"/>
                </a:lnTo>
                <a:lnTo>
                  <a:pt x="28391" y="3023"/>
                </a:lnTo>
                <a:lnTo>
                  <a:pt x="28591" y="2819"/>
                </a:lnTo>
                <a:lnTo>
                  <a:pt x="28820" y="2660"/>
                </a:lnTo>
                <a:lnTo>
                  <a:pt x="29094" y="2612"/>
                </a:lnTo>
                <a:lnTo>
                  <a:pt x="29352" y="2599"/>
                </a:lnTo>
                <a:lnTo>
                  <a:pt x="29624" y="2632"/>
                </a:lnTo>
                <a:lnTo>
                  <a:pt x="29887" y="2702"/>
                </a:lnTo>
                <a:lnTo>
                  <a:pt x="30159" y="2762"/>
                </a:lnTo>
                <a:lnTo>
                  <a:pt x="30422" y="2822"/>
                </a:lnTo>
                <a:lnTo>
                  <a:pt x="30678" y="2918"/>
                </a:lnTo>
                <a:lnTo>
                  <a:pt x="30924" y="3051"/>
                </a:lnTo>
                <a:lnTo>
                  <a:pt x="31155" y="3201"/>
                </a:lnTo>
                <a:lnTo>
                  <a:pt x="31443" y="3207"/>
                </a:lnTo>
                <a:lnTo>
                  <a:pt x="31716" y="3222"/>
                </a:lnTo>
                <a:lnTo>
                  <a:pt x="31994" y="3301"/>
                </a:lnTo>
                <a:lnTo>
                  <a:pt x="32234" y="3406"/>
                </a:lnTo>
                <a:lnTo>
                  <a:pt x="32432" y="3601"/>
                </a:lnTo>
                <a:lnTo>
                  <a:pt x="32591" y="3840"/>
                </a:lnTo>
                <a:lnTo>
                  <a:pt x="33107" y="4124"/>
                </a:lnTo>
                <a:lnTo>
                  <a:pt x="33354" y="4220"/>
                </a:lnTo>
                <a:lnTo>
                  <a:pt x="33577" y="4388"/>
                </a:lnTo>
                <a:lnTo>
                  <a:pt x="33712" y="4609"/>
                </a:lnTo>
                <a:lnTo>
                  <a:pt x="33738" y="4873"/>
                </a:lnTo>
                <a:lnTo>
                  <a:pt x="33662" y="5126"/>
                </a:lnTo>
                <a:lnTo>
                  <a:pt x="33671" y="5416"/>
                </a:lnTo>
                <a:lnTo>
                  <a:pt x="33822" y="5637"/>
                </a:lnTo>
                <a:lnTo>
                  <a:pt x="34079" y="5679"/>
                </a:lnTo>
                <a:lnTo>
                  <a:pt x="34360" y="5658"/>
                </a:lnTo>
                <a:lnTo>
                  <a:pt x="34617" y="5646"/>
                </a:lnTo>
                <a:lnTo>
                  <a:pt x="34891" y="5624"/>
                </a:lnTo>
                <a:lnTo>
                  <a:pt x="35157" y="5585"/>
                </a:lnTo>
                <a:lnTo>
                  <a:pt x="35429" y="5609"/>
                </a:lnTo>
                <a:lnTo>
                  <a:pt x="35700" y="5705"/>
                </a:lnTo>
                <a:lnTo>
                  <a:pt x="35882" y="5918"/>
                </a:lnTo>
                <a:lnTo>
                  <a:pt x="36009" y="6166"/>
                </a:lnTo>
                <a:lnTo>
                  <a:pt x="36200" y="6352"/>
                </a:lnTo>
                <a:lnTo>
                  <a:pt x="36431" y="6502"/>
                </a:lnTo>
                <a:lnTo>
                  <a:pt x="36645" y="6670"/>
                </a:lnTo>
                <a:lnTo>
                  <a:pt x="36749" y="6935"/>
                </a:lnTo>
                <a:lnTo>
                  <a:pt x="36711" y="7225"/>
                </a:lnTo>
                <a:lnTo>
                  <a:pt x="37504" y="7696"/>
                </a:lnTo>
                <a:lnTo>
                  <a:pt x="37547" y="7861"/>
                </a:lnTo>
                <a:lnTo>
                  <a:pt x="37495" y="8123"/>
                </a:lnTo>
                <a:lnTo>
                  <a:pt x="37411" y="8366"/>
                </a:lnTo>
                <a:lnTo>
                  <a:pt x="37297" y="8609"/>
                </a:lnTo>
                <a:lnTo>
                  <a:pt x="37229" y="8889"/>
                </a:lnTo>
                <a:lnTo>
                  <a:pt x="37239" y="9143"/>
                </a:lnTo>
                <a:lnTo>
                  <a:pt x="37203" y="9351"/>
                </a:lnTo>
                <a:lnTo>
                  <a:pt x="37213" y="9615"/>
                </a:lnTo>
                <a:lnTo>
                  <a:pt x="37230" y="9887"/>
                </a:lnTo>
                <a:lnTo>
                  <a:pt x="37264" y="10142"/>
                </a:lnTo>
                <a:lnTo>
                  <a:pt x="37486" y="10338"/>
                </a:lnTo>
                <a:lnTo>
                  <a:pt x="37613" y="10567"/>
                </a:lnTo>
                <a:lnTo>
                  <a:pt x="37764" y="10798"/>
                </a:lnTo>
                <a:lnTo>
                  <a:pt x="37963" y="10993"/>
                </a:lnTo>
                <a:lnTo>
                  <a:pt x="38106" y="11232"/>
                </a:lnTo>
                <a:lnTo>
                  <a:pt x="38193" y="11506"/>
                </a:lnTo>
                <a:lnTo>
                  <a:pt x="38211" y="11770"/>
                </a:lnTo>
                <a:lnTo>
                  <a:pt x="38221" y="12024"/>
                </a:lnTo>
                <a:lnTo>
                  <a:pt x="38262" y="12288"/>
                </a:lnTo>
                <a:lnTo>
                  <a:pt x="38526" y="12321"/>
                </a:lnTo>
                <a:lnTo>
                  <a:pt x="38799" y="12327"/>
                </a:lnTo>
                <a:lnTo>
                  <a:pt x="39046" y="12432"/>
                </a:lnTo>
                <a:lnTo>
                  <a:pt x="39277" y="12574"/>
                </a:lnTo>
                <a:lnTo>
                  <a:pt x="39483" y="12760"/>
                </a:lnTo>
                <a:lnTo>
                  <a:pt x="39730" y="12892"/>
                </a:lnTo>
                <a:lnTo>
                  <a:pt x="40017" y="12953"/>
                </a:lnTo>
                <a:lnTo>
                  <a:pt x="40277" y="12849"/>
                </a:lnTo>
                <a:lnTo>
                  <a:pt x="40513" y="12736"/>
                </a:lnTo>
                <a:lnTo>
                  <a:pt x="40779" y="12670"/>
                </a:lnTo>
                <a:lnTo>
                  <a:pt x="41053" y="12612"/>
                </a:lnTo>
                <a:lnTo>
                  <a:pt x="41319" y="12590"/>
                </a:lnTo>
                <a:lnTo>
                  <a:pt x="41615" y="12579"/>
                </a:lnTo>
                <a:lnTo>
                  <a:pt x="42004" y="12605"/>
                </a:lnTo>
                <a:lnTo>
                  <a:pt x="42283" y="12684"/>
                </a:lnTo>
                <a:lnTo>
                  <a:pt x="42570" y="12745"/>
                </a:lnTo>
                <a:lnTo>
                  <a:pt x="42844" y="12723"/>
                </a:lnTo>
                <a:lnTo>
                  <a:pt x="43103" y="12611"/>
                </a:lnTo>
                <a:lnTo>
                  <a:pt x="43356" y="12462"/>
                </a:lnTo>
                <a:lnTo>
                  <a:pt x="43594" y="12295"/>
                </a:lnTo>
                <a:lnTo>
                  <a:pt x="43875" y="12264"/>
                </a:lnTo>
                <a:lnTo>
                  <a:pt x="44147" y="12298"/>
                </a:lnTo>
                <a:lnTo>
                  <a:pt x="44419" y="12340"/>
                </a:lnTo>
                <a:lnTo>
                  <a:pt x="44677" y="12318"/>
                </a:lnTo>
                <a:lnTo>
                  <a:pt x="44958" y="12261"/>
                </a:lnTo>
                <a:lnTo>
                  <a:pt x="45249" y="12176"/>
                </a:lnTo>
                <a:lnTo>
                  <a:pt x="45493" y="12063"/>
                </a:lnTo>
                <a:lnTo>
                  <a:pt x="45737" y="11932"/>
                </a:lnTo>
                <a:lnTo>
                  <a:pt x="45981" y="11820"/>
                </a:lnTo>
                <a:lnTo>
                  <a:pt x="46248" y="11735"/>
                </a:lnTo>
                <a:lnTo>
                  <a:pt x="46507" y="11659"/>
                </a:lnTo>
                <a:lnTo>
                  <a:pt x="46795" y="11656"/>
                </a:lnTo>
                <a:lnTo>
                  <a:pt x="47074" y="11734"/>
                </a:lnTo>
                <a:lnTo>
                  <a:pt x="47329" y="11858"/>
                </a:lnTo>
                <a:lnTo>
                  <a:pt x="47616" y="11900"/>
                </a:lnTo>
                <a:lnTo>
                  <a:pt x="47875" y="11833"/>
                </a:lnTo>
                <a:lnTo>
                  <a:pt x="48158" y="11749"/>
                </a:lnTo>
                <a:lnTo>
                  <a:pt x="48416" y="11673"/>
                </a:lnTo>
                <a:lnTo>
                  <a:pt x="48683" y="11579"/>
                </a:lnTo>
                <a:lnTo>
                  <a:pt x="48882" y="11401"/>
                </a:lnTo>
                <a:lnTo>
                  <a:pt x="48989" y="11158"/>
                </a:lnTo>
                <a:lnTo>
                  <a:pt x="49049" y="10896"/>
                </a:lnTo>
                <a:lnTo>
                  <a:pt x="49187" y="10663"/>
                </a:lnTo>
                <a:lnTo>
                  <a:pt x="49385" y="10477"/>
                </a:lnTo>
                <a:lnTo>
                  <a:pt x="49562" y="10245"/>
                </a:lnTo>
                <a:lnTo>
                  <a:pt x="49646" y="9974"/>
                </a:lnTo>
                <a:lnTo>
                  <a:pt x="49729" y="9731"/>
                </a:lnTo>
                <a:lnTo>
                  <a:pt x="49913" y="9508"/>
                </a:lnTo>
                <a:lnTo>
                  <a:pt x="50089" y="9294"/>
                </a:lnTo>
                <a:lnTo>
                  <a:pt x="50227" y="9061"/>
                </a:lnTo>
                <a:lnTo>
                  <a:pt x="50310" y="8799"/>
                </a:lnTo>
                <a:lnTo>
                  <a:pt x="50378" y="8547"/>
                </a:lnTo>
                <a:lnTo>
                  <a:pt x="50570" y="8342"/>
                </a:lnTo>
                <a:lnTo>
                  <a:pt x="50844" y="8284"/>
                </a:lnTo>
                <a:lnTo>
                  <a:pt x="51075" y="8416"/>
                </a:lnTo>
                <a:lnTo>
                  <a:pt x="51225" y="8656"/>
                </a:lnTo>
                <a:lnTo>
                  <a:pt x="51298" y="8911"/>
                </a:lnTo>
                <a:lnTo>
                  <a:pt x="51331" y="9175"/>
                </a:lnTo>
                <a:lnTo>
                  <a:pt x="51341" y="9448"/>
                </a:lnTo>
                <a:lnTo>
                  <a:pt x="51389" y="9721"/>
                </a:lnTo>
                <a:lnTo>
                  <a:pt x="51540" y="9961"/>
                </a:lnTo>
                <a:lnTo>
                  <a:pt x="51591" y="10116"/>
                </a:lnTo>
                <a:lnTo>
                  <a:pt x="51648" y="10381"/>
                </a:lnTo>
                <a:lnTo>
                  <a:pt x="51665" y="10653"/>
                </a:lnTo>
                <a:lnTo>
                  <a:pt x="51675" y="10926"/>
                </a:lnTo>
                <a:lnTo>
                  <a:pt x="51669" y="11198"/>
                </a:lnTo>
                <a:lnTo>
                  <a:pt x="51647" y="11488"/>
                </a:lnTo>
                <a:lnTo>
                  <a:pt x="51603" y="11760"/>
                </a:lnTo>
                <a:lnTo>
                  <a:pt x="51457" y="11984"/>
                </a:lnTo>
                <a:lnTo>
                  <a:pt x="51305" y="12207"/>
                </a:lnTo>
                <a:lnTo>
                  <a:pt x="51252" y="12478"/>
                </a:lnTo>
                <a:lnTo>
                  <a:pt x="51246" y="12742"/>
                </a:lnTo>
                <a:lnTo>
                  <a:pt x="51240" y="13014"/>
                </a:lnTo>
                <a:lnTo>
                  <a:pt x="51157" y="13266"/>
                </a:lnTo>
                <a:lnTo>
                  <a:pt x="51121" y="13501"/>
                </a:lnTo>
                <a:lnTo>
                  <a:pt x="51115" y="13765"/>
                </a:lnTo>
                <a:lnTo>
                  <a:pt x="51109" y="14019"/>
                </a:lnTo>
                <a:lnTo>
                  <a:pt x="51080" y="14281"/>
                </a:lnTo>
                <a:lnTo>
                  <a:pt x="51012" y="14543"/>
                </a:lnTo>
                <a:lnTo>
                  <a:pt x="50898" y="14786"/>
                </a:lnTo>
                <a:lnTo>
                  <a:pt x="50791" y="15029"/>
                </a:lnTo>
                <a:lnTo>
                  <a:pt x="50708" y="15290"/>
                </a:lnTo>
                <a:lnTo>
                  <a:pt x="50647" y="15561"/>
                </a:lnTo>
                <a:lnTo>
                  <a:pt x="50626" y="15815"/>
                </a:lnTo>
                <a:lnTo>
                  <a:pt x="50660" y="16079"/>
                </a:lnTo>
                <a:lnTo>
                  <a:pt x="50654" y="16342"/>
                </a:lnTo>
                <a:lnTo>
                  <a:pt x="50641" y="16596"/>
                </a:lnTo>
                <a:lnTo>
                  <a:pt x="50580" y="16858"/>
                </a:lnTo>
                <a:lnTo>
                  <a:pt x="50512" y="17120"/>
                </a:lnTo>
                <a:lnTo>
                  <a:pt x="50452" y="17373"/>
                </a:lnTo>
                <a:lnTo>
                  <a:pt x="50446" y="17663"/>
                </a:lnTo>
                <a:lnTo>
                  <a:pt x="50308" y="17905"/>
                </a:lnTo>
                <a:lnTo>
                  <a:pt x="50240" y="18167"/>
                </a:lnTo>
                <a:lnTo>
                  <a:pt x="50258" y="18440"/>
                </a:lnTo>
                <a:lnTo>
                  <a:pt x="50227" y="18766"/>
                </a:lnTo>
                <a:lnTo>
                  <a:pt x="50167" y="19019"/>
                </a:lnTo>
                <a:lnTo>
                  <a:pt x="50161" y="19291"/>
                </a:lnTo>
                <a:lnTo>
                  <a:pt x="50171" y="19555"/>
                </a:lnTo>
                <a:lnTo>
                  <a:pt x="50150" y="19827"/>
                </a:lnTo>
                <a:lnTo>
                  <a:pt x="50082" y="20088"/>
                </a:lnTo>
                <a:lnTo>
                  <a:pt x="49928" y="20330"/>
                </a:lnTo>
                <a:lnTo>
                  <a:pt x="49753" y="20517"/>
                </a:lnTo>
                <a:lnTo>
                  <a:pt x="49547" y="20685"/>
                </a:lnTo>
                <a:lnTo>
                  <a:pt x="49333" y="20835"/>
                </a:lnTo>
                <a:lnTo>
                  <a:pt x="49095" y="21002"/>
                </a:lnTo>
                <a:lnTo>
                  <a:pt x="48866" y="21152"/>
                </a:lnTo>
                <a:lnTo>
                  <a:pt x="48614" y="21264"/>
                </a:lnTo>
                <a:lnTo>
                  <a:pt x="48379" y="21350"/>
                </a:lnTo>
                <a:lnTo>
                  <a:pt x="48128" y="21417"/>
                </a:lnTo>
                <a:lnTo>
                  <a:pt x="47892" y="21503"/>
                </a:lnTo>
                <a:lnTo>
                  <a:pt x="47655" y="21643"/>
                </a:lnTo>
                <a:lnTo>
                  <a:pt x="47425" y="21810"/>
                </a:lnTo>
                <a:lnTo>
                  <a:pt x="47212" y="21960"/>
                </a:lnTo>
                <a:lnTo>
                  <a:pt x="46975" y="22082"/>
                </a:lnTo>
                <a:lnTo>
                  <a:pt x="46725" y="22131"/>
                </a:lnTo>
                <a:lnTo>
                  <a:pt x="46466" y="22207"/>
                </a:lnTo>
                <a:lnTo>
                  <a:pt x="46215" y="22293"/>
                </a:lnTo>
                <a:lnTo>
                  <a:pt x="45956" y="22360"/>
                </a:lnTo>
                <a:lnTo>
                  <a:pt x="45690" y="22399"/>
                </a:lnTo>
                <a:lnTo>
                  <a:pt x="45441" y="22403"/>
                </a:lnTo>
                <a:lnTo>
                  <a:pt x="45193" y="22316"/>
                </a:lnTo>
                <a:lnTo>
                  <a:pt x="44962" y="22175"/>
                </a:lnTo>
                <a:lnTo>
                  <a:pt x="44755" y="22034"/>
                </a:lnTo>
                <a:lnTo>
                  <a:pt x="44499" y="21956"/>
                </a:lnTo>
                <a:lnTo>
                  <a:pt x="44235" y="21932"/>
                </a:lnTo>
                <a:lnTo>
                  <a:pt x="43962" y="21944"/>
                </a:lnTo>
                <a:lnTo>
                  <a:pt x="43704" y="21948"/>
                </a:lnTo>
                <a:lnTo>
                  <a:pt x="43456" y="21915"/>
                </a:lnTo>
                <a:lnTo>
                  <a:pt x="43232" y="21811"/>
                </a:lnTo>
                <a:lnTo>
                  <a:pt x="43001" y="21687"/>
                </a:lnTo>
                <a:lnTo>
                  <a:pt x="42785" y="21565"/>
                </a:lnTo>
                <a:lnTo>
                  <a:pt x="42578" y="21415"/>
                </a:lnTo>
                <a:lnTo>
                  <a:pt x="42355" y="21283"/>
                </a:lnTo>
                <a:lnTo>
                  <a:pt x="42099" y="21223"/>
                </a:lnTo>
                <a:lnTo>
                  <a:pt x="41835" y="21172"/>
                </a:lnTo>
                <a:lnTo>
                  <a:pt x="41562" y="21166"/>
                </a:lnTo>
                <a:lnTo>
                  <a:pt x="41289" y="21160"/>
                </a:lnTo>
                <a:lnTo>
                  <a:pt x="40852" y="21187"/>
                </a:lnTo>
                <a:lnTo>
                  <a:pt x="40611" y="21191"/>
                </a:lnTo>
                <a:lnTo>
                  <a:pt x="40346" y="21149"/>
                </a:lnTo>
                <a:lnTo>
                  <a:pt x="40115" y="21026"/>
                </a:lnTo>
                <a:lnTo>
                  <a:pt x="40051" y="20761"/>
                </a:lnTo>
                <a:lnTo>
                  <a:pt x="39931" y="20532"/>
                </a:lnTo>
                <a:lnTo>
                  <a:pt x="39740" y="20355"/>
                </a:lnTo>
                <a:lnTo>
                  <a:pt x="39517" y="20232"/>
                </a:lnTo>
                <a:lnTo>
                  <a:pt x="39266" y="20281"/>
                </a:lnTo>
                <a:lnTo>
                  <a:pt x="39008" y="20348"/>
                </a:lnTo>
                <a:lnTo>
                  <a:pt x="38742" y="20388"/>
                </a:lnTo>
                <a:lnTo>
                  <a:pt x="38487" y="20273"/>
                </a:lnTo>
                <a:lnTo>
                  <a:pt x="38359" y="20062"/>
                </a:lnTo>
                <a:lnTo>
                  <a:pt x="38231" y="19832"/>
                </a:lnTo>
                <a:lnTo>
                  <a:pt x="38159" y="19576"/>
                </a:lnTo>
                <a:lnTo>
                  <a:pt x="38086" y="19330"/>
                </a:lnTo>
                <a:lnTo>
                  <a:pt x="38014" y="19092"/>
                </a:lnTo>
                <a:lnTo>
                  <a:pt x="37870" y="18871"/>
                </a:lnTo>
                <a:lnTo>
                  <a:pt x="37672" y="18685"/>
                </a:lnTo>
                <a:lnTo>
                  <a:pt x="37407" y="18670"/>
                </a:lnTo>
                <a:lnTo>
                  <a:pt x="37149" y="18683"/>
                </a:lnTo>
                <a:lnTo>
                  <a:pt x="36830" y="18658"/>
                </a:lnTo>
                <a:lnTo>
                  <a:pt x="36549" y="18670"/>
                </a:lnTo>
                <a:lnTo>
                  <a:pt x="36498" y="16345"/>
                </a:lnTo>
                <a:lnTo>
                  <a:pt x="28413" y="16424"/>
                </a:lnTo>
                <a:lnTo>
                  <a:pt x="28119" y="16327"/>
                </a:lnTo>
                <a:lnTo>
                  <a:pt x="27953" y="16069"/>
                </a:lnTo>
                <a:lnTo>
                  <a:pt x="27905" y="15805"/>
                </a:lnTo>
                <a:lnTo>
                  <a:pt x="27887" y="15550"/>
                </a:lnTo>
                <a:lnTo>
                  <a:pt x="27893" y="15278"/>
                </a:lnTo>
                <a:lnTo>
                  <a:pt x="27886" y="14869"/>
                </a:lnTo>
                <a:lnTo>
                  <a:pt x="27852" y="14614"/>
                </a:lnTo>
                <a:lnTo>
                  <a:pt x="27804" y="14350"/>
                </a:lnTo>
                <a:lnTo>
                  <a:pt x="27668" y="14129"/>
                </a:lnTo>
                <a:lnTo>
                  <a:pt x="27461" y="13961"/>
                </a:lnTo>
                <a:lnTo>
                  <a:pt x="27246" y="13802"/>
                </a:lnTo>
                <a:lnTo>
                  <a:pt x="27008" y="13643"/>
                </a:lnTo>
                <a:lnTo>
                  <a:pt x="26753" y="13537"/>
                </a:lnTo>
                <a:lnTo>
                  <a:pt x="26530" y="13415"/>
                </a:lnTo>
                <a:lnTo>
                  <a:pt x="26314" y="13292"/>
                </a:lnTo>
                <a:lnTo>
                  <a:pt x="26091" y="13178"/>
                </a:lnTo>
                <a:lnTo>
                  <a:pt x="25876" y="13010"/>
                </a:lnTo>
                <a:lnTo>
                  <a:pt x="25693" y="12806"/>
                </a:lnTo>
                <a:lnTo>
                  <a:pt x="25613" y="12559"/>
                </a:lnTo>
                <a:lnTo>
                  <a:pt x="25549" y="12295"/>
                </a:lnTo>
                <a:lnTo>
                  <a:pt x="25460" y="12048"/>
                </a:lnTo>
                <a:lnTo>
                  <a:pt x="25349" y="11809"/>
                </a:lnTo>
                <a:lnTo>
                  <a:pt x="25229" y="11562"/>
                </a:lnTo>
                <a:lnTo>
                  <a:pt x="25117" y="11323"/>
                </a:lnTo>
                <a:lnTo>
                  <a:pt x="24974" y="11102"/>
                </a:lnTo>
                <a:lnTo>
                  <a:pt x="24846" y="10881"/>
                </a:lnTo>
                <a:lnTo>
                  <a:pt x="24695" y="10678"/>
                </a:lnTo>
                <a:lnTo>
                  <a:pt x="24409" y="10554"/>
                </a:lnTo>
                <a:lnTo>
                  <a:pt x="24154" y="10458"/>
                </a:lnTo>
                <a:lnTo>
                  <a:pt x="23906" y="10389"/>
                </a:lnTo>
                <a:lnTo>
                  <a:pt x="23635" y="10320"/>
                </a:lnTo>
                <a:lnTo>
                  <a:pt x="23386" y="10305"/>
                </a:lnTo>
                <a:lnTo>
                  <a:pt x="23136" y="10318"/>
                </a:lnTo>
                <a:lnTo>
                  <a:pt x="22885" y="10394"/>
                </a:lnTo>
                <a:lnTo>
                  <a:pt x="22610" y="10470"/>
                </a:lnTo>
                <a:lnTo>
                  <a:pt x="22374" y="10565"/>
                </a:lnTo>
                <a:lnTo>
                  <a:pt x="22145" y="10714"/>
                </a:lnTo>
                <a:lnTo>
                  <a:pt x="21962" y="10892"/>
                </a:lnTo>
                <a:lnTo>
                  <a:pt x="21786" y="11115"/>
                </a:lnTo>
                <a:lnTo>
                  <a:pt x="21625" y="11329"/>
                </a:lnTo>
                <a:lnTo>
                  <a:pt x="21465" y="11535"/>
                </a:lnTo>
                <a:lnTo>
                  <a:pt x="21343" y="11768"/>
                </a:lnTo>
                <a:lnTo>
                  <a:pt x="21221" y="12011"/>
                </a:lnTo>
                <a:lnTo>
                  <a:pt x="21099" y="12253"/>
                </a:lnTo>
                <a:lnTo>
                  <a:pt x="20907" y="12449"/>
                </a:lnTo>
                <a:lnTo>
                  <a:pt x="20693" y="12607"/>
                </a:lnTo>
                <a:lnTo>
                  <a:pt x="20495" y="12776"/>
                </a:lnTo>
                <a:lnTo>
                  <a:pt x="20244" y="12843"/>
                </a:lnTo>
                <a:lnTo>
                  <a:pt x="19986" y="12892"/>
                </a:lnTo>
                <a:lnTo>
                  <a:pt x="19713" y="12886"/>
                </a:lnTo>
                <a:lnTo>
                  <a:pt x="19449" y="12853"/>
                </a:lnTo>
                <a:lnTo>
                  <a:pt x="19201" y="12784"/>
                </a:lnTo>
                <a:lnTo>
                  <a:pt x="18952" y="12742"/>
                </a:lnTo>
                <a:lnTo>
                  <a:pt x="18561" y="12825"/>
                </a:lnTo>
                <a:lnTo>
                  <a:pt x="18324" y="12947"/>
                </a:lnTo>
                <a:lnTo>
                  <a:pt x="18051" y="12941"/>
                </a:lnTo>
                <a:lnTo>
                  <a:pt x="17787" y="12908"/>
                </a:lnTo>
                <a:lnTo>
                  <a:pt x="17531" y="12875"/>
                </a:lnTo>
                <a:lnTo>
                  <a:pt x="17282" y="12824"/>
                </a:lnTo>
                <a:lnTo>
                  <a:pt x="17018" y="12773"/>
                </a:lnTo>
                <a:lnTo>
                  <a:pt x="16787" y="12677"/>
                </a:lnTo>
                <a:lnTo>
                  <a:pt x="16596" y="12492"/>
                </a:lnTo>
                <a:lnTo>
                  <a:pt x="16405" y="12324"/>
                </a:lnTo>
                <a:lnTo>
                  <a:pt x="16261" y="12094"/>
                </a:lnTo>
                <a:lnTo>
                  <a:pt x="16189" y="11847"/>
                </a:lnTo>
                <a:lnTo>
                  <a:pt x="16147" y="11601"/>
                </a:lnTo>
                <a:lnTo>
                  <a:pt x="16083" y="11337"/>
                </a:lnTo>
                <a:lnTo>
                  <a:pt x="15995" y="11080"/>
                </a:lnTo>
                <a:lnTo>
                  <a:pt x="15899" y="10815"/>
                </a:lnTo>
                <a:lnTo>
                  <a:pt x="15843" y="10551"/>
                </a:lnTo>
                <a:lnTo>
                  <a:pt x="15794" y="10295"/>
                </a:lnTo>
                <a:lnTo>
                  <a:pt x="15745" y="10031"/>
                </a:lnTo>
                <a:lnTo>
                  <a:pt x="15673" y="9766"/>
                </a:lnTo>
                <a:lnTo>
                  <a:pt x="15537" y="9563"/>
                </a:lnTo>
                <a:lnTo>
                  <a:pt x="15370" y="9360"/>
                </a:lnTo>
                <a:lnTo>
                  <a:pt x="15179" y="9183"/>
                </a:lnTo>
                <a:lnTo>
                  <a:pt x="14971" y="9025"/>
                </a:lnTo>
                <a:lnTo>
                  <a:pt x="14781" y="8839"/>
                </a:lnTo>
                <a:lnTo>
                  <a:pt x="14574" y="8671"/>
                </a:lnTo>
                <a:lnTo>
                  <a:pt x="14359" y="8521"/>
                </a:lnTo>
                <a:lnTo>
                  <a:pt x="14111" y="8434"/>
                </a:lnTo>
                <a:lnTo>
                  <a:pt x="13848" y="8356"/>
                </a:lnTo>
                <a:lnTo>
                  <a:pt x="13601" y="8260"/>
                </a:lnTo>
                <a:lnTo>
                  <a:pt x="13369" y="8146"/>
                </a:lnTo>
                <a:lnTo>
                  <a:pt x="13137" y="8050"/>
                </a:lnTo>
                <a:lnTo>
                  <a:pt x="12914" y="7945"/>
                </a:lnTo>
                <a:lnTo>
                  <a:pt x="12600" y="7675"/>
                </a:lnTo>
                <a:lnTo>
                  <a:pt x="12393" y="7525"/>
                </a:lnTo>
                <a:lnTo>
                  <a:pt x="12129" y="7447"/>
                </a:lnTo>
                <a:lnTo>
                  <a:pt x="11857" y="7441"/>
                </a:lnTo>
                <a:lnTo>
                  <a:pt x="11607" y="7463"/>
                </a:lnTo>
                <a:lnTo>
                  <a:pt x="11356" y="7530"/>
                </a:lnTo>
                <a:lnTo>
                  <a:pt x="11104" y="7634"/>
                </a:lnTo>
                <a:lnTo>
                  <a:pt x="10921" y="7820"/>
                </a:lnTo>
                <a:lnTo>
                  <a:pt x="10685" y="7924"/>
                </a:lnTo>
                <a:lnTo>
                  <a:pt x="10435" y="7955"/>
                </a:lnTo>
                <a:lnTo>
                  <a:pt x="10161" y="7986"/>
                </a:lnTo>
                <a:lnTo>
                  <a:pt x="9896" y="8007"/>
                </a:lnTo>
                <a:lnTo>
                  <a:pt x="9639" y="7992"/>
                </a:lnTo>
                <a:lnTo>
                  <a:pt x="9374" y="7959"/>
                </a:lnTo>
                <a:lnTo>
                  <a:pt x="9119" y="7899"/>
                </a:lnTo>
                <a:lnTo>
                  <a:pt x="8870" y="7867"/>
                </a:lnTo>
                <a:lnTo>
                  <a:pt x="8582" y="7861"/>
                </a:lnTo>
                <a:lnTo>
                  <a:pt x="8332" y="7846"/>
                </a:lnTo>
                <a:lnTo>
                  <a:pt x="8084" y="7813"/>
                </a:lnTo>
                <a:lnTo>
                  <a:pt x="7828" y="7753"/>
                </a:lnTo>
                <a:lnTo>
                  <a:pt x="7589" y="7621"/>
                </a:lnTo>
                <a:lnTo>
                  <a:pt x="7390" y="7472"/>
                </a:lnTo>
                <a:lnTo>
                  <a:pt x="7165" y="7385"/>
                </a:lnTo>
                <a:lnTo>
                  <a:pt x="6915" y="7407"/>
                </a:lnTo>
                <a:lnTo>
                  <a:pt x="6695" y="7520"/>
                </a:lnTo>
                <a:lnTo>
                  <a:pt x="6466" y="7651"/>
                </a:lnTo>
                <a:lnTo>
                  <a:pt x="6214" y="7755"/>
                </a:lnTo>
                <a:lnTo>
                  <a:pt x="5971" y="7840"/>
                </a:lnTo>
                <a:lnTo>
                  <a:pt x="5727" y="7944"/>
                </a:lnTo>
                <a:lnTo>
                  <a:pt x="5484" y="8011"/>
                </a:lnTo>
                <a:lnTo>
                  <a:pt x="5202" y="8060"/>
                </a:lnTo>
                <a:lnTo>
                  <a:pt x="4960" y="8073"/>
                </a:lnTo>
                <a:lnTo>
                  <a:pt x="4695" y="8067"/>
                </a:lnTo>
                <a:lnTo>
                  <a:pt x="4431" y="8034"/>
                </a:lnTo>
                <a:lnTo>
                  <a:pt x="4174" y="8010"/>
                </a:lnTo>
                <a:lnTo>
                  <a:pt x="3902" y="8004"/>
                </a:lnTo>
                <a:lnTo>
                  <a:pt x="3636" y="8026"/>
                </a:lnTo>
                <a:lnTo>
                  <a:pt x="3378" y="8048"/>
                </a:lnTo>
                <a:lnTo>
                  <a:pt x="3128" y="8069"/>
                </a:lnTo>
                <a:lnTo>
                  <a:pt x="2878" y="8128"/>
                </a:lnTo>
                <a:lnTo>
                  <a:pt x="2642" y="8213"/>
                </a:lnTo>
                <a:lnTo>
                  <a:pt x="2413" y="8354"/>
                </a:lnTo>
                <a:lnTo>
                  <a:pt x="2199" y="8494"/>
                </a:lnTo>
                <a:lnTo>
                  <a:pt x="1964" y="8589"/>
                </a:lnTo>
                <a:lnTo>
                  <a:pt x="1727" y="8702"/>
                </a:lnTo>
                <a:lnTo>
                  <a:pt x="1476" y="8796"/>
                </a:lnTo>
                <a:lnTo>
                  <a:pt x="1239" y="8927"/>
                </a:lnTo>
                <a:lnTo>
                  <a:pt x="1018" y="9068"/>
                </a:lnTo>
                <a:lnTo>
                  <a:pt x="827" y="9254"/>
                </a:lnTo>
                <a:lnTo>
                  <a:pt x="728" y="9497"/>
                </a:lnTo>
                <a:lnTo>
                  <a:pt x="675" y="9760"/>
                </a:lnTo>
                <a:lnTo>
                  <a:pt x="500" y="9965"/>
                </a:lnTo>
                <a:lnTo>
                  <a:pt x="248" y="10050"/>
                </a:lnTo>
                <a:lnTo>
                  <a:pt x="18" y="9900"/>
                </a:lnTo>
                <a:lnTo>
                  <a:pt x="0" y="9636"/>
                </a:lnTo>
                <a:lnTo>
                  <a:pt x="44" y="9392"/>
                </a:lnTo>
                <a:lnTo>
                  <a:pt x="128" y="9139"/>
                </a:lnTo>
                <a:lnTo>
                  <a:pt x="250" y="8906"/>
                </a:lnTo>
                <a:lnTo>
                  <a:pt x="318" y="8644"/>
                </a:lnTo>
                <a:lnTo>
                  <a:pt x="347" y="8382"/>
                </a:lnTo>
                <a:lnTo>
                  <a:pt x="313" y="8136"/>
                </a:lnTo>
                <a:lnTo>
                  <a:pt x="217" y="7888"/>
                </a:lnTo>
                <a:lnTo>
                  <a:pt x="469" y="7794"/>
                </a:lnTo>
                <a:lnTo>
                  <a:pt x="740" y="7873"/>
                </a:lnTo>
                <a:lnTo>
                  <a:pt x="1005" y="7869"/>
                </a:lnTo>
                <a:lnTo>
                  <a:pt x="1249" y="7756"/>
                </a:lnTo>
                <a:lnTo>
                  <a:pt x="1478" y="7607"/>
                </a:lnTo>
                <a:lnTo>
                  <a:pt x="1715" y="7467"/>
                </a:lnTo>
                <a:lnTo>
                  <a:pt x="1982" y="7364"/>
                </a:lnTo>
                <a:lnTo>
                  <a:pt x="2223" y="7396"/>
                </a:lnTo>
                <a:lnTo>
                  <a:pt x="2461" y="7565"/>
                </a:lnTo>
                <a:lnTo>
                  <a:pt x="2707" y="7724"/>
                </a:lnTo>
                <a:lnTo>
                  <a:pt x="2980" y="7739"/>
                </a:lnTo>
                <a:lnTo>
                  <a:pt x="3238" y="7681"/>
                </a:lnTo>
                <a:lnTo>
                  <a:pt x="3506" y="7569"/>
                </a:lnTo>
                <a:lnTo>
                  <a:pt x="3764" y="7520"/>
                </a:lnTo>
                <a:lnTo>
                  <a:pt x="4037" y="7499"/>
                </a:lnTo>
                <a:lnTo>
                  <a:pt x="4303" y="7441"/>
                </a:lnTo>
                <a:lnTo>
                  <a:pt x="4570" y="7374"/>
                </a:lnTo>
                <a:lnTo>
                  <a:pt x="4844" y="7326"/>
                </a:lnTo>
                <a:lnTo>
                  <a:pt x="5103" y="7250"/>
                </a:lnTo>
                <a:lnTo>
                  <a:pt x="5376" y="7210"/>
                </a:lnTo>
                <a:lnTo>
                  <a:pt x="5658" y="7153"/>
                </a:lnTo>
                <a:lnTo>
                  <a:pt x="5932" y="7104"/>
                </a:lnTo>
                <a:lnTo>
                  <a:pt x="6206" y="7065"/>
                </a:lnTo>
                <a:lnTo>
                  <a:pt x="6479" y="7034"/>
                </a:lnTo>
                <a:lnTo>
                  <a:pt x="6746" y="6949"/>
                </a:lnTo>
                <a:lnTo>
                  <a:pt x="7179" y="6741"/>
                </a:lnTo>
                <a:lnTo>
                  <a:pt x="7458" y="6447"/>
                </a:lnTo>
                <a:lnTo>
                  <a:pt x="7461" y="5957"/>
                </a:lnTo>
                <a:lnTo>
                  <a:pt x="7321" y="5618"/>
                </a:lnTo>
                <a:lnTo>
                  <a:pt x="7108" y="5332"/>
                </a:lnTo>
                <a:lnTo>
                  <a:pt x="7013" y="5049"/>
                </a:lnTo>
                <a:lnTo>
                  <a:pt x="6662" y="2907"/>
                </a:lnTo>
                <a:lnTo>
                  <a:pt x="6721" y="2709"/>
                </a:lnTo>
                <a:lnTo>
                  <a:pt x="6957" y="2596"/>
                </a:lnTo>
                <a:lnTo>
                  <a:pt x="7231" y="2566"/>
                </a:lnTo>
                <a:lnTo>
                  <a:pt x="7496" y="2544"/>
                </a:lnTo>
                <a:lnTo>
                  <a:pt x="7771" y="2459"/>
                </a:lnTo>
                <a:lnTo>
                  <a:pt x="8030" y="2374"/>
                </a:lnTo>
                <a:lnTo>
                  <a:pt x="8312" y="2317"/>
                </a:lnTo>
                <a:lnTo>
                  <a:pt x="8570" y="2286"/>
                </a:lnTo>
                <a:lnTo>
                  <a:pt x="8844" y="2228"/>
                </a:lnTo>
                <a:lnTo>
                  <a:pt x="9134" y="2162"/>
                </a:lnTo>
                <a:lnTo>
                  <a:pt x="9400" y="2095"/>
                </a:lnTo>
                <a:lnTo>
                  <a:pt x="9651" y="2010"/>
                </a:lnTo>
                <a:lnTo>
                  <a:pt x="9895" y="1906"/>
                </a:lnTo>
                <a:lnTo>
                  <a:pt x="10178" y="1812"/>
                </a:lnTo>
                <a:lnTo>
                  <a:pt x="10422" y="1700"/>
                </a:lnTo>
                <a:lnTo>
                  <a:pt x="10667" y="1560"/>
                </a:lnTo>
                <a:lnTo>
                  <a:pt x="10850" y="1373"/>
                </a:lnTo>
                <a:lnTo>
                  <a:pt x="11011" y="1149"/>
                </a:lnTo>
                <a:lnTo>
                  <a:pt x="11163" y="944"/>
                </a:lnTo>
                <a:lnTo>
                  <a:pt x="11285" y="720"/>
                </a:lnTo>
                <a:lnTo>
                  <a:pt x="11407" y="486"/>
                </a:lnTo>
                <a:lnTo>
                  <a:pt x="11568" y="244"/>
                </a:lnTo>
                <a:lnTo>
                  <a:pt x="11744" y="49"/>
                </a:lnTo>
                <a:lnTo>
                  <a:pt x="12018" y="0"/>
                </a:lnTo>
                <a:lnTo>
                  <a:pt x="12184" y="231"/>
                </a:lnTo>
                <a:lnTo>
                  <a:pt x="12311" y="488"/>
                </a:lnTo>
                <a:lnTo>
                  <a:pt x="12329" y="751"/>
                </a:lnTo>
                <a:lnTo>
                  <a:pt x="12268" y="1013"/>
                </a:lnTo>
                <a:lnTo>
                  <a:pt x="12169" y="1265"/>
                </a:lnTo>
                <a:lnTo>
                  <a:pt x="12009" y="1489"/>
                </a:lnTo>
                <a:lnTo>
                  <a:pt x="11826" y="1666"/>
                </a:lnTo>
                <a:lnTo>
                  <a:pt x="11635" y="1853"/>
                </a:lnTo>
                <a:lnTo>
                  <a:pt x="11505" y="2086"/>
                </a:lnTo>
                <a:lnTo>
                  <a:pt x="11544" y="241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24919-273C-4298-ACAA-B0D9014D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3" y="1877013"/>
            <a:ext cx="32342" cy="237119"/>
          </a:xfrm>
          <a:custGeom xmlns:a="http://schemas.openxmlformats.org/drawingml/2006/main">
            <a:pathLst>
              <a:path w="32342" h="237119">
                <a:moveTo>
                  <a:pt x="11401" y="133"/>
                </a:moveTo>
                <a:lnTo>
                  <a:pt x="12807" y="0"/>
                </a:lnTo>
                <a:lnTo>
                  <a:pt x="12017" y="509"/>
                </a:lnTo>
                <a:lnTo>
                  <a:pt x="11359" y="985"/>
                </a:lnTo>
                <a:lnTo>
                  <a:pt x="10928" y="1475"/>
                </a:lnTo>
                <a:lnTo>
                  <a:pt x="10722" y="2351"/>
                </a:lnTo>
                <a:lnTo>
                  <a:pt x="10694" y="3649"/>
                </a:lnTo>
                <a:lnTo>
                  <a:pt x="12506" y="21374"/>
                </a:lnTo>
                <a:lnTo>
                  <a:pt x="16686" y="41684"/>
                </a:lnTo>
                <a:lnTo>
                  <a:pt x="17614" y="62803"/>
                </a:lnTo>
                <a:lnTo>
                  <a:pt x="27659" y="161083"/>
                </a:lnTo>
                <a:lnTo>
                  <a:pt x="30662" y="191109"/>
                </a:lnTo>
                <a:lnTo>
                  <a:pt x="30831" y="197658"/>
                </a:lnTo>
                <a:lnTo>
                  <a:pt x="31215" y="209006"/>
                </a:lnTo>
                <a:lnTo>
                  <a:pt x="30566" y="233859"/>
                </a:lnTo>
                <a:lnTo>
                  <a:pt x="32342" y="233898"/>
                </a:lnTo>
                <a:lnTo>
                  <a:pt x="32272" y="237119"/>
                </a:lnTo>
                <a:lnTo>
                  <a:pt x="24164" y="235064"/>
                </a:lnTo>
                <a:lnTo>
                  <a:pt x="25763" y="233591"/>
                </a:lnTo>
                <a:lnTo>
                  <a:pt x="26512" y="232827"/>
                </a:lnTo>
                <a:lnTo>
                  <a:pt x="27477" y="231813"/>
                </a:lnTo>
                <a:lnTo>
                  <a:pt x="28677" y="229342"/>
                </a:lnTo>
                <a:lnTo>
                  <a:pt x="29192" y="224986"/>
                </a:lnTo>
                <a:lnTo>
                  <a:pt x="29023" y="208750"/>
                </a:lnTo>
                <a:lnTo>
                  <a:pt x="27774" y="194160"/>
                </a:lnTo>
                <a:lnTo>
                  <a:pt x="19189" y="136976"/>
                </a:lnTo>
                <a:lnTo>
                  <a:pt x="14792" y="99021"/>
                </a:lnTo>
                <a:lnTo>
                  <a:pt x="0" y="1510"/>
                </a:lnTo>
                <a:lnTo>
                  <a:pt x="11401" y="1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94CCF-668E-4EEF-AD4C-D7050657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66" y="1744055"/>
            <a:ext cx="996424" cy="428502"/>
          </a:xfrm>
          <a:custGeom xmlns:a="http://schemas.openxmlformats.org/drawingml/2006/main">
            <a:pathLst>
              <a:path w="996424" h="428502">
                <a:moveTo>
                  <a:pt x="83757" y="408097"/>
                </a:moveTo>
                <a:lnTo>
                  <a:pt x="88505" y="406221"/>
                </a:lnTo>
                <a:lnTo>
                  <a:pt x="95651" y="404507"/>
                </a:lnTo>
                <a:lnTo>
                  <a:pt x="102264" y="403298"/>
                </a:lnTo>
                <a:lnTo>
                  <a:pt x="109818" y="397116"/>
                </a:lnTo>
                <a:lnTo>
                  <a:pt x="109407" y="392014"/>
                </a:lnTo>
                <a:lnTo>
                  <a:pt x="113124" y="389171"/>
                </a:lnTo>
                <a:lnTo>
                  <a:pt x="118037" y="389078"/>
                </a:lnTo>
                <a:lnTo>
                  <a:pt x="118306" y="396057"/>
                </a:lnTo>
                <a:lnTo>
                  <a:pt x="167928" y="387976"/>
                </a:lnTo>
                <a:lnTo>
                  <a:pt x="167392" y="383598"/>
                </a:lnTo>
                <a:lnTo>
                  <a:pt x="176823" y="382559"/>
                </a:lnTo>
                <a:lnTo>
                  <a:pt x="196104" y="380482"/>
                </a:lnTo>
                <a:lnTo>
                  <a:pt x="198947" y="379500"/>
                </a:lnTo>
                <a:lnTo>
                  <a:pt x="208555" y="374924"/>
                </a:lnTo>
                <a:lnTo>
                  <a:pt x="215190" y="372681"/>
                </a:lnTo>
                <a:lnTo>
                  <a:pt x="222015" y="371368"/>
                </a:lnTo>
                <a:lnTo>
                  <a:pt x="230142" y="372589"/>
                </a:lnTo>
                <a:lnTo>
                  <a:pt x="239724" y="374250"/>
                </a:lnTo>
                <a:lnTo>
                  <a:pt x="249320" y="374876"/>
                </a:lnTo>
                <a:lnTo>
                  <a:pt x="257899" y="374645"/>
                </a:lnTo>
                <a:lnTo>
                  <a:pt x="307380" y="368022"/>
                </a:lnTo>
                <a:lnTo>
                  <a:pt x="315488" y="370078"/>
                </a:lnTo>
                <a:lnTo>
                  <a:pt x="346703" y="369041"/>
                </a:lnTo>
                <a:lnTo>
                  <a:pt x="381600" y="367875"/>
                </a:lnTo>
                <a:lnTo>
                  <a:pt x="402018" y="366221"/>
                </a:lnTo>
                <a:lnTo>
                  <a:pt x="430669" y="360825"/>
                </a:lnTo>
                <a:lnTo>
                  <a:pt x="453668" y="355913"/>
                </a:lnTo>
                <a:lnTo>
                  <a:pt x="462580" y="354654"/>
                </a:lnTo>
                <a:lnTo>
                  <a:pt x="502767" y="350017"/>
                </a:lnTo>
                <a:lnTo>
                  <a:pt x="671683" y="328409"/>
                </a:lnTo>
                <a:lnTo>
                  <a:pt x="671450" y="327305"/>
                </a:lnTo>
                <a:lnTo>
                  <a:pt x="700535" y="323470"/>
                </a:lnTo>
                <a:lnTo>
                  <a:pt x="703474" y="323061"/>
                </a:lnTo>
                <a:lnTo>
                  <a:pt x="721164" y="317099"/>
                </a:lnTo>
                <a:lnTo>
                  <a:pt x="724374" y="316079"/>
                </a:lnTo>
                <a:lnTo>
                  <a:pt x="727643" y="314852"/>
                </a:lnTo>
                <a:lnTo>
                  <a:pt x="732391" y="312612"/>
                </a:lnTo>
                <a:lnTo>
                  <a:pt x="737097" y="310163"/>
                </a:lnTo>
                <a:lnTo>
                  <a:pt x="742963" y="307068"/>
                </a:lnTo>
                <a:lnTo>
                  <a:pt x="745350" y="305558"/>
                </a:lnTo>
                <a:lnTo>
                  <a:pt x="748170" y="303467"/>
                </a:lnTo>
                <a:lnTo>
                  <a:pt x="749081" y="302443"/>
                </a:lnTo>
                <a:lnTo>
                  <a:pt x="749781" y="301441"/>
                </a:lnTo>
                <a:lnTo>
                  <a:pt x="750517" y="299850"/>
                </a:lnTo>
                <a:lnTo>
                  <a:pt x="751135" y="299029"/>
                </a:lnTo>
                <a:lnTo>
                  <a:pt x="752722" y="298437"/>
                </a:lnTo>
                <a:lnTo>
                  <a:pt x="764977" y="297250"/>
                </a:lnTo>
                <a:lnTo>
                  <a:pt x="773367" y="296696"/>
                </a:lnTo>
                <a:lnTo>
                  <a:pt x="779213" y="296306"/>
                </a:lnTo>
                <a:lnTo>
                  <a:pt x="796875" y="296280"/>
                </a:lnTo>
                <a:lnTo>
                  <a:pt x="796760" y="306255"/>
                </a:lnTo>
                <a:lnTo>
                  <a:pt x="823591" y="307881"/>
                </a:lnTo>
                <a:lnTo>
                  <a:pt x="843349" y="307892"/>
                </a:lnTo>
                <a:lnTo>
                  <a:pt x="854435" y="307406"/>
                </a:lnTo>
                <a:lnTo>
                  <a:pt x="878857" y="304395"/>
                </a:lnTo>
                <a:lnTo>
                  <a:pt x="878416" y="300645"/>
                </a:lnTo>
                <a:lnTo>
                  <a:pt x="976921" y="291495"/>
                </a:lnTo>
                <a:lnTo>
                  <a:pt x="980064" y="291046"/>
                </a:lnTo>
                <a:lnTo>
                  <a:pt x="983350" y="290463"/>
                </a:lnTo>
                <a:lnTo>
                  <a:pt x="985394" y="290035"/>
                </a:lnTo>
                <a:lnTo>
                  <a:pt x="987451" y="289354"/>
                </a:lnTo>
                <a:lnTo>
                  <a:pt x="988694" y="288446"/>
                </a:lnTo>
                <a:lnTo>
                  <a:pt x="989735" y="287533"/>
                </a:lnTo>
                <a:lnTo>
                  <a:pt x="990622" y="286508"/>
                </a:lnTo>
                <a:lnTo>
                  <a:pt x="991207" y="284705"/>
                </a:lnTo>
                <a:lnTo>
                  <a:pt x="991132" y="279528"/>
                </a:lnTo>
                <a:lnTo>
                  <a:pt x="989435" y="239863"/>
                </a:lnTo>
                <a:lnTo>
                  <a:pt x="989263" y="238088"/>
                </a:lnTo>
                <a:lnTo>
                  <a:pt x="985226" y="209657"/>
                </a:lnTo>
                <a:lnTo>
                  <a:pt x="982807" y="191093"/>
                </a:lnTo>
                <a:lnTo>
                  <a:pt x="978677" y="164793"/>
                </a:lnTo>
                <a:lnTo>
                  <a:pt x="971673" y="121162"/>
                </a:lnTo>
                <a:lnTo>
                  <a:pt x="962473" y="68433"/>
                </a:lnTo>
                <a:lnTo>
                  <a:pt x="953515" y="8854"/>
                </a:lnTo>
                <a:lnTo>
                  <a:pt x="952784" y="6650"/>
                </a:lnTo>
                <a:lnTo>
                  <a:pt x="950965" y="3542"/>
                </a:lnTo>
                <a:lnTo>
                  <a:pt x="949842" y="2482"/>
                </a:lnTo>
                <a:lnTo>
                  <a:pt x="958295" y="841"/>
                </a:lnTo>
                <a:lnTo>
                  <a:pt x="964743" y="0"/>
                </a:lnTo>
                <a:lnTo>
                  <a:pt x="960588" y="8326"/>
                </a:lnTo>
                <a:lnTo>
                  <a:pt x="960196" y="9516"/>
                </a:lnTo>
                <a:lnTo>
                  <a:pt x="960064" y="10557"/>
                </a:lnTo>
                <a:lnTo>
                  <a:pt x="960303" y="21847"/>
                </a:lnTo>
                <a:lnTo>
                  <a:pt x="966989" y="68984"/>
                </a:lnTo>
                <a:lnTo>
                  <a:pt x="982669" y="163626"/>
                </a:lnTo>
                <a:lnTo>
                  <a:pt x="989534" y="213709"/>
                </a:lnTo>
                <a:lnTo>
                  <a:pt x="994048" y="236685"/>
                </a:lnTo>
                <a:lnTo>
                  <a:pt x="994281" y="264771"/>
                </a:lnTo>
                <a:lnTo>
                  <a:pt x="996424" y="286352"/>
                </a:lnTo>
                <a:lnTo>
                  <a:pt x="995959" y="288421"/>
                </a:lnTo>
                <a:lnTo>
                  <a:pt x="995192" y="289966"/>
                </a:lnTo>
                <a:lnTo>
                  <a:pt x="992967" y="291580"/>
                </a:lnTo>
                <a:lnTo>
                  <a:pt x="989064" y="292957"/>
                </a:lnTo>
                <a:lnTo>
                  <a:pt x="984252" y="293470"/>
                </a:lnTo>
                <a:lnTo>
                  <a:pt x="937819" y="299018"/>
                </a:lnTo>
                <a:lnTo>
                  <a:pt x="912046" y="301792"/>
                </a:lnTo>
                <a:lnTo>
                  <a:pt x="860265" y="308468"/>
                </a:lnTo>
                <a:lnTo>
                  <a:pt x="852205" y="309228"/>
                </a:lnTo>
                <a:lnTo>
                  <a:pt x="844246" y="309682"/>
                </a:lnTo>
                <a:lnTo>
                  <a:pt x="835987" y="309921"/>
                </a:lnTo>
                <a:lnTo>
                  <a:pt x="821874" y="309823"/>
                </a:lnTo>
                <a:lnTo>
                  <a:pt x="813307" y="309846"/>
                </a:lnTo>
                <a:lnTo>
                  <a:pt x="809226" y="310067"/>
                </a:lnTo>
                <a:lnTo>
                  <a:pt x="754857" y="315333"/>
                </a:lnTo>
                <a:lnTo>
                  <a:pt x="749312" y="315839"/>
                </a:lnTo>
                <a:lnTo>
                  <a:pt x="743321" y="317162"/>
                </a:lnTo>
                <a:lnTo>
                  <a:pt x="739634" y="318644"/>
                </a:lnTo>
                <a:lnTo>
                  <a:pt x="733218" y="320484"/>
                </a:lnTo>
                <a:lnTo>
                  <a:pt x="724075" y="322673"/>
                </a:lnTo>
                <a:lnTo>
                  <a:pt x="717456" y="324200"/>
                </a:lnTo>
                <a:lnTo>
                  <a:pt x="679802" y="329938"/>
                </a:lnTo>
                <a:lnTo>
                  <a:pt x="673850" y="329809"/>
                </a:lnTo>
                <a:lnTo>
                  <a:pt x="502875" y="352207"/>
                </a:lnTo>
                <a:lnTo>
                  <a:pt x="464098" y="357284"/>
                </a:lnTo>
                <a:lnTo>
                  <a:pt x="458309" y="358593"/>
                </a:lnTo>
                <a:lnTo>
                  <a:pt x="453171" y="359752"/>
                </a:lnTo>
                <a:lnTo>
                  <a:pt x="451273" y="360283"/>
                </a:lnTo>
                <a:lnTo>
                  <a:pt x="450588" y="360631"/>
                </a:lnTo>
                <a:lnTo>
                  <a:pt x="450318" y="361197"/>
                </a:lnTo>
                <a:lnTo>
                  <a:pt x="450381" y="362261"/>
                </a:lnTo>
                <a:lnTo>
                  <a:pt x="450372" y="363386"/>
                </a:lnTo>
                <a:lnTo>
                  <a:pt x="446957" y="364147"/>
                </a:lnTo>
                <a:lnTo>
                  <a:pt x="442619" y="364362"/>
                </a:lnTo>
                <a:lnTo>
                  <a:pt x="432001" y="365184"/>
                </a:lnTo>
                <a:lnTo>
                  <a:pt x="402460" y="369890"/>
                </a:lnTo>
                <a:lnTo>
                  <a:pt x="380039" y="372253"/>
                </a:lnTo>
                <a:lnTo>
                  <a:pt x="374334" y="372610"/>
                </a:lnTo>
                <a:lnTo>
                  <a:pt x="304878" y="377337"/>
                </a:lnTo>
                <a:lnTo>
                  <a:pt x="241599" y="384068"/>
                </a:lnTo>
                <a:lnTo>
                  <a:pt x="207430" y="388318"/>
                </a:lnTo>
                <a:lnTo>
                  <a:pt x="203172" y="386982"/>
                </a:lnTo>
                <a:lnTo>
                  <a:pt x="177033" y="392233"/>
                </a:lnTo>
                <a:lnTo>
                  <a:pt x="145026" y="397782"/>
                </a:lnTo>
                <a:lnTo>
                  <a:pt x="107375" y="408402"/>
                </a:lnTo>
                <a:lnTo>
                  <a:pt x="102252" y="408500"/>
                </a:lnTo>
                <a:lnTo>
                  <a:pt x="98805" y="413209"/>
                </a:lnTo>
                <a:lnTo>
                  <a:pt x="89561" y="415396"/>
                </a:lnTo>
                <a:lnTo>
                  <a:pt x="86683" y="412945"/>
                </a:lnTo>
                <a:lnTo>
                  <a:pt x="82209" y="414391"/>
                </a:lnTo>
                <a:lnTo>
                  <a:pt x="70069" y="416724"/>
                </a:lnTo>
                <a:lnTo>
                  <a:pt x="53319" y="419255"/>
                </a:lnTo>
                <a:lnTo>
                  <a:pt x="49971" y="419790"/>
                </a:lnTo>
                <a:lnTo>
                  <a:pt x="46442" y="420077"/>
                </a:lnTo>
                <a:lnTo>
                  <a:pt x="42610" y="420293"/>
                </a:lnTo>
                <a:lnTo>
                  <a:pt x="27304" y="420568"/>
                </a:lnTo>
                <a:lnTo>
                  <a:pt x="24014" y="420977"/>
                </a:lnTo>
                <a:lnTo>
                  <a:pt x="19798" y="421993"/>
                </a:lnTo>
                <a:lnTo>
                  <a:pt x="10419" y="425330"/>
                </a:lnTo>
                <a:lnTo>
                  <a:pt x="4080" y="428324"/>
                </a:lnTo>
                <a:lnTo>
                  <a:pt x="179" y="428502"/>
                </a:lnTo>
                <a:lnTo>
                  <a:pt x="0" y="419174"/>
                </a:lnTo>
                <a:lnTo>
                  <a:pt x="3087" y="419514"/>
                </a:lnTo>
                <a:lnTo>
                  <a:pt x="17268" y="417589"/>
                </a:lnTo>
                <a:lnTo>
                  <a:pt x="22942" y="416505"/>
                </a:lnTo>
                <a:lnTo>
                  <a:pt x="33509" y="414475"/>
                </a:lnTo>
                <a:lnTo>
                  <a:pt x="43006" y="413238"/>
                </a:lnTo>
                <a:lnTo>
                  <a:pt x="53827" y="412747"/>
                </a:lnTo>
                <a:lnTo>
                  <a:pt x="62223" y="411959"/>
                </a:lnTo>
                <a:lnTo>
                  <a:pt x="70499" y="410605"/>
                </a:lnTo>
                <a:lnTo>
                  <a:pt x="78919" y="409063"/>
                </a:lnTo>
                <a:lnTo>
                  <a:pt x="83757" y="4080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0C553-2384-4D52-AEAD-DB373557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814" y="3477953"/>
            <a:ext cx="933421" cy="223473"/>
          </a:xfrm>
          <a:custGeom xmlns:a="http://schemas.openxmlformats.org/drawingml/2006/main">
            <a:pathLst>
              <a:path w="933421" h="223473">
                <a:moveTo>
                  <a:pt x="931059" y="223217"/>
                </a:moveTo>
                <a:lnTo>
                  <a:pt x="931329" y="220100"/>
                </a:lnTo>
                <a:lnTo>
                  <a:pt x="928038" y="217641"/>
                </a:lnTo>
                <a:lnTo>
                  <a:pt x="923720" y="214325"/>
                </a:lnTo>
                <a:lnTo>
                  <a:pt x="919529" y="209858"/>
                </a:lnTo>
                <a:lnTo>
                  <a:pt x="917307" y="206279"/>
                </a:lnTo>
                <a:lnTo>
                  <a:pt x="915017" y="201127"/>
                </a:lnTo>
                <a:lnTo>
                  <a:pt x="912529" y="195045"/>
                </a:lnTo>
                <a:lnTo>
                  <a:pt x="911828" y="188892"/>
                </a:lnTo>
                <a:lnTo>
                  <a:pt x="911237" y="177640"/>
                </a:lnTo>
                <a:lnTo>
                  <a:pt x="911257" y="26479"/>
                </a:lnTo>
                <a:lnTo>
                  <a:pt x="910257" y="19385"/>
                </a:lnTo>
                <a:lnTo>
                  <a:pt x="909145" y="13115"/>
                </a:lnTo>
                <a:lnTo>
                  <a:pt x="908070" y="9451"/>
                </a:lnTo>
                <a:lnTo>
                  <a:pt x="906255" y="6507"/>
                </a:lnTo>
                <a:lnTo>
                  <a:pt x="903669" y="4989"/>
                </a:lnTo>
                <a:lnTo>
                  <a:pt x="899397" y="4271"/>
                </a:lnTo>
                <a:lnTo>
                  <a:pt x="814981" y="6823"/>
                </a:lnTo>
                <a:lnTo>
                  <a:pt x="784445" y="8343"/>
                </a:lnTo>
                <a:lnTo>
                  <a:pt x="776992" y="8708"/>
                </a:lnTo>
                <a:lnTo>
                  <a:pt x="743258" y="12836"/>
                </a:lnTo>
                <a:lnTo>
                  <a:pt x="686740" y="19758"/>
                </a:lnTo>
                <a:lnTo>
                  <a:pt x="681696" y="20893"/>
                </a:lnTo>
                <a:lnTo>
                  <a:pt x="675799" y="22854"/>
                </a:lnTo>
                <a:lnTo>
                  <a:pt x="668540" y="25085"/>
                </a:lnTo>
                <a:lnTo>
                  <a:pt x="646483" y="29601"/>
                </a:lnTo>
                <a:lnTo>
                  <a:pt x="603738" y="33670"/>
                </a:lnTo>
                <a:lnTo>
                  <a:pt x="590991" y="33394"/>
                </a:lnTo>
                <a:lnTo>
                  <a:pt x="580794" y="33800"/>
                </a:lnTo>
                <a:lnTo>
                  <a:pt x="569402" y="33554"/>
                </a:lnTo>
                <a:lnTo>
                  <a:pt x="565844" y="33740"/>
                </a:lnTo>
                <a:lnTo>
                  <a:pt x="560872" y="33996"/>
                </a:lnTo>
                <a:lnTo>
                  <a:pt x="549897" y="33967"/>
                </a:lnTo>
                <a:lnTo>
                  <a:pt x="522429" y="37422"/>
                </a:lnTo>
                <a:lnTo>
                  <a:pt x="523004" y="40040"/>
                </a:lnTo>
                <a:lnTo>
                  <a:pt x="473974" y="44599"/>
                </a:lnTo>
                <a:lnTo>
                  <a:pt x="418033" y="50043"/>
                </a:lnTo>
                <a:lnTo>
                  <a:pt x="412076" y="50822"/>
                </a:lnTo>
                <a:lnTo>
                  <a:pt x="351247" y="58792"/>
                </a:lnTo>
                <a:lnTo>
                  <a:pt x="349889" y="58872"/>
                </a:lnTo>
                <a:lnTo>
                  <a:pt x="322775" y="60364"/>
                </a:lnTo>
                <a:lnTo>
                  <a:pt x="299189" y="63493"/>
                </a:lnTo>
                <a:lnTo>
                  <a:pt x="297466" y="64191"/>
                </a:lnTo>
                <a:lnTo>
                  <a:pt x="293810" y="65665"/>
                </a:lnTo>
                <a:lnTo>
                  <a:pt x="273143" y="68957"/>
                </a:lnTo>
                <a:lnTo>
                  <a:pt x="252933" y="70190"/>
                </a:lnTo>
                <a:lnTo>
                  <a:pt x="245812" y="70762"/>
                </a:lnTo>
                <a:lnTo>
                  <a:pt x="231001" y="73982"/>
                </a:lnTo>
                <a:lnTo>
                  <a:pt x="84510" y="89736"/>
                </a:lnTo>
                <a:lnTo>
                  <a:pt x="62864" y="94677"/>
                </a:lnTo>
                <a:lnTo>
                  <a:pt x="44658" y="95526"/>
                </a:lnTo>
                <a:lnTo>
                  <a:pt x="22672" y="96720"/>
                </a:lnTo>
                <a:lnTo>
                  <a:pt x="13239" y="97831"/>
                </a:lnTo>
                <a:lnTo>
                  <a:pt x="1149" y="99249"/>
                </a:lnTo>
                <a:lnTo>
                  <a:pt x="1015" y="97494"/>
                </a:lnTo>
                <a:lnTo>
                  <a:pt x="0" y="91834"/>
                </a:lnTo>
                <a:lnTo>
                  <a:pt x="9410" y="91438"/>
                </a:lnTo>
                <a:lnTo>
                  <a:pt x="39027" y="89893"/>
                </a:lnTo>
                <a:lnTo>
                  <a:pt x="66989" y="87794"/>
                </a:lnTo>
                <a:lnTo>
                  <a:pt x="121474" y="81903"/>
                </a:lnTo>
                <a:lnTo>
                  <a:pt x="204471" y="72989"/>
                </a:lnTo>
                <a:lnTo>
                  <a:pt x="245977" y="68160"/>
                </a:lnTo>
                <a:lnTo>
                  <a:pt x="297773" y="61175"/>
                </a:lnTo>
                <a:lnTo>
                  <a:pt x="349859" y="55221"/>
                </a:lnTo>
                <a:lnTo>
                  <a:pt x="401856" y="48658"/>
                </a:lnTo>
                <a:lnTo>
                  <a:pt x="425443" y="45519"/>
                </a:lnTo>
                <a:lnTo>
                  <a:pt x="478996" y="39814"/>
                </a:lnTo>
                <a:lnTo>
                  <a:pt x="511270" y="36146"/>
                </a:lnTo>
                <a:lnTo>
                  <a:pt x="548858" y="31185"/>
                </a:lnTo>
                <a:lnTo>
                  <a:pt x="562798" y="29661"/>
                </a:lnTo>
                <a:lnTo>
                  <a:pt x="580621" y="29529"/>
                </a:lnTo>
                <a:lnTo>
                  <a:pt x="596089" y="29809"/>
                </a:lnTo>
                <a:lnTo>
                  <a:pt x="645011" y="25202"/>
                </a:lnTo>
                <a:lnTo>
                  <a:pt x="674646" y="18144"/>
                </a:lnTo>
                <a:lnTo>
                  <a:pt x="701067" y="14757"/>
                </a:lnTo>
                <a:lnTo>
                  <a:pt x="758750" y="6226"/>
                </a:lnTo>
                <a:lnTo>
                  <a:pt x="780960" y="4000"/>
                </a:lnTo>
                <a:lnTo>
                  <a:pt x="815315" y="3235"/>
                </a:lnTo>
                <a:lnTo>
                  <a:pt x="908485" y="0"/>
                </a:lnTo>
                <a:lnTo>
                  <a:pt x="909574" y="1531"/>
                </a:lnTo>
                <a:lnTo>
                  <a:pt x="910958" y="3903"/>
                </a:lnTo>
                <a:lnTo>
                  <a:pt x="912393" y="7829"/>
                </a:lnTo>
                <a:lnTo>
                  <a:pt x="913164" y="10759"/>
                </a:lnTo>
                <a:lnTo>
                  <a:pt x="913407" y="13942"/>
                </a:lnTo>
                <a:lnTo>
                  <a:pt x="914091" y="21238"/>
                </a:lnTo>
                <a:lnTo>
                  <a:pt x="914360" y="27899"/>
                </a:lnTo>
                <a:lnTo>
                  <a:pt x="914644" y="38936"/>
                </a:lnTo>
                <a:lnTo>
                  <a:pt x="914952" y="53922"/>
                </a:lnTo>
                <a:lnTo>
                  <a:pt x="914705" y="171886"/>
                </a:lnTo>
                <a:lnTo>
                  <a:pt x="915151" y="180121"/>
                </a:lnTo>
                <a:lnTo>
                  <a:pt x="916120" y="188667"/>
                </a:lnTo>
                <a:lnTo>
                  <a:pt x="917850" y="195568"/>
                </a:lnTo>
                <a:lnTo>
                  <a:pt x="920353" y="200933"/>
                </a:lnTo>
                <a:lnTo>
                  <a:pt x="923080" y="205359"/>
                </a:lnTo>
                <a:lnTo>
                  <a:pt x="924850" y="207840"/>
                </a:lnTo>
                <a:lnTo>
                  <a:pt x="927773" y="210771"/>
                </a:lnTo>
                <a:lnTo>
                  <a:pt x="933016" y="214525"/>
                </a:lnTo>
                <a:lnTo>
                  <a:pt x="933421" y="214766"/>
                </a:lnTo>
                <a:lnTo>
                  <a:pt x="933421" y="223473"/>
                </a:lnTo>
                <a:lnTo>
                  <a:pt x="931059" y="22321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71E3C-F7F1-4A5B-89E8-ADA66FF8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879" y="1924478"/>
            <a:ext cx="10212" cy="211591"/>
          </a:xfrm>
          <a:custGeom xmlns:a="http://schemas.openxmlformats.org/drawingml/2006/main">
            <a:pathLst>
              <a:path w="10212" h="211591">
                <a:moveTo>
                  <a:pt x="6495" y="211591"/>
                </a:moveTo>
                <a:lnTo>
                  <a:pt x="4509" y="182522"/>
                </a:lnTo>
                <a:lnTo>
                  <a:pt x="4164" y="150375"/>
                </a:lnTo>
                <a:lnTo>
                  <a:pt x="5847" y="97055"/>
                </a:lnTo>
                <a:lnTo>
                  <a:pt x="5848" y="82702"/>
                </a:lnTo>
                <a:lnTo>
                  <a:pt x="2299" y="34461"/>
                </a:lnTo>
                <a:lnTo>
                  <a:pt x="0" y="819"/>
                </a:lnTo>
                <a:lnTo>
                  <a:pt x="5770" y="0"/>
                </a:lnTo>
                <a:lnTo>
                  <a:pt x="8703" y="66848"/>
                </a:lnTo>
                <a:lnTo>
                  <a:pt x="8894" y="96386"/>
                </a:lnTo>
                <a:lnTo>
                  <a:pt x="7728" y="122372"/>
                </a:lnTo>
                <a:lnTo>
                  <a:pt x="6456" y="150734"/>
                </a:lnTo>
                <a:lnTo>
                  <a:pt x="7705" y="179995"/>
                </a:lnTo>
                <a:lnTo>
                  <a:pt x="10212" y="208748"/>
                </a:lnTo>
                <a:lnTo>
                  <a:pt x="6495" y="2115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EA158-6C0A-4C6C-9AB5-1817E84C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174183"/>
            <a:ext cx="1657870" cy="214441"/>
          </a:xfrm>
          <a:custGeom xmlns:a="http://schemas.openxmlformats.org/drawingml/2006/main">
            <a:pathLst>
              <a:path w="1657870" h="214441">
                <a:moveTo>
                  <a:pt x="1657870" y="29852"/>
                </a:moveTo>
                <a:lnTo>
                  <a:pt x="1650989" y="29085"/>
                </a:lnTo>
                <a:lnTo>
                  <a:pt x="1641948" y="31593"/>
                </a:lnTo>
                <a:lnTo>
                  <a:pt x="1639708" y="26342"/>
                </a:lnTo>
                <a:lnTo>
                  <a:pt x="1638623" y="25692"/>
                </a:lnTo>
                <a:lnTo>
                  <a:pt x="1637392" y="25693"/>
                </a:lnTo>
                <a:lnTo>
                  <a:pt x="1636423" y="25799"/>
                </a:lnTo>
                <a:lnTo>
                  <a:pt x="1632958" y="26713"/>
                </a:lnTo>
                <a:lnTo>
                  <a:pt x="1617891" y="32104"/>
                </a:lnTo>
                <a:lnTo>
                  <a:pt x="1607028" y="36652"/>
                </a:lnTo>
                <a:lnTo>
                  <a:pt x="1605679" y="37376"/>
                </a:lnTo>
                <a:lnTo>
                  <a:pt x="1603274" y="38676"/>
                </a:lnTo>
                <a:lnTo>
                  <a:pt x="1596661" y="41338"/>
                </a:lnTo>
                <a:lnTo>
                  <a:pt x="1535860" y="52660"/>
                </a:lnTo>
                <a:lnTo>
                  <a:pt x="1433694" y="70051"/>
                </a:lnTo>
                <a:lnTo>
                  <a:pt x="1417159" y="72687"/>
                </a:lnTo>
                <a:lnTo>
                  <a:pt x="1414743" y="73043"/>
                </a:lnTo>
                <a:lnTo>
                  <a:pt x="1412466" y="73429"/>
                </a:lnTo>
                <a:lnTo>
                  <a:pt x="1399858" y="75442"/>
                </a:lnTo>
                <a:lnTo>
                  <a:pt x="1382858" y="77931"/>
                </a:lnTo>
                <a:lnTo>
                  <a:pt x="1337529" y="86729"/>
                </a:lnTo>
                <a:lnTo>
                  <a:pt x="1331064" y="89402"/>
                </a:lnTo>
                <a:lnTo>
                  <a:pt x="1316694" y="92811"/>
                </a:lnTo>
                <a:lnTo>
                  <a:pt x="1270873" y="102360"/>
                </a:lnTo>
                <a:lnTo>
                  <a:pt x="1258427" y="104803"/>
                </a:lnTo>
                <a:lnTo>
                  <a:pt x="1249376" y="105931"/>
                </a:lnTo>
                <a:lnTo>
                  <a:pt x="1237953" y="106862"/>
                </a:lnTo>
                <a:lnTo>
                  <a:pt x="1216764" y="107362"/>
                </a:lnTo>
                <a:lnTo>
                  <a:pt x="1183548" y="107535"/>
                </a:lnTo>
                <a:lnTo>
                  <a:pt x="1166341" y="108122"/>
                </a:lnTo>
                <a:lnTo>
                  <a:pt x="1146339" y="109592"/>
                </a:lnTo>
                <a:lnTo>
                  <a:pt x="1116462" y="112162"/>
                </a:lnTo>
                <a:lnTo>
                  <a:pt x="1092214" y="114646"/>
                </a:lnTo>
                <a:lnTo>
                  <a:pt x="1054075" y="117163"/>
                </a:lnTo>
                <a:lnTo>
                  <a:pt x="1014163" y="121284"/>
                </a:lnTo>
                <a:lnTo>
                  <a:pt x="1009338" y="122014"/>
                </a:lnTo>
                <a:lnTo>
                  <a:pt x="984656" y="125787"/>
                </a:lnTo>
                <a:lnTo>
                  <a:pt x="984570" y="129716"/>
                </a:lnTo>
                <a:lnTo>
                  <a:pt x="639434" y="155892"/>
                </a:lnTo>
                <a:lnTo>
                  <a:pt x="592312" y="161379"/>
                </a:lnTo>
                <a:lnTo>
                  <a:pt x="556976" y="164754"/>
                </a:lnTo>
                <a:lnTo>
                  <a:pt x="550204" y="165404"/>
                </a:lnTo>
                <a:lnTo>
                  <a:pt x="544995" y="163719"/>
                </a:lnTo>
                <a:lnTo>
                  <a:pt x="526603" y="164642"/>
                </a:lnTo>
                <a:lnTo>
                  <a:pt x="513264" y="165448"/>
                </a:lnTo>
                <a:lnTo>
                  <a:pt x="498719" y="166201"/>
                </a:lnTo>
                <a:lnTo>
                  <a:pt x="351620" y="184656"/>
                </a:lnTo>
                <a:lnTo>
                  <a:pt x="26991" y="213055"/>
                </a:lnTo>
                <a:lnTo>
                  <a:pt x="0" y="214441"/>
                </a:lnTo>
                <a:lnTo>
                  <a:pt x="0" y="195249"/>
                </a:lnTo>
                <a:lnTo>
                  <a:pt x="186062" y="178308"/>
                </a:lnTo>
                <a:lnTo>
                  <a:pt x="194736" y="177690"/>
                </a:lnTo>
                <a:lnTo>
                  <a:pt x="203799" y="176691"/>
                </a:lnTo>
                <a:lnTo>
                  <a:pt x="307209" y="167530"/>
                </a:lnTo>
                <a:lnTo>
                  <a:pt x="352310" y="163535"/>
                </a:lnTo>
                <a:lnTo>
                  <a:pt x="412592" y="157912"/>
                </a:lnTo>
                <a:lnTo>
                  <a:pt x="535342" y="146457"/>
                </a:lnTo>
                <a:lnTo>
                  <a:pt x="571201" y="145173"/>
                </a:lnTo>
                <a:lnTo>
                  <a:pt x="619457" y="139485"/>
                </a:lnTo>
                <a:lnTo>
                  <a:pt x="639505" y="138035"/>
                </a:lnTo>
                <a:lnTo>
                  <a:pt x="667204" y="136036"/>
                </a:lnTo>
                <a:lnTo>
                  <a:pt x="774748" y="126252"/>
                </a:lnTo>
                <a:lnTo>
                  <a:pt x="907593" y="116121"/>
                </a:lnTo>
                <a:lnTo>
                  <a:pt x="1013246" y="110106"/>
                </a:lnTo>
                <a:lnTo>
                  <a:pt x="1066449" y="105213"/>
                </a:lnTo>
                <a:lnTo>
                  <a:pt x="1070525" y="104839"/>
                </a:lnTo>
                <a:lnTo>
                  <a:pt x="1128237" y="100480"/>
                </a:lnTo>
                <a:lnTo>
                  <a:pt x="1203384" y="94023"/>
                </a:lnTo>
                <a:lnTo>
                  <a:pt x="1244787" y="91559"/>
                </a:lnTo>
                <a:lnTo>
                  <a:pt x="1278622" y="88375"/>
                </a:lnTo>
                <a:lnTo>
                  <a:pt x="1284614" y="87054"/>
                </a:lnTo>
                <a:lnTo>
                  <a:pt x="1313449" y="80783"/>
                </a:lnTo>
                <a:lnTo>
                  <a:pt x="1315904" y="80083"/>
                </a:lnTo>
                <a:lnTo>
                  <a:pt x="1319316" y="77670"/>
                </a:lnTo>
                <a:lnTo>
                  <a:pt x="1323311" y="75732"/>
                </a:lnTo>
                <a:lnTo>
                  <a:pt x="1338253" y="74261"/>
                </a:lnTo>
                <a:lnTo>
                  <a:pt x="1352513" y="73001"/>
                </a:lnTo>
                <a:lnTo>
                  <a:pt x="1369964" y="70904"/>
                </a:lnTo>
                <a:lnTo>
                  <a:pt x="1443986" y="59145"/>
                </a:lnTo>
                <a:lnTo>
                  <a:pt x="1497027" y="51304"/>
                </a:lnTo>
                <a:lnTo>
                  <a:pt x="1554044" y="42661"/>
                </a:lnTo>
                <a:lnTo>
                  <a:pt x="1575242" y="39182"/>
                </a:lnTo>
                <a:lnTo>
                  <a:pt x="1579272" y="38444"/>
                </a:lnTo>
                <a:lnTo>
                  <a:pt x="1581823" y="37982"/>
                </a:lnTo>
                <a:lnTo>
                  <a:pt x="1593975" y="35096"/>
                </a:lnTo>
                <a:lnTo>
                  <a:pt x="1603167" y="31420"/>
                </a:lnTo>
                <a:lnTo>
                  <a:pt x="1617530" y="24715"/>
                </a:lnTo>
                <a:lnTo>
                  <a:pt x="1631507" y="16395"/>
                </a:lnTo>
                <a:lnTo>
                  <a:pt x="1654514" y="0"/>
                </a:lnTo>
                <a:lnTo>
                  <a:pt x="1657870" y="298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3D9ED-5792-4BA5-A7A8-A354D5FD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306" y="1698070"/>
            <a:ext cx="417586" cy="431227"/>
          </a:xfrm>
          <a:custGeom xmlns:a="http://schemas.openxmlformats.org/drawingml/2006/main">
            <a:pathLst>
              <a:path w="417586" h="431227">
                <a:moveTo>
                  <a:pt x="26054" y="29490"/>
                </a:moveTo>
                <a:lnTo>
                  <a:pt x="56307" y="70715"/>
                </a:lnTo>
                <a:lnTo>
                  <a:pt x="73102" y="86470"/>
                </a:lnTo>
                <a:lnTo>
                  <a:pt x="120732" y="126413"/>
                </a:lnTo>
                <a:lnTo>
                  <a:pt x="168091" y="159486"/>
                </a:lnTo>
                <a:lnTo>
                  <a:pt x="189992" y="180973"/>
                </a:lnTo>
                <a:lnTo>
                  <a:pt x="214310" y="206670"/>
                </a:lnTo>
                <a:lnTo>
                  <a:pt x="242932" y="236211"/>
                </a:lnTo>
                <a:lnTo>
                  <a:pt x="279257" y="276742"/>
                </a:lnTo>
                <a:lnTo>
                  <a:pt x="291308" y="289906"/>
                </a:lnTo>
                <a:lnTo>
                  <a:pt x="312129" y="313030"/>
                </a:lnTo>
                <a:lnTo>
                  <a:pt x="347056" y="360184"/>
                </a:lnTo>
                <a:lnTo>
                  <a:pt x="367800" y="386847"/>
                </a:lnTo>
                <a:lnTo>
                  <a:pt x="379946" y="400322"/>
                </a:lnTo>
                <a:lnTo>
                  <a:pt x="383047" y="402496"/>
                </a:lnTo>
                <a:lnTo>
                  <a:pt x="388083" y="406019"/>
                </a:lnTo>
                <a:lnTo>
                  <a:pt x="393629" y="408700"/>
                </a:lnTo>
                <a:lnTo>
                  <a:pt x="396466" y="409425"/>
                </a:lnTo>
                <a:lnTo>
                  <a:pt x="399287" y="409795"/>
                </a:lnTo>
                <a:lnTo>
                  <a:pt x="404509" y="409800"/>
                </a:lnTo>
                <a:lnTo>
                  <a:pt x="411951" y="408818"/>
                </a:lnTo>
                <a:lnTo>
                  <a:pt x="417586" y="407760"/>
                </a:lnTo>
                <a:lnTo>
                  <a:pt x="405788" y="431227"/>
                </a:lnTo>
                <a:lnTo>
                  <a:pt x="400072" y="426354"/>
                </a:lnTo>
                <a:lnTo>
                  <a:pt x="386398" y="415760"/>
                </a:lnTo>
                <a:lnTo>
                  <a:pt x="379735" y="409995"/>
                </a:lnTo>
                <a:lnTo>
                  <a:pt x="380808" y="408666"/>
                </a:lnTo>
                <a:lnTo>
                  <a:pt x="375999" y="403668"/>
                </a:lnTo>
                <a:lnTo>
                  <a:pt x="349714" y="372308"/>
                </a:lnTo>
                <a:lnTo>
                  <a:pt x="330578" y="348803"/>
                </a:lnTo>
                <a:lnTo>
                  <a:pt x="319991" y="335671"/>
                </a:lnTo>
                <a:lnTo>
                  <a:pt x="308630" y="319817"/>
                </a:lnTo>
                <a:lnTo>
                  <a:pt x="296247" y="302905"/>
                </a:lnTo>
                <a:lnTo>
                  <a:pt x="286452" y="292088"/>
                </a:lnTo>
                <a:lnTo>
                  <a:pt x="275404" y="280816"/>
                </a:lnTo>
                <a:lnTo>
                  <a:pt x="264575" y="268804"/>
                </a:lnTo>
                <a:lnTo>
                  <a:pt x="260614" y="266348"/>
                </a:lnTo>
                <a:lnTo>
                  <a:pt x="259416" y="266268"/>
                </a:lnTo>
                <a:lnTo>
                  <a:pt x="255741" y="267177"/>
                </a:lnTo>
                <a:lnTo>
                  <a:pt x="247763" y="270962"/>
                </a:lnTo>
                <a:lnTo>
                  <a:pt x="235659" y="279531"/>
                </a:lnTo>
                <a:lnTo>
                  <a:pt x="229307" y="283451"/>
                </a:lnTo>
                <a:lnTo>
                  <a:pt x="196963" y="302302"/>
                </a:lnTo>
                <a:lnTo>
                  <a:pt x="195039" y="299400"/>
                </a:lnTo>
                <a:lnTo>
                  <a:pt x="206744" y="292319"/>
                </a:lnTo>
                <a:lnTo>
                  <a:pt x="214853" y="287194"/>
                </a:lnTo>
                <a:lnTo>
                  <a:pt x="231072" y="278968"/>
                </a:lnTo>
                <a:lnTo>
                  <a:pt x="237646" y="274899"/>
                </a:lnTo>
                <a:lnTo>
                  <a:pt x="247144" y="268243"/>
                </a:lnTo>
                <a:lnTo>
                  <a:pt x="252261" y="263778"/>
                </a:lnTo>
                <a:lnTo>
                  <a:pt x="253931" y="261527"/>
                </a:lnTo>
                <a:lnTo>
                  <a:pt x="254372" y="260229"/>
                </a:lnTo>
                <a:lnTo>
                  <a:pt x="254455" y="258933"/>
                </a:lnTo>
                <a:lnTo>
                  <a:pt x="253259" y="256255"/>
                </a:lnTo>
                <a:lnTo>
                  <a:pt x="238662" y="240076"/>
                </a:lnTo>
                <a:lnTo>
                  <a:pt x="208350" y="211534"/>
                </a:lnTo>
                <a:lnTo>
                  <a:pt x="162274" y="167467"/>
                </a:lnTo>
                <a:lnTo>
                  <a:pt x="110822" y="130146"/>
                </a:lnTo>
                <a:lnTo>
                  <a:pt x="77733" y="104257"/>
                </a:lnTo>
                <a:lnTo>
                  <a:pt x="73787" y="102918"/>
                </a:lnTo>
                <a:lnTo>
                  <a:pt x="41178" y="74334"/>
                </a:lnTo>
                <a:lnTo>
                  <a:pt x="26446" y="45096"/>
                </a:lnTo>
                <a:lnTo>
                  <a:pt x="20650" y="37488"/>
                </a:lnTo>
                <a:lnTo>
                  <a:pt x="14100" y="24081"/>
                </a:lnTo>
                <a:lnTo>
                  <a:pt x="10355" y="16400"/>
                </a:lnTo>
                <a:lnTo>
                  <a:pt x="6427" y="9605"/>
                </a:lnTo>
                <a:lnTo>
                  <a:pt x="1599" y="2999"/>
                </a:lnTo>
                <a:lnTo>
                  <a:pt x="0" y="0"/>
                </a:lnTo>
                <a:lnTo>
                  <a:pt x="6125" y="0"/>
                </a:lnTo>
                <a:lnTo>
                  <a:pt x="26054" y="294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E3CFF-AAF9-41B8-8A45-0FC7ECE5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60" y="2337903"/>
            <a:ext cx="167626" cy="1337930"/>
          </a:xfrm>
          <a:custGeom xmlns:a="http://schemas.openxmlformats.org/drawingml/2006/main">
            <a:pathLst>
              <a:path w="167626" h="1337930">
                <a:moveTo>
                  <a:pt x="158005" y="1333969"/>
                </a:moveTo>
                <a:lnTo>
                  <a:pt x="154755" y="1308259"/>
                </a:lnTo>
                <a:lnTo>
                  <a:pt x="112119" y="939364"/>
                </a:lnTo>
                <a:lnTo>
                  <a:pt x="103967" y="881960"/>
                </a:lnTo>
                <a:lnTo>
                  <a:pt x="98097" y="838507"/>
                </a:lnTo>
                <a:lnTo>
                  <a:pt x="98258" y="837203"/>
                </a:lnTo>
                <a:lnTo>
                  <a:pt x="98809" y="835917"/>
                </a:lnTo>
                <a:lnTo>
                  <a:pt x="102047" y="834707"/>
                </a:lnTo>
                <a:lnTo>
                  <a:pt x="102916" y="833819"/>
                </a:lnTo>
                <a:lnTo>
                  <a:pt x="103136" y="833024"/>
                </a:lnTo>
                <a:lnTo>
                  <a:pt x="102181" y="825014"/>
                </a:lnTo>
                <a:lnTo>
                  <a:pt x="101448" y="823990"/>
                </a:lnTo>
                <a:lnTo>
                  <a:pt x="94656" y="820174"/>
                </a:lnTo>
                <a:lnTo>
                  <a:pt x="82376" y="688931"/>
                </a:lnTo>
                <a:lnTo>
                  <a:pt x="68639" y="561915"/>
                </a:lnTo>
                <a:lnTo>
                  <a:pt x="65742" y="531900"/>
                </a:lnTo>
                <a:lnTo>
                  <a:pt x="53463" y="452979"/>
                </a:lnTo>
                <a:lnTo>
                  <a:pt x="37680" y="314487"/>
                </a:lnTo>
                <a:lnTo>
                  <a:pt x="29175" y="244402"/>
                </a:lnTo>
                <a:lnTo>
                  <a:pt x="20039" y="174711"/>
                </a:lnTo>
                <a:lnTo>
                  <a:pt x="16104" y="154024"/>
                </a:lnTo>
                <a:lnTo>
                  <a:pt x="13584" y="135248"/>
                </a:lnTo>
                <a:lnTo>
                  <a:pt x="4189" y="86987"/>
                </a:lnTo>
                <a:lnTo>
                  <a:pt x="0" y="0"/>
                </a:lnTo>
                <a:lnTo>
                  <a:pt x="5209" y="1685"/>
                </a:lnTo>
                <a:lnTo>
                  <a:pt x="11981" y="1034"/>
                </a:lnTo>
                <a:lnTo>
                  <a:pt x="13237" y="17695"/>
                </a:lnTo>
                <a:lnTo>
                  <a:pt x="19714" y="132259"/>
                </a:lnTo>
                <a:lnTo>
                  <a:pt x="23141" y="157302"/>
                </a:lnTo>
                <a:lnTo>
                  <a:pt x="33351" y="206416"/>
                </a:lnTo>
                <a:lnTo>
                  <a:pt x="38557" y="255212"/>
                </a:lnTo>
                <a:lnTo>
                  <a:pt x="59516" y="415044"/>
                </a:lnTo>
                <a:lnTo>
                  <a:pt x="61085" y="438792"/>
                </a:lnTo>
                <a:lnTo>
                  <a:pt x="67128" y="478246"/>
                </a:lnTo>
                <a:lnTo>
                  <a:pt x="74396" y="527922"/>
                </a:lnTo>
                <a:lnTo>
                  <a:pt x="86432" y="639657"/>
                </a:lnTo>
                <a:lnTo>
                  <a:pt x="87124" y="643676"/>
                </a:lnTo>
                <a:lnTo>
                  <a:pt x="91613" y="694281"/>
                </a:lnTo>
                <a:lnTo>
                  <a:pt x="97135" y="750002"/>
                </a:lnTo>
                <a:lnTo>
                  <a:pt x="100264" y="759848"/>
                </a:lnTo>
                <a:lnTo>
                  <a:pt x="109346" y="822465"/>
                </a:lnTo>
                <a:lnTo>
                  <a:pt x="107924" y="824404"/>
                </a:lnTo>
                <a:lnTo>
                  <a:pt x="107748" y="824973"/>
                </a:lnTo>
                <a:lnTo>
                  <a:pt x="108008" y="830190"/>
                </a:lnTo>
                <a:lnTo>
                  <a:pt x="108383" y="834074"/>
                </a:lnTo>
                <a:lnTo>
                  <a:pt x="110556" y="834149"/>
                </a:lnTo>
                <a:lnTo>
                  <a:pt x="112330" y="848542"/>
                </a:lnTo>
                <a:lnTo>
                  <a:pt x="115677" y="848406"/>
                </a:lnTo>
                <a:lnTo>
                  <a:pt x="118526" y="884195"/>
                </a:lnTo>
                <a:lnTo>
                  <a:pt x="119107" y="892587"/>
                </a:lnTo>
                <a:lnTo>
                  <a:pt x="119368" y="928382"/>
                </a:lnTo>
                <a:lnTo>
                  <a:pt x="167626" y="1333562"/>
                </a:lnTo>
                <a:lnTo>
                  <a:pt x="161855" y="1337930"/>
                </a:lnTo>
                <a:lnTo>
                  <a:pt x="158005" y="13339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E6515-7AE2-4B2A-9DAE-071B42EE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92" y="2859503"/>
            <a:ext cx="646477" cy="1120025"/>
          </a:xfrm>
          <a:custGeom xmlns:a="http://schemas.openxmlformats.org/drawingml/2006/main">
            <a:pathLst>
              <a:path w="646477" h="1120025">
                <a:moveTo>
                  <a:pt x="319173" y="846972"/>
                </a:moveTo>
                <a:lnTo>
                  <a:pt x="325130" y="933243"/>
                </a:lnTo>
                <a:lnTo>
                  <a:pt x="329492" y="977662"/>
                </a:lnTo>
                <a:lnTo>
                  <a:pt x="335874" y="1020563"/>
                </a:lnTo>
                <a:lnTo>
                  <a:pt x="337690" y="1033087"/>
                </a:lnTo>
                <a:lnTo>
                  <a:pt x="337105" y="1064496"/>
                </a:lnTo>
                <a:lnTo>
                  <a:pt x="339430" y="1077648"/>
                </a:lnTo>
                <a:lnTo>
                  <a:pt x="340176" y="1082040"/>
                </a:lnTo>
                <a:lnTo>
                  <a:pt x="340983" y="1087887"/>
                </a:lnTo>
                <a:lnTo>
                  <a:pt x="345477" y="1088085"/>
                </a:lnTo>
                <a:lnTo>
                  <a:pt x="350472" y="1118154"/>
                </a:lnTo>
                <a:lnTo>
                  <a:pt x="326381" y="1120025"/>
                </a:lnTo>
                <a:lnTo>
                  <a:pt x="326846" y="1108378"/>
                </a:lnTo>
                <a:lnTo>
                  <a:pt x="327027" y="1100065"/>
                </a:lnTo>
                <a:lnTo>
                  <a:pt x="326915" y="1095587"/>
                </a:lnTo>
                <a:lnTo>
                  <a:pt x="328954" y="1095368"/>
                </a:lnTo>
                <a:lnTo>
                  <a:pt x="330482" y="1095038"/>
                </a:lnTo>
                <a:lnTo>
                  <a:pt x="331444" y="1093815"/>
                </a:lnTo>
                <a:lnTo>
                  <a:pt x="331901" y="1092155"/>
                </a:lnTo>
                <a:lnTo>
                  <a:pt x="331812" y="1081957"/>
                </a:lnTo>
                <a:lnTo>
                  <a:pt x="331597" y="1081099"/>
                </a:lnTo>
                <a:lnTo>
                  <a:pt x="331117" y="1080226"/>
                </a:lnTo>
                <a:lnTo>
                  <a:pt x="330185" y="1079743"/>
                </a:lnTo>
                <a:lnTo>
                  <a:pt x="329309" y="1079515"/>
                </a:lnTo>
                <a:lnTo>
                  <a:pt x="328445" y="1079442"/>
                </a:lnTo>
                <a:lnTo>
                  <a:pt x="326726" y="1041790"/>
                </a:lnTo>
                <a:lnTo>
                  <a:pt x="321031" y="1001300"/>
                </a:lnTo>
                <a:lnTo>
                  <a:pt x="319455" y="958195"/>
                </a:lnTo>
                <a:lnTo>
                  <a:pt x="319014" y="940191"/>
                </a:lnTo>
                <a:lnTo>
                  <a:pt x="318551" y="923222"/>
                </a:lnTo>
                <a:lnTo>
                  <a:pt x="315275" y="877265"/>
                </a:lnTo>
                <a:lnTo>
                  <a:pt x="314692" y="875064"/>
                </a:lnTo>
                <a:lnTo>
                  <a:pt x="312031" y="848795"/>
                </a:lnTo>
                <a:lnTo>
                  <a:pt x="303002" y="811764"/>
                </a:lnTo>
                <a:lnTo>
                  <a:pt x="291796" y="717053"/>
                </a:lnTo>
                <a:lnTo>
                  <a:pt x="284014" y="633347"/>
                </a:lnTo>
                <a:lnTo>
                  <a:pt x="281641" y="612795"/>
                </a:lnTo>
                <a:lnTo>
                  <a:pt x="275071" y="568864"/>
                </a:lnTo>
                <a:lnTo>
                  <a:pt x="272276" y="538733"/>
                </a:lnTo>
                <a:lnTo>
                  <a:pt x="270670" y="521629"/>
                </a:lnTo>
                <a:lnTo>
                  <a:pt x="264981" y="480522"/>
                </a:lnTo>
                <a:lnTo>
                  <a:pt x="263586" y="467691"/>
                </a:lnTo>
                <a:lnTo>
                  <a:pt x="261127" y="451095"/>
                </a:lnTo>
                <a:lnTo>
                  <a:pt x="257560" y="432405"/>
                </a:lnTo>
                <a:lnTo>
                  <a:pt x="254450" y="412046"/>
                </a:lnTo>
                <a:lnTo>
                  <a:pt x="252926" y="386210"/>
                </a:lnTo>
                <a:lnTo>
                  <a:pt x="246728" y="353472"/>
                </a:lnTo>
                <a:lnTo>
                  <a:pt x="242762" y="353739"/>
                </a:lnTo>
                <a:lnTo>
                  <a:pt x="235146" y="281376"/>
                </a:lnTo>
                <a:lnTo>
                  <a:pt x="234796" y="273461"/>
                </a:lnTo>
                <a:lnTo>
                  <a:pt x="219976" y="114600"/>
                </a:lnTo>
                <a:lnTo>
                  <a:pt x="219310" y="106886"/>
                </a:lnTo>
                <a:lnTo>
                  <a:pt x="218203" y="104783"/>
                </a:lnTo>
                <a:lnTo>
                  <a:pt x="216050" y="103065"/>
                </a:lnTo>
                <a:lnTo>
                  <a:pt x="213452" y="102073"/>
                </a:lnTo>
                <a:lnTo>
                  <a:pt x="210535" y="101801"/>
                </a:lnTo>
                <a:lnTo>
                  <a:pt x="147582" y="107496"/>
                </a:lnTo>
                <a:lnTo>
                  <a:pt x="147987" y="111073"/>
                </a:lnTo>
                <a:lnTo>
                  <a:pt x="135628" y="111611"/>
                </a:lnTo>
                <a:lnTo>
                  <a:pt x="692" y="122076"/>
                </a:lnTo>
                <a:lnTo>
                  <a:pt x="0" y="118057"/>
                </a:lnTo>
                <a:lnTo>
                  <a:pt x="54945" y="112859"/>
                </a:lnTo>
                <a:lnTo>
                  <a:pt x="128875" y="101013"/>
                </a:lnTo>
                <a:lnTo>
                  <a:pt x="129050" y="104076"/>
                </a:lnTo>
                <a:lnTo>
                  <a:pt x="147675" y="103240"/>
                </a:lnTo>
                <a:lnTo>
                  <a:pt x="304215" y="86899"/>
                </a:lnTo>
                <a:lnTo>
                  <a:pt x="313185" y="85533"/>
                </a:lnTo>
                <a:lnTo>
                  <a:pt x="331516" y="81404"/>
                </a:lnTo>
                <a:lnTo>
                  <a:pt x="340128" y="79359"/>
                </a:lnTo>
                <a:lnTo>
                  <a:pt x="348143" y="76411"/>
                </a:lnTo>
                <a:lnTo>
                  <a:pt x="351212" y="74707"/>
                </a:lnTo>
                <a:lnTo>
                  <a:pt x="353225" y="73199"/>
                </a:lnTo>
                <a:lnTo>
                  <a:pt x="355383" y="70431"/>
                </a:lnTo>
                <a:lnTo>
                  <a:pt x="380116" y="29054"/>
                </a:lnTo>
                <a:lnTo>
                  <a:pt x="383912" y="23000"/>
                </a:lnTo>
                <a:lnTo>
                  <a:pt x="403524" y="10527"/>
                </a:lnTo>
                <a:lnTo>
                  <a:pt x="430942" y="5416"/>
                </a:lnTo>
                <a:lnTo>
                  <a:pt x="431245" y="7256"/>
                </a:lnTo>
                <a:lnTo>
                  <a:pt x="457935" y="3291"/>
                </a:lnTo>
                <a:lnTo>
                  <a:pt x="466016" y="2006"/>
                </a:lnTo>
                <a:lnTo>
                  <a:pt x="474820" y="745"/>
                </a:lnTo>
                <a:lnTo>
                  <a:pt x="479119" y="213"/>
                </a:lnTo>
                <a:lnTo>
                  <a:pt x="481531" y="57"/>
                </a:lnTo>
                <a:lnTo>
                  <a:pt x="483512" y="0"/>
                </a:lnTo>
                <a:lnTo>
                  <a:pt x="486014" y="363"/>
                </a:lnTo>
                <a:lnTo>
                  <a:pt x="489027" y="1264"/>
                </a:lnTo>
                <a:lnTo>
                  <a:pt x="491410" y="2460"/>
                </a:lnTo>
                <a:lnTo>
                  <a:pt x="492948" y="3738"/>
                </a:lnTo>
                <a:lnTo>
                  <a:pt x="495907" y="7134"/>
                </a:lnTo>
                <a:lnTo>
                  <a:pt x="503793" y="19373"/>
                </a:lnTo>
                <a:lnTo>
                  <a:pt x="508936" y="28019"/>
                </a:lnTo>
                <a:lnTo>
                  <a:pt x="511134" y="32643"/>
                </a:lnTo>
                <a:lnTo>
                  <a:pt x="513800" y="39774"/>
                </a:lnTo>
                <a:lnTo>
                  <a:pt x="515965" y="45958"/>
                </a:lnTo>
                <a:lnTo>
                  <a:pt x="516760" y="47746"/>
                </a:lnTo>
                <a:lnTo>
                  <a:pt x="517685" y="48592"/>
                </a:lnTo>
                <a:lnTo>
                  <a:pt x="519140" y="49042"/>
                </a:lnTo>
                <a:lnTo>
                  <a:pt x="521018" y="49083"/>
                </a:lnTo>
                <a:lnTo>
                  <a:pt x="525735" y="48668"/>
                </a:lnTo>
                <a:lnTo>
                  <a:pt x="566516" y="43421"/>
                </a:lnTo>
                <a:lnTo>
                  <a:pt x="568607" y="43358"/>
                </a:lnTo>
                <a:lnTo>
                  <a:pt x="570794" y="43515"/>
                </a:lnTo>
                <a:lnTo>
                  <a:pt x="573081" y="44082"/>
                </a:lnTo>
                <a:lnTo>
                  <a:pt x="575461" y="45387"/>
                </a:lnTo>
                <a:lnTo>
                  <a:pt x="576894" y="46871"/>
                </a:lnTo>
                <a:lnTo>
                  <a:pt x="578204" y="48979"/>
                </a:lnTo>
                <a:lnTo>
                  <a:pt x="579194" y="51497"/>
                </a:lnTo>
                <a:lnTo>
                  <a:pt x="601478" y="156219"/>
                </a:lnTo>
                <a:lnTo>
                  <a:pt x="604985" y="158375"/>
                </a:lnTo>
                <a:lnTo>
                  <a:pt x="623880" y="154838"/>
                </a:lnTo>
                <a:lnTo>
                  <a:pt x="630282" y="187226"/>
                </a:lnTo>
                <a:lnTo>
                  <a:pt x="634918" y="194817"/>
                </a:lnTo>
                <a:lnTo>
                  <a:pt x="646477" y="249897"/>
                </a:lnTo>
                <a:lnTo>
                  <a:pt x="639670" y="251764"/>
                </a:lnTo>
                <a:lnTo>
                  <a:pt x="621223" y="171212"/>
                </a:lnTo>
                <a:lnTo>
                  <a:pt x="619120" y="162224"/>
                </a:lnTo>
                <a:lnTo>
                  <a:pt x="605364" y="164938"/>
                </a:lnTo>
                <a:lnTo>
                  <a:pt x="603073" y="164579"/>
                </a:lnTo>
                <a:lnTo>
                  <a:pt x="601205" y="163703"/>
                </a:lnTo>
                <a:lnTo>
                  <a:pt x="599244" y="162516"/>
                </a:lnTo>
                <a:lnTo>
                  <a:pt x="597834" y="160307"/>
                </a:lnTo>
                <a:lnTo>
                  <a:pt x="573591" y="54289"/>
                </a:lnTo>
                <a:lnTo>
                  <a:pt x="572414" y="50723"/>
                </a:lnTo>
                <a:lnTo>
                  <a:pt x="570771" y="49543"/>
                </a:lnTo>
                <a:lnTo>
                  <a:pt x="568484" y="48975"/>
                </a:lnTo>
                <a:lnTo>
                  <a:pt x="565137" y="49111"/>
                </a:lnTo>
                <a:lnTo>
                  <a:pt x="551499" y="51101"/>
                </a:lnTo>
                <a:lnTo>
                  <a:pt x="540522" y="53322"/>
                </a:lnTo>
                <a:lnTo>
                  <a:pt x="525393" y="54689"/>
                </a:lnTo>
                <a:lnTo>
                  <a:pt x="520052" y="55099"/>
                </a:lnTo>
                <a:lnTo>
                  <a:pt x="516183" y="55224"/>
                </a:lnTo>
                <a:lnTo>
                  <a:pt x="513899" y="54547"/>
                </a:lnTo>
                <a:lnTo>
                  <a:pt x="512040" y="53254"/>
                </a:lnTo>
                <a:lnTo>
                  <a:pt x="510238" y="49783"/>
                </a:lnTo>
                <a:lnTo>
                  <a:pt x="505210" y="35836"/>
                </a:lnTo>
                <a:lnTo>
                  <a:pt x="501409" y="27855"/>
                </a:lnTo>
                <a:lnTo>
                  <a:pt x="495123" y="19083"/>
                </a:lnTo>
                <a:lnTo>
                  <a:pt x="491254" y="14214"/>
                </a:lnTo>
                <a:lnTo>
                  <a:pt x="488578" y="12177"/>
                </a:lnTo>
                <a:lnTo>
                  <a:pt x="485579" y="10649"/>
                </a:lnTo>
                <a:lnTo>
                  <a:pt x="482154" y="9748"/>
                </a:lnTo>
                <a:lnTo>
                  <a:pt x="476935" y="9217"/>
                </a:lnTo>
                <a:lnTo>
                  <a:pt x="472443" y="9327"/>
                </a:lnTo>
                <a:lnTo>
                  <a:pt x="466991" y="9835"/>
                </a:lnTo>
                <a:lnTo>
                  <a:pt x="457879" y="10880"/>
                </a:lnTo>
                <a:lnTo>
                  <a:pt x="432433" y="14582"/>
                </a:lnTo>
                <a:lnTo>
                  <a:pt x="425891" y="15383"/>
                </a:lnTo>
                <a:lnTo>
                  <a:pt x="425428" y="12667"/>
                </a:lnTo>
                <a:lnTo>
                  <a:pt x="414833" y="14515"/>
                </a:lnTo>
                <a:lnTo>
                  <a:pt x="415181" y="17537"/>
                </a:lnTo>
                <a:lnTo>
                  <a:pt x="408365" y="18741"/>
                </a:lnTo>
                <a:lnTo>
                  <a:pt x="403719" y="20518"/>
                </a:lnTo>
                <a:lnTo>
                  <a:pt x="397179" y="23390"/>
                </a:lnTo>
                <a:lnTo>
                  <a:pt x="392511" y="26511"/>
                </a:lnTo>
                <a:lnTo>
                  <a:pt x="389099" y="29659"/>
                </a:lnTo>
                <a:lnTo>
                  <a:pt x="385441" y="34364"/>
                </a:lnTo>
                <a:lnTo>
                  <a:pt x="382394" y="39708"/>
                </a:lnTo>
                <a:lnTo>
                  <a:pt x="380684" y="46226"/>
                </a:lnTo>
                <a:lnTo>
                  <a:pt x="378874" y="52741"/>
                </a:lnTo>
                <a:lnTo>
                  <a:pt x="377907" y="58440"/>
                </a:lnTo>
                <a:lnTo>
                  <a:pt x="377532" y="61346"/>
                </a:lnTo>
                <a:lnTo>
                  <a:pt x="376940" y="64556"/>
                </a:lnTo>
                <a:lnTo>
                  <a:pt x="375384" y="68690"/>
                </a:lnTo>
                <a:lnTo>
                  <a:pt x="374071" y="71357"/>
                </a:lnTo>
                <a:lnTo>
                  <a:pt x="372018" y="74336"/>
                </a:lnTo>
                <a:lnTo>
                  <a:pt x="369760" y="77401"/>
                </a:lnTo>
                <a:lnTo>
                  <a:pt x="366105" y="82005"/>
                </a:lnTo>
                <a:lnTo>
                  <a:pt x="363084" y="83973"/>
                </a:lnTo>
                <a:lnTo>
                  <a:pt x="359848" y="86190"/>
                </a:lnTo>
                <a:lnTo>
                  <a:pt x="356667" y="87991"/>
                </a:lnTo>
                <a:lnTo>
                  <a:pt x="352612" y="89509"/>
                </a:lnTo>
                <a:lnTo>
                  <a:pt x="347304" y="90909"/>
                </a:lnTo>
                <a:lnTo>
                  <a:pt x="342126" y="91005"/>
                </a:lnTo>
                <a:lnTo>
                  <a:pt x="335431" y="91322"/>
                </a:lnTo>
                <a:lnTo>
                  <a:pt x="330868" y="91794"/>
                </a:lnTo>
                <a:lnTo>
                  <a:pt x="316651" y="94243"/>
                </a:lnTo>
                <a:lnTo>
                  <a:pt x="305155" y="96280"/>
                </a:lnTo>
                <a:lnTo>
                  <a:pt x="241640" y="108827"/>
                </a:lnTo>
                <a:lnTo>
                  <a:pt x="239536" y="109508"/>
                </a:lnTo>
                <a:lnTo>
                  <a:pt x="238043" y="110728"/>
                </a:lnTo>
                <a:lnTo>
                  <a:pt x="237057" y="112685"/>
                </a:lnTo>
                <a:lnTo>
                  <a:pt x="236585" y="115063"/>
                </a:lnTo>
                <a:lnTo>
                  <a:pt x="235220" y="163197"/>
                </a:lnTo>
                <a:lnTo>
                  <a:pt x="235079" y="169649"/>
                </a:lnTo>
                <a:lnTo>
                  <a:pt x="236563" y="178416"/>
                </a:lnTo>
                <a:lnTo>
                  <a:pt x="256790" y="352802"/>
                </a:lnTo>
                <a:lnTo>
                  <a:pt x="263099" y="384771"/>
                </a:lnTo>
                <a:lnTo>
                  <a:pt x="265086" y="384814"/>
                </a:lnTo>
                <a:lnTo>
                  <a:pt x="269577" y="437552"/>
                </a:lnTo>
                <a:lnTo>
                  <a:pt x="271897" y="457994"/>
                </a:lnTo>
                <a:lnTo>
                  <a:pt x="274244" y="472608"/>
                </a:lnTo>
                <a:lnTo>
                  <a:pt x="279426" y="493739"/>
                </a:lnTo>
                <a:lnTo>
                  <a:pt x="283588" y="547614"/>
                </a:lnTo>
                <a:lnTo>
                  <a:pt x="284338" y="556474"/>
                </a:lnTo>
                <a:lnTo>
                  <a:pt x="285382" y="585004"/>
                </a:lnTo>
                <a:lnTo>
                  <a:pt x="288269" y="596298"/>
                </a:lnTo>
                <a:lnTo>
                  <a:pt x="289369" y="605528"/>
                </a:lnTo>
                <a:lnTo>
                  <a:pt x="289685" y="608186"/>
                </a:lnTo>
                <a:lnTo>
                  <a:pt x="303174" y="717928"/>
                </a:lnTo>
                <a:lnTo>
                  <a:pt x="317416" y="812497"/>
                </a:lnTo>
                <a:lnTo>
                  <a:pt x="319173" y="84697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C4734-8540-416D-BE14-D5529A32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35" y="3220531"/>
            <a:ext cx="92404" cy="799924"/>
          </a:xfrm>
          <a:custGeom xmlns:a="http://schemas.openxmlformats.org/drawingml/2006/main">
            <a:pathLst>
              <a:path w="92404" h="799924">
                <a:moveTo>
                  <a:pt x="0" y="0"/>
                </a:moveTo>
                <a:lnTo>
                  <a:pt x="30851" y="236555"/>
                </a:lnTo>
                <a:lnTo>
                  <a:pt x="58257" y="440714"/>
                </a:lnTo>
                <a:lnTo>
                  <a:pt x="92404" y="79992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F3688-F3BC-461A-9F46-8413E5E4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805" y="3129975"/>
            <a:ext cx="63048" cy="547872"/>
          </a:xfrm>
          <a:custGeom xmlns:a="http://schemas.openxmlformats.org/drawingml/2006/main">
            <a:pathLst>
              <a:path w="63048" h="547872">
                <a:moveTo>
                  <a:pt x="0" y="0"/>
                </a:moveTo>
                <a:lnTo>
                  <a:pt x="6582" y="38330"/>
                </a:lnTo>
                <a:lnTo>
                  <a:pt x="17262" y="147276"/>
                </a:lnTo>
                <a:lnTo>
                  <a:pt x="62710" y="545858"/>
                </a:lnTo>
                <a:lnTo>
                  <a:pt x="63048" y="5478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30AC2-3436-404B-A633-75400D5E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30" y="3429380"/>
            <a:ext cx="83061" cy="509215"/>
          </a:xfrm>
          <a:custGeom xmlns:a="http://schemas.openxmlformats.org/drawingml/2006/main">
            <a:pathLst>
              <a:path w="83061" h="509215">
                <a:moveTo>
                  <a:pt x="11328" y="0"/>
                </a:moveTo>
                <a:lnTo>
                  <a:pt x="13136" y="22564"/>
                </a:lnTo>
                <a:lnTo>
                  <a:pt x="13428" y="42862"/>
                </a:lnTo>
                <a:lnTo>
                  <a:pt x="15536" y="56326"/>
                </a:lnTo>
                <a:lnTo>
                  <a:pt x="18151" y="70846"/>
                </a:lnTo>
                <a:lnTo>
                  <a:pt x="22250" y="88820"/>
                </a:lnTo>
                <a:lnTo>
                  <a:pt x="26130" y="88179"/>
                </a:lnTo>
                <a:lnTo>
                  <a:pt x="33151" y="130984"/>
                </a:lnTo>
                <a:lnTo>
                  <a:pt x="39731" y="164628"/>
                </a:lnTo>
                <a:lnTo>
                  <a:pt x="50123" y="239864"/>
                </a:lnTo>
                <a:lnTo>
                  <a:pt x="51181" y="254649"/>
                </a:lnTo>
                <a:lnTo>
                  <a:pt x="50653" y="273168"/>
                </a:lnTo>
                <a:lnTo>
                  <a:pt x="54882" y="314251"/>
                </a:lnTo>
                <a:lnTo>
                  <a:pt x="56145" y="318545"/>
                </a:lnTo>
                <a:lnTo>
                  <a:pt x="60949" y="328482"/>
                </a:lnTo>
                <a:lnTo>
                  <a:pt x="63022" y="336381"/>
                </a:lnTo>
                <a:lnTo>
                  <a:pt x="63885" y="342591"/>
                </a:lnTo>
                <a:lnTo>
                  <a:pt x="64439" y="348323"/>
                </a:lnTo>
                <a:lnTo>
                  <a:pt x="65828" y="363642"/>
                </a:lnTo>
                <a:lnTo>
                  <a:pt x="71440" y="401323"/>
                </a:lnTo>
                <a:lnTo>
                  <a:pt x="74195" y="422365"/>
                </a:lnTo>
                <a:lnTo>
                  <a:pt x="79108" y="459913"/>
                </a:lnTo>
                <a:lnTo>
                  <a:pt x="81007" y="473318"/>
                </a:lnTo>
                <a:lnTo>
                  <a:pt x="82652" y="484439"/>
                </a:lnTo>
                <a:lnTo>
                  <a:pt x="83061" y="489650"/>
                </a:lnTo>
                <a:lnTo>
                  <a:pt x="82482" y="509085"/>
                </a:lnTo>
                <a:lnTo>
                  <a:pt x="78870" y="509215"/>
                </a:lnTo>
                <a:lnTo>
                  <a:pt x="75131" y="509061"/>
                </a:lnTo>
                <a:lnTo>
                  <a:pt x="75660" y="508755"/>
                </a:lnTo>
                <a:lnTo>
                  <a:pt x="76066" y="508373"/>
                </a:lnTo>
                <a:lnTo>
                  <a:pt x="76405" y="507827"/>
                </a:lnTo>
                <a:lnTo>
                  <a:pt x="76665" y="506988"/>
                </a:lnTo>
                <a:lnTo>
                  <a:pt x="77600" y="502741"/>
                </a:lnTo>
                <a:lnTo>
                  <a:pt x="78229" y="497816"/>
                </a:lnTo>
                <a:lnTo>
                  <a:pt x="78389" y="492981"/>
                </a:lnTo>
                <a:lnTo>
                  <a:pt x="77696" y="483959"/>
                </a:lnTo>
                <a:lnTo>
                  <a:pt x="74857" y="455708"/>
                </a:lnTo>
                <a:lnTo>
                  <a:pt x="70372" y="431106"/>
                </a:lnTo>
                <a:lnTo>
                  <a:pt x="69327" y="423203"/>
                </a:lnTo>
                <a:lnTo>
                  <a:pt x="63103" y="376021"/>
                </a:lnTo>
                <a:lnTo>
                  <a:pt x="56115" y="336748"/>
                </a:lnTo>
                <a:lnTo>
                  <a:pt x="49966" y="314453"/>
                </a:lnTo>
                <a:lnTo>
                  <a:pt x="43407" y="274463"/>
                </a:lnTo>
                <a:lnTo>
                  <a:pt x="41118" y="257835"/>
                </a:lnTo>
                <a:lnTo>
                  <a:pt x="40926" y="239764"/>
                </a:lnTo>
                <a:lnTo>
                  <a:pt x="38850" y="215169"/>
                </a:lnTo>
                <a:lnTo>
                  <a:pt x="35430" y="199279"/>
                </a:lnTo>
                <a:lnTo>
                  <a:pt x="27390" y="164986"/>
                </a:lnTo>
                <a:lnTo>
                  <a:pt x="22249" y="132208"/>
                </a:lnTo>
                <a:lnTo>
                  <a:pt x="18139" y="100070"/>
                </a:lnTo>
                <a:lnTo>
                  <a:pt x="13313" y="100801"/>
                </a:lnTo>
                <a:lnTo>
                  <a:pt x="6452" y="60704"/>
                </a:lnTo>
                <a:lnTo>
                  <a:pt x="4279" y="30906"/>
                </a:lnTo>
                <a:lnTo>
                  <a:pt x="0" y="1478"/>
                </a:lnTo>
                <a:lnTo>
                  <a:pt x="113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CFDFCD-75B8-421D-B911-8EB2D1CF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91" y="3492937"/>
            <a:ext cx="78524" cy="437224"/>
          </a:xfrm>
          <a:custGeom xmlns:a="http://schemas.openxmlformats.org/drawingml/2006/main">
            <a:pathLst>
              <a:path w="78524" h="437224">
                <a:moveTo>
                  <a:pt x="19351" y="62045"/>
                </a:moveTo>
                <a:lnTo>
                  <a:pt x="18837" y="57040"/>
                </a:lnTo>
                <a:lnTo>
                  <a:pt x="8451" y="6044"/>
                </a:lnTo>
                <a:lnTo>
                  <a:pt x="7045" y="3308"/>
                </a:lnTo>
                <a:lnTo>
                  <a:pt x="5197" y="1915"/>
                </a:lnTo>
                <a:lnTo>
                  <a:pt x="2393" y="710"/>
                </a:lnTo>
                <a:lnTo>
                  <a:pt x="0" y="349"/>
                </a:lnTo>
                <a:lnTo>
                  <a:pt x="46009" y="0"/>
                </a:lnTo>
                <a:lnTo>
                  <a:pt x="44320" y="590"/>
                </a:lnTo>
                <a:lnTo>
                  <a:pt x="42935" y="1912"/>
                </a:lnTo>
                <a:lnTo>
                  <a:pt x="42062" y="3664"/>
                </a:lnTo>
                <a:lnTo>
                  <a:pt x="41590" y="6041"/>
                </a:lnTo>
                <a:lnTo>
                  <a:pt x="41634" y="8648"/>
                </a:lnTo>
                <a:lnTo>
                  <a:pt x="41900" y="13275"/>
                </a:lnTo>
                <a:lnTo>
                  <a:pt x="44159" y="12961"/>
                </a:lnTo>
                <a:lnTo>
                  <a:pt x="47638" y="40400"/>
                </a:lnTo>
                <a:lnTo>
                  <a:pt x="44905" y="40967"/>
                </a:lnTo>
                <a:lnTo>
                  <a:pt x="47668" y="57261"/>
                </a:lnTo>
                <a:lnTo>
                  <a:pt x="51204" y="78138"/>
                </a:lnTo>
                <a:lnTo>
                  <a:pt x="50907" y="82090"/>
                </a:lnTo>
                <a:lnTo>
                  <a:pt x="45048" y="91949"/>
                </a:lnTo>
                <a:lnTo>
                  <a:pt x="38749" y="93055"/>
                </a:lnTo>
                <a:lnTo>
                  <a:pt x="39998" y="131577"/>
                </a:lnTo>
                <a:lnTo>
                  <a:pt x="42165" y="166578"/>
                </a:lnTo>
                <a:lnTo>
                  <a:pt x="41630" y="191125"/>
                </a:lnTo>
                <a:lnTo>
                  <a:pt x="60585" y="338226"/>
                </a:lnTo>
                <a:lnTo>
                  <a:pt x="67218" y="350437"/>
                </a:lnTo>
                <a:lnTo>
                  <a:pt x="67652" y="369176"/>
                </a:lnTo>
                <a:lnTo>
                  <a:pt x="72052" y="368664"/>
                </a:lnTo>
                <a:lnTo>
                  <a:pt x="73162" y="375334"/>
                </a:lnTo>
                <a:lnTo>
                  <a:pt x="78524" y="416860"/>
                </a:lnTo>
                <a:lnTo>
                  <a:pt x="72856" y="417980"/>
                </a:lnTo>
                <a:lnTo>
                  <a:pt x="75266" y="436862"/>
                </a:lnTo>
                <a:lnTo>
                  <a:pt x="63135" y="437224"/>
                </a:lnTo>
                <a:lnTo>
                  <a:pt x="65075" y="434461"/>
                </a:lnTo>
                <a:lnTo>
                  <a:pt x="62859" y="416309"/>
                </a:lnTo>
                <a:lnTo>
                  <a:pt x="53012" y="417030"/>
                </a:lnTo>
                <a:lnTo>
                  <a:pt x="49152" y="383127"/>
                </a:lnTo>
                <a:lnTo>
                  <a:pt x="59423" y="381898"/>
                </a:lnTo>
                <a:lnTo>
                  <a:pt x="58698" y="376889"/>
                </a:lnTo>
                <a:lnTo>
                  <a:pt x="53558" y="377712"/>
                </a:lnTo>
                <a:lnTo>
                  <a:pt x="52557" y="370717"/>
                </a:lnTo>
                <a:lnTo>
                  <a:pt x="49167" y="363153"/>
                </a:lnTo>
                <a:lnTo>
                  <a:pt x="41646" y="315134"/>
                </a:lnTo>
                <a:lnTo>
                  <a:pt x="36455" y="275074"/>
                </a:lnTo>
                <a:lnTo>
                  <a:pt x="31447" y="236261"/>
                </a:lnTo>
                <a:lnTo>
                  <a:pt x="23278" y="169707"/>
                </a:lnTo>
                <a:lnTo>
                  <a:pt x="25748" y="133345"/>
                </a:lnTo>
                <a:lnTo>
                  <a:pt x="19351" y="620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74B38E-3D34-4EC6-9C97-95476685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475" y="3360599"/>
            <a:ext cx="1118638" cy="135038"/>
          </a:xfrm>
          <a:custGeom xmlns:a="http://schemas.openxmlformats.org/drawingml/2006/main">
            <a:pathLst>
              <a:path w="1118638" h="135038">
                <a:moveTo>
                  <a:pt x="1118638" y="20896"/>
                </a:moveTo>
                <a:lnTo>
                  <a:pt x="1091246" y="21236"/>
                </a:lnTo>
                <a:lnTo>
                  <a:pt x="1081841" y="21031"/>
                </a:lnTo>
                <a:lnTo>
                  <a:pt x="1072858" y="20428"/>
                </a:lnTo>
                <a:lnTo>
                  <a:pt x="1065662" y="19745"/>
                </a:lnTo>
                <a:lnTo>
                  <a:pt x="1037517" y="16010"/>
                </a:lnTo>
                <a:lnTo>
                  <a:pt x="1000773" y="8665"/>
                </a:lnTo>
                <a:lnTo>
                  <a:pt x="987440" y="6287"/>
                </a:lnTo>
                <a:lnTo>
                  <a:pt x="979621" y="5599"/>
                </a:lnTo>
                <a:lnTo>
                  <a:pt x="976063" y="5731"/>
                </a:lnTo>
                <a:lnTo>
                  <a:pt x="972814" y="6023"/>
                </a:lnTo>
                <a:lnTo>
                  <a:pt x="970707" y="6867"/>
                </a:lnTo>
                <a:lnTo>
                  <a:pt x="967624" y="9188"/>
                </a:lnTo>
                <a:lnTo>
                  <a:pt x="965903" y="11229"/>
                </a:lnTo>
                <a:lnTo>
                  <a:pt x="964170" y="14215"/>
                </a:lnTo>
                <a:lnTo>
                  <a:pt x="963166" y="16999"/>
                </a:lnTo>
                <a:lnTo>
                  <a:pt x="962346" y="21039"/>
                </a:lnTo>
                <a:lnTo>
                  <a:pt x="962040" y="25399"/>
                </a:lnTo>
                <a:lnTo>
                  <a:pt x="961875" y="32995"/>
                </a:lnTo>
                <a:lnTo>
                  <a:pt x="961554" y="38081"/>
                </a:lnTo>
                <a:lnTo>
                  <a:pt x="960438" y="41389"/>
                </a:lnTo>
                <a:lnTo>
                  <a:pt x="959020" y="44218"/>
                </a:lnTo>
                <a:lnTo>
                  <a:pt x="957307" y="45896"/>
                </a:lnTo>
                <a:lnTo>
                  <a:pt x="955091" y="47092"/>
                </a:lnTo>
                <a:lnTo>
                  <a:pt x="952134" y="48281"/>
                </a:lnTo>
                <a:lnTo>
                  <a:pt x="920612" y="55657"/>
                </a:lnTo>
                <a:lnTo>
                  <a:pt x="889671" y="62519"/>
                </a:lnTo>
                <a:lnTo>
                  <a:pt x="875965" y="65453"/>
                </a:lnTo>
                <a:lnTo>
                  <a:pt x="864083" y="68781"/>
                </a:lnTo>
                <a:lnTo>
                  <a:pt x="852755" y="70259"/>
                </a:lnTo>
                <a:lnTo>
                  <a:pt x="840660" y="69052"/>
                </a:lnTo>
                <a:lnTo>
                  <a:pt x="837013" y="68246"/>
                </a:lnTo>
                <a:lnTo>
                  <a:pt x="829324" y="66953"/>
                </a:lnTo>
                <a:lnTo>
                  <a:pt x="823426" y="68259"/>
                </a:lnTo>
                <a:lnTo>
                  <a:pt x="820191" y="67880"/>
                </a:lnTo>
                <a:lnTo>
                  <a:pt x="815702" y="67474"/>
                </a:lnTo>
                <a:lnTo>
                  <a:pt x="808703" y="67421"/>
                </a:lnTo>
                <a:lnTo>
                  <a:pt x="804831" y="67646"/>
                </a:lnTo>
                <a:lnTo>
                  <a:pt x="800528" y="68387"/>
                </a:lnTo>
                <a:lnTo>
                  <a:pt x="796843" y="69351"/>
                </a:lnTo>
                <a:lnTo>
                  <a:pt x="792117" y="70492"/>
                </a:lnTo>
                <a:lnTo>
                  <a:pt x="787084" y="71109"/>
                </a:lnTo>
                <a:lnTo>
                  <a:pt x="755832" y="70746"/>
                </a:lnTo>
                <a:lnTo>
                  <a:pt x="751967" y="70662"/>
                </a:lnTo>
                <a:lnTo>
                  <a:pt x="746412" y="71267"/>
                </a:lnTo>
                <a:lnTo>
                  <a:pt x="741790" y="72311"/>
                </a:lnTo>
                <a:lnTo>
                  <a:pt x="736636" y="73760"/>
                </a:lnTo>
                <a:lnTo>
                  <a:pt x="693825" y="90514"/>
                </a:lnTo>
                <a:lnTo>
                  <a:pt x="688451" y="92476"/>
                </a:lnTo>
                <a:lnTo>
                  <a:pt x="683833" y="93310"/>
                </a:lnTo>
                <a:lnTo>
                  <a:pt x="679756" y="93330"/>
                </a:lnTo>
                <a:lnTo>
                  <a:pt x="670548" y="93747"/>
                </a:lnTo>
                <a:lnTo>
                  <a:pt x="663867" y="93402"/>
                </a:lnTo>
                <a:lnTo>
                  <a:pt x="625751" y="96103"/>
                </a:lnTo>
                <a:lnTo>
                  <a:pt x="535626" y="105797"/>
                </a:lnTo>
                <a:lnTo>
                  <a:pt x="537387" y="121224"/>
                </a:lnTo>
                <a:lnTo>
                  <a:pt x="522291" y="123192"/>
                </a:lnTo>
                <a:lnTo>
                  <a:pt x="417125" y="132338"/>
                </a:lnTo>
                <a:lnTo>
                  <a:pt x="371116" y="132687"/>
                </a:lnTo>
                <a:lnTo>
                  <a:pt x="274969" y="131106"/>
                </a:lnTo>
                <a:lnTo>
                  <a:pt x="257028" y="129153"/>
                </a:lnTo>
                <a:lnTo>
                  <a:pt x="238184" y="130303"/>
                </a:lnTo>
                <a:lnTo>
                  <a:pt x="206415" y="134712"/>
                </a:lnTo>
                <a:lnTo>
                  <a:pt x="202642" y="135038"/>
                </a:lnTo>
                <a:lnTo>
                  <a:pt x="200694" y="133235"/>
                </a:lnTo>
                <a:lnTo>
                  <a:pt x="199069" y="130911"/>
                </a:lnTo>
                <a:lnTo>
                  <a:pt x="196737" y="127728"/>
                </a:lnTo>
                <a:lnTo>
                  <a:pt x="174452" y="99787"/>
                </a:lnTo>
                <a:lnTo>
                  <a:pt x="168856" y="92592"/>
                </a:lnTo>
                <a:lnTo>
                  <a:pt x="162857" y="89547"/>
                </a:lnTo>
                <a:lnTo>
                  <a:pt x="158724" y="87477"/>
                </a:lnTo>
                <a:lnTo>
                  <a:pt x="153754" y="85180"/>
                </a:lnTo>
                <a:lnTo>
                  <a:pt x="150635" y="84495"/>
                </a:lnTo>
                <a:lnTo>
                  <a:pt x="146565" y="84197"/>
                </a:lnTo>
                <a:lnTo>
                  <a:pt x="144262" y="84356"/>
                </a:lnTo>
                <a:lnTo>
                  <a:pt x="141950" y="84923"/>
                </a:lnTo>
                <a:lnTo>
                  <a:pt x="139836" y="86020"/>
                </a:lnTo>
                <a:lnTo>
                  <a:pt x="136646" y="88248"/>
                </a:lnTo>
                <a:lnTo>
                  <a:pt x="131452" y="91566"/>
                </a:lnTo>
                <a:lnTo>
                  <a:pt x="127553" y="93042"/>
                </a:lnTo>
                <a:lnTo>
                  <a:pt x="103005" y="96973"/>
                </a:lnTo>
                <a:lnTo>
                  <a:pt x="94402" y="98247"/>
                </a:lnTo>
                <a:lnTo>
                  <a:pt x="59649" y="105077"/>
                </a:lnTo>
                <a:lnTo>
                  <a:pt x="58910" y="100694"/>
                </a:lnTo>
                <a:lnTo>
                  <a:pt x="50832" y="101871"/>
                </a:lnTo>
                <a:lnTo>
                  <a:pt x="50367" y="99255"/>
                </a:lnTo>
                <a:lnTo>
                  <a:pt x="3987" y="104433"/>
                </a:lnTo>
                <a:lnTo>
                  <a:pt x="2887" y="95203"/>
                </a:lnTo>
                <a:lnTo>
                  <a:pt x="0" y="83909"/>
                </a:lnTo>
                <a:lnTo>
                  <a:pt x="1233" y="85988"/>
                </a:lnTo>
                <a:lnTo>
                  <a:pt x="2214" y="87807"/>
                </a:lnTo>
                <a:lnTo>
                  <a:pt x="3326" y="89384"/>
                </a:lnTo>
                <a:lnTo>
                  <a:pt x="4554" y="90609"/>
                </a:lnTo>
                <a:lnTo>
                  <a:pt x="5995" y="91757"/>
                </a:lnTo>
                <a:lnTo>
                  <a:pt x="7155" y="92536"/>
                </a:lnTo>
                <a:lnTo>
                  <a:pt x="8575" y="93166"/>
                </a:lnTo>
                <a:lnTo>
                  <a:pt x="10243" y="93566"/>
                </a:lnTo>
                <a:lnTo>
                  <a:pt x="11674" y="93706"/>
                </a:lnTo>
                <a:lnTo>
                  <a:pt x="16675" y="93525"/>
                </a:lnTo>
                <a:lnTo>
                  <a:pt x="36223" y="91147"/>
                </a:lnTo>
                <a:lnTo>
                  <a:pt x="82537" y="86121"/>
                </a:lnTo>
                <a:lnTo>
                  <a:pt x="126047" y="80626"/>
                </a:lnTo>
                <a:lnTo>
                  <a:pt x="136738" y="79407"/>
                </a:lnTo>
                <a:lnTo>
                  <a:pt x="136506" y="75752"/>
                </a:lnTo>
                <a:lnTo>
                  <a:pt x="157335" y="74337"/>
                </a:lnTo>
                <a:lnTo>
                  <a:pt x="157607" y="76531"/>
                </a:lnTo>
                <a:lnTo>
                  <a:pt x="160323" y="76381"/>
                </a:lnTo>
                <a:lnTo>
                  <a:pt x="160734" y="81483"/>
                </a:lnTo>
                <a:lnTo>
                  <a:pt x="170991" y="81190"/>
                </a:lnTo>
                <a:lnTo>
                  <a:pt x="174550" y="85635"/>
                </a:lnTo>
                <a:lnTo>
                  <a:pt x="200141" y="125006"/>
                </a:lnTo>
                <a:lnTo>
                  <a:pt x="201870" y="127223"/>
                </a:lnTo>
                <a:lnTo>
                  <a:pt x="203416" y="128192"/>
                </a:lnTo>
                <a:lnTo>
                  <a:pt x="206225" y="128779"/>
                </a:lnTo>
                <a:lnTo>
                  <a:pt x="208734" y="128834"/>
                </a:lnTo>
                <a:lnTo>
                  <a:pt x="240718" y="124221"/>
                </a:lnTo>
                <a:lnTo>
                  <a:pt x="255288" y="122769"/>
                </a:lnTo>
                <a:lnTo>
                  <a:pt x="274502" y="123606"/>
                </a:lnTo>
                <a:lnTo>
                  <a:pt x="274234" y="116945"/>
                </a:lnTo>
                <a:lnTo>
                  <a:pt x="336804" y="123931"/>
                </a:lnTo>
                <a:lnTo>
                  <a:pt x="342757" y="124424"/>
                </a:lnTo>
                <a:lnTo>
                  <a:pt x="348499" y="124595"/>
                </a:lnTo>
                <a:lnTo>
                  <a:pt x="357504" y="124174"/>
                </a:lnTo>
                <a:lnTo>
                  <a:pt x="365887" y="123312"/>
                </a:lnTo>
                <a:lnTo>
                  <a:pt x="372817" y="121902"/>
                </a:lnTo>
                <a:lnTo>
                  <a:pt x="376817" y="120428"/>
                </a:lnTo>
                <a:lnTo>
                  <a:pt x="379674" y="118829"/>
                </a:lnTo>
                <a:lnTo>
                  <a:pt x="382457" y="115975"/>
                </a:lnTo>
                <a:lnTo>
                  <a:pt x="385574" y="112094"/>
                </a:lnTo>
                <a:lnTo>
                  <a:pt x="388031" y="109859"/>
                </a:lnTo>
                <a:lnTo>
                  <a:pt x="389408" y="108954"/>
                </a:lnTo>
                <a:lnTo>
                  <a:pt x="403649" y="102919"/>
                </a:lnTo>
                <a:lnTo>
                  <a:pt x="428687" y="91181"/>
                </a:lnTo>
                <a:lnTo>
                  <a:pt x="440849" y="89367"/>
                </a:lnTo>
                <a:lnTo>
                  <a:pt x="449912" y="88784"/>
                </a:lnTo>
                <a:lnTo>
                  <a:pt x="452780" y="88801"/>
                </a:lnTo>
                <a:lnTo>
                  <a:pt x="456228" y="89076"/>
                </a:lnTo>
                <a:lnTo>
                  <a:pt x="461862" y="89517"/>
                </a:lnTo>
                <a:lnTo>
                  <a:pt x="466246" y="89712"/>
                </a:lnTo>
                <a:lnTo>
                  <a:pt x="469703" y="89579"/>
                </a:lnTo>
                <a:lnTo>
                  <a:pt x="476827" y="88908"/>
                </a:lnTo>
                <a:lnTo>
                  <a:pt x="498814" y="87308"/>
                </a:lnTo>
                <a:lnTo>
                  <a:pt x="498764" y="89595"/>
                </a:lnTo>
                <a:lnTo>
                  <a:pt x="502317" y="89673"/>
                </a:lnTo>
                <a:lnTo>
                  <a:pt x="550197" y="89672"/>
                </a:lnTo>
                <a:lnTo>
                  <a:pt x="559606" y="89668"/>
                </a:lnTo>
                <a:lnTo>
                  <a:pt x="574682" y="88962"/>
                </a:lnTo>
                <a:lnTo>
                  <a:pt x="616783" y="85503"/>
                </a:lnTo>
                <a:lnTo>
                  <a:pt x="666301" y="82215"/>
                </a:lnTo>
                <a:lnTo>
                  <a:pt x="674167" y="81134"/>
                </a:lnTo>
                <a:lnTo>
                  <a:pt x="685337" y="77219"/>
                </a:lnTo>
                <a:lnTo>
                  <a:pt x="696091" y="73086"/>
                </a:lnTo>
                <a:lnTo>
                  <a:pt x="708330" y="67733"/>
                </a:lnTo>
                <a:lnTo>
                  <a:pt x="724591" y="60597"/>
                </a:lnTo>
                <a:lnTo>
                  <a:pt x="733418" y="58292"/>
                </a:lnTo>
                <a:lnTo>
                  <a:pt x="825051" y="55920"/>
                </a:lnTo>
                <a:lnTo>
                  <a:pt x="828380" y="56619"/>
                </a:lnTo>
                <a:lnTo>
                  <a:pt x="831650" y="60013"/>
                </a:lnTo>
                <a:lnTo>
                  <a:pt x="834035" y="61109"/>
                </a:lnTo>
                <a:lnTo>
                  <a:pt x="836424" y="61678"/>
                </a:lnTo>
                <a:lnTo>
                  <a:pt x="835906" y="63955"/>
                </a:lnTo>
                <a:lnTo>
                  <a:pt x="847729" y="65883"/>
                </a:lnTo>
                <a:lnTo>
                  <a:pt x="848054" y="63130"/>
                </a:lnTo>
                <a:lnTo>
                  <a:pt x="852297" y="62650"/>
                </a:lnTo>
                <a:lnTo>
                  <a:pt x="857220" y="62131"/>
                </a:lnTo>
                <a:lnTo>
                  <a:pt x="862147" y="61403"/>
                </a:lnTo>
                <a:lnTo>
                  <a:pt x="870758" y="59720"/>
                </a:lnTo>
                <a:lnTo>
                  <a:pt x="879892" y="58049"/>
                </a:lnTo>
                <a:lnTo>
                  <a:pt x="887034" y="56543"/>
                </a:lnTo>
                <a:lnTo>
                  <a:pt x="922647" y="48474"/>
                </a:lnTo>
                <a:lnTo>
                  <a:pt x="947659" y="42563"/>
                </a:lnTo>
                <a:lnTo>
                  <a:pt x="950089" y="41581"/>
                </a:lnTo>
                <a:lnTo>
                  <a:pt x="952099" y="40218"/>
                </a:lnTo>
                <a:lnTo>
                  <a:pt x="953390" y="38530"/>
                </a:lnTo>
                <a:lnTo>
                  <a:pt x="954268" y="36878"/>
                </a:lnTo>
                <a:lnTo>
                  <a:pt x="954614" y="35334"/>
                </a:lnTo>
                <a:lnTo>
                  <a:pt x="954924" y="30755"/>
                </a:lnTo>
                <a:lnTo>
                  <a:pt x="955213" y="22128"/>
                </a:lnTo>
                <a:lnTo>
                  <a:pt x="955760" y="16320"/>
                </a:lnTo>
                <a:lnTo>
                  <a:pt x="956460" y="12794"/>
                </a:lnTo>
                <a:lnTo>
                  <a:pt x="957801" y="8874"/>
                </a:lnTo>
                <a:lnTo>
                  <a:pt x="959961" y="5589"/>
                </a:lnTo>
                <a:lnTo>
                  <a:pt x="962319" y="2935"/>
                </a:lnTo>
                <a:lnTo>
                  <a:pt x="964491" y="1630"/>
                </a:lnTo>
                <a:lnTo>
                  <a:pt x="966862" y="846"/>
                </a:lnTo>
                <a:lnTo>
                  <a:pt x="970431" y="197"/>
                </a:lnTo>
                <a:lnTo>
                  <a:pt x="975556" y="0"/>
                </a:lnTo>
                <a:lnTo>
                  <a:pt x="980776" y="531"/>
                </a:lnTo>
                <a:lnTo>
                  <a:pt x="997340" y="3070"/>
                </a:lnTo>
                <a:lnTo>
                  <a:pt x="1034795" y="11375"/>
                </a:lnTo>
                <a:lnTo>
                  <a:pt x="1051891" y="13517"/>
                </a:lnTo>
                <a:lnTo>
                  <a:pt x="1063574" y="14706"/>
                </a:lnTo>
                <a:lnTo>
                  <a:pt x="1075485" y="15074"/>
                </a:lnTo>
                <a:lnTo>
                  <a:pt x="1084483" y="14951"/>
                </a:lnTo>
                <a:lnTo>
                  <a:pt x="1090445" y="14663"/>
                </a:lnTo>
                <a:lnTo>
                  <a:pt x="1097347" y="14505"/>
                </a:lnTo>
                <a:lnTo>
                  <a:pt x="1103412" y="14537"/>
                </a:lnTo>
                <a:lnTo>
                  <a:pt x="1111139" y="14804"/>
                </a:lnTo>
                <a:lnTo>
                  <a:pt x="1117729" y="14639"/>
                </a:lnTo>
                <a:lnTo>
                  <a:pt x="1118638" y="208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EDA2B4-B29D-4599-B0B7-6148C9F1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13" y="4215925"/>
            <a:ext cx="211627" cy="734455"/>
          </a:xfrm>
          <a:custGeom xmlns:a="http://schemas.openxmlformats.org/drawingml/2006/main">
            <a:pathLst>
              <a:path w="211627" h="734455">
                <a:moveTo>
                  <a:pt x="17676" y="90596"/>
                </a:moveTo>
                <a:lnTo>
                  <a:pt x="20113" y="103551"/>
                </a:lnTo>
                <a:lnTo>
                  <a:pt x="20632" y="108347"/>
                </a:lnTo>
                <a:lnTo>
                  <a:pt x="21590" y="112327"/>
                </a:lnTo>
                <a:lnTo>
                  <a:pt x="22543" y="116506"/>
                </a:lnTo>
                <a:lnTo>
                  <a:pt x="23715" y="120281"/>
                </a:lnTo>
                <a:lnTo>
                  <a:pt x="25094" y="124261"/>
                </a:lnTo>
                <a:lnTo>
                  <a:pt x="26682" y="128254"/>
                </a:lnTo>
                <a:lnTo>
                  <a:pt x="27838" y="132437"/>
                </a:lnTo>
                <a:lnTo>
                  <a:pt x="28799" y="136626"/>
                </a:lnTo>
                <a:lnTo>
                  <a:pt x="29541" y="140800"/>
                </a:lnTo>
                <a:lnTo>
                  <a:pt x="29871" y="144965"/>
                </a:lnTo>
                <a:lnTo>
                  <a:pt x="30193" y="149140"/>
                </a:lnTo>
                <a:lnTo>
                  <a:pt x="30097" y="153505"/>
                </a:lnTo>
                <a:lnTo>
                  <a:pt x="26991" y="199177"/>
                </a:lnTo>
                <a:lnTo>
                  <a:pt x="26324" y="209004"/>
                </a:lnTo>
                <a:lnTo>
                  <a:pt x="26083" y="212512"/>
                </a:lnTo>
                <a:lnTo>
                  <a:pt x="31501" y="270900"/>
                </a:lnTo>
                <a:lnTo>
                  <a:pt x="32938" y="284640"/>
                </a:lnTo>
                <a:lnTo>
                  <a:pt x="33403" y="289045"/>
                </a:lnTo>
                <a:lnTo>
                  <a:pt x="31281" y="309390"/>
                </a:lnTo>
                <a:lnTo>
                  <a:pt x="34000" y="323703"/>
                </a:lnTo>
                <a:lnTo>
                  <a:pt x="52851" y="375004"/>
                </a:lnTo>
                <a:lnTo>
                  <a:pt x="62544" y="400184"/>
                </a:lnTo>
                <a:lnTo>
                  <a:pt x="80879" y="441577"/>
                </a:lnTo>
                <a:lnTo>
                  <a:pt x="99485" y="479862"/>
                </a:lnTo>
                <a:lnTo>
                  <a:pt x="114141" y="506658"/>
                </a:lnTo>
                <a:lnTo>
                  <a:pt x="119996" y="517354"/>
                </a:lnTo>
                <a:lnTo>
                  <a:pt x="152924" y="570306"/>
                </a:lnTo>
                <a:lnTo>
                  <a:pt x="163665" y="585731"/>
                </a:lnTo>
                <a:lnTo>
                  <a:pt x="165080" y="588041"/>
                </a:lnTo>
                <a:lnTo>
                  <a:pt x="171546" y="598605"/>
                </a:lnTo>
                <a:lnTo>
                  <a:pt x="173544" y="602807"/>
                </a:lnTo>
                <a:lnTo>
                  <a:pt x="175340" y="606596"/>
                </a:lnTo>
                <a:lnTo>
                  <a:pt x="176369" y="609787"/>
                </a:lnTo>
                <a:lnTo>
                  <a:pt x="177469" y="614396"/>
                </a:lnTo>
                <a:lnTo>
                  <a:pt x="178069" y="618358"/>
                </a:lnTo>
                <a:lnTo>
                  <a:pt x="178654" y="622266"/>
                </a:lnTo>
                <a:lnTo>
                  <a:pt x="179277" y="627282"/>
                </a:lnTo>
                <a:lnTo>
                  <a:pt x="179606" y="631447"/>
                </a:lnTo>
                <a:lnTo>
                  <a:pt x="179936" y="635622"/>
                </a:lnTo>
                <a:lnTo>
                  <a:pt x="180069" y="639157"/>
                </a:lnTo>
                <a:lnTo>
                  <a:pt x="180332" y="648169"/>
                </a:lnTo>
                <a:lnTo>
                  <a:pt x="180451" y="652329"/>
                </a:lnTo>
                <a:lnTo>
                  <a:pt x="180365" y="656286"/>
                </a:lnTo>
                <a:lnTo>
                  <a:pt x="180484" y="660447"/>
                </a:lnTo>
                <a:lnTo>
                  <a:pt x="180603" y="664617"/>
                </a:lnTo>
                <a:lnTo>
                  <a:pt x="181077" y="669357"/>
                </a:lnTo>
                <a:lnTo>
                  <a:pt x="181406" y="673522"/>
                </a:lnTo>
                <a:lnTo>
                  <a:pt x="181939" y="677701"/>
                </a:lnTo>
                <a:lnTo>
                  <a:pt x="182465" y="682498"/>
                </a:lnTo>
                <a:lnTo>
                  <a:pt x="183231" y="685637"/>
                </a:lnTo>
                <a:lnTo>
                  <a:pt x="184443" y="690085"/>
                </a:lnTo>
                <a:lnTo>
                  <a:pt x="185773" y="693810"/>
                </a:lnTo>
                <a:lnTo>
                  <a:pt x="187354" y="697794"/>
                </a:lnTo>
                <a:lnTo>
                  <a:pt x="189361" y="701587"/>
                </a:lnTo>
                <a:lnTo>
                  <a:pt x="191165" y="705376"/>
                </a:lnTo>
                <a:lnTo>
                  <a:pt x="193386" y="708957"/>
                </a:lnTo>
                <a:lnTo>
                  <a:pt x="209841" y="731960"/>
                </a:lnTo>
                <a:lnTo>
                  <a:pt x="211627" y="734455"/>
                </a:lnTo>
                <a:lnTo>
                  <a:pt x="195493" y="734455"/>
                </a:lnTo>
                <a:lnTo>
                  <a:pt x="182962" y="717163"/>
                </a:lnTo>
                <a:lnTo>
                  <a:pt x="180236" y="712727"/>
                </a:lnTo>
                <a:lnTo>
                  <a:pt x="177517" y="707674"/>
                </a:lnTo>
                <a:lnTo>
                  <a:pt x="174405" y="701986"/>
                </a:lnTo>
                <a:lnTo>
                  <a:pt x="172717" y="697891"/>
                </a:lnTo>
                <a:lnTo>
                  <a:pt x="171038" y="693378"/>
                </a:lnTo>
                <a:lnTo>
                  <a:pt x="169577" y="688562"/>
                </a:lnTo>
                <a:lnTo>
                  <a:pt x="168620" y="684174"/>
                </a:lnTo>
                <a:lnTo>
                  <a:pt x="168351" y="677613"/>
                </a:lnTo>
                <a:lnTo>
                  <a:pt x="167106" y="643666"/>
                </a:lnTo>
                <a:lnTo>
                  <a:pt x="166246" y="630220"/>
                </a:lnTo>
                <a:lnTo>
                  <a:pt x="165651" y="624278"/>
                </a:lnTo>
                <a:lnTo>
                  <a:pt x="165023" y="619480"/>
                </a:lnTo>
                <a:lnTo>
                  <a:pt x="164223" y="615458"/>
                </a:lnTo>
                <a:lnTo>
                  <a:pt x="162952" y="611154"/>
                </a:lnTo>
                <a:lnTo>
                  <a:pt x="160328" y="604596"/>
                </a:lnTo>
                <a:lnTo>
                  <a:pt x="158335" y="600186"/>
                </a:lnTo>
                <a:lnTo>
                  <a:pt x="156229" y="595981"/>
                </a:lnTo>
                <a:lnTo>
                  <a:pt x="152174" y="590273"/>
                </a:lnTo>
                <a:lnTo>
                  <a:pt x="147951" y="583771"/>
                </a:lnTo>
                <a:lnTo>
                  <a:pt x="122110" y="543974"/>
                </a:lnTo>
                <a:lnTo>
                  <a:pt x="116665" y="535593"/>
                </a:lnTo>
                <a:lnTo>
                  <a:pt x="109207" y="522946"/>
                </a:lnTo>
                <a:lnTo>
                  <a:pt x="86716" y="480518"/>
                </a:lnTo>
                <a:lnTo>
                  <a:pt x="73421" y="452445"/>
                </a:lnTo>
                <a:lnTo>
                  <a:pt x="46346" y="390051"/>
                </a:lnTo>
                <a:lnTo>
                  <a:pt x="33007" y="354795"/>
                </a:lnTo>
                <a:lnTo>
                  <a:pt x="30213" y="348497"/>
                </a:lnTo>
                <a:lnTo>
                  <a:pt x="28424" y="344399"/>
                </a:lnTo>
                <a:lnTo>
                  <a:pt x="25780" y="340900"/>
                </a:lnTo>
                <a:lnTo>
                  <a:pt x="23626" y="339192"/>
                </a:lnTo>
                <a:lnTo>
                  <a:pt x="21463" y="337583"/>
                </a:lnTo>
                <a:lnTo>
                  <a:pt x="20398" y="262022"/>
                </a:lnTo>
                <a:lnTo>
                  <a:pt x="21517" y="210959"/>
                </a:lnTo>
                <a:lnTo>
                  <a:pt x="22153" y="201849"/>
                </a:lnTo>
                <a:lnTo>
                  <a:pt x="25493" y="153712"/>
                </a:lnTo>
                <a:lnTo>
                  <a:pt x="25512" y="148202"/>
                </a:lnTo>
                <a:lnTo>
                  <a:pt x="25072" y="144452"/>
                </a:lnTo>
                <a:lnTo>
                  <a:pt x="24211" y="140683"/>
                </a:lnTo>
                <a:lnTo>
                  <a:pt x="22967" y="135554"/>
                </a:lnTo>
                <a:lnTo>
                  <a:pt x="20985" y="130308"/>
                </a:lnTo>
                <a:lnTo>
                  <a:pt x="16697" y="121062"/>
                </a:lnTo>
                <a:lnTo>
                  <a:pt x="15016" y="116658"/>
                </a:lnTo>
                <a:lnTo>
                  <a:pt x="12483" y="108069"/>
                </a:lnTo>
                <a:lnTo>
                  <a:pt x="5092" y="41585"/>
                </a:lnTo>
                <a:lnTo>
                  <a:pt x="0" y="0"/>
                </a:lnTo>
                <a:lnTo>
                  <a:pt x="9861" y="8233"/>
                </a:lnTo>
                <a:lnTo>
                  <a:pt x="17676" y="905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67A6D3-6044-4368-80D3-3982E160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610" y="1698070"/>
            <a:ext cx="1575624" cy="3093381"/>
          </a:xfrm>
          <a:custGeom xmlns:a="http://schemas.openxmlformats.org/drawingml/2006/main">
            <a:pathLst>
              <a:path w="1575624" h="3093381">
                <a:moveTo>
                  <a:pt x="1575624" y="3027775"/>
                </a:moveTo>
                <a:lnTo>
                  <a:pt x="1500813" y="3036795"/>
                </a:lnTo>
                <a:lnTo>
                  <a:pt x="1375067" y="3031211"/>
                </a:lnTo>
                <a:lnTo>
                  <a:pt x="1268688" y="3040388"/>
                </a:lnTo>
                <a:lnTo>
                  <a:pt x="1088763" y="3051796"/>
                </a:lnTo>
                <a:lnTo>
                  <a:pt x="1001156" y="3081930"/>
                </a:lnTo>
                <a:lnTo>
                  <a:pt x="944424" y="3083571"/>
                </a:lnTo>
                <a:lnTo>
                  <a:pt x="858417" y="3084105"/>
                </a:lnTo>
                <a:lnTo>
                  <a:pt x="757328" y="3093381"/>
                </a:lnTo>
                <a:lnTo>
                  <a:pt x="690237" y="3063247"/>
                </a:lnTo>
                <a:lnTo>
                  <a:pt x="663053" y="2987594"/>
                </a:lnTo>
                <a:lnTo>
                  <a:pt x="640246" y="2843200"/>
                </a:lnTo>
                <a:lnTo>
                  <a:pt x="612002" y="2638940"/>
                </a:lnTo>
                <a:lnTo>
                  <a:pt x="562419" y="2488708"/>
                </a:lnTo>
                <a:lnTo>
                  <a:pt x="541206" y="2315196"/>
                </a:lnTo>
                <a:lnTo>
                  <a:pt x="526285" y="2196330"/>
                </a:lnTo>
                <a:lnTo>
                  <a:pt x="519904" y="2145513"/>
                </a:lnTo>
                <a:lnTo>
                  <a:pt x="496268" y="1995371"/>
                </a:lnTo>
                <a:lnTo>
                  <a:pt x="474263" y="1791736"/>
                </a:lnTo>
                <a:lnTo>
                  <a:pt x="417538" y="1594999"/>
                </a:lnTo>
                <a:lnTo>
                  <a:pt x="347846" y="1441967"/>
                </a:lnTo>
                <a:lnTo>
                  <a:pt x="318708" y="1346215"/>
                </a:lnTo>
                <a:lnTo>
                  <a:pt x="254180" y="1287451"/>
                </a:lnTo>
                <a:lnTo>
                  <a:pt x="187661" y="1253974"/>
                </a:lnTo>
                <a:lnTo>
                  <a:pt x="146056" y="1201446"/>
                </a:lnTo>
                <a:lnTo>
                  <a:pt x="123431" y="1159372"/>
                </a:lnTo>
                <a:lnTo>
                  <a:pt x="108926" y="1031444"/>
                </a:lnTo>
                <a:lnTo>
                  <a:pt x="95310" y="950844"/>
                </a:lnTo>
                <a:lnTo>
                  <a:pt x="91323" y="869029"/>
                </a:lnTo>
                <a:lnTo>
                  <a:pt x="83342" y="772301"/>
                </a:lnTo>
                <a:lnTo>
                  <a:pt x="79467" y="685713"/>
                </a:lnTo>
                <a:lnTo>
                  <a:pt x="62824" y="611739"/>
                </a:lnTo>
                <a:lnTo>
                  <a:pt x="25849" y="545456"/>
                </a:lnTo>
                <a:lnTo>
                  <a:pt x="1847" y="507664"/>
                </a:lnTo>
                <a:lnTo>
                  <a:pt x="0" y="492263"/>
                </a:lnTo>
                <a:lnTo>
                  <a:pt x="4706" y="481271"/>
                </a:lnTo>
                <a:lnTo>
                  <a:pt x="8878" y="468288"/>
                </a:lnTo>
                <a:lnTo>
                  <a:pt x="9870" y="435262"/>
                </a:lnTo>
                <a:lnTo>
                  <a:pt x="11434" y="430730"/>
                </a:lnTo>
                <a:lnTo>
                  <a:pt x="19030" y="408688"/>
                </a:lnTo>
                <a:lnTo>
                  <a:pt x="34154" y="384577"/>
                </a:lnTo>
                <a:lnTo>
                  <a:pt x="51537" y="336202"/>
                </a:lnTo>
                <a:lnTo>
                  <a:pt x="57171" y="276104"/>
                </a:lnTo>
                <a:lnTo>
                  <a:pt x="50005" y="186103"/>
                </a:lnTo>
                <a:lnTo>
                  <a:pt x="25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94C57F-73CC-4658-BD06-49649654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888" y="4000203"/>
            <a:ext cx="27597" cy="120539"/>
          </a:xfrm>
          <a:custGeom xmlns:a="http://schemas.openxmlformats.org/drawingml/2006/main">
            <a:pathLst>
              <a:path w="27597" h="120539">
                <a:moveTo>
                  <a:pt x="4228" y="0"/>
                </a:moveTo>
                <a:lnTo>
                  <a:pt x="6227" y="6290"/>
                </a:lnTo>
                <a:lnTo>
                  <a:pt x="9010" y="10608"/>
                </a:lnTo>
                <a:lnTo>
                  <a:pt x="11891" y="19732"/>
                </a:lnTo>
                <a:lnTo>
                  <a:pt x="20926" y="61337"/>
                </a:lnTo>
                <a:lnTo>
                  <a:pt x="22206" y="74574"/>
                </a:lnTo>
                <a:lnTo>
                  <a:pt x="23695" y="82823"/>
                </a:lnTo>
                <a:lnTo>
                  <a:pt x="24871" y="91492"/>
                </a:lnTo>
                <a:lnTo>
                  <a:pt x="27597" y="119950"/>
                </a:lnTo>
                <a:lnTo>
                  <a:pt x="21308" y="120539"/>
                </a:lnTo>
                <a:lnTo>
                  <a:pt x="18191" y="90720"/>
                </a:lnTo>
                <a:lnTo>
                  <a:pt x="16532" y="80588"/>
                </a:lnTo>
                <a:lnTo>
                  <a:pt x="14895" y="74107"/>
                </a:lnTo>
                <a:lnTo>
                  <a:pt x="11914" y="57391"/>
                </a:lnTo>
                <a:lnTo>
                  <a:pt x="3612" y="20795"/>
                </a:lnTo>
                <a:lnTo>
                  <a:pt x="944" y="8672"/>
                </a:lnTo>
                <a:lnTo>
                  <a:pt x="0" y="2260"/>
                </a:lnTo>
                <a:lnTo>
                  <a:pt x="42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B56D42-ECE3-4AEC-A081-86DAA19D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160" y="4308585"/>
            <a:ext cx="613344" cy="534922"/>
          </a:xfrm>
          <a:custGeom xmlns:a="http://schemas.openxmlformats.org/drawingml/2006/main">
            <a:pathLst>
              <a:path w="613344" h="534922">
                <a:moveTo>
                  <a:pt x="560264" y="400394"/>
                </a:moveTo>
                <a:lnTo>
                  <a:pt x="585428" y="397300"/>
                </a:lnTo>
                <a:lnTo>
                  <a:pt x="587786" y="397142"/>
                </a:lnTo>
                <a:lnTo>
                  <a:pt x="589786" y="396613"/>
                </a:lnTo>
                <a:lnTo>
                  <a:pt x="591035" y="396532"/>
                </a:lnTo>
                <a:lnTo>
                  <a:pt x="592217" y="395259"/>
                </a:lnTo>
                <a:lnTo>
                  <a:pt x="592732" y="393091"/>
                </a:lnTo>
                <a:lnTo>
                  <a:pt x="591097" y="381816"/>
                </a:lnTo>
                <a:lnTo>
                  <a:pt x="585034" y="350480"/>
                </a:lnTo>
                <a:lnTo>
                  <a:pt x="573226" y="275614"/>
                </a:lnTo>
                <a:lnTo>
                  <a:pt x="572901" y="268326"/>
                </a:lnTo>
                <a:lnTo>
                  <a:pt x="572312" y="254885"/>
                </a:lnTo>
                <a:lnTo>
                  <a:pt x="566827" y="199413"/>
                </a:lnTo>
                <a:lnTo>
                  <a:pt x="564663" y="180618"/>
                </a:lnTo>
                <a:lnTo>
                  <a:pt x="561695" y="156440"/>
                </a:lnTo>
                <a:lnTo>
                  <a:pt x="561594" y="154976"/>
                </a:lnTo>
                <a:lnTo>
                  <a:pt x="558835" y="114760"/>
                </a:lnTo>
                <a:lnTo>
                  <a:pt x="555752" y="76480"/>
                </a:lnTo>
                <a:lnTo>
                  <a:pt x="555378" y="71815"/>
                </a:lnTo>
                <a:lnTo>
                  <a:pt x="543657" y="28899"/>
                </a:lnTo>
                <a:lnTo>
                  <a:pt x="541730" y="26469"/>
                </a:lnTo>
                <a:lnTo>
                  <a:pt x="539048" y="24640"/>
                </a:lnTo>
                <a:lnTo>
                  <a:pt x="536134" y="23851"/>
                </a:lnTo>
                <a:lnTo>
                  <a:pt x="533210" y="23887"/>
                </a:lnTo>
                <a:lnTo>
                  <a:pt x="464751" y="37180"/>
                </a:lnTo>
                <a:lnTo>
                  <a:pt x="433018" y="29727"/>
                </a:lnTo>
                <a:lnTo>
                  <a:pt x="311344" y="66929"/>
                </a:lnTo>
                <a:lnTo>
                  <a:pt x="312300" y="71008"/>
                </a:lnTo>
                <a:lnTo>
                  <a:pt x="302803" y="65699"/>
                </a:lnTo>
                <a:lnTo>
                  <a:pt x="302658" y="62681"/>
                </a:lnTo>
                <a:lnTo>
                  <a:pt x="282823" y="61315"/>
                </a:lnTo>
                <a:lnTo>
                  <a:pt x="231228" y="53737"/>
                </a:lnTo>
                <a:lnTo>
                  <a:pt x="226718" y="53912"/>
                </a:lnTo>
                <a:lnTo>
                  <a:pt x="224323" y="54005"/>
                </a:lnTo>
                <a:lnTo>
                  <a:pt x="219273" y="55356"/>
                </a:lnTo>
                <a:lnTo>
                  <a:pt x="90446" y="82613"/>
                </a:lnTo>
                <a:lnTo>
                  <a:pt x="76121" y="84906"/>
                </a:lnTo>
                <a:lnTo>
                  <a:pt x="70790" y="84845"/>
                </a:lnTo>
                <a:lnTo>
                  <a:pt x="61938" y="83190"/>
                </a:lnTo>
                <a:lnTo>
                  <a:pt x="51911" y="82872"/>
                </a:lnTo>
                <a:lnTo>
                  <a:pt x="43362" y="84138"/>
                </a:lnTo>
                <a:lnTo>
                  <a:pt x="31933" y="88057"/>
                </a:lnTo>
                <a:lnTo>
                  <a:pt x="30569" y="88027"/>
                </a:lnTo>
                <a:lnTo>
                  <a:pt x="29717" y="86338"/>
                </a:lnTo>
                <a:lnTo>
                  <a:pt x="27312" y="79367"/>
                </a:lnTo>
                <a:lnTo>
                  <a:pt x="25241" y="73494"/>
                </a:lnTo>
                <a:lnTo>
                  <a:pt x="22380" y="63136"/>
                </a:lnTo>
                <a:lnTo>
                  <a:pt x="22786" y="61320"/>
                </a:lnTo>
                <a:lnTo>
                  <a:pt x="24528" y="58289"/>
                </a:lnTo>
                <a:lnTo>
                  <a:pt x="25185" y="56742"/>
                </a:lnTo>
                <a:lnTo>
                  <a:pt x="25112" y="55442"/>
                </a:lnTo>
                <a:lnTo>
                  <a:pt x="19326" y="41534"/>
                </a:lnTo>
                <a:lnTo>
                  <a:pt x="18707" y="40994"/>
                </a:lnTo>
                <a:lnTo>
                  <a:pt x="17874" y="40931"/>
                </a:lnTo>
                <a:lnTo>
                  <a:pt x="15059" y="41650"/>
                </a:lnTo>
                <a:lnTo>
                  <a:pt x="13913" y="41670"/>
                </a:lnTo>
                <a:lnTo>
                  <a:pt x="13171" y="40982"/>
                </a:lnTo>
                <a:lnTo>
                  <a:pt x="10080" y="35086"/>
                </a:lnTo>
                <a:lnTo>
                  <a:pt x="2234" y="13744"/>
                </a:lnTo>
                <a:lnTo>
                  <a:pt x="1075" y="11848"/>
                </a:lnTo>
                <a:lnTo>
                  <a:pt x="0" y="10726"/>
                </a:lnTo>
                <a:lnTo>
                  <a:pt x="16076" y="0"/>
                </a:lnTo>
                <a:lnTo>
                  <a:pt x="16400" y="1950"/>
                </a:lnTo>
                <a:lnTo>
                  <a:pt x="23597" y="21554"/>
                </a:lnTo>
                <a:lnTo>
                  <a:pt x="42630" y="73364"/>
                </a:lnTo>
                <a:lnTo>
                  <a:pt x="44631" y="76367"/>
                </a:lnTo>
                <a:lnTo>
                  <a:pt x="47217" y="77513"/>
                </a:lnTo>
                <a:lnTo>
                  <a:pt x="49642" y="77884"/>
                </a:lnTo>
                <a:lnTo>
                  <a:pt x="62709" y="76761"/>
                </a:lnTo>
                <a:lnTo>
                  <a:pt x="69747" y="75089"/>
                </a:lnTo>
                <a:lnTo>
                  <a:pt x="71589" y="73541"/>
                </a:lnTo>
                <a:lnTo>
                  <a:pt x="73060" y="71884"/>
                </a:lnTo>
                <a:lnTo>
                  <a:pt x="122745" y="61154"/>
                </a:lnTo>
                <a:lnTo>
                  <a:pt x="151953" y="54926"/>
                </a:lnTo>
                <a:lnTo>
                  <a:pt x="160325" y="54273"/>
                </a:lnTo>
                <a:lnTo>
                  <a:pt x="202408" y="42497"/>
                </a:lnTo>
                <a:lnTo>
                  <a:pt x="215986" y="43001"/>
                </a:lnTo>
                <a:lnTo>
                  <a:pt x="283259" y="45926"/>
                </a:lnTo>
                <a:lnTo>
                  <a:pt x="283993" y="50518"/>
                </a:lnTo>
                <a:lnTo>
                  <a:pt x="290289" y="49611"/>
                </a:lnTo>
                <a:lnTo>
                  <a:pt x="290518" y="51287"/>
                </a:lnTo>
                <a:lnTo>
                  <a:pt x="314851" y="45152"/>
                </a:lnTo>
                <a:lnTo>
                  <a:pt x="317179" y="53528"/>
                </a:lnTo>
                <a:lnTo>
                  <a:pt x="330448" y="49241"/>
                </a:lnTo>
                <a:lnTo>
                  <a:pt x="341115" y="39486"/>
                </a:lnTo>
                <a:lnTo>
                  <a:pt x="380882" y="28067"/>
                </a:lnTo>
                <a:lnTo>
                  <a:pt x="398986" y="22641"/>
                </a:lnTo>
                <a:lnTo>
                  <a:pt x="400315" y="21735"/>
                </a:lnTo>
                <a:lnTo>
                  <a:pt x="401961" y="20617"/>
                </a:lnTo>
                <a:lnTo>
                  <a:pt x="438927" y="12896"/>
                </a:lnTo>
                <a:lnTo>
                  <a:pt x="445504" y="18450"/>
                </a:lnTo>
                <a:lnTo>
                  <a:pt x="465359" y="18881"/>
                </a:lnTo>
                <a:lnTo>
                  <a:pt x="466514" y="23482"/>
                </a:lnTo>
                <a:lnTo>
                  <a:pt x="516384" y="13562"/>
                </a:lnTo>
                <a:lnTo>
                  <a:pt x="525944" y="11664"/>
                </a:lnTo>
                <a:lnTo>
                  <a:pt x="533388" y="10681"/>
                </a:lnTo>
                <a:lnTo>
                  <a:pt x="537465" y="10661"/>
                </a:lnTo>
                <a:lnTo>
                  <a:pt x="539966" y="11133"/>
                </a:lnTo>
                <a:lnTo>
                  <a:pt x="542554" y="12542"/>
                </a:lnTo>
                <a:lnTo>
                  <a:pt x="545228" y="14370"/>
                </a:lnTo>
                <a:lnTo>
                  <a:pt x="547218" y="15703"/>
                </a:lnTo>
                <a:lnTo>
                  <a:pt x="548940" y="16848"/>
                </a:lnTo>
                <a:lnTo>
                  <a:pt x="550061" y="18325"/>
                </a:lnTo>
                <a:lnTo>
                  <a:pt x="551349" y="21476"/>
                </a:lnTo>
                <a:lnTo>
                  <a:pt x="556777" y="36474"/>
                </a:lnTo>
                <a:lnTo>
                  <a:pt x="564810" y="64339"/>
                </a:lnTo>
                <a:lnTo>
                  <a:pt x="565528" y="66833"/>
                </a:lnTo>
                <a:lnTo>
                  <a:pt x="569696" y="86688"/>
                </a:lnTo>
                <a:lnTo>
                  <a:pt x="571972" y="97142"/>
                </a:lnTo>
                <a:lnTo>
                  <a:pt x="573050" y="105282"/>
                </a:lnTo>
                <a:lnTo>
                  <a:pt x="573695" y="133395"/>
                </a:lnTo>
                <a:lnTo>
                  <a:pt x="571168" y="134166"/>
                </a:lnTo>
                <a:lnTo>
                  <a:pt x="574525" y="152969"/>
                </a:lnTo>
                <a:lnTo>
                  <a:pt x="577976" y="180026"/>
                </a:lnTo>
                <a:lnTo>
                  <a:pt x="580960" y="203469"/>
                </a:lnTo>
                <a:lnTo>
                  <a:pt x="584188" y="250822"/>
                </a:lnTo>
                <a:lnTo>
                  <a:pt x="584607" y="257023"/>
                </a:lnTo>
                <a:lnTo>
                  <a:pt x="593947" y="327768"/>
                </a:lnTo>
                <a:lnTo>
                  <a:pt x="600257" y="383676"/>
                </a:lnTo>
                <a:lnTo>
                  <a:pt x="601175" y="390578"/>
                </a:lnTo>
                <a:lnTo>
                  <a:pt x="601275" y="392078"/>
                </a:lnTo>
                <a:lnTo>
                  <a:pt x="600248" y="393772"/>
                </a:lnTo>
                <a:lnTo>
                  <a:pt x="599653" y="394957"/>
                </a:lnTo>
                <a:lnTo>
                  <a:pt x="599334" y="397075"/>
                </a:lnTo>
                <a:lnTo>
                  <a:pt x="598159" y="400953"/>
                </a:lnTo>
                <a:lnTo>
                  <a:pt x="597923" y="419006"/>
                </a:lnTo>
                <a:lnTo>
                  <a:pt x="601040" y="443832"/>
                </a:lnTo>
                <a:lnTo>
                  <a:pt x="602689" y="464476"/>
                </a:lnTo>
                <a:lnTo>
                  <a:pt x="604385" y="482617"/>
                </a:lnTo>
                <a:lnTo>
                  <a:pt x="605934" y="497839"/>
                </a:lnTo>
                <a:lnTo>
                  <a:pt x="610071" y="519155"/>
                </a:lnTo>
                <a:lnTo>
                  <a:pt x="613344" y="532127"/>
                </a:lnTo>
                <a:lnTo>
                  <a:pt x="598228" y="534922"/>
                </a:lnTo>
                <a:lnTo>
                  <a:pt x="595550" y="523624"/>
                </a:lnTo>
                <a:lnTo>
                  <a:pt x="582433" y="472771"/>
                </a:lnTo>
                <a:lnTo>
                  <a:pt x="586435" y="432802"/>
                </a:lnTo>
                <a:lnTo>
                  <a:pt x="585849" y="423528"/>
                </a:lnTo>
                <a:lnTo>
                  <a:pt x="585204" y="419819"/>
                </a:lnTo>
                <a:lnTo>
                  <a:pt x="584288" y="416059"/>
                </a:lnTo>
                <a:lnTo>
                  <a:pt x="582763" y="414147"/>
                </a:lnTo>
                <a:lnTo>
                  <a:pt x="580713" y="412286"/>
                </a:lnTo>
                <a:lnTo>
                  <a:pt x="577829" y="410135"/>
                </a:lnTo>
                <a:lnTo>
                  <a:pt x="575235" y="409307"/>
                </a:lnTo>
                <a:lnTo>
                  <a:pt x="571520" y="409481"/>
                </a:lnTo>
                <a:lnTo>
                  <a:pt x="568280" y="409311"/>
                </a:lnTo>
                <a:lnTo>
                  <a:pt x="560644" y="409454"/>
                </a:lnTo>
                <a:lnTo>
                  <a:pt x="560264" y="4003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2CFC5C-3777-4C82-A40E-35CDF8EC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788" y="2730877"/>
            <a:ext cx="201786" cy="387752"/>
          </a:xfrm>
          <a:custGeom xmlns:a="http://schemas.openxmlformats.org/drawingml/2006/main">
            <a:pathLst>
              <a:path w="201786" h="387752">
                <a:moveTo>
                  <a:pt x="75881" y="530"/>
                </a:moveTo>
                <a:lnTo>
                  <a:pt x="84028" y="59494"/>
                </a:lnTo>
                <a:lnTo>
                  <a:pt x="84936" y="77889"/>
                </a:lnTo>
                <a:lnTo>
                  <a:pt x="87511" y="105663"/>
                </a:lnTo>
                <a:lnTo>
                  <a:pt x="103676" y="208381"/>
                </a:lnTo>
                <a:lnTo>
                  <a:pt x="106981" y="224468"/>
                </a:lnTo>
                <a:lnTo>
                  <a:pt x="110550" y="233488"/>
                </a:lnTo>
                <a:lnTo>
                  <a:pt x="114585" y="240032"/>
                </a:lnTo>
                <a:lnTo>
                  <a:pt x="118651" y="245531"/>
                </a:lnTo>
                <a:lnTo>
                  <a:pt x="124371" y="251684"/>
                </a:lnTo>
                <a:lnTo>
                  <a:pt x="132349" y="259766"/>
                </a:lnTo>
                <a:lnTo>
                  <a:pt x="139946" y="265969"/>
                </a:lnTo>
                <a:lnTo>
                  <a:pt x="148207" y="270725"/>
                </a:lnTo>
                <a:lnTo>
                  <a:pt x="157118" y="274242"/>
                </a:lnTo>
                <a:lnTo>
                  <a:pt x="177569" y="295496"/>
                </a:lnTo>
                <a:lnTo>
                  <a:pt x="184082" y="303546"/>
                </a:lnTo>
                <a:lnTo>
                  <a:pt x="191795" y="314118"/>
                </a:lnTo>
                <a:lnTo>
                  <a:pt x="201786" y="330669"/>
                </a:lnTo>
                <a:lnTo>
                  <a:pt x="193522" y="340367"/>
                </a:lnTo>
                <a:lnTo>
                  <a:pt x="155002" y="359192"/>
                </a:lnTo>
                <a:lnTo>
                  <a:pt x="94966" y="372656"/>
                </a:lnTo>
                <a:lnTo>
                  <a:pt x="24076" y="387752"/>
                </a:lnTo>
                <a:lnTo>
                  <a:pt x="2668" y="386768"/>
                </a:lnTo>
                <a:lnTo>
                  <a:pt x="0" y="370068"/>
                </a:lnTo>
                <a:lnTo>
                  <a:pt x="10796" y="368633"/>
                </a:lnTo>
                <a:lnTo>
                  <a:pt x="12519" y="368625"/>
                </a:lnTo>
                <a:lnTo>
                  <a:pt x="14336" y="369336"/>
                </a:lnTo>
                <a:lnTo>
                  <a:pt x="16444" y="378125"/>
                </a:lnTo>
                <a:lnTo>
                  <a:pt x="17152" y="379230"/>
                </a:lnTo>
                <a:lnTo>
                  <a:pt x="18916" y="379841"/>
                </a:lnTo>
                <a:lnTo>
                  <a:pt x="25188" y="379977"/>
                </a:lnTo>
                <a:lnTo>
                  <a:pt x="28202" y="380461"/>
                </a:lnTo>
                <a:lnTo>
                  <a:pt x="32081" y="380237"/>
                </a:lnTo>
                <a:lnTo>
                  <a:pt x="141528" y="356502"/>
                </a:lnTo>
                <a:lnTo>
                  <a:pt x="174978" y="345011"/>
                </a:lnTo>
                <a:lnTo>
                  <a:pt x="181104" y="341812"/>
                </a:lnTo>
                <a:lnTo>
                  <a:pt x="184369" y="338297"/>
                </a:lnTo>
                <a:lnTo>
                  <a:pt x="189518" y="332372"/>
                </a:lnTo>
                <a:lnTo>
                  <a:pt x="189972" y="330511"/>
                </a:lnTo>
                <a:lnTo>
                  <a:pt x="190010" y="328742"/>
                </a:lnTo>
                <a:lnTo>
                  <a:pt x="189634" y="327072"/>
                </a:lnTo>
                <a:lnTo>
                  <a:pt x="187912" y="324538"/>
                </a:lnTo>
                <a:lnTo>
                  <a:pt x="173679" y="301240"/>
                </a:lnTo>
                <a:lnTo>
                  <a:pt x="168200" y="293322"/>
                </a:lnTo>
                <a:lnTo>
                  <a:pt x="162768" y="288619"/>
                </a:lnTo>
                <a:lnTo>
                  <a:pt x="158452" y="284893"/>
                </a:lnTo>
                <a:lnTo>
                  <a:pt x="155359" y="283055"/>
                </a:lnTo>
                <a:lnTo>
                  <a:pt x="150623" y="280029"/>
                </a:lnTo>
                <a:lnTo>
                  <a:pt x="146891" y="278177"/>
                </a:lnTo>
                <a:lnTo>
                  <a:pt x="142367" y="275064"/>
                </a:lnTo>
                <a:lnTo>
                  <a:pt x="137905" y="273415"/>
                </a:lnTo>
                <a:lnTo>
                  <a:pt x="132552" y="269757"/>
                </a:lnTo>
                <a:lnTo>
                  <a:pt x="123225" y="261020"/>
                </a:lnTo>
                <a:lnTo>
                  <a:pt x="116712" y="252970"/>
                </a:lnTo>
                <a:lnTo>
                  <a:pt x="110414" y="244725"/>
                </a:lnTo>
                <a:lnTo>
                  <a:pt x="106691" y="237771"/>
                </a:lnTo>
                <a:lnTo>
                  <a:pt x="103118" y="228960"/>
                </a:lnTo>
                <a:lnTo>
                  <a:pt x="98419" y="214603"/>
                </a:lnTo>
                <a:lnTo>
                  <a:pt x="92700" y="194096"/>
                </a:lnTo>
                <a:lnTo>
                  <a:pt x="78642" y="114522"/>
                </a:lnTo>
                <a:lnTo>
                  <a:pt x="77723" y="108773"/>
                </a:lnTo>
                <a:lnTo>
                  <a:pt x="77708" y="104823"/>
                </a:lnTo>
                <a:lnTo>
                  <a:pt x="78015" y="66753"/>
                </a:lnTo>
                <a:lnTo>
                  <a:pt x="76712" y="39996"/>
                </a:lnTo>
                <a:lnTo>
                  <a:pt x="70360" y="1699"/>
                </a:lnTo>
                <a:lnTo>
                  <a:pt x="72385" y="0"/>
                </a:lnTo>
                <a:lnTo>
                  <a:pt x="75881" y="5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8F3E40-38A1-42C6-9867-8350E08C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667259"/>
            <a:ext cx="328302" cy="1379134"/>
          </a:xfrm>
          <a:custGeom xmlns:a="http://schemas.openxmlformats.org/drawingml/2006/main">
            <a:pathLst>
              <a:path w="328302" h="1379134">
                <a:moveTo>
                  <a:pt x="8222" y="19339"/>
                </a:moveTo>
                <a:lnTo>
                  <a:pt x="12800" y="20275"/>
                </a:lnTo>
                <a:lnTo>
                  <a:pt x="16637" y="21603"/>
                </a:lnTo>
                <a:lnTo>
                  <a:pt x="19734" y="23651"/>
                </a:lnTo>
                <a:lnTo>
                  <a:pt x="34892" y="37611"/>
                </a:lnTo>
                <a:lnTo>
                  <a:pt x="38388" y="40294"/>
                </a:lnTo>
                <a:lnTo>
                  <a:pt x="41089" y="41179"/>
                </a:lnTo>
                <a:lnTo>
                  <a:pt x="46092" y="41916"/>
                </a:lnTo>
                <a:lnTo>
                  <a:pt x="50689" y="42017"/>
                </a:lnTo>
                <a:lnTo>
                  <a:pt x="130019" y="37721"/>
                </a:lnTo>
                <a:lnTo>
                  <a:pt x="136842" y="36518"/>
                </a:lnTo>
                <a:lnTo>
                  <a:pt x="141530" y="34960"/>
                </a:lnTo>
                <a:lnTo>
                  <a:pt x="143701" y="33709"/>
                </a:lnTo>
                <a:lnTo>
                  <a:pt x="145042" y="32286"/>
                </a:lnTo>
                <a:lnTo>
                  <a:pt x="146030" y="29911"/>
                </a:lnTo>
                <a:lnTo>
                  <a:pt x="146565" y="27163"/>
                </a:lnTo>
                <a:lnTo>
                  <a:pt x="146484" y="21977"/>
                </a:lnTo>
                <a:lnTo>
                  <a:pt x="146409" y="17590"/>
                </a:lnTo>
                <a:lnTo>
                  <a:pt x="146092" y="15349"/>
                </a:lnTo>
                <a:lnTo>
                  <a:pt x="144365" y="3500"/>
                </a:lnTo>
                <a:lnTo>
                  <a:pt x="145804" y="2188"/>
                </a:lnTo>
                <a:lnTo>
                  <a:pt x="146913" y="1740"/>
                </a:lnTo>
                <a:lnTo>
                  <a:pt x="151954" y="443"/>
                </a:lnTo>
                <a:lnTo>
                  <a:pt x="157817" y="0"/>
                </a:lnTo>
                <a:lnTo>
                  <a:pt x="161004" y="433"/>
                </a:lnTo>
                <a:lnTo>
                  <a:pt x="162176" y="1712"/>
                </a:lnTo>
                <a:lnTo>
                  <a:pt x="162808" y="3805"/>
                </a:lnTo>
                <a:lnTo>
                  <a:pt x="162928" y="5469"/>
                </a:lnTo>
                <a:lnTo>
                  <a:pt x="162709" y="15451"/>
                </a:lnTo>
                <a:lnTo>
                  <a:pt x="162567" y="21903"/>
                </a:lnTo>
                <a:lnTo>
                  <a:pt x="162986" y="26588"/>
                </a:lnTo>
                <a:lnTo>
                  <a:pt x="171866" y="79423"/>
                </a:lnTo>
                <a:lnTo>
                  <a:pt x="173026" y="88392"/>
                </a:lnTo>
                <a:lnTo>
                  <a:pt x="174630" y="109417"/>
                </a:lnTo>
                <a:lnTo>
                  <a:pt x="175114" y="124281"/>
                </a:lnTo>
                <a:lnTo>
                  <a:pt x="176925" y="139456"/>
                </a:lnTo>
                <a:lnTo>
                  <a:pt x="186060" y="223293"/>
                </a:lnTo>
                <a:lnTo>
                  <a:pt x="188354" y="266514"/>
                </a:lnTo>
                <a:lnTo>
                  <a:pt x="188966" y="271630"/>
                </a:lnTo>
                <a:lnTo>
                  <a:pt x="190028" y="275811"/>
                </a:lnTo>
                <a:lnTo>
                  <a:pt x="197383" y="293032"/>
                </a:lnTo>
                <a:lnTo>
                  <a:pt x="201003" y="324153"/>
                </a:lnTo>
                <a:lnTo>
                  <a:pt x="231250" y="584123"/>
                </a:lnTo>
                <a:lnTo>
                  <a:pt x="234868" y="605029"/>
                </a:lnTo>
                <a:lnTo>
                  <a:pt x="237831" y="636644"/>
                </a:lnTo>
                <a:lnTo>
                  <a:pt x="264755" y="871973"/>
                </a:lnTo>
                <a:lnTo>
                  <a:pt x="265907" y="882012"/>
                </a:lnTo>
                <a:lnTo>
                  <a:pt x="270697" y="939751"/>
                </a:lnTo>
                <a:lnTo>
                  <a:pt x="273267" y="956240"/>
                </a:lnTo>
                <a:lnTo>
                  <a:pt x="278094" y="985690"/>
                </a:lnTo>
                <a:lnTo>
                  <a:pt x="279901" y="996751"/>
                </a:lnTo>
                <a:lnTo>
                  <a:pt x="283319" y="1022211"/>
                </a:lnTo>
                <a:lnTo>
                  <a:pt x="287750" y="1079297"/>
                </a:lnTo>
                <a:lnTo>
                  <a:pt x="289045" y="1095958"/>
                </a:lnTo>
                <a:lnTo>
                  <a:pt x="290770" y="1118267"/>
                </a:lnTo>
                <a:lnTo>
                  <a:pt x="291304" y="1125179"/>
                </a:lnTo>
                <a:lnTo>
                  <a:pt x="320479" y="1349090"/>
                </a:lnTo>
                <a:lnTo>
                  <a:pt x="328302" y="1378813"/>
                </a:lnTo>
                <a:lnTo>
                  <a:pt x="323071" y="1379134"/>
                </a:lnTo>
                <a:lnTo>
                  <a:pt x="323045" y="1375366"/>
                </a:lnTo>
                <a:lnTo>
                  <a:pt x="317347" y="1358590"/>
                </a:lnTo>
                <a:lnTo>
                  <a:pt x="315171" y="1352932"/>
                </a:lnTo>
                <a:lnTo>
                  <a:pt x="308146" y="1339459"/>
                </a:lnTo>
                <a:lnTo>
                  <a:pt x="306401" y="1333383"/>
                </a:lnTo>
                <a:lnTo>
                  <a:pt x="284095" y="1158522"/>
                </a:lnTo>
                <a:lnTo>
                  <a:pt x="279488" y="1158839"/>
                </a:lnTo>
                <a:lnTo>
                  <a:pt x="273899" y="1117933"/>
                </a:lnTo>
                <a:lnTo>
                  <a:pt x="271480" y="1086748"/>
                </a:lnTo>
                <a:lnTo>
                  <a:pt x="270150" y="1069578"/>
                </a:lnTo>
                <a:lnTo>
                  <a:pt x="274142" y="1068830"/>
                </a:lnTo>
                <a:lnTo>
                  <a:pt x="273335" y="1057990"/>
                </a:lnTo>
                <a:lnTo>
                  <a:pt x="270821" y="1058144"/>
                </a:lnTo>
                <a:lnTo>
                  <a:pt x="269895" y="1043143"/>
                </a:lnTo>
                <a:lnTo>
                  <a:pt x="272834" y="1042790"/>
                </a:lnTo>
                <a:lnTo>
                  <a:pt x="272395" y="1034047"/>
                </a:lnTo>
                <a:lnTo>
                  <a:pt x="269047" y="1034182"/>
                </a:lnTo>
                <a:lnTo>
                  <a:pt x="267205" y="1013333"/>
                </a:lnTo>
                <a:lnTo>
                  <a:pt x="270557" y="1012988"/>
                </a:lnTo>
                <a:lnTo>
                  <a:pt x="270143" y="1003410"/>
                </a:lnTo>
                <a:lnTo>
                  <a:pt x="266788" y="1003545"/>
                </a:lnTo>
                <a:lnTo>
                  <a:pt x="265110" y="984778"/>
                </a:lnTo>
                <a:lnTo>
                  <a:pt x="267203" y="984616"/>
                </a:lnTo>
                <a:lnTo>
                  <a:pt x="266212" y="972945"/>
                </a:lnTo>
                <a:lnTo>
                  <a:pt x="263703" y="972890"/>
                </a:lnTo>
                <a:lnTo>
                  <a:pt x="261686" y="950376"/>
                </a:lnTo>
                <a:lnTo>
                  <a:pt x="263990" y="950217"/>
                </a:lnTo>
                <a:lnTo>
                  <a:pt x="263146" y="941038"/>
                </a:lnTo>
                <a:lnTo>
                  <a:pt x="259799" y="941173"/>
                </a:lnTo>
                <a:lnTo>
                  <a:pt x="258173" y="919711"/>
                </a:lnTo>
                <a:lnTo>
                  <a:pt x="261322" y="919363"/>
                </a:lnTo>
                <a:lnTo>
                  <a:pt x="260424" y="912679"/>
                </a:lnTo>
                <a:lnTo>
                  <a:pt x="257490" y="912823"/>
                </a:lnTo>
                <a:lnTo>
                  <a:pt x="253394" y="880276"/>
                </a:lnTo>
                <a:lnTo>
                  <a:pt x="256328" y="880132"/>
                </a:lnTo>
                <a:lnTo>
                  <a:pt x="255082" y="870117"/>
                </a:lnTo>
                <a:lnTo>
                  <a:pt x="252358" y="870267"/>
                </a:lnTo>
                <a:lnTo>
                  <a:pt x="250407" y="853300"/>
                </a:lnTo>
                <a:lnTo>
                  <a:pt x="249026" y="841268"/>
                </a:lnTo>
                <a:lnTo>
                  <a:pt x="251747" y="840919"/>
                </a:lnTo>
                <a:lnTo>
                  <a:pt x="250904" y="831740"/>
                </a:lnTo>
                <a:lnTo>
                  <a:pt x="247977" y="831884"/>
                </a:lnTo>
                <a:lnTo>
                  <a:pt x="243808" y="802667"/>
                </a:lnTo>
                <a:lnTo>
                  <a:pt x="246533" y="802101"/>
                </a:lnTo>
                <a:lnTo>
                  <a:pt x="245497" y="792508"/>
                </a:lnTo>
                <a:lnTo>
                  <a:pt x="242558" y="792862"/>
                </a:lnTo>
                <a:lnTo>
                  <a:pt x="238855" y="761567"/>
                </a:lnTo>
                <a:lnTo>
                  <a:pt x="241369" y="761413"/>
                </a:lnTo>
                <a:lnTo>
                  <a:pt x="239707" y="751181"/>
                </a:lnTo>
                <a:lnTo>
                  <a:pt x="236995" y="751121"/>
                </a:lnTo>
                <a:lnTo>
                  <a:pt x="232808" y="722730"/>
                </a:lnTo>
                <a:lnTo>
                  <a:pt x="235744" y="722168"/>
                </a:lnTo>
                <a:lnTo>
                  <a:pt x="234717" y="711750"/>
                </a:lnTo>
                <a:lnTo>
                  <a:pt x="231576" y="712090"/>
                </a:lnTo>
                <a:lnTo>
                  <a:pt x="229028" y="685405"/>
                </a:lnTo>
                <a:lnTo>
                  <a:pt x="231116" y="685451"/>
                </a:lnTo>
                <a:lnTo>
                  <a:pt x="230923" y="675042"/>
                </a:lnTo>
                <a:lnTo>
                  <a:pt x="234542" y="662538"/>
                </a:lnTo>
                <a:lnTo>
                  <a:pt x="232402" y="641055"/>
                </a:lnTo>
                <a:lnTo>
                  <a:pt x="231914" y="638076"/>
                </a:lnTo>
                <a:lnTo>
                  <a:pt x="226304" y="599930"/>
                </a:lnTo>
                <a:lnTo>
                  <a:pt x="224303" y="590943"/>
                </a:lnTo>
                <a:lnTo>
                  <a:pt x="219615" y="571175"/>
                </a:lnTo>
                <a:lnTo>
                  <a:pt x="186098" y="288308"/>
                </a:lnTo>
                <a:lnTo>
                  <a:pt x="182023" y="273656"/>
                </a:lnTo>
                <a:lnTo>
                  <a:pt x="176002" y="195708"/>
                </a:lnTo>
                <a:lnTo>
                  <a:pt x="174091" y="177989"/>
                </a:lnTo>
                <a:lnTo>
                  <a:pt x="165037" y="107164"/>
                </a:lnTo>
                <a:lnTo>
                  <a:pt x="160885" y="74706"/>
                </a:lnTo>
                <a:lnTo>
                  <a:pt x="158934" y="68426"/>
                </a:lnTo>
                <a:lnTo>
                  <a:pt x="156293" y="64827"/>
                </a:lnTo>
                <a:lnTo>
                  <a:pt x="149713" y="59898"/>
                </a:lnTo>
                <a:lnTo>
                  <a:pt x="139582" y="54473"/>
                </a:lnTo>
                <a:lnTo>
                  <a:pt x="134192" y="52485"/>
                </a:lnTo>
                <a:lnTo>
                  <a:pt x="127320" y="51290"/>
                </a:lnTo>
                <a:lnTo>
                  <a:pt x="118965" y="50897"/>
                </a:lnTo>
                <a:lnTo>
                  <a:pt x="57312" y="49961"/>
                </a:lnTo>
                <a:lnTo>
                  <a:pt x="48334" y="49146"/>
                </a:lnTo>
                <a:lnTo>
                  <a:pt x="42707" y="48396"/>
                </a:lnTo>
                <a:lnTo>
                  <a:pt x="36678" y="46802"/>
                </a:lnTo>
                <a:lnTo>
                  <a:pt x="34617" y="45513"/>
                </a:lnTo>
                <a:lnTo>
                  <a:pt x="29798" y="41349"/>
                </a:lnTo>
                <a:lnTo>
                  <a:pt x="25518" y="36053"/>
                </a:lnTo>
                <a:lnTo>
                  <a:pt x="22181" y="31095"/>
                </a:lnTo>
                <a:lnTo>
                  <a:pt x="19305" y="28635"/>
                </a:lnTo>
                <a:lnTo>
                  <a:pt x="15486" y="26472"/>
                </a:lnTo>
                <a:lnTo>
                  <a:pt x="5820" y="23971"/>
                </a:lnTo>
                <a:lnTo>
                  <a:pt x="2822" y="27029"/>
                </a:lnTo>
                <a:lnTo>
                  <a:pt x="0" y="27090"/>
                </a:lnTo>
                <a:lnTo>
                  <a:pt x="0" y="19159"/>
                </a:lnTo>
                <a:lnTo>
                  <a:pt x="8222" y="1933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739BC1-EBD6-4414-971F-9B4A01C6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29" y="3750550"/>
            <a:ext cx="34401" cy="299097"/>
          </a:xfrm>
          <a:custGeom xmlns:a="http://schemas.openxmlformats.org/drawingml/2006/main">
            <a:pathLst>
              <a:path w="34401" h="299097">
                <a:moveTo>
                  <a:pt x="0" y="0"/>
                </a:moveTo>
                <a:lnTo>
                  <a:pt x="243" y="2084"/>
                </a:lnTo>
                <a:lnTo>
                  <a:pt x="34401" y="2990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E1CF19-DA5B-4321-B375-01B33230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08" y="3752635"/>
            <a:ext cx="42631" cy="274488"/>
          </a:xfrm>
          <a:custGeom xmlns:a="http://schemas.openxmlformats.org/drawingml/2006/main">
            <a:pathLst>
              <a:path w="42631" h="274488">
                <a:moveTo>
                  <a:pt x="31171" y="173629"/>
                </a:moveTo>
                <a:lnTo>
                  <a:pt x="32386" y="194364"/>
                </a:lnTo>
                <a:lnTo>
                  <a:pt x="36078" y="235854"/>
                </a:lnTo>
                <a:lnTo>
                  <a:pt x="31474" y="246730"/>
                </a:lnTo>
                <a:lnTo>
                  <a:pt x="37728" y="256282"/>
                </a:lnTo>
                <a:lnTo>
                  <a:pt x="39212" y="269733"/>
                </a:lnTo>
                <a:lnTo>
                  <a:pt x="39860" y="271100"/>
                </a:lnTo>
                <a:lnTo>
                  <a:pt x="41089" y="272271"/>
                </a:lnTo>
                <a:lnTo>
                  <a:pt x="42631" y="273448"/>
                </a:lnTo>
                <a:lnTo>
                  <a:pt x="23734" y="274488"/>
                </a:lnTo>
                <a:lnTo>
                  <a:pt x="22133" y="256767"/>
                </a:lnTo>
                <a:lnTo>
                  <a:pt x="28091" y="247437"/>
                </a:lnTo>
                <a:lnTo>
                  <a:pt x="23369" y="233806"/>
                </a:lnTo>
                <a:lnTo>
                  <a:pt x="20619" y="204094"/>
                </a:lnTo>
                <a:lnTo>
                  <a:pt x="19313" y="194696"/>
                </a:lnTo>
                <a:lnTo>
                  <a:pt x="18096" y="183329"/>
                </a:lnTo>
                <a:lnTo>
                  <a:pt x="11943" y="129928"/>
                </a:lnTo>
                <a:lnTo>
                  <a:pt x="0" y="7010"/>
                </a:lnTo>
                <a:lnTo>
                  <a:pt x="3264" y="0"/>
                </a:lnTo>
                <a:lnTo>
                  <a:pt x="11727" y="4770"/>
                </a:lnTo>
                <a:lnTo>
                  <a:pt x="31171" y="1736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C602D8-DC3C-46D9-8225-E9797CD7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596" y="2125655"/>
            <a:ext cx="59996" cy="550877"/>
          </a:xfrm>
          <a:custGeom xmlns:a="http://schemas.openxmlformats.org/drawingml/2006/main">
            <a:pathLst>
              <a:path w="59996" h="550877">
                <a:moveTo>
                  <a:pt x="1455" y="287"/>
                </a:moveTo>
                <a:lnTo>
                  <a:pt x="2467" y="0"/>
                </a:lnTo>
                <a:lnTo>
                  <a:pt x="2499" y="1753"/>
                </a:lnTo>
                <a:lnTo>
                  <a:pt x="3379" y="9671"/>
                </a:lnTo>
                <a:lnTo>
                  <a:pt x="4360" y="12597"/>
                </a:lnTo>
                <a:lnTo>
                  <a:pt x="5714" y="17729"/>
                </a:lnTo>
                <a:lnTo>
                  <a:pt x="8998" y="63876"/>
                </a:lnTo>
                <a:lnTo>
                  <a:pt x="9841" y="73154"/>
                </a:lnTo>
                <a:lnTo>
                  <a:pt x="11095" y="73182"/>
                </a:lnTo>
                <a:lnTo>
                  <a:pt x="13465" y="108287"/>
                </a:lnTo>
                <a:lnTo>
                  <a:pt x="15457" y="108121"/>
                </a:lnTo>
                <a:lnTo>
                  <a:pt x="22945" y="206163"/>
                </a:lnTo>
                <a:lnTo>
                  <a:pt x="25810" y="247217"/>
                </a:lnTo>
                <a:lnTo>
                  <a:pt x="27273" y="257026"/>
                </a:lnTo>
                <a:lnTo>
                  <a:pt x="28602" y="263293"/>
                </a:lnTo>
                <a:lnTo>
                  <a:pt x="31221" y="296633"/>
                </a:lnTo>
                <a:lnTo>
                  <a:pt x="35209" y="344156"/>
                </a:lnTo>
                <a:lnTo>
                  <a:pt x="36960" y="350023"/>
                </a:lnTo>
                <a:lnTo>
                  <a:pt x="38312" y="355245"/>
                </a:lnTo>
                <a:lnTo>
                  <a:pt x="38589" y="361498"/>
                </a:lnTo>
                <a:lnTo>
                  <a:pt x="38537" y="373562"/>
                </a:lnTo>
                <a:lnTo>
                  <a:pt x="40710" y="398785"/>
                </a:lnTo>
                <a:lnTo>
                  <a:pt x="41923" y="400682"/>
                </a:lnTo>
                <a:lnTo>
                  <a:pt x="43862" y="407588"/>
                </a:lnTo>
                <a:lnTo>
                  <a:pt x="45623" y="432384"/>
                </a:lnTo>
                <a:lnTo>
                  <a:pt x="46568" y="436980"/>
                </a:lnTo>
                <a:lnTo>
                  <a:pt x="47687" y="443251"/>
                </a:lnTo>
                <a:lnTo>
                  <a:pt x="50574" y="483669"/>
                </a:lnTo>
                <a:lnTo>
                  <a:pt x="51701" y="489522"/>
                </a:lnTo>
                <a:lnTo>
                  <a:pt x="52194" y="495561"/>
                </a:lnTo>
                <a:lnTo>
                  <a:pt x="52680" y="502236"/>
                </a:lnTo>
                <a:lnTo>
                  <a:pt x="54768" y="502281"/>
                </a:lnTo>
                <a:lnTo>
                  <a:pt x="56055" y="520195"/>
                </a:lnTo>
                <a:lnTo>
                  <a:pt x="57804" y="535839"/>
                </a:lnTo>
                <a:lnTo>
                  <a:pt x="59931" y="549177"/>
                </a:lnTo>
                <a:lnTo>
                  <a:pt x="59996" y="550504"/>
                </a:lnTo>
                <a:lnTo>
                  <a:pt x="57520" y="550731"/>
                </a:lnTo>
                <a:lnTo>
                  <a:pt x="55856" y="550877"/>
                </a:lnTo>
                <a:lnTo>
                  <a:pt x="55694" y="549757"/>
                </a:lnTo>
                <a:lnTo>
                  <a:pt x="54010" y="537209"/>
                </a:lnTo>
                <a:lnTo>
                  <a:pt x="51701" y="518230"/>
                </a:lnTo>
                <a:lnTo>
                  <a:pt x="50994" y="512386"/>
                </a:lnTo>
                <a:lnTo>
                  <a:pt x="49254" y="496333"/>
                </a:lnTo>
                <a:lnTo>
                  <a:pt x="47617" y="484858"/>
                </a:lnTo>
                <a:lnTo>
                  <a:pt x="44747" y="444013"/>
                </a:lnTo>
                <a:lnTo>
                  <a:pt x="42993" y="437947"/>
                </a:lnTo>
                <a:lnTo>
                  <a:pt x="42057" y="432933"/>
                </a:lnTo>
                <a:lnTo>
                  <a:pt x="40943" y="426454"/>
                </a:lnTo>
                <a:lnTo>
                  <a:pt x="39393" y="421018"/>
                </a:lnTo>
                <a:lnTo>
                  <a:pt x="39470" y="417479"/>
                </a:lnTo>
                <a:lnTo>
                  <a:pt x="37426" y="396009"/>
                </a:lnTo>
                <a:lnTo>
                  <a:pt x="33777" y="361602"/>
                </a:lnTo>
                <a:lnTo>
                  <a:pt x="32026" y="355735"/>
                </a:lnTo>
                <a:lnTo>
                  <a:pt x="30966" y="346770"/>
                </a:lnTo>
                <a:lnTo>
                  <a:pt x="27798" y="300308"/>
                </a:lnTo>
                <a:lnTo>
                  <a:pt x="27074" y="294881"/>
                </a:lnTo>
                <a:lnTo>
                  <a:pt x="26005" y="286324"/>
                </a:lnTo>
                <a:lnTo>
                  <a:pt x="20949" y="220891"/>
                </a:lnTo>
                <a:lnTo>
                  <a:pt x="18861" y="220846"/>
                </a:lnTo>
                <a:lnTo>
                  <a:pt x="17166" y="202715"/>
                </a:lnTo>
                <a:lnTo>
                  <a:pt x="19464" y="202765"/>
                </a:lnTo>
                <a:lnTo>
                  <a:pt x="11597" y="112513"/>
                </a:lnTo>
                <a:lnTo>
                  <a:pt x="7736" y="78520"/>
                </a:lnTo>
                <a:lnTo>
                  <a:pt x="5467" y="67440"/>
                </a:lnTo>
                <a:lnTo>
                  <a:pt x="5329" y="64114"/>
                </a:lnTo>
                <a:lnTo>
                  <a:pt x="7431" y="63533"/>
                </a:lnTo>
                <a:lnTo>
                  <a:pt x="5219" y="30819"/>
                </a:lnTo>
                <a:lnTo>
                  <a:pt x="3752" y="21218"/>
                </a:lnTo>
                <a:lnTo>
                  <a:pt x="1661" y="11603"/>
                </a:lnTo>
                <a:lnTo>
                  <a:pt x="349" y="4920"/>
                </a:lnTo>
                <a:lnTo>
                  <a:pt x="0" y="2325"/>
                </a:lnTo>
                <a:lnTo>
                  <a:pt x="75" y="674"/>
                </a:lnTo>
                <a:lnTo>
                  <a:pt x="1455" y="28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5AD78B-1D87-499F-8641-C6185F8B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924" y="2107441"/>
            <a:ext cx="4613" cy="6831"/>
          </a:xfrm>
          <a:custGeom xmlns:a="http://schemas.openxmlformats.org/drawingml/2006/main">
            <a:pathLst>
              <a:path w="4613" h="6831">
                <a:moveTo>
                  <a:pt x="1518" y="5524"/>
                </a:moveTo>
                <a:lnTo>
                  <a:pt x="0" y="761"/>
                </a:lnTo>
                <a:lnTo>
                  <a:pt x="3415" y="0"/>
                </a:lnTo>
                <a:lnTo>
                  <a:pt x="4318" y="4332"/>
                </a:lnTo>
                <a:lnTo>
                  <a:pt x="4613" y="6218"/>
                </a:lnTo>
                <a:lnTo>
                  <a:pt x="2983" y="6591"/>
                </a:lnTo>
                <a:lnTo>
                  <a:pt x="1934" y="6831"/>
                </a:lnTo>
                <a:lnTo>
                  <a:pt x="1518" y="55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03CBE4-E4AE-4872-B59C-DAE3292D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054" y="3894400"/>
            <a:ext cx="1546841" cy="1055980"/>
          </a:xfrm>
          <a:custGeom xmlns:a="http://schemas.openxmlformats.org/drawingml/2006/main">
            <a:pathLst>
              <a:path w="1546841" h="1055980">
                <a:moveTo>
                  <a:pt x="1546841" y="0"/>
                </a:moveTo>
                <a:lnTo>
                  <a:pt x="1501838" y="6749"/>
                </a:lnTo>
                <a:lnTo>
                  <a:pt x="1437264" y="15797"/>
                </a:lnTo>
                <a:lnTo>
                  <a:pt x="1379978" y="32764"/>
                </a:lnTo>
                <a:lnTo>
                  <a:pt x="1340622" y="50448"/>
                </a:lnTo>
                <a:lnTo>
                  <a:pt x="1240217" y="102548"/>
                </a:lnTo>
                <a:lnTo>
                  <a:pt x="1167583" y="139409"/>
                </a:lnTo>
                <a:lnTo>
                  <a:pt x="1068661" y="200646"/>
                </a:lnTo>
                <a:lnTo>
                  <a:pt x="933101" y="310654"/>
                </a:lnTo>
                <a:lnTo>
                  <a:pt x="785842" y="444347"/>
                </a:lnTo>
                <a:lnTo>
                  <a:pt x="724748" y="495610"/>
                </a:lnTo>
                <a:lnTo>
                  <a:pt x="673729" y="535643"/>
                </a:lnTo>
                <a:lnTo>
                  <a:pt x="589647" y="599895"/>
                </a:lnTo>
                <a:lnTo>
                  <a:pt x="490012" y="677979"/>
                </a:lnTo>
                <a:lnTo>
                  <a:pt x="420919" y="723000"/>
                </a:lnTo>
                <a:lnTo>
                  <a:pt x="354039" y="775160"/>
                </a:lnTo>
                <a:lnTo>
                  <a:pt x="297745" y="823829"/>
                </a:lnTo>
                <a:lnTo>
                  <a:pt x="220200" y="898688"/>
                </a:lnTo>
                <a:lnTo>
                  <a:pt x="132721" y="962862"/>
                </a:lnTo>
                <a:lnTo>
                  <a:pt x="5745" y="1051138"/>
                </a:lnTo>
                <a:lnTo>
                  <a:pt x="0" y="10559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F703E-304E-4E13-BBA7-DBB4D55E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556" y="2729920"/>
            <a:ext cx="190039" cy="383924"/>
          </a:xfrm>
          <a:custGeom xmlns:a="http://schemas.openxmlformats.org/drawingml/2006/main">
            <a:pathLst>
              <a:path w="190039" h="383924">
                <a:moveTo>
                  <a:pt x="68451" y="0"/>
                </a:moveTo>
                <a:lnTo>
                  <a:pt x="68617" y="957"/>
                </a:lnTo>
                <a:lnTo>
                  <a:pt x="77207" y="51759"/>
                </a:lnTo>
                <a:lnTo>
                  <a:pt x="77456" y="78602"/>
                </a:lnTo>
                <a:lnTo>
                  <a:pt x="78660" y="109524"/>
                </a:lnTo>
                <a:lnTo>
                  <a:pt x="86640" y="160776"/>
                </a:lnTo>
                <a:lnTo>
                  <a:pt x="93971" y="198486"/>
                </a:lnTo>
                <a:lnTo>
                  <a:pt x="101302" y="226945"/>
                </a:lnTo>
                <a:lnTo>
                  <a:pt x="104671" y="235443"/>
                </a:lnTo>
                <a:lnTo>
                  <a:pt x="112354" y="247368"/>
                </a:lnTo>
                <a:lnTo>
                  <a:pt x="122854" y="259563"/>
                </a:lnTo>
                <a:lnTo>
                  <a:pt x="135688" y="270138"/>
                </a:lnTo>
                <a:lnTo>
                  <a:pt x="148701" y="277494"/>
                </a:lnTo>
                <a:lnTo>
                  <a:pt x="161743" y="288183"/>
                </a:lnTo>
                <a:lnTo>
                  <a:pt x="172571" y="299967"/>
                </a:lnTo>
                <a:lnTo>
                  <a:pt x="185475" y="316990"/>
                </a:lnTo>
                <a:lnTo>
                  <a:pt x="189179" y="324461"/>
                </a:lnTo>
                <a:lnTo>
                  <a:pt x="190039" y="328274"/>
                </a:lnTo>
                <a:lnTo>
                  <a:pt x="189885" y="330668"/>
                </a:lnTo>
                <a:lnTo>
                  <a:pt x="189350" y="333407"/>
                </a:lnTo>
                <a:lnTo>
                  <a:pt x="185368" y="338731"/>
                </a:lnTo>
                <a:lnTo>
                  <a:pt x="176168" y="345976"/>
                </a:lnTo>
                <a:lnTo>
                  <a:pt x="160766" y="352349"/>
                </a:lnTo>
                <a:lnTo>
                  <a:pt x="148112" y="357476"/>
                </a:lnTo>
                <a:lnTo>
                  <a:pt x="129708" y="362486"/>
                </a:lnTo>
                <a:lnTo>
                  <a:pt x="95570" y="369758"/>
                </a:lnTo>
                <a:lnTo>
                  <a:pt x="42647" y="380562"/>
                </a:lnTo>
                <a:lnTo>
                  <a:pt x="20311" y="383924"/>
                </a:lnTo>
                <a:lnTo>
                  <a:pt x="4232" y="382748"/>
                </a:lnTo>
                <a:lnTo>
                  <a:pt x="0" y="38270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245CE9-E87E-4BA3-9895-EB6A5965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421" y="2660618"/>
            <a:ext cx="15672" cy="61643"/>
          </a:xfrm>
          <a:custGeom xmlns:a="http://schemas.openxmlformats.org/drawingml/2006/main">
            <a:pathLst>
              <a:path w="15672" h="61643">
                <a:moveTo>
                  <a:pt x="0" y="0"/>
                </a:moveTo>
                <a:lnTo>
                  <a:pt x="494" y="2353"/>
                </a:lnTo>
                <a:lnTo>
                  <a:pt x="4414" y="23838"/>
                </a:lnTo>
                <a:lnTo>
                  <a:pt x="15455" y="60857"/>
                </a:lnTo>
                <a:lnTo>
                  <a:pt x="15672" y="6164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733AF6-3C58-44F0-BD32-B4F91DA6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558" y="2660618"/>
            <a:ext cx="19558" cy="60857"/>
          </a:xfrm>
          <a:custGeom xmlns:a="http://schemas.openxmlformats.org/drawingml/2006/main">
            <a:pathLst>
              <a:path w="19558" h="60857">
                <a:moveTo>
                  <a:pt x="3629" y="502"/>
                </a:moveTo>
                <a:lnTo>
                  <a:pt x="8282" y="18370"/>
                </a:lnTo>
                <a:lnTo>
                  <a:pt x="10627" y="30587"/>
                </a:lnTo>
                <a:lnTo>
                  <a:pt x="15545" y="44948"/>
                </a:lnTo>
                <a:lnTo>
                  <a:pt x="19558" y="58591"/>
                </a:lnTo>
                <a:lnTo>
                  <a:pt x="17318" y="60857"/>
                </a:lnTo>
                <a:lnTo>
                  <a:pt x="14743" y="59911"/>
                </a:lnTo>
                <a:lnTo>
                  <a:pt x="4867" y="31297"/>
                </a:lnTo>
                <a:lnTo>
                  <a:pt x="0" y="1412"/>
                </a:lnTo>
                <a:lnTo>
                  <a:pt x="1863" y="0"/>
                </a:lnTo>
                <a:lnTo>
                  <a:pt x="3629" y="50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C30E9A-EAFD-4E12-8CC2-ABC0A063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99" y="2492113"/>
            <a:ext cx="6456" cy="79589"/>
          </a:xfrm>
          <a:custGeom xmlns:a="http://schemas.openxmlformats.org/drawingml/2006/main">
            <a:pathLst>
              <a:path w="6456" h="79589">
                <a:moveTo>
                  <a:pt x="0" y="0"/>
                </a:moveTo>
                <a:lnTo>
                  <a:pt x="336" y="1387"/>
                </a:lnTo>
                <a:lnTo>
                  <a:pt x="1589" y="32574"/>
                </a:lnTo>
                <a:lnTo>
                  <a:pt x="4677" y="63636"/>
                </a:lnTo>
                <a:lnTo>
                  <a:pt x="6340" y="75639"/>
                </a:lnTo>
                <a:lnTo>
                  <a:pt x="6456" y="77820"/>
                </a:lnTo>
                <a:lnTo>
                  <a:pt x="6363" y="795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F6173F-707D-4710-BE3E-FCCCAC62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60" y="2493501"/>
            <a:ext cx="11738" cy="76433"/>
          </a:xfrm>
          <a:custGeom xmlns:a="http://schemas.openxmlformats.org/drawingml/2006/main">
            <a:pathLst>
              <a:path w="11738" h="76433">
                <a:moveTo>
                  <a:pt x="7857" y="75049"/>
                </a:moveTo>
                <a:lnTo>
                  <a:pt x="6254" y="66707"/>
                </a:lnTo>
                <a:lnTo>
                  <a:pt x="0" y="2483"/>
                </a:lnTo>
                <a:lnTo>
                  <a:pt x="3975" y="0"/>
                </a:lnTo>
                <a:lnTo>
                  <a:pt x="8554" y="908"/>
                </a:lnTo>
                <a:lnTo>
                  <a:pt x="8611" y="16507"/>
                </a:lnTo>
                <a:lnTo>
                  <a:pt x="8382" y="22013"/>
                </a:lnTo>
                <a:lnTo>
                  <a:pt x="8331" y="28984"/>
                </a:lnTo>
                <a:lnTo>
                  <a:pt x="11738" y="74362"/>
                </a:lnTo>
                <a:lnTo>
                  <a:pt x="10095" y="76433"/>
                </a:lnTo>
                <a:lnTo>
                  <a:pt x="7857" y="750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23B534-C293-4F0C-9354-6F1B24E7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471" y="2421271"/>
            <a:ext cx="11863" cy="45762"/>
          </a:xfrm>
          <a:custGeom xmlns:a="http://schemas.openxmlformats.org/drawingml/2006/main">
            <a:pathLst>
              <a:path w="11863" h="45762">
                <a:moveTo>
                  <a:pt x="0" y="0"/>
                </a:moveTo>
                <a:lnTo>
                  <a:pt x="392" y="1307"/>
                </a:lnTo>
                <a:lnTo>
                  <a:pt x="720" y="2721"/>
                </a:lnTo>
                <a:lnTo>
                  <a:pt x="7990" y="26803"/>
                </a:lnTo>
                <a:lnTo>
                  <a:pt x="10373" y="37259"/>
                </a:lnTo>
                <a:lnTo>
                  <a:pt x="11484" y="43829"/>
                </a:lnTo>
                <a:lnTo>
                  <a:pt x="11863" y="4576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5BC8C5-AFFF-490D-AB6E-A7AE7683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805" y="2422578"/>
            <a:ext cx="16747" cy="42523"/>
          </a:xfrm>
          <a:custGeom xmlns:a="http://schemas.openxmlformats.org/drawingml/2006/main">
            <a:pathLst>
              <a:path w="16747" h="42523">
                <a:moveTo>
                  <a:pt x="9007" y="40980"/>
                </a:moveTo>
                <a:lnTo>
                  <a:pt x="2567" y="14937"/>
                </a:lnTo>
                <a:lnTo>
                  <a:pt x="0" y="2915"/>
                </a:lnTo>
                <a:lnTo>
                  <a:pt x="2059" y="0"/>
                </a:lnTo>
                <a:lnTo>
                  <a:pt x="5675" y="1477"/>
                </a:lnTo>
                <a:lnTo>
                  <a:pt x="9410" y="12480"/>
                </a:lnTo>
                <a:lnTo>
                  <a:pt x="12506" y="19530"/>
                </a:lnTo>
                <a:lnTo>
                  <a:pt x="16747" y="30953"/>
                </a:lnTo>
                <a:lnTo>
                  <a:pt x="16652" y="40311"/>
                </a:lnTo>
                <a:lnTo>
                  <a:pt x="13151" y="42523"/>
                </a:lnTo>
                <a:lnTo>
                  <a:pt x="9007" y="409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BA24FE-363A-4215-A547-47A4FE13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131" y="2246870"/>
            <a:ext cx="25496" cy="147797"/>
          </a:xfrm>
          <a:custGeom xmlns:a="http://schemas.openxmlformats.org/drawingml/2006/main">
            <a:pathLst>
              <a:path w="25496" h="147797">
                <a:moveTo>
                  <a:pt x="20661" y="144132"/>
                </a:moveTo>
                <a:lnTo>
                  <a:pt x="18882" y="139208"/>
                </a:lnTo>
                <a:lnTo>
                  <a:pt x="17188" y="135785"/>
                </a:lnTo>
                <a:lnTo>
                  <a:pt x="14526" y="123452"/>
                </a:lnTo>
                <a:lnTo>
                  <a:pt x="13168" y="113862"/>
                </a:lnTo>
                <a:lnTo>
                  <a:pt x="12991" y="107712"/>
                </a:lnTo>
                <a:lnTo>
                  <a:pt x="11629" y="93328"/>
                </a:lnTo>
                <a:lnTo>
                  <a:pt x="9470" y="72581"/>
                </a:lnTo>
                <a:lnTo>
                  <a:pt x="8112" y="48729"/>
                </a:lnTo>
                <a:lnTo>
                  <a:pt x="0" y="742"/>
                </a:lnTo>
                <a:lnTo>
                  <a:pt x="2277" y="356"/>
                </a:lnTo>
                <a:lnTo>
                  <a:pt x="4693" y="0"/>
                </a:lnTo>
                <a:lnTo>
                  <a:pt x="6423" y="15726"/>
                </a:lnTo>
                <a:lnTo>
                  <a:pt x="10673" y="31734"/>
                </a:lnTo>
                <a:lnTo>
                  <a:pt x="15629" y="73242"/>
                </a:lnTo>
                <a:lnTo>
                  <a:pt x="16334" y="93431"/>
                </a:lnTo>
                <a:lnTo>
                  <a:pt x="17138" y="104480"/>
                </a:lnTo>
                <a:lnTo>
                  <a:pt x="18199" y="113337"/>
                </a:lnTo>
                <a:lnTo>
                  <a:pt x="20922" y="122865"/>
                </a:lnTo>
                <a:lnTo>
                  <a:pt x="24053" y="137296"/>
                </a:lnTo>
                <a:lnTo>
                  <a:pt x="24437" y="138957"/>
                </a:lnTo>
                <a:lnTo>
                  <a:pt x="25496" y="142939"/>
                </a:lnTo>
                <a:lnTo>
                  <a:pt x="23878" y="147797"/>
                </a:lnTo>
                <a:lnTo>
                  <a:pt x="20661" y="1441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F63B8F-90DB-44B6-929D-A858CF76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373" y="2275461"/>
            <a:ext cx="16950" cy="119867"/>
          </a:xfrm>
          <a:custGeom xmlns:a="http://schemas.openxmlformats.org/drawingml/2006/main">
            <a:pathLst>
              <a:path w="16950" h="119867">
                <a:moveTo>
                  <a:pt x="0" y="0"/>
                </a:moveTo>
                <a:lnTo>
                  <a:pt x="4013" y="29367"/>
                </a:lnTo>
                <a:lnTo>
                  <a:pt x="6033" y="56457"/>
                </a:lnTo>
                <a:lnTo>
                  <a:pt x="8522" y="81370"/>
                </a:lnTo>
                <a:lnTo>
                  <a:pt x="11675" y="99742"/>
                </a:lnTo>
                <a:lnTo>
                  <a:pt x="16196" y="117635"/>
                </a:lnTo>
                <a:lnTo>
                  <a:pt x="16637" y="119206"/>
                </a:lnTo>
                <a:lnTo>
                  <a:pt x="16950" y="11986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D6CF8E-FF7F-4E43-84B3-A6E923BD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837" y="2605576"/>
            <a:ext cx="8008" cy="49013"/>
          </a:xfrm>
          <a:custGeom xmlns:a="http://schemas.openxmlformats.org/drawingml/2006/main">
            <a:pathLst>
              <a:path w="8008" h="49013">
                <a:moveTo>
                  <a:pt x="3023" y="981"/>
                </a:moveTo>
                <a:lnTo>
                  <a:pt x="5116" y="29762"/>
                </a:lnTo>
                <a:lnTo>
                  <a:pt x="8008" y="47293"/>
                </a:lnTo>
                <a:lnTo>
                  <a:pt x="5694" y="49013"/>
                </a:lnTo>
                <a:lnTo>
                  <a:pt x="4111" y="48361"/>
                </a:lnTo>
                <a:lnTo>
                  <a:pt x="1364" y="31705"/>
                </a:lnTo>
                <a:lnTo>
                  <a:pt x="0" y="1297"/>
                </a:lnTo>
                <a:lnTo>
                  <a:pt x="1314" y="0"/>
                </a:lnTo>
                <a:lnTo>
                  <a:pt x="3023" y="9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AEA59A-2629-4415-AC59-E59E82C7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151" y="2604356"/>
            <a:ext cx="4380" cy="50233"/>
          </a:xfrm>
          <a:custGeom xmlns:a="http://schemas.openxmlformats.org/drawingml/2006/main">
            <a:pathLst>
              <a:path w="4380" h="50233">
                <a:moveTo>
                  <a:pt x="237" y="0"/>
                </a:moveTo>
                <a:lnTo>
                  <a:pt x="0" y="1220"/>
                </a:lnTo>
                <a:lnTo>
                  <a:pt x="136" y="2485"/>
                </a:lnTo>
                <a:lnTo>
                  <a:pt x="487" y="22476"/>
                </a:lnTo>
                <a:lnTo>
                  <a:pt x="4003" y="48200"/>
                </a:lnTo>
                <a:lnTo>
                  <a:pt x="4380" y="5023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CC588B-808F-439F-BCA0-6BA39FEC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238" y="1698070"/>
            <a:ext cx="438806" cy="430730"/>
          </a:xfrm>
          <a:custGeom xmlns:a="http://schemas.openxmlformats.org/drawingml/2006/main">
            <a:pathLst>
              <a:path w="438806" h="430730">
                <a:moveTo>
                  <a:pt x="0" y="0"/>
                </a:moveTo>
                <a:lnTo>
                  <a:pt x="5995" y="9678"/>
                </a:lnTo>
                <a:lnTo>
                  <a:pt x="30265" y="47159"/>
                </a:lnTo>
                <a:lnTo>
                  <a:pt x="44974" y="70277"/>
                </a:lnTo>
                <a:lnTo>
                  <a:pt x="65141" y="89021"/>
                </a:lnTo>
                <a:lnTo>
                  <a:pt x="100457" y="118254"/>
                </a:lnTo>
                <a:lnTo>
                  <a:pt x="138806" y="146718"/>
                </a:lnTo>
                <a:lnTo>
                  <a:pt x="160687" y="163002"/>
                </a:lnTo>
                <a:lnTo>
                  <a:pt x="182510" y="182281"/>
                </a:lnTo>
                <a:lnTo>
                  <a:pt x="218505" y="219019"/>
                </a:lnTo>
                <a:lnTo>
                  <a:pt x="245342" y="246060"/>
                </a:lnTo>
                <a:lnTo>
                  <a:pt x="269329" y="273384"/>
                </a:lnTo>
                <a:lnTo>
                  <a:pt x="290076" y="295971"/>
                </a:lnTo>
                <a:lnTo>
                  <a:pt x="311445" y="320732"/>
                </a:lnTo>
                <a:lnTo>
                  <a:pt x="329968" y="345930"/>
                </a:lnTo>
                <a:lnTo>
                  <a:pt x="350304" y="372004"/>
                </a:lnTo>
                <a:lnTo>
                  <a:pt x="366733" y="393170"/>
                </a:lnTo>
                <a:lnTo>
                  <a:pt x="377514" y="404890"/>
                </a:lnTo>
                <a:lnTo>
                  <a:pt x="389861" y="414138"/>
                </a:lnTo>
                <a:lnTo>
                  <a:pt x="404978" y="418635"/>
                </a:lnTo>
                <a:lnTo>
                  <a:pt x="438806" y="4307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099B9C-8F1C-4440-83D7-2AA900FF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190333"/>
            <a:ext cx="1666945" cy="185988"/>
          </a:xfrm>
          <a:custGeom xmlns:a="http://schemas.openxmlformats.org/drawingml/2006/main">
            <a:pathLst>
              <a:path w="1666945" h="185988">
                <a:moveTo>
                  <a:pt x="0" y="185988"/>
                </a:moveTo>
                <a:lnTo>
                  <a:pt x="72662" y="181875"/>
                </a:lnTo>
                <a:lnTo>
                  <a:pt x="1038720" y="94604"/>
                </a:lnTo>
                <a:lnTo>
                  <a:pt x="1293077" y="72060"/>
                </a:lnTo>
                <a:lnTo>
                  <a:pt x="1329078" y="63149"/>
                </a:lnTo>
                <a:lnTo>
                  <a:pt x="1578432" y="25817"/>
                </a:lnTo>
                <a:lnTo>
                  <a:pt x="1627196" y="9602"/>
                </a:lnTo>
                <a:lnTo>
                  <a:pt x="16669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69B47F-8D7D-4E0B-9858-11A4200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51" y="2109769"/>
            <a:ext cx="44181" cy="33585"/>
          </a:xfrm>
          <a:custGeom xmlns:a="http://schemas.openxmlformats.org/drawingml/2006/main">
            <a:pathLst>
              <a:path w="44181" h="33585">
                <a:moveTo>
                  <a:pt x="7294" y="2309"/>
                </a:moveTo>
                <a:lnTo>
                  <a:pt x="7706" y="2681"/>
                </a:lnTo>
                <a:lnTo>
                  <a:pt x="8252" y="2665"/>
                </a:lnTo>
                <a:lnTo>
                  <a:pt x="8746" y="2885"/>
                </a:lnTo>
                <a:lnTo>
                  <a:pt x="9079" y="3355"/>
                </a:lnTo>
                <a:lnTo>
                  <a:pt x="9484" y="3727"/>
                </a:lnTo>
                <a:lnTo>
                  <a:pt x="10004" y="3821"/>
                </a:lnTo>
                <a:lnTo>
                  <a:pt x="10331" y="3828"/>
                </a:lnTo>
                <a:lnTo>
                  <a:pt x="10581" y="3833"/>
                </a:lnTo>
                <a:lnTo>
                  <a:pt x="10822" y="3847"/>
                </a:lnTo>
                <a:lnTo>
                  <a:pt x="11157" y="3873"/>
                </a:lnTo>
                <a:lnTo>
                  <a:pt x="11675" y="4039"/>
                </a:lnTo>
                <a:lnTo>
                  <a:pt x="12137" y="4312"/>
                </a:lnTo>
                <a:lnTo>
                  <a:pt x="12495" y="4710"/>
                </a:lnTo>
                <a:lnTo>
                  <a:pt x="12906" y="5128"/>
                </a:lnTo>
                <a:lnTo>
                  <a:pt x="13367" y="5428"/>
                </a:lnTo>
                <a:lnTo>
                  <a:pt x="13944" y="5441"/>
                </a:lnTo>
                <a:lnTo>
                  <a:pt x="14468" y="5371"/>
                </a:lnTo>
                <a:lnTo>
                  <a:pt x="14842" y="5016"/>
                </a:lnTo>
                <a:lnTo>
                  <a:pt x="15063" y="4530"/>
                </a:lnTo>
                <a:lnTo>
                  <a:pt x="15175" y="4034"/>
                </a:lnTo>
                <a:lnTo>
                  <a:pt x="15372" y="3575"/>
                </a:lnTo>
                <a:lnTo>
                  <a:pt x="15919" y="3505"/>
                </a:lnTo>
                <a:lnTo>
                  <a:pt x="16437" y="3725"/>
                </a:lnTo>
                <a:lnTo>
                  <a:pt x="16929" y="4027"/>
                </a:lnTo>
                <a:lnTo>
                  <a:pt x="17396" y="4037"/>
                </a:lnTo>
                <a:lnTo>
                  <a:pt x="17921" y="3939"/>
                </a:lnTo>
                <a:lnTo>
                  <a:pt x="18449" y="3669"/>
                </a:lnTo>
                <a:lnTo>
                  <a:pt x="18953" y="3417"/>
                </a:lnTo>
                <a:lnTo>
                  <a:pt x="19529" y="3457"/>
                </a:lnTo>
                <a:lnTo>
                  <a:pt x="20049" y="3550"/>
                </a:lnTo>
                <a:lnTo>
                  <a:pt x="20573" y="3480"/>
                </a:lnTo>
                <a:lnTo>
                  <a:pt x="21047" y="3182"/>
                </a:lnTo>
                <a:lnTo>
                  <a:pt x="21627" y="3031"/>
                </a:lnTo>
                <a:lnTo>
                  <a:pt x="22170" y="3152"/>
                </a:lnTo>
                <a:lnTo>
                  <a:pt x="22693" y="3136"/>
                </a:lnTo>
                <a:lnTo>
                  <a:pt x="23219" y="2966"/>
                </a:lnTo>
                <a:lnTo>
                  <a:pt x="23721" y="2795"/>
                </a:lnTo>
                <a:lnTo>
                  <a:pt x="24266" y="2834"/>
                </a:lnTo>
                <a:lnTo>
                  <a:pt x="24694" y="2499"/>
                </a:lnTo>
                <a:lnTo>
                  <a:pt x="25047" y="2071"/>
                </a:lnTo>
                <a:lnTo>
                  <a:pt x="25570" y="2001"/>
                </a:lnTo>
                <a:lnTo>
                  <a:pt x="26114" y="2094"/>
                </a:lnTo>
                <a:lnTo>
                  <a:pt x="26583" y="2386"/>
                </a:lnTo>
                <a:lnTo>
                  <a:pt x="26672" y="2933"/>
                </a:lnTo>
                <a:lnTo>
                  <a:pt x="26684" y="3487"/>
                </a:lnTo>
                <a:lnTo>
                  <a:pt x="26672" y="4031"/>
                </a:lnTo>
                <a:lnTo>
                  <a:pt x="26660" y="4576"/>
                </a:lnTo>
                <a:lnTo>
                  <a:pt x="26648" y="5120"/>
                </a:lnTo>
                <a:lnTo>
                  <a:pt x="26847" y="5642"/>
                </a:lnTo>
                <a:lnTo>
                  <a:pt x="27022" y="6172"/>
                </a:lnTo>
                <a:lnTo>
                  <a:pt x="27190" y="6693"/>
                </a:lnTo>
                <a:lnTo>
                  <a:pt x="27444" y="7189"/>
                </a:lnTo>
                <a:lnTo>
                  <a:pt x="27959" y="7518"/>
                </a:lnTo>
                <a:lnTo>
                  <a:pt x="28183" y="7614"/>
                </a:lnTo>
                <a:lnTo>
                  <a:pt x="28523" y="7758"/>
                </a:lnTo>
                <a:lnTo>
                  <a:pt x="29077" y="7752"/>
                </a:lnTo>
                <a:lnTo>
                  <a:pt x="29625" y="7627"/>
                </a:lnTo>
                <a:lnTo>
                  <a:pt x="29923" y="7171"/>
                </a:lnTo>
                <a:lnTo>
                  <a:pt x="29857" y="6643"/>
                </a:lnTo>
                <a:lnTo>
                  <a:pt x="29711" y="6177"/>
                </a:lnTo>
                <a:lnTo>
                  <a:pt x="29723" y="5659"/>
                </a:lnTo>
                <a:lnTo>
                  <a:pt x="29912" y="5191"/>
                </a:lnTo>
                <a:lnTo>
                  <a:pt x="30110" y="4706"/>
                </a:lnTo>
                <a:lnTo>
                  <a:pt x="30455" y="4268"/>
                </a:lnTo>
                <a:lnTo>
                  <a:pt x="30706" y="3829"/>
                </a:lnTo>
                <a:lnTo>
                  <a:pt x="30973" y="3372"/>
                </a:lnTo>
                <a:lnTo>
                  <a:pt x="31496" y="3356"/>
                </a:lnTo>
                <a:lnTo>
                  <a:pt x="32046" y="3495"/>
                </a:lnTo>
                <a:lnTo>
                  <a:pt x="32587" y="3688"/>
                </a:lnTo>
                <a:lnTo>
                  <a:pt x="33080" y="3963"/>
                </a:lnTo>
                <a:lnTo>
                  <a:pt x="33625" y="4002"/>
                </a:lnTo>
                <a:lnTo>
                  <a:pt x="34129" y="3777"/>
                </a:lnTo>
                <a:lnTo>
                  <a:pt x="34655" y="3607"/>
                </a:lnTo>
                <a:lnTo>
                  <a:pt x="35202" y="3537"/>
                </a:lnTo>
                <a:lnTo>
                  <a:pt x="35779" y="3522"/>
                </a:lnTo>
                <a:lnTo>
                  <a:pt x="36324" y="3561"/>
                </a:lnTo>
                <a:lnTo>
                  <a:pt x="36843" y="3682"/>
                </a:lnTo>
                <a:lnTo>
                  <a:pt x="37417" y="3794"/>
                </a:lnTo>
                <a:lnTo>
                  <a:pt x="37887" y="4068"/>
                </a:lnTo>
                <a:lnTo>
                  <a:pt x="38325" y="4359"/>
                </a:lnTo>
                <a:lnTo>
                  <a:pt x="38552" y="4682"/>
                </a:lnTo>
                <a:lnTo>
                  <a:pt x="39062" y="7362"/>
                </a:lnTo>
                <a:lnTo>
                  <a:pt x="38925" y="7913"/>
                </a:lnTo>
                <a:lnTo>
                  <a:pt x="39015" y="8432"/>
                </a:lnTo>
                <a:lnTo>
                  <a:pt x="39269" y="8937"/>
                </a:lnTo>
                <a:lnTo>
                  <a:pt x="39789" y="9048"/>
                </a:lnTo>
                <a:lnTo>
                  <a:pt x="40315" y="8878"/>
                </a:lnTo>
                <a:lnTo>
                  <a:pt x="40837" y="8863"/>
                </a:lnTo>
                <a:lnTo>
                  <a:pt x="41298" y="9181"/>
                </a:lnTo>
                <a:lnTo>
                  <a:pt x="41209" y="9706"/>
                </a:lnTo>
                <a:lnTo>
                  <a:pt x="40964" y="10191"/>
                </a:lnTo>
                <a:lnTo>
                  <a:pt x="40666" y="10629"/>
                </a:lnTo>
                <a:lnTo>
                  <a:pt x="40398" y="11114"/>
                </a:lnTo>
                <a:lnTo>
                  <a:pt x="39993" y="11468"/>
                </a:lnTo>
                <a:lnTo>
                  <a:pt x="39468" y="11593"/>
                </a:lnTo>
                <a:lnTo>
                  <a:pt x="39071" y="11947"/>
                </a:lnTo>
                <a:lnTo>
                  <a:pt x="39239" y="12468"/>
                </a:lnTo>
                <a:lnTo>
                  <a:pt x="39628" y="12840"/>
                </a:lnTo>
                <a:lnTo>
                  <a:pt x="39930" y="13291"/>
                </a:lnTo>
                <a:lnTo>
                  <a:pt x="39973" y="13810"/>
                </a:lnTo>
                <a:lnTo>
                  <a:pt x="39907" y="14326"/>
                </a:lnTo>
                <a:lnTo>
                  <a:pt x="39458" y="14552"/>
                </a:lnTo>
                <a:lnTo>
                  <a:pt x="38938" y="14468"/>
                </a:lnTo>
                <a:lnTo>
                  <a:pt x="38419" y="14321"/>
                </a:lnTo>
                <a:lnTo>
                  <a:pt x="37898" y="14237"/>
                </a:lnTo>
                <a:lnTo>
                  <a:pt x="37530" y="14301"/>
                </a:lnTo>
                <a:lnTo>
                  <a:pt x="36863" y="14150"/>
                </a:lnTo>
                <a:lnTo>
                  <a:pt x="35299" y="14388"/>
                </a:lnTo>
                <a:lnTo>
                  <a:pt x="34176" y="14800"/>
                </a:lnTo>
                <a:lnTo>
                  <a:pt x="33749" y="15081"/>
                </a:lnTo>
                <a:lnTo>
                  <a:pt x="33351" y="15435"/>
                </a:lnTo>
                <a:lnTo>
                  <a:pt x="33340" y="15953"/>
                </a:lnTo>
                <a:lnTo>
                  <a:pt x="32931" y="16452"/>
                </a:lnTo>
                <a:lnTo>
                  <a:pt x="32592" y="16662"/>
                </a:lnTo>
                <a:lnTo>
                  <a:pt x="32089" y="16833"/>
                </a:lnTo>
                <a:lnTo>
                  <a:pt x="31767" y="17325"/>
                </a:lnTo>
                <a:lnTo>
                  <a:pt x="32288" y="17337"/>
                </a:lnTo>
                <a:lnTo>
                  <a:pt x="32815" y="17139"/>
                </a:lnTo>
                <a:lnTo>
                  <a:pt x="33361" y="17124"/>
                </a:lnTo>
                <a:lnTo>
                  <a:pt x="33855" y="17344"/>
                </a:lnTo>
                <a:lnTo>
                  <a:pt x="34529" y="20037"/>
                </a:lnTo>
                <a:lnTo>
                  <a:pt x="38337" y="19131"/>
                </a:lnTo>
                <a:lnTo>
                  <a:pt x="38548" y="20152"/>
                </a:lnTo>
                <a:lnTo>
                  <a:pt x="39762" y="19888"/>
                </a:lnTo>
                <a:lnTo>
                  <a:pt x="39974" y="20882"/>
                </a:lnTo>
                <a:lnTo>
                  <a:pt x="41281" y="20630"/>
                </a:lnTo>
                <a:lnTo>
                  <a:pt x="41456" y="21178"/>
                </a:lnTo>
                <a:lnTo>
                  <a:pt x="41390" y="21694"/>
                </a:lnTo>
                <a:lnTo>
                  <a:pt x="41092" y="22160"/>
                </a:lnTo>
                <a:lnTo>
                  <a:pt x="40956" y="22674"/>
                </a:lnTo>
                <a:lnTo>
                  <a:pt x="41069" y="23222"/>
                </a:lnTo>
                <a:lnTo>
                  <a:pt x="41480" y="23648"/>
                </a:lnTo>
                <a:lnTo>
                  <a:pt x="41704" y="24125"/>
                </a:lnTo>
                <a:lnTo>
                  <a:pt x="41958" y="24594"/>
                </a:lnTo>
                <a:lnTo>
                  <a:pt x="42507" y="24451"/>
                </a:lnTo>
                <a:lnTo>
                  <a:pt x="42904" y="24097"/>
                </a:lnTo>
                <a:lnTo>
                  <a:pt x="43183" y="24548"/>
                </a:lnTo>
                <a:lnTo>
                  <a:pt x="43125" y="25064"/>
                </a:lnTo>
                <a:lnTo>
                  <a:pt x="42927" y="25550"/>
                </a:lnTo>
                <a:lnTo>
                  <a:pt x="42861" y="26075"/>
                </a:lnTo>
                <a:lnTo>
                  <a:pt x="43006" y="26596"/>
                </a:lnTo>
                <a:lnTo>
                  <a:pt x="42893" y="27111"/>
                </a:lnTo>
                <a:lnTo>
                  <a:pt x="42649" y="27578"/>
                </a:lnTo>
                <a:lnTo>
                  <a:pt x="42505" y="28092"/>
                </a:lnTo>
                <a:lnTo>
                  <a:pt x="43082" y="28105"/>
                </a:lnTo>
                <a:lnTo>
                  <a:pt x="43602" y="28198"/>
                </a:lnTo>
                <a:lnTo>
                  <a:pt x="43881" y="28640"/>
                </a:lnTo>
                <a:lnTo>
                  <a:pt x="43915" y="29185"/>
                </a:lnTo>
                <a:lnTo>
                  <a:pt x="44091" y="29716"/>
                </a:lnTo>
                <a:lnTo>
                  <a:pt x="44181" y="30235"/>
                </a:lnTo>
                <a:lnTo>
                  <a:pt x="39888" y="30867"/>
                </a:lnTo>
                <a:lnTo>
                  <a:pt x="39032" y="31530"/>
                </a:lnTo>
                <a:lnTo>
                  <a:pt x="38186" y="32083"/>
                </a:lnTo>
                <a:lnTo>
                  <a:pt x="37625" y="32053"/>
                </a:lnTo>
                <a:lnTo>
                  <a:pt x="37147" y="31797"/>
                </a:lnTo>
                <a:lnTo>
                  <a:pt x="35625" y="31891"/>
                </a:lnTo>
                <a:lnTo>
                  <a:pt x="33395" y="32287"/>
                </a:lnTo>
                <a:lnTo>
                  <a:pt x="33564" y="33126"/>
                </a:lnTo>
                <a:lnTo>
                  <a:pt x="30888" y="33585"/>
                </a:lnTo>
                <a:lnTo>
                  <a:pt x="29539" y="25802"/>
                </a:lnTo>
                <a:lnTo>
                  <a:pt x="23458" y="26922"/>
                </a:lnTo>
                <a:lnTo>
                  <a:pt x="22525" y="21490"/>
                </a:lnTo>
                <a:lnTo>
                  <a:pt x="13686" y="23248"/>
                </a:lnTo>
                <a:lnTo>
                  <a:pt x="13588" y="22774"/>
                </a:lnTo>
                <a:lnTo>
                  <a:pt x="13708" y="22259"/>
                </a:lnTo>
                <a:lnTo>
                  <a:pt x="13665" y="21741"/>
                </a:lnTo>
                <a:lnTo>
                  <a:pt x="13567" y="21239"/>
                </a:lnTo>
                <a:lnTo>
                  <a:pt x="13374" y="20772"/>
                </a:lnTo>
                <a:lnTo>
                  <a:pt x="13749" y="20390"/>
                </a:lnTo>
                <a:lnTo>
                  <a:pt x="14274" y="20247"/>
                </a:lnTo>
                <a:lnTo>
                  <a:pt x="14769" y="20076"/>
                </a:lnTo>
                <a:lnTo>
                  <a:pt x="15249" y="19878"/>
                </a:lnTo>
                <a:lnTo>
                  <a:pt x="15026" y="19401"/>
                </a:lnTo>
                <a:lnTo>
                  <a:pt x="14588" y="19083"/>
                </a:lnTo>
                <a:lnTo>
                  <a:pt x="14119" y="18782"/>
                </a:lnTo>
                <a:lnTo>
                  <a:pt x="13713" y="18464"/>
                </a:lnTo>
                <a:lnTo>
                  <a:pt x="13402" y="18067"/>
                </a:lnTo>
                <a:lnTo>
                  <a:pt x="13179" y="17590"/>
                </a:lnTo>
                <a:lnTo>
                  <a:pt x="13347" y="17049"/>
                </a:lnTo>
                <a:lnTo>
                  <a:pt x="13567" y="16591"/>
                </a:lnTo>
                <a:lnTo>
                  <a:pt x="13501" y="16063"/>
                </a:lnTo>
                <a:lnTo>
                  <a:pt x="13512" y="15573"/>
                </a:lnTo>
                <a:lnTo>
                  <a:pt x="13523" y="15056"/>
                </a:lnTo>
                <a:lnTo>
                  <a:pt x="13511" y="14529"/>
                </a:lnTo>
                <a:lnTo>
                  <a:pt x="13600" y="14040"/>
                </a:lnTo>
                <a:lnTo>
                  <a:pt x="13736" y="13526"/>
                </a:lnTo>
                <a:lnTo>
                  <a:pt x="13958" y="13004"/>
                </a:lnTo>
                <a:lnTo>
                  <a:pt x="14101" y="12490"/>
                </a:lnTo>
                <a:lnTo>
                  <a:pt x="14035" y="11971"/>
                </a:lnTo>
                <a:lnTo>
                  <a:pt x="13621" y="11626"/>
                </a:lnTo>
                <a:lnTo>
                  <a:pt x="13101" y="11560"/>
                </a:lnTo>
                <a:lnTo>
                  <a:pt x="12612" y="11468"/>
                </a:lnTo>
                <a:lnTo>
                  <a:pt x="12253" y="11097"/>
                </a:lnTo>
                <a:lnTo>
                  <a:pt x="12187" y="10578"/>
                </a:lnTo>
                <a:lnTo>
                  <a:pt x="12354" y="10064"/>
                </a:lnTo>
                <a:lnTo>
                  <a:pt x="12521" y="9541"/>
                </a:lnTo>
                <a:lnTo>
                  <a:pt x="12711" y="9055"/>
                </a:lnTo>
                <a:lnTo>
                  <a:pt x="13140" y="8674"/>
                </a:lnTo>
                <a:lnTo>
                  <a:pt x="13667" y="8477"/>
                </a:lnTo>
                <a:lnTo>
                  <a:pt x="14215" y="8361"/>
                </a:lnTo>
                <a:lnTo>
                  <a:pt x="14695" y="8136"/>
                </a:lnTo>
                <a:lnTo>
                  <a:pt x="14993" y="7698"/>
                </a:lnTo>
                <a:lnTo>
                  <a:pt x="15369" y="7288"/>
                </a:lnTo>
                <a:lnTo>
                  <a:pt x="15114" y="6820"/>
                </a:lnTo>
                <a:lnTo>
                  <a:pt x="14619" y="6627"/>
                </a:lnTo>
                <a:lnTo>
                  <a:pt x="14098" y="6588"/>
                </a:lnTo>
                <a:lnTo>
                  <a:pt x="13604" y="6732"/>
                </a:lnTo>
                <a:lnTo>
                  <a:pt x="13081" y="6748"/>
                </a:lnTo>
                <a:lnTo>
                  <a:pt x="12505" y="6735"/>
                </a:lnTo>
                <a:lnTo>
                  <a:pt x="12004" y="6806"/>
                </a:lnTo>
                <a:lnTo>
                  <a:pt x="11502" y="6976"/>
                </a:lnTo>
                <a:lnTo>
                  <a:pt x="11011" y="6984"/>
                </a:lnTo>
                <a:lnTo>
                  <a:pt x="10540" y="6747"/>
                </a:lnTo>
                <a:lnTo>
                  <a:pt x="10134" y="6447"/>
                </a:lnTo>
                <a:lnTo>
                  <a:pt x="9959" y="6244"/>
                </a:lnTo>
                <a:lnTo>
                  <a:pt x="9777" y="6022"/>
                </a:lnTo>
                <a:lnTo>
                  <a:pt x="9419" y="5623"/>
                </a:lnTo>
                <a:lnTo>
                  <a:pt x="9085" y="5208"/>
                </a:lnTo>
                <a:lnTo>
                  <a:pt x="8704" y="4827"/>
                </a:lnTo>
                <a:lnTo>
                  <a:pt x="8189" y="4507"/>
                </a:lnTo>
                <a:lnTo>
                  <a:pt x="7726" y="4261"/>
                </a:lnTo>
                <a:lnTo>
                  <a:pt x="7313" y="3943"/>
                </a:lnTo>
                <a:lnTo>
                  <a:pt x="6899" y="3625"/>
                </a:lnTo>
                <a:lnTo>
                  <a:pt x="6518" y="3227"/>
                </a:lnTo>
                <a:lnTo>
                  <a:pt x="6160" y="2828"/>
                </a:lnTo>
                <a:lnTo>
                  <a:pt x="5802" y="2430"/>
                </a:lnTo>
                <a:lnTo>
                  <a:pt x="5388" y="2131"/>
                </a:lnTo>
                <a:lnTo>
                  <a:pt x="5030" y="1760"/>
                </a:lnTo>
                <a:lnTo>
                  <a:pt x="4754" y="1545"/>
                </a:lnTo>
                <a:lnTo>
                  <a:pt x="4396" y="1510"/>
                </a:lnTo>
                <a:lnTo>
                  <a:pt x="4124" y="1476"/>
                </a:lnTo>
                <a:lnTo>
                  <a:pt x="3600" y="1547"/>
                </a:lnTo>
                <a:lnTo>
                  <a:pt x="3077" y="1617"/>
                </a:lnTo>
                <a:lnTo>
                  <a:pt x="2552" y="1705"/>
                </a:lnTo>
                <a:lnTo>
                  <a:pt x="2032" y="1639"/>
                </a:lnTo>
                <a:lnTo>
                  <a:pt x="1512" y="1528"/>
                </a:lnTo>
                <a:lnTo>
                  <a:pt x="1017" y="1363"/>
                </a:lnTo>
                <a:lnTo>
                  <a:pt x="629" y="1246"/>
                </a:lnTo>
                <a:lnTo>
                  <a:pt x="356" y="1258"/>
                </a:lnTo>
                <a:lnTo>
                  <a:pt x="140" y="1171"/>
                </a:lnTo>
                <a:lnTo>
                  <a:pt x="0" y="805"/>
                </a:lnTo>
                <a:lnTo>
                  <a:pt x="17" y="388"/>
                </a:lnTo>
                <a:lnTo>
                  <a:pt x="265" y="112"/>
                </a:lnTo>
                <a:lnTo>
                  <a:pt x="548" y="0"/>
                </a:lnTo>
                <a:lnTo>
                  <a:pt x="1099" y="112"/>
                </a:lnTo>
                <a:lnTo>
                  <a:pt x="1642" y="233"/>
                </a:lnTo>
                <a:lnTo>
                  <a:pt x="2160" y="398"/>
                </a:lnTo>
                <a:lnTo>
                  <a:pt x="2654" y="618"/>
                </a:lnTo>
                <a:lnTo>
                  <a:pt x="3197" y="757"/>
                </a:lnTo>
                <a:lnTo>
                  <a:pt x="3719" y="741"/>
                </a:lnTo>
                <a:lnTo>
                  <a:pt x="4251" y="653"/>
                </a:lnTo>
                <a:lnTo>
                  <a:pt x="4898" y="676"/>
                </a:lnTo>
                <a:lnTo>
                  <a:pt x="5317" y="731"/>
                </a:lnTo>
                <a:lnTo>
                  <a:pt x="5480" y="762"/>
                </a:lnTo>
                <a:lnTo>
                  <a:pt x="5861" y="843"/>
                </a:lnTo>
                <a:lnTo>
                  <a:pt x="6328" y="1189"/>
                </a:lnTo>
                <a:lnTo>
                  <a:pt x="6552" y="1666"/>
                </a:lnTo>
                <a:lnTo>
                  <a:pt x="7093" y="1859"/>
                </a:lnTo>
                <a:lnTo>
                  <a:pt x="7294" y="230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058FD3-8EEB-42CC-B6D8-4AA8F667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948" y="2541871"/>
            <a:ext cx="20456" cy="22819"/>
          </a:xfrm>
          <a:custGeom xmlns:a="http://schemas.openxmlformats.org/drawingml/2006/main">
            <a:pathLst>
              <a:path w="20456" h="22819">
                <a:moveTo>
                  <a:pt x="17981" y="20552"/>
                </a:moveTo>
                <a:lnTo>
                  <a:pt x="18253" y="20603"/>
                </a:lnTo>
                <a:lnTo>
                  <a:pt x="18490" y="20463"/>
                </a:lnTo>
                <a:lnTo>
                  <a:pt x="19068" y="20394"/>
                </a:lnTo>
                <a:lnTo>
                  <a:pt x="19614" y="20405"/>
                </a:lnTo>
                <a:lnTo>
                  <a:pt x="20135" y="20444"/>
                </a:lnTo>
                <a:lnTo>
                  <a:pt x="20389" y="20949"/>
                </a:lnTo>
                <a:lnTo>
                  <a:pt x="20456" y="21468"/>
                </a:lnTo>
                <a:lnTo>
                  <a:pt x="20335" y="22010"/>
                </a:lnTo>
                <a:lnTo>
                  <a:pt x="19991" y="22393"/>
                </a:lnTo>
                <a:lnTo>
                  <a:pt x="19467" y="22509"/>
                </a:lnTo>
                <a:lnTo>
                  <a:pt x="18943" y="22552"/>
                </a:lnTo>
                <a:lnTo>
                  <a:pt x="18424" y="22413"/>
                </a:lnTo>
                <a:lnTo>
                  <a:pt x="17905" y="22293"/>
                </a:lnTo>
                <a:lnTo>
                  <a:pt x="17351" y="22281"/>
                </a:lnTo>
                <a:lnTo>
                  <a:pt x="16832" y="22170"/>
                </a:lnTo>
                <a:lnTo>
                  <a:pt x="16336" y="22023"/>
                </a:lnTo>
                <a:lnTo>
                  <a:pt x="15849" y="21831"/>
                </a:lnTo>
                <a:lnTo>
                  <a:pt x="15378" y="21612"/>
                </a:lnTo>
                <a:lnTo>
                  <a:pt x="14887" y="21628"/>
                </a:lnTo>
                <a:lnTo>
                  <a:pt x="7409" y="22819"/>
                </a:lnTo>
                <a:lnTo>
                  <a:pt x="6888" y="22780"/>
                </a:lnTo>
                <a:lnTo>
                  <a:pt x="6426" y="22516"/>
                </a:lnTo>
                <a:lnTo>
                  <a:pt x="6012" y="22189"/>
                </a:lnTo>
                <a:lnTo>
                  <a:pt x="5630" y="21845"/>
                </a:lnTo>
                <a:lnTo>
                  <a:pt x="5248" y="21501"/>
                </a:lnTo>
                <a:lnTo>
                  <a:pt x="4698" y="21335"/>
                </a:lnTo>
                <a:lnTo>
                  <a:pt x="4173" y="21478"/>
                </a:lnTo>
                <a:lnTo>
                  <a:pt x="3700" y="21703"/>
                </a:lnTo>
                <a:lnTo>
                  <a:pt x="3175" y="21819"/>
                </a:lnTo>
                <a:lnTo>
                  <a:pt x="2651" y="21917"/>
                </a:lnTo>
                <a:lnTo>
                  <a:pt x="2181" y="21670"/>
                </a:lnTo>
                <a:lnTo>
                  <a:pt x="2013" y="21122"/>
                </a:lnTo>
                <a:lnTo>
                  <a:pt x="1868" y="20647"/>
                </a:lnTo>
                <a:lnTo>
                  <a:pt x="1668" y="20152"/>
                </a:lnTo>
                <a:lnTo>
                  <a:pt x="1526" y="19523"/>
                </a:lnTo>
                <a:lnTo>
                  <a:pt x="1506" y="19023"/>
                </a:lnTo>
                <a:lnTo>
                  <a:pt x="1572" y="18480"/>
                </a:lnTo>
                <a:lnTo>
                  <a:pt x="1816" y="17995"/>
                </a:lnTo>
                <a:lnTo>
                  <a:pt x="2222" y="17613"/>
                </a:lnTo>
                <a:lnTo>
                  <a:pt x="2598" y="17176"/>
                </a:lnTo>
                <a:lnTo>
                  <a:pt x="2966" y="16739"/>
                </a:lnTo>
                <a:lnTo>
                  <a:pt x="3063" y="16224"/>
                </a:lnTo>
                <a:lnTo>
                  <a:pt x="3074" y="15707"/>
                </a:lnTo>
                <a:lnTo>
                  <a:pt x="2976" y="15205"/>
                </a:lnTo>
                <a:lnTo>
                  <a:pt x="2753" y="14710"/>
                </a:lnTo>
                <a:lnTo>
                  <a:pt x="2396" y="14285"/>
                </a:lnTo>
                <a:lnTo>
                  <a:pt x="1957" y="14039"/>
                </a:lnTo>
                <a:lnTo>
                  <a:pt x="1518" y="13776"/>
                </a:lnTo>
                <a:lnTo>
                  <a:pt x="1104" y="13449"/>
                </a:lnTo>
                <a:lnTo>
                  <a:pt x="698" y="13131"/>
                </a:lnTo>
                <a:lnTo>
                  <a:pt x="474" y="12663"/>
                </a:lnTo>
                <a:lnTo>
                  <a:pt x="377" y="12135"/>
                </a:lnTo>
                <a:lnTo>
                  <a:pt x="333" y="11644"/>
                </a:lnTo>
                <a:lnTo>
                  <a:pt x="266" y="11125"/>
                </a:lnTo>
                <a:lnTo>
                  <a:pt x="231" y="10597"/>
                </a:lnTo>
                <a:lnTo>
                  <a:pt x="0" y="10102"/>
                </a:lnTo>
                <a:lnTo>
                  <a:pt x="144" y="9588"/>
                </a:lnTo>
                <a:lnTo>
                  <a:pt x="232" y="9090"/>
                </a:lnTo>
                <a:lnTo>
                  <a:pt x="561" y="8652"/>
                </a:lnTo>
                <a:lnTo>
                  <a:pt x="1013" y="8326"/>
                </a:lnTo>
                <a:lnTo>
                  <a:pt x="1434" y="7972"/>
                </a:lnTo>
                <a:lnTo>
                  <a:pt x="1832" y="7591"/>
                </a:lnTo>
                <a:lnTo>
                  <a:pt x="2053" y="7105"/>
                </a:lnTo>
                <a:lnTo>
                  <a:pt x="2251" y="6583"/>
                </a:lnTo>
                <a:lnTo>
                  <a:pt x="2518" y="6126"/>
                </a:lnTo>
                <a:lnTo>
                  <a:pt x="2716" y="5612"/>
                </a:lnTo>
                <a:lnTo>
                  <a:pt x="2814" y="5052"/>
                </a:lnTo>
                <a:lnTo>
                  <a:pt x="3143" y="4641"/>
                </a:lnTo>
                <a:lnTo>
                  <a:pt x="3579" y="4315"/>
                </a:lnTo>
                <a:lnTo>
                  <a:pt x="3724" y="4100"/>
                </a:lnTo>
                <a:lnTo>
                  <a:pt x="3746" y="3783"/>
                </a:lnTo>
                <a:lnTo>
                  <a:pt x="3388" y="3412"/>
                </a:lnTo>
                <a:lnTo>
                  <a:pt x="3007" y="3013"/>
                </a:lnTo>
                <a:lnTo>
                  <a:pt x="2752" y="2545"/>
                </a:lnTo>
                <a:lnTo>
                  <a:pt x="3004" y="2051"/>
                </a:lnTo>
                <a:lnTo>
                  <a:pt x="3271" y="1593"/>
                </a:lnTo>
                <a:lnTo>
                  <a:pt x="3647" y="1184"/>
                </a:lnTo>
                <a:lnTo>
                  <a:pt x="4022" y="747"/>
                </a:lnTo>
                <a:lnTo>
                  <a:pt x="4420" y="393"/>
                </a:lnTo>
                <a:lnTo>
                  <a:pt x="4922" y="222"/>
                </a:lnTo>
                <a:lnTo>
                  <a:pt x="5566" y="0"/>
                </a:lnTo>
                <a:lnTo>
                  <a:pt x="5633" y="528"/>
                </a:lnTo>
                <a:lnTo>
                  <a:pt x="5659" y="1119"/>
                </a:lnTo>
                <a:lnTo>
                  <a:pt x="5403" y="1431"/>
                </a:lnTo>
                <a:lnTo>
                  <a:pt x="5119" y="1588"/>
                </a:lnTo>
                <a:lnTo>
                  <a:pt x="4957" y="1485"/>
                </a:lnTo>
                <a:lnTo>
                  <a:pt x="4868" y="1283"/>
                </a:lnTo>
                <a:lnTo>
                  <a:pt x="4573" y="1222"/>
                </a:lnTo>
                <a:lnTo>
                  <a:pt x="4166" y="1322"/>
                </a:lnTo>
                <a:lnTo>
                  <a:pt x="3714" y="1648"/>
                </a:lnTo>
                <a:lnTo>
                  <a:pt x="3447" y="2115"/>
                </a:lnTo>
                <a:lnTo>
                  <a:pt x="3326" y="2657"/>
                </a:lnTo>
                <a:lnTo>
                  <a:pt x="3604" y="3135"/>
                </a:lnTo>
                <a:lnTo>
                  <a:pt x="3834" y="3340"/>
                </a:lnTo>
                <a:lnTo>
                  <a:pt x="4228" y="3494"/>
                </a:lnTo>
                <a:lnTo>
                  <a:pt x="4583" y="3665"/>
                </a:lnTo>
                <a:lnTo>
                  <a:pt x="4695" y="3876"/>
                </a:lnTo>
                <a:lnTo>
                  <a:pt x="4452" y="4316"/>
                </a:lnTo>
                <a:lnTo>
                  <a:pt x="4600" y="4673"/>
                </a:lnTo>
                <a:lnTo>
                  <a:pt x="4107" y="4744"/>
                </a:lnTo>
                <a:lnTo>
                  <a:pt x="3427" y="4820"/>
                </a:lnTo>
                <a:lnTo>
                  <a:pt x="3195" y="5114"/>
                </a:lnTo>
                <a:lnTo>
                  <a:pt x="3347" y="6352"/>
                </a:lnTo>
                <a:lnTo>
                  <a:pt x="3393" y="6753"/>
                </a:lnTo>
                <a:lnTo>
                  <a:pt x="3774" y="6816"/>
                </a:lnTo>
                <a:lnTo>
                  <a:pt x="4362" y="6647"/>
                </a:lnTo>
                <a:lnTo>
                  <a:pt x="4965" y="6524"/>
                </a:lnTo>
                <a:lnTo>
                  <a:pt x="5387" y="6469"/>
                </a:lnTo>
                <a:lnTo>
                  <a:pt x="5934" y="6381"/>
                </a:lnTo>
                <a:lnTo>
                  <a:pt x="6486" y="6466"/>
                </a:lnTo>
                <a:lnTo>
                  <a:pt x="7031" y="6478"/>
                </a:lnTo>
                <a:lnTo>
                  <a:pt x="7583" y="6571"/>
                </a:lnTo>
                <a:lnTo>
                  <a:pt x="8020" y="6917"/>
                </a:lnTo>
                <a:lnTo>
                  <a:pt x="8298" y="7368"/>
                </a:lnTo>
                <a:lnTo>
                  <a:pt x="8600" y="7819"/>
                </a:lnTo>
                <a:lnTo>
                  <a:pt x="8667" y="8338"/>
                </a:lnTo>
                <a:lnTo>
                  <a:pt x="8757" y="8858"/>
                </a:lnTo>
                <a:lnTo>
                  <a:pt x="9011" y="9362"/>
                </a:lnTo>
                <a:lnTo>
                  <a:pt x="9178" y="9911"/>
                </a:lnTo>
                <a:lnTo>
                  <a:pt x="9143" y="10455"/>
                </a:lnTo>
                <a:lnTo>
                  <a:pt x="8869" y="10894"/>
                </a:lnTo>
                <a:lnTo>
                  <a:pt x="8601" y="11351"/>
                </a:lnTo>
                <a:lnTo>
                  <a:pt x="8645" y="11878"/>
                </a:lnTo>
                <a:lnTo>
                  <a:pt x="8813" y="12372"/>
                </a:lnTo>
                <a:lnTo>
                  <a:pt x="9088" y="13005"/>
                </a:lnTo>
                <a:lnTo>
                  <a:pt x="9508" y="13386"/>
                </a:lnTo>
                <a:lnTo>
                  <a:pt x="10021" y="13461"/>
                </a:lnTo>
                <a:lnTo>
                  <a:pt x="10567" y="13427"/>
                </a:lnTo>
                <a:lnTo>
                  <a:pt x="11111" y="13539"/>
                </a:lnTo>
                <a:lnTo>
                  <a:pt x="11605" y="13731"/>
                </a:lnTo>
                <a:lnTo>
                  <a:pt x="12125" y="13851"/>
                </a:lnTo>
                <a:lnTo>
                  <a:pt x="12681" y="13727"/>
                </a:lnTo>
                <a:lnTo>
                  <a:pt x="13204" y="13711"/>
                </a:lnTo>
                <a:lnTo>
                  <a:pt x="13641" y="14039"/>
                </a:lnTo>
                <a:lnTo>
                  <a:pt x="13943" y="14490"/>
                </a:lnTo>
                <a:lnTo>
                  <a:pt x="14485" y="14629"/>
                </a:lnTo>
                <a:lnTo>
                  <a:pt x="14978" y="14921"/>
                </a:lnTo>
                <a:lnTo>
                  <a:pt x="15279" y="15400"/>
                </a:lnTo>
                <a:lnTo>
                  <a:pt x="15502" y="15922"/>
                </a:lnTo>
                <a:lnTo>
                  <a:pt x="15623" y="16097"/>
                </a:lnTo>
                <a:lnTo>
                  <a:pt x="15812" y="16374"/>
                </a:lnTo>
                <a:lnTo>
                  <a:pt x="16297" y="16647"/>
                </a:lnTo>
                <a:lnTo>
                  <a:pt x="16733" y="17020"/>
                </a:lnTo>
                <a:lnTo>
                  <a:pt x="17090" y="17464"/>
                </a:lnTo>
                <a:lnTo>
                  <a:pt x="17612" y="17448"/>
                </a:lnTo>
                <a:lnTo>
                  <a:pt x="18130" y="17650"/>
                </a:lnTo>
                <a:lnTo>
                  <a:pt x="18361" y="18145"/>
                </a:lnTo>
                <a:lnTo>
                  <a:pt x="18032" y="18583"/>
                </a:lnTo>
                <a:lnTo>
                  <a:pt x="17865" y="19096"/>
                </a:lnTo>
                <a:lnTo>
                  <a:pt x="18009" y="19644"/>
                </a:lnTo>
                <a:lnTo>
                  <a:pt x="17895" y="20232"/>
                </a:lnTo>
                <a:lnTo>
                  <a:pt x="17981" y="205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A340E7-FC63-4126-9061-F1267B2C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796" y="4493641"/>
            <a:ext cx="258703" cy="171318"/>
          </a:xfrm>
          <a:custGeom xmlns:a="http://schemas.openxmlformats.org/drawingml/2006/main">
            <a:pathLst>
              <a:path w="258703" h="171318">
                <a:moveTo>
                  <a:pt x="161785" y="80845"/>
                </a:moveTo>
                <a:lnTo>
                  <a:pt x="161573" y="76964"/>
                </a:lnTo>
                <a:lnTo>
                  <a:pt x="161427" y="74310"/>
                </a:lnTo>
                <a:lnTo>
                  <a:pt x="162853" y="65743"/>
                </a:lnTo>
                <a:lnTo>
                  <a:pt x="162904" y="64809"/>
                </a:lnTo>
                <a:lnTo>
                  <a:pt x="162494" y="63575"/>
                </a:lnTo>
                <a:lnTo>
                  <a:pt x="160906" y="62741"/>
                </a:lnTo>
                <a:lnTo>
                  <a:pt x="158592" y="61257"/>
                </a:lnTo>
                <a:lnTo>
                  <a:pt x="156072" y="60231"/>
                </a:lnTo>
                <a:lnTo>
                  <a:pt x="155538" y="59720"/>
                </a:lnTo>
                <a:lnTo>
                  <a:pt x="154953" y="58981"/>
                </a:lnTo>
                <a:lnTo>
                  <a:pt x="154036" y="57790"/>
                </a:lnTo>
                <a:lnTo>
                  <a:pt x="141308" y="45757"/>
                </a:lnTo>
                <a:lnTo>
                  <a:pt x="139341" y="44780"/>
                </a:lnTo>
                <a:lnTo>
                  <a:pt x="137804" y="44438"/>
                </a:lnTo>
                <a:lnTo>
                  <a:pt x="136392" y="44507"/>
                </a:lnTo>
                <a:lnTo>
                  <a:pt x="135284" y="44900"/>
                </a:lnTo>
                <a:lnTo>
                  <a:pt x="134254" y="45659"/>
                </a:lnTo>
                <a:lnTo>
                  <a:pt x="133123" y="47459"/>
                </a:lnTo>
                <a:lnTo>
                  <a:pt x="132500" y="49262"/>
                </a:lnTo>
                <a:lnTo>
                  <a:pt x="132308" y="50919"/>
                </a:lnTo>
                <a:lnTo>
                  <a:pt x="132335" y="52172"/>
                </a:lnTo>
                <a:lnTo>
                  <a:pt x="132199" y="53413"/>
                </a:lnTo>
                <a:lnTo>
                  <a:pt x="132079" y="54300"/>
                </a:lnTo>
                <a:lnTo>
                  <a:pt x="131638" y="55226"/>
                </a:lnTo>
                <a:lnTo>
                  <a:pt x="130248" y="56757"/>
                </a:lnTo>
                <a:lnTo>
                  <a:pt x="128323" y="58531"/>
                </a:lnTo>
                <a:lnTo>
                  <a:pt x="125191" y="60570"/>
                </a:lnTo>
                <a:lnTo>
                  <a:pt x="123719" y="61246"/>
                </a:lnTo>
                <a:lnTo>
                  <a:pt x="121932" y="61670"/>
                </a:lnTo>
                <a:lnTo>
                  <a:pt x="119894" y="61790"/>
                </a:lnTo>
                <a:lnTo>
                  <a:pt x="117804" y="61472"/>
                </a:lnTo>
                <a:lnTo>
                  <a:pt x="115776" y="60793"/>
                </a:lnTo>
                <a:lnTo>
                  <a:pt x="114180" y="59995"/>
                </a:lnTo>
                <a:lnTo>
                  <a:pt x="112658" y="59000"/>
                </a:lnTo>
                <a:lnTo>
                  <a:pt x="110946" y="57374"/>
                </a:lnTo>
                <a:lnTo>
                  <a:pt x="109255" y="55576"/>
                </a:lnTo>
                <a:lnTo>
                  <a:pt x="108209" y="53801"/>
                </a:lnTo>
                <a:lnTo>
                  <a:pt x="107812" y="53411"/>
                </a:lnTo>
                <a:lnTo>
                  <a:pt x="107166" y="53034"/>
                </a:lnTo>
                <a:lnTo>
                  <a:pt x="105354" y="52441"/>
                </a:lnTo>
                <a:lnTo>
                  <a:pt x="103818" y="52090"/>
                </a:lnTo>
                <a:lnTo>
                  <a:pt x="102858" y="51770"/>
                </a:lnTo>
                <a:lnTo>
                  <a:pt x="101949" y="51278"/>
                </a:lnTo>
                <a:lnTo>
                  <a:pt x="100634" y="50442"/>
                </a:lnTo>
                <a:lnTo>
                  <a:pt x="94902" y="44752"/>
                </a:lnTo>
                <a:lnTo>
                  <a:pt x="92468" y="41576"/>
                </a:lnTo>
                <a:lnTo>
                  <a:pt x="89980" y="38036"/>
                </a:lnTo>
                <a:lnTo>
                  <a:pt x="88515" y="34400"/>
                </a:lnTo>
                <a:lnTo>
                  <a:pt x="87547" y="31955"/>
                </a:lnTo>
                <a:lnTo>
                  <a:pt x="87123" y="29912"/>
                </a:lnTo>
                <a:lnTo>
                  <a:pt x="86454" y="24441"/>
                </a:lnTo>
                <a:lnTo>
                  <a:pt x="85914" y="18074"/>
                </a:lnTo>
                <a:lnTo>
                  <a:pt x="85789" y="15575"/>
                </a:lnTo>
                <a:lnTo>
                  <a:pt x="85529" y="14244"/>
                </a:lnTo>
                <a:lnTo>
                  <a:pt x="85232" y="13538"/>
                </a:lnTo>
                <a:lnTo>
                  <a:pt x="84801" y="12957"/>
                </a:lnTo>
                <a:lnTo>
                  <a:pt x="84182" y="12344"/>
                </a:lnTo>
                <a:lnTo>
                  <a:pt x="80189" y="9888"/>
                </a:lnTo>
                <a:lnTo>
                  <a:pt x="77573" y="7598"/>
                </a:lnTo>
                <a:lnTo>
                  <a:pt x="76651" y="6589"/>
                </a:lnTo>
                <a:lnTo>
                  <a:pt x="76149" y="5643"/>
                </a:lnTo>
                <a:lnTo>
                  <a:pt x="75628" y="3080"/>
                </a:lnTo>
                <a:lnTo>
                  <a:pt x="45657" y="8568"/>
                </a:lnTo>
                <a:lnTo>
                  <a:pt x="467" y="16958"/>
                </a:lnTo>
                <a:lnTo>
                  <a:pt x="0" y="14397"/>
                </a:lnTo>
                <a:lnTo>
                  <a:pt x="39989" y="7120"/>
                </a:lnTo>
                <a:lnTo>
                  <a:pt x="78860" y="0"/>
                </a:lnTo>
                <a:lnTo>
                  <a:pt x="79300" y="200"/>
                </a:lnTo>
                <a:lnTo>
                  <a:pt x="79529" y="432"/>
                </a:lnTo>
                <a:lnTo>
                  <a:pt x="79773" y="1037"/>
                </a:lnTo>
                <a:lnTo>
                  <a:pt x="80407" y="4509"/>
                </a:lnTo>
                <a:lnTo>
                  <a:pt x="81178" y="6351"/>
                </a:lnTo>
                <a:lnTo>
                  <a:pt x="81707" y="7116"/>
                </a:lnTo>
                <a:lnTo>
                  <a:pt x="82373" y="7702"/>
                </a:lnTo>
                <a:lnTo>
                  <a:pt x="83172" y="8264"/>
                </a:lnTo>
                <a:lnTo>
                  <a:pt x="84549" y="8739"/>
                </a:lnTo>
                <a:lnTo>
                  <a:pt x="85724" y="8864"/>
                </a:lnTo>
                <a:lnTo>
                  <a:pt x="86900" y="8890"/>
                </a:lnTo>
                <a:lnTo>
                  <a:pt x="89360" y="8689"/>
                </a:lnTo>
                <a:lnTo>
                  <a:pt x="89540" y="12642"/>
                </a:lnTo>
                <a:lnTo>
                  <a:pt x="90059" y="19989"/>
                </a:lnTo>
                <a:lnTo>
                  <a:pt x="90282" y="24107"/>
                </a:lnTo>
                <a:lnTo>
                  <a:pt x="90708" y="28537"/>
                </a:lnTo>
                <a:lnTo>
                  <a:pt x="91117" y="31252"/>
                </a:lnTo>
                <a:lnTo>
                  <a:pt x="91802" y="33445"/>
                </a:lnTo>
                <a:lnTo>
                  <a:pt x="93260" y="36346"/>
                </a:lnTo>
                <a:lnTo>
                  <a:pt x="95188" y="39093"/>
                </a:lnTo>
                <a:lnTo>
                  <a:pt x="101302" y="46243"/>
                </a:lnTo>
                <a:lnTo>
                  <a:pt x="103126" y="47663"/>
                </a:lnTo>
                <a:lnTo>
                  <a:pt x="103566" y="47881"/>
                </a:lnTo>
                <a:lnTo>
                  <a:pt x="104110" y="47975"/>
                </a:lnTo>
                <a:lnTo>
                  <a:pt x="105552" y="47997"/>
                </a:lnTo>
                <a:lnTo>
                  <a:pt x="106113" y="48009"/>
                </a:lnTo>
                <a:lnTo>
                  <a:pt x="106575" y="47919"/>
                </a:lnTo>
                <a:lnTo>
                  <a:pt x="107183" y="47569"/>
                </a:lnTo>
                <a:lnTo>
                  <a:pt x="107465" y="47121"/>
                </a:lnTo>
                <a:lnTo>
                  <a:pt x="107622" y="46743"/>
                </a:lnTo>
                <a:lnTo>
                  <a:pt x="108070" y="45092"/>
                </a:lnTo>
                <a:lnTo>
                  <a:pt x="108732" y="43699"/>
                </a:lnTo>
                <a:lnTo>
                  <a:pt x="110191" y="41842"/>
                </a:lnTo>
                <a:lnTo>
                  <a:pt x="112049" y="39921"/>
                </a:lnTo>
                <a:lnTo>
                  <a:pt x="113852" y="38762"/>
                </a:lnTo>
                <a:lnTo>
                  <a:pt x="114806" y="38292"/>
                </a:lnTo>
                <a:lnTo>
                  <a:pt x="116170" y="37932"/>
                </a:lnTo>
                <a:lnTo>
                  <a:pt x="117617" y="37700"/>
                </a:lnTo>
                <a:lnTo>
                  <a:pt x="118896" y="37682"/>
                </a:lnTo>
                <a:lnTo>
                  <a:pt x="121270" y="37879"/>
                </a:lnTo>
                <a:lnTo>
                  <a:pt x="122964" y="38160"/>
                </a:lnTo>
                <a:lnTo>
                  <a:pt x="124782" y="38790"/>
                </a:lnTo>
                <a:lnTo>
                  <a:pt x="126843" y="40087"/>
                </a:lnTo>
                <a:lnTo>
                  <a:pt x="128775" y="41273"/>
                </a:lnTo>
                <a:lnTo>
                  <a:pt x="142258" y="41129"/>
                </a:lnTo>
                <a:lnTo>
                  <a:pt x="147915" y="47035"/>
                </a:lnTo>
                <a:lnTo>
                  <a:pt x="148956" y="47539"/>
                </a:lnTo>
                <a:lnTo>
                  <a:pt x="150411" y="47670"/>
                </a:lnTo>
                <a:lnTo>
                  <a:pt x="166416" y="45902"/>
                </a:lnTo>
                <a:lnTo>
                  <a:pt x="178042" y="49803"/>
                </a:lnTo>
                <a:lnTo>
                  <a:pt x="179391" y="57004"/>
                </a:lnTo>
                <a:lnTo>
                  <a:pt x="190676" y="55015"/>
                </a:lnTo>
                <a:lnTo>
                  <a:pt x="191118" y="56577"/>
                </a:lnTo>
                <a:lnTo>
                  <a:pt x="199072" y="56123"/>
                </a:lnTo>
                <a:lnTo>
                  <a:pt x="202246" y="49964"/>
                </a:lnTo>
                <a:lnTo>
                  <a:pt x="201215" y="42125"/>
                </a:lnTo>
                <a:lnTo>
                  <a:pt x="198799" y="34900"/>
                </a:lnTo>
                <a:lnTo>
                  <a:pt x="205737" y="33489"/>
                </a:lnTo>
                <a:lnTo>
                  <a:pt x="208637" y="37810"/>
                </a:lnTo>
                <a:lnTo>
                  <a:pt x="208482" y="45705"/>
                </a:lnTo>
                <a:lnTo>
                  <a:pt x="213660" y="45663"/>
                </a:lnTo>
                <a:lnTo>
                  <a:pt x="213685" y="44492"/>
                </a:lnTo>
                <a:lnTo>
                  <a:pt x="217917" y="44556"/>
                </a:lnTo>
                <a:lnTo>
                  <a:pt x="217901" y="45282"/>
                </a:lnTo>
                <a:lnTo>
                  <a:pt x="220728" y="45452"/>
                </a:lnTo>
                <a:lnTo>
                  <a:pt x="223969" y="45205"/>
                </a:lnTo>
                <a:lnTo>
                  <a:pt x="226155" y="43972"/>
                </a:lnTo>
                <a:lnTo>
                  <a:pt x="228760" y="44655"/>
                </a:lnTo>
                <a:lnTo>
                  <a:pt x="230861" y="45563"/>
                </a:lnTo>
                <a:lnTo>
                  <a:pt x="232063" y="47986"/>
                </a:lnTo>
                <a:lnTo>
                  <a:pt x="233073" y="49987"/>
                </a:lnTo>
                <a:lnTo>
                  <a:pt x="234184" y="51563"/>
                </a:lnTo>
                <a:lnTo>
                  <a:pt x="234553" y="53968"/>
                </a:lnTo>
                <a:lnTo>
                  <a:pt x="230398" y="53942"/>
                </a:lnTo>
                <a:lnTo>
                  <a:pt x="230386" y="55585"/>
                </a:lnTo>
                <a:lnTo>
                  <a:pt x="227428" y="55738"/>
                </a:lnTo>
                <a:lnTo>
                  <a:pt x="227562" y="61806"/>
                </a:lnTo>
                <a:lnTo>
                  <a:pt x="226275" y="61851"/>
                </a:lnTo>
                <a:lnTo>
                  <a:pt x="227403" y="81740"/>
                </a:lnTo>
                <a:lnTo>
                  <a:pt x="229650" y="81679"/>
                </a:lnTo>
                <a:lnTo>
                  <a:pt x="229814" y="89236"/>
                </a:lnTo>
                <a:lnTo>
                  <a:pt x="231451" y="91042"/>
                </a:lnTo>
                <a:lnTo>
                  <a:pt x="231414" y="92757"/>
                </a:lnTo>
                <a:lnTo>
                  <a:pt x="229892" y="92833"/>
                </a:lnTo>
                <a:lnTo>
                  <a:pt x="229891" y="95384"/>
                </a:lnTo>
                <a:lnTo>
                  <a:pt x="230277" y="97000"/>
                </a:lnTo>
                <a:lnTo>
                  <a:pt x="231286" y="99019"/>
                </a:lnTo>
                <a:lnTo>
                  <a:pt x="232221" y="101209"/>
                </a:lnTo>
                <a:lnTo>
                  <a:pt x="232879" y="102158"/>
                </a:lnTo>
                <a:lnTo>
                  <a:pt x="233655" y="102693"/>
                </a:lnTo>
                <a:lnTo>
                  <a:pt x="234743" y="103188"/>
                </a:lnTo>
                <a:lnTo>
                  <a:pt x="235937" y="103523"/>
                </a:lnTo>
                <a:lnTo>
                  <a:pt x="237709" y="103770"/>
                </a:lnTo>
                <a:lnTo>
                  <a:pt x="247578" y="104192"/>
                </a:lnTo>
                <a:lnTo>
                  <a:pt x="248672" y="104425"/>
                </a:lnTo>
                <a:lnTo>
                  <a:pt x="250223" y="105185"/>
                </a:lnTo>
                <a:lnTo>
                  <a:pt x="252029" y="106368"/>
                </a:lnTo>
                <a:lnTo>
                  <a:pt x="253361" y="107486"/>
                </a:lnTo>
                <a:lnTo>
                  <a:pt x="254692" y="109031"/>
                </a:lnTo>
                <a:lnTo>
                  <a:pt x="255707" y="110406"/>
                </a:lnTo>
                <a:lnTo>
                  <a:pt x="256303" y="111717"/>
                </a:lnTo>
                <a:lnTo>
                  <a:pt x="256732" y="113497"/>
                </a:lnTo>
                <a:lnTo>
                  <a:pt x="257085" y="116627"/>
                </a:lnTo>
                <a:lnTo>
                  <a:pt x="257323" y="120064"/>
                </a:lnTo>
                <a:lnTo>
                  <a:pt x="257327" y="122407"/>
                </a:lnTo>
                <a:lnTo>
                  <a:pt x="256757" y="124573"/>
                </a:lnTo>
                <a:lnTo>
                  <a:pt x="255824" y="126632"/>
                </a:lnTo>
                <a:lnTo>
                  <a:pt x="255427" y="128031"/>
                </a:lnTo>
                <a:lnTo>
                  <a:pt x="255300" y="129226"/>
                </a:lnTo>
                <a:lnTo>
                  <a:pt x="255580" y="130685"/>
                </a:lnTo>
                <a:lnTo>
                  <a:pt x="256426" y="132683"/>
                </a:lnTo>
                <a:lnTo>
                  <a:pt x="257182" y="133788"/>
                </a:lnTo>
                <a:lnTo>
                  <a:pt x="257530" y="134631"/>
                </a:lnTo>
                <a:lnTo>
                  <a:pt x="257676" y="135415"/>
                </a:lnTo>
                <a:lnTo>
                  <a:pt x="257754" y="136506"/>
                </a:lnTo>
                <a:lnTo>
                  <a:pt x="257143" y="138109"/>
                </a:lnTo>
                <a:lnTo>
                  <a:pt x="256341" y="139136"/>
                </a:lnTo>
                <a:lnTo>
                  <a:pt x="256146" y="139467"/>
                </a:lnTo>
                <a:lnTo>
                  <a:pt x="256140" y="139776"/>
                </a:lnTo>
                <a:lnTo>
                  <a:pt x="256187" y="140122"/>
                </a:lnTo>
                <a:lnTo>
                  <a:pt x="257390" y="142536"/>
                </a:lnTo>
                <a:lnTo>
                  <a:pt x="257778" y="143688"/>
                </a:lnTo>
                <a:lnTo>
                  <a:pt x="258420" y="145736"/>
                </a:lnTo>
                <a:lnTo>
                  <a:pt x="258664" y="147430"/>
                </a:lnTo>
                <a:lnTo>
                  <a:pt x="258703" y="149201"/>
                </a:lnTo>
                <a:lnTo>
                  <a:pt x="257860" y="149627"/>
                </a:lnTo>
                <a:lnTo>
                  <a:pt x="256757" y="149803"/>
                </a:lnTo>
                <a:lnTo>
                  <a:pt x="256703" y="148685"/>
                </a:lnTo>
                <a:lnTo>
                  <a:pt x="256401" y="147172"/>
                </a:lnTo>
                <a:lnTo>
                  <a:pt x="255882" y="145572"/>
                </a:lnTo>
                <a:lnTo>
                  <a:pt x="255239" y="143951"/>
                </a:lnTo>
                <a:lnTo>
                  <a:pt x="254843" y="143134"/>
                </a:lnTo>
                <a:lnTo>
                  <a:pt x="254228" y="142367"/>
                </a:lnTo>
                <a:lnTo>
                  <a:pt x="250395" y="138272"/>
                </a:lnTo>
                <a:lnTo>
                  <a:pt x="248600" y="136571"/>
                </a:lnTo>
                <a:lnTo>
                  <a:pt x="247846" y="135357"/>
                </a:lnTo>
                <a:lnTo>
                  <a:pt x="247604" y="134316"/>
                </a:lnTo>
                <a:lnTo>
                  <a:pt x="247740" y="133067"/>
                </a:lnTo>
                <a:lnTo>
                  <a:pt x="247970" y="132191"/>
                </a:lnTo>
                <a:lnTo>
                  <a:pt x="248779" y="130801"/>
                </a:lnTo>
                <a:lnTo>
                  <a:pt x="249541" y="129465"/>
                </a:lnTo>
                <a:lnTo>
                  <a:pt x="250261" y="127556"/>
                </a:lnTo>
                <a:lnTo>
                  <a:pt x="250719" y="125850"/>
                </a:lnTo>
                <a:lnTo>
                  <a:pt x="252004" y="114747"/>
                </a:lnTo>
                <a:lnTo>
                  <a:pt x="251912" y="113583"/>
                </a:lnTo>
                <a:lnTo>
                  <a:pt x="251717" y="112861"/>
                </a:lnTo>
                <a:lnTo>
                  <a:pt x="251380" y="112237"/>
                </a:lnTo>
                <a:lnTo>
                  <a:pt x="250512" y="111283"/>
                </a:lnTo>
                <a:lnTo>
                  <a:pt x="249177" y="109901"/>
                </a:lnTo>
                <a:lnTo>
                  <a:pt x="248306" y="109074"/>
                </a:lnTo>
                <a:lnTo>
                  <a:pt x="247590" y="108669"/>
                </a:lnTo>
                <a:lnTo>
                  <a:pt x="246501" y="108200"/>
                </a:lnTo>
                <a:lnTo>
                  <a:pt x="245404" y="108095"/>
                </a:lnTo>
                <a:lnTo>
                  <a:pt x="237829" y="107931"/>
                </a:lnTo>
                <a:lnTo>
                  <a:pt x="235633" y="107838"/>
                </a:lnTo>
                <a:lnTo>
                  <a:pt x="234020" y="107440"/>
                </a:lnTo>
                <a:lnTo>
                  <a:pt x="232567" y="106836"/>
                </a:lnTo>
                <a:lnTo>
                  <a:pt x="230411" y="105228"/>
                </a:lnTo>
                <a:lnTo>
                  <a:pt x="228259" y="103093"/>
                </a:lnTo>
                <a:lnTo>
                  <a:pt x="226792" y="100983"/>
                </a:lnTo>
                <a:lnTo>
                  <a:pt x="225721" y="97854"/>
                </a:lnTo>
                <a:lnTo>
                  <a:pt x="225170" y="93766"/>
                </a:lnTo>
                <a:lnTo>
                  <a:pt x="217680" y="94385"/>
                </a:lnTo>
                <a:lnTo>
                  <a:pt x="206762" y="92396"/>
                </a:lnTo>
                <a:lnTo>
                  <a:pt x="205992" y="95539"/>
                </a:lnTo>
                <a:lnTo>
                  <a:pt x="203951" y="99054"/>
                </a:lnTo>
                <a:lnTo>
                  <a:pt x="195989" y="101305"/>
                </a:lnTo>
                <a:lnTo>
                  <a:pt x="195415" y="99005"/>
                </a:lnTo>
                <a:lnTo>
                  <a:pt x="188792" y="100632"/>
                </a:lnTo>
                <a:lnTo>
                  <a:pt x="189472" y="103089"/>
                </a:lnTo>
                <a:lnTo>
                  <a:pt x="180445" y="104455"/>
                </a:lnTo>
                <a:lnTo>
                  <a:pt x="180658" y="106856"/>
                </a:lnTo>
                <a:lnTo>
                  <a:pt x="180431" y="107632"/>
                </a:lnTo>
                <a:lnTo>
                  <a:pt x="180008" y="108422"/>
                </a:lnTo>
                <a:lnTo>
                  <a:pt x="179614" y="108985"/>
                </a:lnTo>
                <a:lnTo>
                  <a:pt x="179239" y="109368"/>
                </a:lnTo>
                <a:lnTo>
                  <a:pt x="178915" y="109560"/>
                </a:lnTo>
                <a:lnTo>
                  <a:pt x="178610" y="109617"/>
                </a:lnTo>
                <a:lnTo>
                  <a:pt x="178042" y="109596"/>
                </a:lnTo>
                <a:lnTo>
                  <a:pt x="177544" y="109513"/>
                </a:lnTo>
                <a:lnTo>
                  <a:pt x="176980" y="109301"/>
                </a:lnTo>
                <a:lnTo>
                  <a:pt x="176579" y="109101"/>
                </a:lnTo>
                <a:lnTo>
                  <a:pt x="176145" y="108629"/>
                </a:lnTo>
                <a:lnTo>
                  <a:pt x="175035" y="105845"/>
                </a:lnTo>
                <a:lnTo>
                  <a:pt x="174726" y="105357"/>
                </a:lnTo>
                <a:lnTo>
                  <a:pt x="174285" y="104866"/>
                </a:lnTo>
                <a:lnTo>
                  <a:pt x="173598" y="104543"/>
                </a:lnTo>
                <a:lnTo>
                  <a:pt x="172866" y="104472"/>
                </a:lnTo>
                <a:lnTo>
                  <a:pt x="172077" y="104582"/>
                </a:lnTo>
                <a:lnTo>
                  <a:pt x="165236" y="106886"/>
                </a:lnTo>
                <a:lnTo>
                  <a:pt x="163915" y="107429"/>
                </a:lnTo>
                <a:lnTo>
                  <a:pt x="163111" y="108192"/>
                </a:lnTo>
                <a:lnTo>
                  <a:pt x="162495" y="108905"/>
                </a:lnTo>
                <a:lnTo>
                  <a:pt x="162135" y="109660"/>
                </a:lnTo>
                <a:lnTo>
                  <a:pt x="160717" y="112507"/>
                </a:lnTo>
                <a:lnTo>
                  <a:pt x="150431" y="128826"/>
                </a:lnTo>
                <a:lnTo>
                  <a:pt x="147078" y="134273"/>
                </a:lnTo>
                <a:lnTo>
                  <a:pt x="146110" y="135396"/>
                </a:lnTo>
                <a:lnTo>
                  <a:pt x="144566" y="136507"/>
                </a:lnTo>
                <a:lnTo>
                  <a:pt x="142717" y="137611"/>
                </a:lnTo>
                <a:lnTo>
                  <a:pt x="139548" y="138895"/>
                </a:lnTo>
                <a:lnTo>
                  <a:pt x="136291" y="139850"/>
                </a:lnTo>
                <a:lnTo>
                  <a:pt x="130593" y="140907"/>
                </a:lnTo>
                <a:lnTo>
                  <a:pt x="128471" y="141306"/>
                </a:lnTo>
                <a:lnTo>
                  <a:pt x="127518" y="141757"/>
                </a:lnTo>
                <a:lnTo>
                  <a:pt x="125560" y="142904"/>
                </a:lnTo>
                <a:lnTo>
                  <a:pt x="123964" y="144223"/>
                </a:lnTo>
                <a:lnTo>
                  <a:pt x="122048" y="145588"/>
                </a:lnTo>
                <a:lnTo>
                  <a:pt x="120193" y="147010"/>
                </a:lnTo>
                <a:lnTo>
                  <a:pt x="118638" y="148583"/>
                </a:lnTo>
                <a:lnTo>
                  <a:pt x="117724" y="149762"/>
                </a:lnTo>
                <a:lnTo>
                  <a:pt x="117171" y="151157"/>
                </a:lnTo>
                <a:lnTo>
                  <a:pt x="116987" y="152451"/>
                </a:lnTo>
                <a:lnTo>
                  <a:pt x="117014" y="154821"/>
                </a:lnTo>
                <a:lnTo>
                  <a:pt x="116615" y="164618"/>
                </a:lnTo>
                <a:lnTo>
                  <a:pt x="116640" y="165971"/>
                </a:lnTo>
                <a:lnTo>
                  <a:pt x="116827" y="167037"/>
                </a:lnTo>
                <a:lnTo>
                  <a:pt x="117223" y="168217"/>
                </a:lnTo>
                <a:lnTo>
                  <a:pt x="117848" y="169247"/>
                </a:lnTo>
                <a:lnTo>
                  <a:pt x="118771" y="170175"/>
                </a:lnTo>
                <a:lnTo>
                  <a:pt x="119978" y="171318"/>
                </a:lnTo>
                <a:lnTo>
                  <a:pt x="109760" y="165032"/>
                </a:lnTo>
                <a:lnTo>
                  <a:pt x="110609" y="165087"/>
                </a:lnTo>
                <a:lnTo>
                  <a:pt x="110992" y="165050"/>
                </a:lnTo>
                <a:lnTo>
                  <a:pt x="111479" y="164897"/>
                </a:lnTo>
                <a:lnTo>
                  <a:pt x="111976" y="164617"/>
                </a:lnTo>
                <a:lnTo>
                  <a:pt x="112418" y="164354"/>
                </a:lnTo>
                <a:lnTo>
                  <a:pt x="112857" y="163910"/>
                </a:lnTo>
                <a:lnTo>
                  <a:pt x="113194" y="163463"/>
                </a:lnTo>
                <a:lnTo>
                  <a:pt x="113416" y="162905"/>
                </a:lnTo>
                <a:lnTo>
                  <a:pt x="113470" y="162571"/>
                </a:lnTo>
                <a:lnTo>
                  <a:pt x="113861" y="156750"/>
                </a:lnTo>
                <a:lnTo>
                  <a:pt x="114075" y="154104"/>
                </a:lnTo>
                <a:lnTo>
                  <a:pt x="114437" y="151797"/>
                </a:lnTo>
                <a:lnTo>
                  <a:pt x="114873" y="149990"/>
                </a:lnTo>
                <a:lnTo>
                  <a:pt x="115877" y="148269"/>
                </a:lnTo>
                <a:lnTo>
                  <a:pt x="117433" y="146269"/>
                </a:lnTo>
                <a:lnTo>
                  <a:pt x="119680" y="144030"/>
                </a:lnTo>
                <a:lnTo>
                  <a:pt x="122280" y="142053"/>
                </a:lnTo>
                <a:lnTo>
                  <a:pt x="124878" y="140556"/>
                </a:lnTo>
                <a:lnTo>
                  <a:pt x="127668" y="139518"/>
                </a:lnTo>
                <a:lnTo>
                  <a:pt x="129981" y="138897"/>
                </a:lnTo>
                <a:lnTo>
                  <a:pt x="132790" y="138086"/>
                </a:lnTo>
                <a:lnTo>
                  <a:pt x="139902" y="134790"/>
                </a:lnTo>
                <a:lnTo>
                  <a:pt x="141643" y="133947"/>
                </a:lnTo>
                <a:lnTo>
                  <a:pt x="142467" y="133338"/>
                </a:lnTo>
                <a:lnTo>
                  <a:pt x="143212" y="132755"/>
                </a:lnTo>
                <a:lnTo>
                  <a:pt x="144204" y="131606"/>
                </a:lnTo>
                <a:lnTo>
                  <a:pt x="148209" y="125246"/>
                </a:lnTo>
                <a:lnTo>
                  <a:pt x="156585" y="110339"/>
                </a:lnTo>
                <a:lnTo>
                  <a:pt x="157187" y="109208"/>
                </a:lnTo>
                <a:lnTo>
                  <a:pt x="157643" y="107239"/>
                </a:lnTo>
                <a:lnTo>
                  <a:pt x="157732" y="105625"/>
                </a:lnTo>
                <a:lnTo>
                  <a:pt x="157609" y="104115"/>
                </a:lnTo>
                <a:lnTo>
                  <a:pt x="157144" y="102198"/>
                </a:lnTo>
                <a:lnTo>
                  <a:pt x="156786" y="101083"/>
                </a:lnTo>
                <a:lnTo>
                  <a:pt x="156591" y="100352"/>
                </a:lnTo>
                <a:lnTo>
                  <a:pt x="156512" y="99306"/>
                </a:lnTo>
                <a:lnTo>
                  <a:pt x="156463" y="94757"/>
                </a:lnTo>
                <a:lnTo>
                  <a:pt x="160012" y="94652"/>
                </a:lnTo>
                <a:lnTo>
                  <a:pt x="160808" y="94615"/>
                </a:lnTo>
                <a:lnTo>
                  <a:pt x="160823" y="93226"/>
                </a:lnTo>
                <a:lnTo>
                  <a:pt x="162296" y="93249"/>
                </a:lnTo>
                <a:lnTo>
                  <a:pt x="161901" y="83036"/>
                </a:lnTo>
                <a:lnTo>
                  <a:pt x="161785" y="808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530CC0-4DFC-4FDF-BAD3-19C4BCA7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87" y="3884017"/>
            <a:ext cx="1551242" cy="1066363"/>
          </a:xfrm>
          <a:custGeom xmlns:a="http://schemas.openxmlformats.org/drawingml/2006/main">
            <a:pathLst>
              <a:path w="1551242" h="1066363">
                <a:moveTo>
                  <a:pt x="1551242" y="45269"/>
                </a:moveTo>
                <a:lnTo>
                  <a:pt x="1542785" y="34790"/>
                </a:lnTo>
                <a:lnTo>
                  <a:pt x="1534854" y="34200"/>
                </a:lnTo>
                <a:lnTo>
                  <a:pt x="1492381" y="40350"/>
                </a:lnTo>
                <a:lnTo>
                  <a:pt x="1482833" y="41704"/>
                </a:lnTo>
                <a:lnTo>
                  <a:pt x="1473215" y="44128"/>
                </a:lnTo>
                <a:lnTo>
                  <a:pt x="1437565" y="53104"/>
                </a:lnTo>
                <a:lnTo>
                  <a:pt x="1419848" y="59792"/>
                </a:lnTo>
                <a:lnTo>
                  <a:pt x="1359996" y="90748"/>
                </a:lnTo>
                <a:lnTo>
                  <a:pt x="1310228" y="116186"/>
                </a:lnTo>
                <a:lnTo>
                  <a:pt x="1306000" y="118446"/>
                </a:lnTo>
                <a:lnTo>
                  <a:pt x="1253360" y="147933"/>
                </a:lnTo>
                <a:lnTo>
                  <a:pt x="1250231" y="149490"/>
                </a:lnTo>
                <a:lnTo>
                  <a:pt x="1218880" y="165078"/>
                </a:lnTo>
                <a:lnTo>
                  <a:pt x="1187792" y="182514"/>
                </a:lnTo>
                <a:lnTo>
                  <a:pt x="1153021" y="202975"/>
                </a:lnTo>
                <a:lnTo>
                  <a:pt x="1122676" y="223541"/>
                </a:lnTo>
                <a:lnTo>
                  <a:pt x="1081240" y="253644"/>
                </a:lnTo>
                <a:lnTo>
                  <a:pt x="1047322" y="281786"/>
                </a:lnTo>
                <a:lnTo>
                  <a:pt x="980189" y="342687"/>
                </a:lnTo>
                <a:lnTo>
                  <a:pt x="958957" y="362198"/>
                </a:lnTo>
                <a:lnTo>
                  <a:pt x="935417" y="384528"/>
                </a:lnTo>
                <a:lnTo>
                  <a:pt x="929063" y="390627"/>
                </a:lnTo>
                <a:lnTo>
                  <a:pt x="906055" y="416100"/>
                </a:lnTo>
                <a:lnTo>
                  <a:pt x="902814" y="419552"/>
                </a:lnTo>
                <a:lnTo>
                  <a:pt x="901707" y="422443"/>
                </a:lnTo>
                <a:lnTo>
                  <a:pt x="901349" y="424568"/>
                </a:lnTo>
                <a:lnTo>
                  <a:pt x="885273" y="435294"/>
                </a:lnTo>
                <a:lnTo>
                  <a:pt x="884171" y="435434"/>
                </a:lnTo>
                <a:lnTo>
                  <a:pt x="882962" y="435798"/>
                </a:lnTo>
                <a:lnTo>
                  <a:pt x="825096" y="477063"/>
                </a:lnTo>
                <a:lnTo>
                  <a:pt x="745823" y="542519"/>
                </a:lnTo>
                <a:lnTo>
                  <a:pt x="719761" y="569614"/>
                </a:lnTo>
                <a:lnTo>
                  <a:pt x="717774" y="574237"/>
                </a:lnTo>
                <a:lnTo>
                  <a:pt x="716961" y="580411"/>
                </a:lnTo>
                <a:lnTo>
                  <a:pt x="716414" y="586537"/>
                </a:lnTo>
                <a:lnTo>
                  <a:pt x="716544" y="589872"/>
                </a:lnTo>
                <a:lnTo>
                  <a:pt x="702251" y="594617"/>
                </a:lnTo>
                <a:lnTo>
                  <a:pt x="700709" y="593485"/>
                </a:lnTo>
                <a:lnTo>
                  <a:pt x="699060" y="593285"/>
                </a:lnTo>
                <a:lnTo>
                  <a:pt x="697434" y="593822"/>
                </a:lnTo>
                <a:lnTo>
                  <a:pt x="567672" y="686311"/>
                </a:lnTo>
                <a:lnTo>
                  <a:pt x="541048" y="707365"/>
                </a:lnTo>
                <a:lnTo>
                  <a:pt x="529721" y="718348"/>
                </a:lnTo>
                <a:lnTo>
                  <a:pt x="525624" y="723879"/>
                </a:lnTo>
                <a:lnTo>
                  <a:pt x="522774" y="730163"/>
                </a:lnTo>
                <a:lnTo>
                  <a:pt x="522237" y="735462"/>
                </a:lnTo>
                <a:lnTo>
                  <a:pt x="522468" y="745254"/>
                </a:lnTo>
                <a:lnTo>
                  <a:pt x="528727" y="829979"/>
                </a:lnTo>
                <a:lnTo>
                  <a:pt x="528102" y="833289"/>
                </a:lnTo>
                <a:lnTo>
                  <a:pt x="527161" y="835665"/>
                </a:lnTo>
                <a:lnTo>
                  <a:pt x="525660" y="837294"/>
                </a:lnTo>
                <a:lnTo>
                  <a:pt x="521823" y="840542"/>
                </a:lnTo>
                <a:lnTo>
                  <a:pt x="519610" y="841538"/>
                </a:lnTo>
                <a:lnTo>
                  <a:pt x="518085" y="841759"/>
                </a:lnTo>
                <a:lnTo>
                  <a:pt x="516222" y="841046"/>
                </a:lnTo>
                <a:lnTo>
                  <a:pt x="514940" y="839765"/>
                </a:lnTo>
                <a:lnTo>
                  <a:pt x="514188" y="836008"/>
                </a:lnTo>
                <a:lnTo>
                  <a:pt x="513603" y="826009"/>
                </a:lnTo>
                <a:lnTo>
                  <a:pt x="516416" y="802138"/>
                </a:lnTo>
                <a:lnTo>
                  <a:pt x="496109" y="774858"/>
                </a:lnTo>
                <a:lnTo>
                  <a:pt x="493262" y="772026"/>
                </a:lnTo>
                <a:lnTo>
                  <a:pt x="491446" y="771315"/>
                </a:lnTo>
                <a:lnTo>
                  <a:pt x="489151" y="771056"/>
                </a:lnTo>
                <a:lnTo>
                  <a:pt x="486104" y="771716"/>
                </a:lnTo>
                <a:lnTo>
                  <a:pt x="482406" y="773614"/>
                </a:lnTo>
                <a:lnTo>
                  <a:pt x="452197" y="793464"/>
                </a:lnTo>
                <a:lnTo>
                  <a:pt x="432897" y="806144"/>
                </a:lnTo>
                <a:lnTo>
                  <a:pt x="429793" y="802944"/>
                </a:lnTo>
                <a:lnTo>
                  <a:pt x="406029" y="818658"/>
                </a:lnTo>
                <a:lnTo>
                  <a:pt x="404006" y="825278"/>
                </a:lnTo>
                <a:lnTo>
                  <a:pt x="354455" y="862899"/>
                </a:lnTo>
                <a:lnTo>
                  <a:pt x="356591" y="865751"/>
                </a:lnTo>
                <a:lnTo>
                  <a:pt x="310490" y="905708"/>
                </a:lnTo>
                <a:lnTo>
                  <a:pt x="300988" y="907725"/>
                </a:lnTo>
                <a:lnTo>
                  <a:pt x="244289" y="958091"/>
                </a:lnTo>
                <a:lnTo>
                  <a:pt x="247409" y="962317"/>
                </a:lnTo>
                <a:lnTo>
                  <a:pt x="240277" y="968298"/>
                </a:lnTo>
                <a:lnTo>
                  <a:pt x="236189" y="963742"/>
                </a:lnTo>
                <a:lnTo>
                  <a:pt x="214054" y="981571"/>
                </a:lnTo>
                <a:lnTo>
                  <a:pt x="209338" y="986879"/>
                </a:lnTo>
                <a:lnTo>
                  <a:pt x="205260" y="992618"/>
                </a:lnTo>
                <a:lnTo>
                  <a:pt x="204209" y="996445"/>
                </a:lnTo>
                <a:lnTo>
                  <a:pt x="204041" y="1000917"/>
                </a:lnTo>
                <a:lnTo>
                  <a:pt x="208011" y="1018689"/>
                </a:lnTo>
                <a:lnTo>
                  <a:pt x="181243" y="1028409"/>
                </a:lnTo>
                <a:lnTo>
                  <a:pt x="178027" y="1022510"/>
                </a:lnTo>
                <a:lnTo>
                  <a:pt x="175900" y="1019231"/>
                </a:lnTo>
                <a:lnTo>
                  <a:pt x="173370" y="1017624"/>
                </a:lnTo>
                <a:lnTo>
                  <a:pt x="170397" y="1017350"/>
                </a:lnTo>
                <a:lnTo>
                  <a:pt x="167870" y="1018121"/>
                </a:lnTo>
                <a:lnTo>
                  <a:pt x="147142" y="1029016"/>
                </a:lnTo>
                <a:lnTo>
                  <a:pt x="119022" y="1042755"/>
                </a:lnTo>
                <a:lnTo>
                  <a:pt x="109285" y="1049833"/>
                </a:lnTo>
                <a:lnTo>
                  <a:pt x="88792" y="1066363"/>
                </a:lnTo>
                <a:lnTo>
                  <a:pt x="0" y="1066363"/>
                </a:lnTo>
                <a:lnTo>
                  <a:pt x="35894" y="1038022"/>
                </a:lnTo>
                <a:lnTo>
                  <a:pt x="63966" y="1018245"/>
                </a:lnTo>
                <a:lnTo>
                  <a:pt x="110627" y="988470"/>
                </a:lnTo>
                <a:lnTo>
                  <a:pt x="173576" y="948637"/>
                </a:lnTo>
                <a:lnTo>
                  <a:pt x="216960" y="917119"/>
                </a:lnTo>
                <a:lnTo>
                  <a:pt x="255538" y="882173"/>
                </a:lnTo>
                <a:lnTo>
                  <a:pt x="289432" y="844628"/>
                </a:lnTo>
                <a:lnTo>
                  <a:pt x="319949" y="815325"/>
                </a:lnTo>
                <a:lnTo>
                  <a:pt x="358094" y="784119"/>
                </a:lnTo>
                <a:lnTo>
                  <a:pt x="389940" y="760664"/>
                </a:lnTo>
                <a:lnTo>
                  <a:pt x="399041" y="753800"/>
                </a:lnTo>
                <a:lnTo>
                  <a:pt x="415672" y="741253"/>
                </a:lnTo>
                <a:lnTo>
                  <a:pt x="416913" y="712981"/>
                </a:lnTo>
                <a:lnTo>
                  <a:pt x="416992" y="690085"/>
                </a:lnTo>
                <a:lnTo>
                  <a:pt x="427625" y="691570"/>
                </a:lnTo>
                <a:lnTo>
                  <a:pt x="428828" y="713241"/>
                </a:lnTo>
                <a:lnTo>
                  <a:pt x="429161" y="714810"/>
                </a:lnTo>
                <a:lnTo>
                  <a:pt x="430161" y="716856"/>
                </a:lnTo>
                <a:lnTo>
                  <a:pt x="431794" y="718816"/>
                </a:lnTo>
                <a:lnTo>
                  <a:pt x="433329" y="720303"/>
                </a:lnTo>
                <a:lnTo>
                  <a:pt x="434354" y="721187"/>
                </a:lnTo>
                <a:lnTo>
                  <a:pt x="436105" y="722397"/>
                </a:lnTo>
                <a:lnTo>
                  <a:pt x="437477" y="722763"/>
                </a:lnTo>
                <a:lnTo>
                  <a:pt x="438761" y="722873"/>
                </a:lnTo>
                <a:lnTo>
                  <a:pt x="440159" y="722440"/>
                </a:lnTo>
                <a:lnTo>
                  <a:pt x="511042" y="675079"/>
                </a:lnTo>
                <a:lnTo>
                  <a:pt x="514326" y="677856"/>
                </a:lnTo>
                <a:lnTo>
                  <a:pt x="522184" y="670747"/>
                </a:lnTo>
                <a:lnTo>
                  <a:pt x="529522" y="660293"/>
                </a:lnTo>
                <a:lnTo>
                  <a:pt x="563863" y="638981"/>
                </a:lnTo>
                <a:lnTo>
                  <a:pt x="603421" y="610093"/>
                </a:lnTo>
                <a:lnTo>
                  <a:pt x="620883" y="594449"/>
                </a:lnTo>
                <a:lnTo>
                  <a:pt x="648065" y="565699"/>
                </a:lnTo>
                <a:lnTo>
                  <a:pt x="655089" y="560024"/>
                </a:lnTo>
                <a:lnTo>
                  <a:pt x="665257" y="554208"/>
                </a:lnTo>
                <a:lnTo>
                  <a:pt x="680638" y="548923"/>
                </a:lnTo>
                <a:lnTo>
                  <a:pt x="686917" y="545220"/>
                </a:lnTo>
                <a:lnTo>
                  <a:pt x="750846" y="503435"/>
                </a:lnTo>
                <a:lnTo>
                  <a:pt x="754055" y="499964"/>
                </a:lnTo>
                <a:lnTo>
                  <a:pt x="763226" y="491629"/>
                </a:lnTo>
                <a:lnTo>
                  <a:pt x="800355" y="457893"/>
                </a:lnTo>
                <a:lnTo>
                  <a:pt x="825023" y="440337"/>
                </a:lnTo>
                <a:lnTo>
                  <a:pt x="826266" y="434426"/>
                </a:lnTo>
                <a:lnTo>
                  <a:pt x="842567" y="420528"/>
                </a:lnTo>
                <a:lnTo>
                  <a:pt x="842571" y="416787"/>
                </a:lnTo>
                <a:lnTo>
                  <a:pt x="859915" y="402920"/>
                </a:lnTo>
                <a:lnTo>
                  <a:pt x="904889" y="367267"/>
                </a:lnTo>
                <a:lnTo>
                  <a:pt x="914454" y="359413"/>
                </a:lnTo>
                <a:lnTo>
                  <a:pt x="919015" y="355136"/>
                </a:lnTo>
                <a:lnTo>
                  <a:pt x="937902" y="335211"/>
                </a:lnTo>
                <a:lnTo>
                  <a:pt x="940043" y="333188"/>
                </a:lnTo>
                <a:lnTo>
                  <a:pt x="943307" y="330090"/>
                </a:lnTo>
                <a:lnTo>
                  <a:pt x="1012235" y="264834"/>
                </a:lnTo>
                <a:lnTo>
                  <a:pt x="1020925" y="258160"/>
                </a:lnTo>
                <a:lnTo>
                  <a:pt x="1045163" y="239540"/>
                </a:lnTo>
                <a:lnTo>
                  <a:pt x="1067500" y="223702"/>
                </a:lnTo>
                <a:lnTo>
                  <a:pt x="1085308" y="211071"/>
                </a:lnTo>
                <a:lnTo>
                  <a:pt x="1168302" y="155661"/>
                </a:lnTo>
                <a:lnTo>
                  <a:pt x="1208629" y="131363"/>
                </a:lnTo>
                <a:lnTo>
                  <a:pt x="1232288" y="117106"/>
                </a:lnTo>
                <a:lnTo>
                  <a:pt x="1247273" y="109515"/>
                </a:lnTo>
                <a:lnTo>
                  <a:pt x="1249732" y="108643"/>
                </a:lnTo>
                <a:lnTo>
                  <a:pt x="1258216" y="104960"/>
                </a:lnTo>
                <a:lnTo>
                  <a:pt x="1277112" y="98924"/>
                </a:lnTo>
                <a:lnTo>
                  <a:pt x="1301916" y="96549"/>
                </a:lnTo>
                <a:lnTo>
                  <a:pt x="1346160" y="68804"/>
                </a:lnTo>
                <a:lnTo>
                  <a:pt x="1362463" y="57610"/>
                </a:lnTo>
                <a:lnTo>
                  <a:pt x="1385060" y="42694"/>
                </a:lnTo>
                <a:lnTo>
                  <a:pt x="1389399" y="40301"/>
                </a:lnTo>
                <a:lnTo>
                  <a:pt x="1394604" y="37917"/>
                </a:lnTo>
                <a:lnTo>
                  <a:pt x="1427150" y="27257"/>
                </a:lnTo>
                <a:lnTo>
                  <a:pt x="1437758" y="24092"/>
                </a:lnTo>
                <a:lnTo>
                  <a:pt x="1470648" y="14085"/>
                </a:lnTo>
                <a:lnTo>
                  <a:pt x="1480367" y="10964"/>
                </a:lnTo>
                <a:lnTo>
                  <a:pt x="1485787" y="11599"/>
                </a:lnTo>
                <a:lnTo>
                  <a:pt x="1499480" y="6785"/>
                </a:lnTo>
                <a:lnTo>
                  <a:pt x="1507892" y="4589"/>
                </a:lnTo>
                <a:lnTo>
                  <a:pt x="1520176" y="2559"/>
                </a:lnTo>
                <a:lnTo>
                  <a:pt x="1532120" y="1057"/>
                </a:lnTo>
                <a:lnTo>
                  <a:pt x="1544576" y="84"/>
                </a:lnTo>
                <a:lnTo>
                  <a:pt x="1550339" y="0"/>
                </a:lnTo>
                <a:lnTo>
                  <a:pt x="1551242" y="452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A690AE-337E-4547-88AE-DE88CAEA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42" y="1698070"/>
            <a:ext cx="3242938" cy="3253373"/>
          </a:xfrm>
          <a:custGeom xmlns:a="http://schemas.openxmlformats.org/drawingml/2006/main">
            <a:pathLst>
              <a:path w="3242938" h="3253373">
                <a:moveTo>
                  <a:pt x="1791040" y="1551356"/>
                </a:moveTo>
                <a:lnTo>
                  <a:pt x="1791277" y="1551373"/>
                </a:lnTo>
                <a:lnTo>
                  <a:pt x="1819317" y="1543065"/>
                </a:lnTo>
                <a:moveTo>
                  <a:pt x="1781840" y="1640682"/>
                </a:moveTo>
                <a:lnTo>
                  <a:pt x="1772436" y="1642106"/>
                </a:lnTo>
                <a:moveTo>
                  <a:pt x="1830923" y="1633259"/>
                </a:moveTo>
                <a:lnTo>
                  <a:pt x="1793511" y="1638914"/>
                </a:lnTo>
                <a:moveTo>
                  <a:pt x="1783706" y="1554115"/>
                </a:moveTo>
                <a:lnTo>
                  <a:pt x="1783363" y="1555350"/>
                </a:lnTo>
                <a:lnTo>
                  <a:pt x="1781243" y="1570197"/>
                </a:lnTo>
                <a:lnTo>
                  <a:pt x="1785924" y="1635125"/>
                </a:lnTo>
                <a:moveTo>
                  <a:pt x="1557732" y="1514559"/>
                </a:moveTo>
                <a:lnTo>
                  <a:pt x="1523202" y="1517620"/>
                </a:lnTo>
                <a:lnTo>
                  <a:pt x="1512284" y="1518586"/>
                </a:lnTo>
                <a:moveTo>
                  <a:pt x="1564509" y="1509452"/>
                </a:moveTo>
                <a:lnTo>
                  <a:pt x="1563453" y="1495505"/>
                </a:lnTo>
                <a:moveTo>
                  <a:pt x="1567603" y="1519208"/>
                </a:moveTo>
                <a:lnTo>
                  <a:pt x="1567324" y="1518766"/>
                </a:lnTo>
                <a:moveTo>
                  <a:pt x="2452781" y="442250"/>
                </a:moveTo>
                <a:lnTo>
                  <a:pt x="2448468" y="401049"/>
                </a:lnTo>
                <a:lnTo>
                  <a:pt x="2446774" y="390581"/>
                </a:lnTo>
                <a:moveTo>
                  <a:pt x="2457651" y="489867"/>
                </a:moveTo>
                <a:lnTo>
                  <a:pt x="2453993" y="453970"/>
                </a:lnTo>
                <a:moveTo>
                  <a:pt x="2467972" y="572154"/>
                </a:moveTo>
                <a:lnTo>
                  <a:pt x="2459002" y="501653"/>
                </a:lnTo>
                <a:moveTo>
                  <a:pt x="2476876" y="641747"/>
                </a:moveTo>
                <a:lnTo>
                  <a:pt x="2471606" y="600571"/>
                </a:lnTo>
                <a:moveTo>
                  <a:pt x="2490299" y="723936"/>
                </a:moveTo>
                <a:lnTo>
                  <a:pt x="2485118" y="695945"/>
                </a:lnTo>
                <a:lnTo>
                  <a:pt x="2481042" y="672382"/>
                </a:lnTo>
                <a:lnTo>
                  <a:pt x="2479070" y="657780"/>
                </a:lnTo>
                <a:moveTo>
                  <a:pt x="2505031" y="799806"/>
                </a:moveTo>
                <a:lnTo>
                  <a:pt x="2492533" y="735689"/>
                </a:lnTo>
                <a:moveTo>
                  <a:pt x="2528930" y="931470"/>
                </a:moveTo>
                <a:lnTo>
                  <a:pt x="2507249" y="811608"/>
                </a:lnTo>
                <a:moveTo>
                  <a:pt x="213026" y="2554768"/>
                </a:moveTo>
                <a:lnTo>
                  <a:pt x="197869" y="2560972"/>
                </a:lnTo>
                <a:moveTo>
                  <a:pt x="319228" y="2550668"/>
                </a:moveTo>
                <a:lnTo>
                  <a:pt x="224067" y="2552632"/>
                </a:lnTo>
                <a:moveTo>
                  <a:pt x="308605" y="2511030"/>
                </a:moveTo>
                <a:lnTo>
                  <a:pt x="296271" y="2504663"/>
                </a:lnTo>
                <a:lnTo>
                  <a:pt x="280540" y="2500702"/>
                </a:lnTo>
                <a:lnTo>
                  <a:pt x="269688" y="2501176"/>
                </a:lnTo>
                <a:lnTo>
                  <a:pt x="264310" y="2501414"/>
                </a:lnTo>
                <a:lnTo>
                  <a:pt x="247810" y="2505702"/>
                </a:lnTo>
                <a:lnTo>
                  <a:pt x="233324" y="2513895"/>
                </a:lnTo>
                <a:lnTo>
                  <a:pt x="221669" y="2525206"/>
                </a:lnTo>
                <a:lnTo>
                  <a:pt x="216578" y="2539553"/>
                </a:lnTo>
                <a:lnTo>
                  <a:pt x="216775" y="2548213"/>
                </a:lnTo>
                <a:moveTo>
                  <a:pt x="323967" y="2530559"/>
                </a:moveTo>
                <a:lnTo>
                  <a:pt x="317215" y="2519673"/>
                </a:lnTo>
                <a:lnTo>
                  <a:pt x="312795" y="2515196"/>
                </a:lnTo>
                <a:moveTo>
                  <a:pt x="339240" y="2486935"/>
                </a:moveTo>
                <a:lnTo>
                  <a:pt x="327020" y="2495791"/>
                </a:lnTo>
                <a:moveTo>
                  <a:pt x="321422" y="2494301"/>
                </a:moveTo>
                <a:lnTo>
                  <a:pt x="269630" y="2494841"/>
                </a:lnTo>
                <a:moveTo>
                  <a:pt x="1891095" y="1032156"/>
                </a:moveTo>
                <a:lnTo>
                  <a:pt x="1886070" y="1033277"/>
                </a:lnTo>
                <a:lnTo>
                  <a:pt x="1874759" y="1035798"/>
                </a:lnTo>
                <a:moveTo>
                  <a:pt x="2079789" y="1457546"/>
                </a:moveTo>
                <a:lnTo>
                  <a:pt x="2101805" y="1509133"/>
                </a:lnTo>
                <a:lnTo>
                  <a:pt x="2104113" y="1514493"/>
                </a:lnTo>
                <a:lnTo>
                  <a:pt x="2127554" y="1564754"/>
                </a:lnTo>
                <a:lnTo>
                  <a:pt x="2139855" y="1592181"/>
                </a:lnTo>
                <a:moveTo>
                  <a:pt x="2056725" y="1429776"/>
                </a:moveTo>
                <a:lnTo>
                  <a:pt x="2063845" y="1451268"/>
                </a:lnTo>
                <a:lnTo>
                  <a:pt x="2073323" y="1451759"/>
                </a:lnTo>
                <a:moveTo>
                  <a:pt x="1942265" y="1274818"/>
                </a:moveTo>
                <a:lnTo>
                  <a:pt x="2010343" y="1303235"/>
                </a:lnTo>
                <a:lnTo>
                  <a:pt x="2018225" y="1312647"/>
                </a:lnTo>
                <a:lnTo>
                  <a:pt x="2027858" y="1328844"/>
                </a:lnTo>
                <a:lnTo>
                  <a:pt x="2030600" y="1339435"/>
                </a:lnTo>
                <a:lnTo>
                  <a:pt x="2033309" y="1349682"/>
                </a:lnTo>
                <a:lnTo>
                  <a:pt x="2043818" y="1392798"/>
                </a:lnTo>
                <a:lnTo>
                  <a:pt x="2052895" y="1418530"/>
                </a:lnTo>
                <a:moveTo>
                  <a:pt x="907604" y="1070288"/>
                </a:moveTo>
                <a:lnTo>
                  <a:pt x="817894" y="1089063"/>
                </a:lnTo>
                <a:lnTo>
                  <a:pt x="803235" y="1095275"/>
                </a:lnTo>
                <a:lnTo>
                  <a:pt x="784771" y="1111808"/>
                </a:lnTo>
                <a:lnTo>
                  <a:pt x="761953" y="1131982"/>
                </a:lnTo>
                <a:lnTo>
                  <a:pt x="755332" y="1135289"/>
                </a:lnTo>
                <a:moveTo>
                  <a:pt x="1715030" y="76059"/>
                </a:moveTo>
                <a:lnTo>
                  <a:pt x="1725048" y="74667"/>
                </a:lnTo>
                <a:lnTo>
                  <a:pt x="1729525" y="99818"/>
                </a:lnTo>
                <a:lnTo>
                  <a:pt x="1740017" y="170041"/>
                </a:lnTo>
                <a:lnTo>
                  <a:pt x="1745959" y="204719"/>
                </a:lnTo>
                <a:lnTo>
                  <a:pt x="1750469" y="204498"/>
                </a:lnTo>
                <a:lnTo>
                  <a:pt x="1756182" y="270711"/>
                </a:lnTo>
                <a:lnTo>
                  <a:pt x="1738994" y="273469"/>
                </a:lnTo>
                <a:lnTo>
                  <a:pt x="1744543" y="308237"/>
                </a:lnTo>
                <a:lnTo>
                  <a:pt x="1749364" y="326062"/>
                </a:lnTo>
                <a:lnTo>
                  <a:pt x="1751230" y="359275"/>
                </a:lnTo>
                <a:lnTo>
                  <a:pt x="1749192" y="368696"/>
                </a:lnTo>
                <a:lnTo>
                  <a:pt x="1747277" y="375456"/>
                </a:lnTo>
                <a:lnTo>
                  <a:pt x="1740271" y="396318"/>
                </a:lnTo>
                <a:lnTo>
                  <a:pt x="1729582" y="419554"/>
                </a:lnTo>
                <a:lnTo>
                  <a:pt x="1720227" y="434384"/>
                </a:lnTo>
                <a:lnTo>
                  <a:pt x="1718566" y="439451"/>
                </a:lnTo>
                <a:lnTo>
                  <a:pt x="1718238" y="444083"/>
                </a:lnTo>
                <a:lnTo>
                  <a:pt x="1719785" y="458177"/>
                </a:lnTo>
                <a:lnTo>
                  <a:pt x="1720988" y="469660"/>
                </a:lnTo>
                <a:lnTo>
                  <a:pt x="1723714" y="489965"/>
                </a:lnTo>
                <a:moveTo>
                  <a:pt x="377797" y="2464387"/>
                </a:moveTo>
                <a:lnTo>
                  <a:pt x="358989" y="2472809"/>
                </a:lnTo>
                <a:lnTo>
                  <a:pt x="339444" y="2486788"/>
                </a:lnTo>
                <a:moveTo>
                  <a:pt x="433517" y="2447592"/>
                </a:moveTo>
                <a:lnTo>
                  <a:pt x="417385" y="2450809"/>
                </a:lnTo>
                <a:lnTo>
                  <a:pt x="389067" y="2459722"/>
                </a:lnTo>
                <a:moveTo>
                  <a:pt x="481151" y="2438205"/>
                </a:moveTo>
                <a:lnTo>
                  <a:pt x="477533" y="2438819"/>
                </a:lnTo>
                <a:lnTo>
                  <a:pt x="445122" y="2445276"/>
                </a:lnTo>
                <a:moveTo>
                  <a:pt x="534448" y="2431690"/>
                </a:moveTo>
                <a:lnTo>
                  <a:pt x="492756" y="2436560"/>
                </a:lnTo>
                <a:moveTo>
                  <a:pt x="584807" y="2428269"/>
                </a:moveTo>
                <a:lnTo>
                  <a:pt x="575927" y="2428146"/>
                </a:lnTo>
                <a:lnTo>
                  <a:pt x="546316" y="2430519"/>
                </a:lnTo>
                <a:moveTo>
                  <a:pt x="375276" y="2412432"/>
                </a:moveTo>
                <a:lnTo>
                  <a:pt x="346327" y="2414666"/>
                </a:lnTo>
                <a:moveTo>
                  <a:pt x="430824" y="2408143"/>
                </a:moveTo>
                <a:lnTo>
                  <a:pt x="387029" y="2411523"/>
                </a:lnTo>
                <a:moveTo>
                  <a:pt x="478016" y="2404337"/>
                </a:moveTo>
                <a:lnTo>
                  <a:pt x="442553" y="2407218"/>
                </a:lnTo>
                <a:moveTo>
                  <a:pt x="531952" y="2400294"/>
                </a:moveTo>
                <a:lnTo>
                  <a:pt x="489793" y="2403421"/>
                </a:lnTo>
                <a:moveTo>
                  <a:pt x="575084" y="2396988"/>
                </a:moveTo>
                <a:lnTo>
                  <a:pt x="543688" y="2399410"/>
                </a:lnTo>
                <a:moveTo>
                  <a:pt x="541290" y="2426329"/>
                </a:moveTo>
                <a:lnTo>
                  <a:pt x="539694" y="2406948"/>
                </a:lnTo>
                <a:moveTo>
                  <a:pt x="487756" y="2432492"/>
                </a:moveTo>
                <a:lnTo>
                  <a:pt x="485816" y="2410958"/>
                </a:lnTo>
                <a:moveTo>
                  <a:pt x="440154" y="2441446"/>
                </a:moveTo>
                <a:lnTo>
                  <a:pt x="438509" y="2414838"/>
                </a:lnTo>
                <a:moveTo>
                  <a:pt x="383256" y="2431878"/>
                </a:moveTo>
                <a:lnTo>
                  <a:pt x="382871" y="2419249"/>
                </a:lnTo>
                <a:moveTo>
                  <a:pt x="384009" y="2456309"/>
                </a:moveTo>
                <a:lnTo>
                  <a:pt x="383739" y="2447625"/>
                </a:lnTo>
                <a:moveTo>
                  <a:pt x="376184" y="2440766"/>
                </a:moveTo>
                <a:lnTo>
                  <a:pt x="340344" y="2443173"/>
                </a:lnTo>
                <a:moveTo>
                  <a:pt x="411378" y="2433826"/>
                </a:moveTo>
                <a:lnTo>
                  <a:pt x="388052" y="2436101"/>
                </a:lnTo>
                <a:moveTo>
                  <a:pt x="543918" y="2452012"/>
                </a:moveTo>
                <a:lnTo>
                  <a:pt x="542412" y="2438098"/>
                </a:lnTo>
                <a:moveTo>
                  <a:pt x="537362" y="2457512"/>
                </a:moveTo>
                <a:lnTo>
                  <a:pt x="502578" y="2462701"/>
                </a:lnTo>
                <a:moveTo>
                  <a:pt x="574028" y="2453632"/>
                </a:moveTo>
                <a:lnTo>
                  <a:pt x="548927" y="2456080"/>
                </a:lnTo>
                <a:moveTo>
                  <a:pt x="2847021" y="449820"/>
                </a:moveTo>
                <a:lnTo>
                  <a:pt x="2837690" y="363310"/>
                </a:lnTo>
                <a:lnTo>
                  <a:pt x="2832763" y="338626"/>
                </a:lnTo>
                <a:moveTo>
                  <a:pt x="376446" y="665973"/>
                </a:moveTo>
                <a:lnTo>
                  <a:pt x="333011" y="670147"/>
                </a:lnTo>
                <a:lnTo>
                  <a:pt x="0" y="702091"/>
                </a:lnTo>
                <a:moveTo>
                  <a:pt x="515624" y="653140"/>
                </a:moveTo>
                <a:lnTo>
                  <a:pt x="416542" y="662257"/>
                </a:lnTo>
                <a:lnTo>
                  <a:pt x="405338" y="663297"/>
                </a:lnTo>
                <a:lnTo>
                  <a:pt x="388191" y="664876"/>
                </a:lnTo>
                <a:moveTo>
                  <a:pt x="1809790" y="891923"/>
                </a:moveTo>
                <a:lnTo>
                  <a:pt x="1794829" y="709605"/>
                </a:lnTo>
                <a:lnTo>
                  <a:pt x="1788486" y="674084"/>
                </a:lnTo>
                <a:lnTo>
                  <a:pt x="1781226" y="613576"/>
                </a:lnTo>
                <a:lnTo>
                  <a:pt x="1770210" y="556735"/>
                </a:lnTo>
                <a:lnTo>
                  <a:pt x="1765177" y="521623"/>
                </a:lnTo>
                <a:lnTo>
                  <a:pt x="1760757" y="489302"/>
                </a:lnTo>
                <a:lnTo>
                  <a:pt x="1758940" y="483099"/>
                </a:lnTo>
                <a:moveTo>
                  <a:pt x="1708687" y="889418"/>
                </a:moveTo>
                <a:lnTo>
                  <a:pt x="1649521" y="886325"/>
                </a:lnTo>
                <a:lnTo>
                  <a:pt x="1642785" y="886185"/>
                </a:lnTo>
                <a:lnTo>
                  <a:pt x="1633635" y="886398"/>
                </a:lnTo>
                <a:lnTo>
                  <a:pt x="1624509" y="886832"/>
                </a:lnTo>
                <a:lnTo>
                  <a:pt x="1614140" y="887479"/>
                </a:lnTo>
                <a:moveTo>
                  <a:pt x="1616832" y="583007"/>
                </a:moveTo>
                <a:lnTo>
                  <a:pt x="1674533" y="562685"/>
                </a:lnTo>
                <a:lnTo>
                  <a:pt x="1709121" y="671228"/>
                </a:lnTo>
                <a:lnTo>
                  <a:pt x="1714621" y="750249"/>
                </a:lnTo>
                <a:lnTo>
                  <a:pt x="1723550" y="816871"/>
                </a:lnTo>
                <a:lnTo>
                  <a:pt x="1721299" y="855960"/>
                </a:lnTo>
                <a:lnTo>
                  <a:pt x="1714310" y="884491"/>
                </a:lnTo>
                <a:moveTo>
                  <a:pt x="722397" y="1037983"/>
                </a:moveTo>
                <a:lnTo>
                  <a:pt x="711495" y="1040234"/>
                </a:lnTo>
                <a:lnTo>
                  <a:pt x="690469" y="1044891"/>
                </a:lnTo>
                <a:lnTo>
                  <a:pt x="668903" y="1050006"/>
                </a:lnTo>
                <a:lnTo>
                  <a:pt x="648720" y="1055097"/>
                </a:lnTo>
                <a:lnTo>
                  <a:pt x="609508" y="1064951"/>
                </a:lnTo>
                <a:lnTo>
                  <a:pt x="590766" y="1069543"/>
                </a:lnTo>
                <a:lnTo>
                  <a:pt x="588114" y="1070369"/>
                </a:lnTo>
                <a:moveTo>
                  <a:pt x="895123" y="1001030"/>
                </a:moveTo>
                <a:lnTo>
                  <a:pt x="889999" y="1001783"/>
                </a:lnTo>
                <a:lnTo>
                  <a:pt x="877248" y="1004321"/>
                </a:lnTo>
                <a:lnTo>
                  <a:pt x="850468" y="1009771"/>
                </a:lnTo>
                <a:lnTo>
                  <a:pt x="733847" y="1035536"/>
                </a:lnTo>
                <a:moveTo>
                  <a:pt x="970289" y="991831"/>
                </a:moveTo>
                <a:lnTo>
                  <a:pt x="953192" y="993484"/>
                </a:lnTo>
                <a:lnTo>
                  <a:pt x="926240" y="996635"/>
                </a:lnTo>
                <a:lnTo>
                  <a:pt x="906827" y="999353"/>
                </a:lnTo>
                <a:moveTo>
                  <a:pt x="1030994" y="986486"/>
                </a:moveTo>
                <a:lnTo>
                  <a:pt x="982018" y="990759"/>
                </a:lnTo>
                <a:moveTo>
                  <a:pt x="1054271" y="984760"/>
                </a:moveTo>
                <a:lnTo>
                  <a:pt x="1042829" y="985603"/>
                </a:lnTo>
                <a:moveTo>
                  <a:pt x="1144431" y="970576"/>
                </a:moveTo>
                <a:lnTo>
                  <a:pt x="1109606" y="977672"/>
                </a:lnTo>
                <a:lnTo>
                  <a:pt x="1095782" y="980168"/>
                </a:lnTo>
                <a:lnTo>
                  <a:pt x="1086272" y="981731"/>
                </a:lnTo>
                <a:lnTo>
                  <a:pt x="1079921" y="982517"/>
                </a:lnTo>
                <a:lnTo>
                  <a:pt x="1073201" y="983221"/>
                </a:lnTo>
                <a:lnTo>
                  <a:pt x="1066154" y="983818"/>
                </a:lnTo>
                <a:moveTo>
                  <a:pt x="1342635" y="924178"/>
                </a:moveTo>
                <a:lnTo>
                  <a:pt x="1260307" y="942978"/>
                </a:lnTo>
                <a:lnTo>
                  <a:pt x="1155799" y="968055"/>
                </a:lnTo>
                <a:moveTo>
                  <a:pt x="2798781" y="2120687"/>
                </a:moveTo>
                <a:lnTo>
                  <a:pt x="2745991" y="2124779"/>
                </a:lnTo>
                <a:lnTo>
                  <a:pt x="2694985" y="2130279"/>
                </a:lnTo>
                <a:moveTo>
                  <a:pt x="2852512" y="2116357"/>
                </a:moveTo>
                <a:lnTo>
                  <a:pt x="2810534" y="2119754"/>
                </a:lnTo>
                <a:moveTo>
                  <a:pt x="2901300" y="2111946"/>
                </a:moveTo>
                <a:lnTo>
                  <a:pt x="2864216" y="2115351"/>
                </a:lnTo>
                <a:moveTo>
                  <a:pt x="3125646" y="2079846"/>
                </a:moveTo>
                <a:lnTo>
                  <a:pt x="3053532" y="2095364"/>
                </a:lnTo>
                <a:lnTo>
                  <a:pt x="3006201" y="2102460"/>
                </a:lnTo>
                <a:lnTo>
                  <a:pt x="2913078" y="2110874"/>
                </a:lnTo>
                <a:moveTo>
                  <a:pt x="3139592" y="2074723"/>
                </a:moveTo>
                <a:lnTo>
                  <a:pt x="3127520" y="2079429"/>
                </a:lnTo>
                <a:lnTo>
                  <a:pt x="3125875" y="2079797"/>
                </a:lnTo>
                <a:moveTo>
                  <a:pt x="2878212" y="1165064"/>
                </a:moveTo>
                <a:lnTo>
                  <a:pt x="2890055" y="1237808"/>
                </a:lnTo>
                <a:lnTo>
                  <a:pt x="2902921" y="1309709"/>
                </a:lnTo>
                <a:lnTo>
                  <a:pt x="2903600" y="1314202"/>
                </a:lnTo>
                <a:moveTo>
                  <a:pt x="2585886" y="431733"/>
                </a:moveTo>
                <a:lnTo>
                  <a:pt x="2457823" y="446301"/>
                </a:lnTo>
                <a:moveTo>
                  <a:pt x="2680662" y="421649"/>
                </a:moveTo>
                <a:lnTo>
                  <a:pt x="2597762" y="430431"/>
                </a:lnTo>
                <a:moveTo>
                  <a:pt x="2699487" y="420176"/>
                </a:moveTo>
                <a:lnTo>
                  <a:pt x="2689968" y="420831"/>
                </a:lnTo>
                <a:moveTo>
                  <a:pt x="2689109" y="626123"/>
                </a:moveTo>
                <a:lnTo>
                  <a:pt x="2552845" y="636861"/>
                </a:lnTo>
                <a:lnTo>
                  <a:pt x="2482106" y="645708"/>
                </a:lnTo>
                <a:moveTo>
                  <a:pt x="2695648" y="777430"/>
                </a:moveTo>
                <a:lnTo>
                  <a:pt x="2684329" y="778813"/>
                </a:lnTo>
                <a:lnTo>
                  <a:pt x="2638201" y="785385"/>
                </a:lnTo>
                <a:lnTo>
                  <a:pt x="2573822" y="794543"/>
                </a:lnTo>
                <a:lnTo>
                  <a:pt x="2510621" y="803792"/>
                </a:lnTo>
                <a:moveTo>
                  <a:pt x="1873237" y="835016"/>
                </a:moveTo>
                <a:lnTo>
                  <a:pt x="1878270" y="842464"/>
                </a:lnTo>
                <a:lnTo>
                  <a:pt x="1879080" y="846327"/>
                </a:lnTo>
                <a:moveTo>
                  <a:pt x="1856221" y="761642"/>
                </a:moveTo>
                <a:lnTo>
                  <a:pt x="1860117" y="797105"/>
                </a:lnTo>
                <a:lnTo>
                  <a:pt x="1863898" y="818958"/>
                </a:lnTo>
                <a:lnTo>
                  <a:pt x="1866689" y="824270"/>
                </a:lnTo>
                <a:moveTo>
                  <a:pt x="1831422" y="622505"/>
                </a:moveTo>
                <a:lnTo>
                  <a:pt x="1833812" y="638350"/>
                </a:lnTo>
                <a:lnTo>
                  <a:pt x="1837225" y="644595"/>
                </a:lnTo>
                <a:lnTo>
                  <a:pt x="1844198" y="652199"/>
                </a:lnTo>
                <a:lnTo>
                  <a:pt x="1854936" y="749930"/>
                </a:lnTo>
                <a:moveTo>
                  <a:pt x="1810494" y="477795"/>
                </a:moveTo>
                <a:lnTo>
                  <a:pt x="1829695" y="610793"/>
                </a:lnTo>
                <a:moveTo>
                  <a:pt x="741950" y="1094137"/>
                </a:moveTo>
                <a:lnTo>
                  <a:pt x="730925" y="1043541"/>
                </a:lnTo>
                <a:moveTo>
                  <a:pt x="749881" y="1132637"/>
                </a:moveTo>
                <a:lnTo>
                  <a:pt x="744389" y="1105727"/>
                </a:lnTo>
                <a:moveTo>
                  <a:pt x="774025" y="1251042"/>
                </a:moveTo>
                <a:lnTo>
                  <a:pt x="752271" y="1144366"/>
                </a:lnTo>
                <a:moveTo>
                  <a:pt x="631942" y="1470600"/>
                </a:moveTo>
                <a:lnTo>
                  <a:pt x="647091" y="1468668"/>
                </a:lnTo>
                <a:lnTo>
                  <a:pt x="653811" y="1468185"/>
                </a:lnTo>
                <a:lnTo>
                  <a:pt x="654515" y="1468079"/>
                </a:lnTo>
                <a:moveTo>
                  <a:pt x="399093" y="1561652"/>
                </a:moveTo>
                <a:lnTo>
                  <a:pt x="390147" y="1515721"/>
                </a:lnTo>
                <a:lnTo>
                  <a:pt x="453593" y="1500842"/>
                </a:lnTo>
                <a:lnTo>
                  <a:pt x="547576" y="1485176"/>
                </a:lnTo>
                <a:lnTo>
                  <a:pt x="614002" y="1473325"/>
                </a:lnTo>
                <a:moveTo>
                  <a:pt x="1863071" y="906352"/>
                </a:moveTo>
                <a:lnTo>
                  <a:pt x="1868841" y="924153"/>
                </a:lnTo>
                <a:lnTo>
                  <a:pt x="1879244" y="955574"/>
                </a:lnTo>
                <a:lnTo>
                  <a:pt x="1889524" y="1002544"/>
                </a:lnTo>
                <a:lnTo>
                  <a:pt x="1894025" y="1023947"/>
                </a:lnTo>
                <a:lnTo>
                  <a:pt x="1894598" y="1026664"/>
                </a:lnTo>
                <a:moveTo>
                  <a:pt x="1874268" y="851909"/>
                </a:moveTo>
                <a:lnTo>
                  <a:pt x="1865077" y="852072"/>
                </a:lnTo>
                <a:lnTo>
                  <a:pt x="1860682" y="854307"/>
                </a:lnTo>
                <a:lnTo>
                  <a:pt x="1861328" y="895106"/>
                </a:lnTo>
                <a:moveTo>
                  <a:pt x="1950277" y="1027098"/>
                </a:moveTo>
                <a:lnTo>
                  <a:pt x="1958224" y="1071638"/>
                </a:lnTo>
                <a:lnTo>
                  <a:pt x="1967006" y="1101487"/>
                </a:lnTo>
                <a:lnTo>
                  <a:pt x="1968897" y="1106185"/>
                </a:lnTo>
                <a:lnTo>
                  <a:pt x="1970960" y="1110212"/>
                </a:lnTo>
                <a:lnTo>
                  <a:pt x="1972801" y="1112364"/>
                </a:lnTo>
                <a:lnTo>
                  <a:pt x="1974626" y="1113633"/>
                </a:lnTo>
                <a:lnTo>
                  <a:pt x="1976615" y="1114304"/>
                </a:lnTo>
                <a:lnTo>
                  <a:pt x="1979995" y="1114599"/>
                </a:lnTo>
                <a:lnTo>
                  <a:pt x="1984800" y="1114386"/>
                </a:lnTo>
                <a:lnTo>
                  <a:pt x="2023111" y="1111775"/>
                </a:lnTo>
                <a:lnTo>
                  <a:pt x="2078168" y="1108125"/>
                </a:lnTo>
                <a:lnTo>
                  <a:pt x="2189199" y="1099433"/>
                </a:lnTo>
                <a:moveTo>
                  <a:pt x="2040315" y="929203"/>
                </a:moveTo>
                <a:lnTo>
                  <a:pt x="2123298" y="916370"/>
                </a:lnTo>
                <a:lnTo>
                  <a:pt x="2171472" y="908914"/>
                </a:lnTo>
                <a:moveTo>
                  <a:pt x="1942019" y="940236"/>
                </a:moveTo>
                <a:lnTo>
                  <a:pt x="2028685" y="930734"/>
                </a:lnTo>
                <a:moveTo>
                  <a:pt x="1941553" y="874874"/>
                </a:moveTo>
                <a:lnTo>
                  <a:pt x="1984038" y="867811"/>
                </a:lnTo>
                <a:lnTo>
                  <a:pt x="2067799" y="859643"/>
                </a:lnTo>
                <a:lnTo>
                  <a:pt x="2165726" y="850746"/>
                </a:lnTo>
                <a:moveTo>
                  <a:pt x="2050333" y="804512"/>
                </a:moveTo>
                <a:lnTo>
                  <a:pt x="2079511" y="801017"/>
                </a:lnTo>
                <a:lnTo>
                  <a:pt x="2159981" y="789003"/>
                </a:lnTo>
                <a:moveTo>
                  <a:pt x="1924668" y="819555"/>
                </a:moveTo>
                <a:lnTo>
                  <a:pt x="2038629" y="805912"/>
                </a:lnTo>
                <a:moveTo>
                  <a:pt x="1877632" y="828198"/>
                </a:moveTo>
                <a:lnTo>
                  <a:pt x="1912940" y="821389"/>
                </a:lnTo>
                <a:moveTo>
                  <a:pt x="2176538" y="912834"/>
                </a:moveTo>
                <a:lnTo>
                  <a:pt x="2183544" y="983434"/>
                </a:lnTo>
                <a:moveTo>
                  <a:pt x="2170760" y="854880"/>
                </a:moveTo>
                <a:lnTo>
                  <a:pt x="2175368" y="901098"/>
                </a:lnTo>
                <a:moveTo>
                  <a:pt x="2165014" y="792956"/>
                </a:moveTo>
                <a:lnTo>
                  <a:pt x="2169638" y="843151"/>
                </a:lnTo>
                <a:moveTo>
                  <a:pt x="2157591" y="723576"/>
                </a:moveTo>
                <a:lnTo>
                  <a:pt x="2163844" y="781203"/>
                </a:lnTo>
                <a:moveTo>
                  <a:pt x="2143112" y="570231"/>
                </a:moveTo>
                <a:lnTo>
                  <a:pt x="2148932" y="632368"/>
                </a:lnTo>
                <a:lnTo>
                  <a:pt x="2154800" y="695208"/>
                </a:lnTo>
                <a:lnTo>
                  <a:pt x="2156396" y="711847"/>
                </a:lnTo>
                <a:moveTo>
                  <a:pt x="2134437" y="499435"/>
                </a:moveTo>
                <a:lnTo>
                  <a:pt x="2141827" y="558437"/>
                </a:lnTo>
                <a:moveTo>
                  <a:pt x="2125589" y="433247"/>
                </a:moveTo>
                <a:lnTo>
                  <a:pt x="2132915" y="487739"/>
                </a:lnTo>
                <a:moveTo>
                  <a:pt x="2881764" y="1935038"/>
                </a:moveTo>
                <a:lnTo>
                  <a:pt x="2880749" y="1958994"/>
                </a:lnTo>
                <a:lnTo>
                  <a:pt x="2880397" y="1965746"/>
                </a:lnTo>
                <a:lnTo>
                  <a:pt x="2880143" y="1972858"/>
                </a:lnTo>
                <a:lnTo>
                  <a:pt x="2880225" y="1978571"/>
                </a:lnTo>
                <a:lnTo>
                  <a:pt x="2881101" y="1986993"/>
                </a:lnTo>
                <a:lnTo>
                  <a:pt x="2884187" y="2008960"/>
                </a:lnTo>
                <a:lnTo>
                  <a:pt x="2889654" y="2037974"/>
                </a:lnTo>
                <a:lnTo>
                  <a:pt x="2905008" y="2106863"/>
                </a:lnTo>
                <a:moveTo>
                  <a:pt x="2883630" y="1860608"/>
                </a:moveTo>
                <a:lnTo>
                  <a:pt x="2883687" y="1884850"/>
                </a:lnTo>
                <a:lnTo>
                  <a:pt x="2883204" y="1903396"/>
                </a:lnTo>
                <a:lnTo>
                  <a:pt x="2882288" y="1923252"/>
                </a:lnTo>
                <a:moveTo>
                  <a:pt x="2882615" y="1833435"/>
                </a:moveTo>
                <a:lnTo>
                  <a:pt x="2883335" y="1848986"/>
                </a:lnTo>
                <a:moveTo>
                  <a:pt x="2386716" y="2437959"/>
                </a:moveTo>
                <a:lnTo>
                  <a:pt x="2381895" y="2400613"/>
                </a:lnTo>
                <a:moveTo>
                  <a:pt x="2391569" y="2477253"/>
                </a:moveTo>
                <a:lnTo>
                  <a:pt x="2388197" y="2449688"/>
                </a:lnTo>
                <a:moveTo>
                  <a:pt x="2407210" y="2604939"/>
                </a:moveTo>
                <a:lnTo>
                  <a:pt x="2399435" y="2541469"/>
                </a:lnTo>
                <a:lnTo>
                  <a:pt x="2393002" y="2488957"/>
                </a:lnTo>
                <a:moveTo>
                  <a:pt x="2417809" y="2682357"/>
                </a:moveTo>
                <a:lnTo>
                  <a:pt x="2408740" y="2616651"/>
                </a:lnTo>
                <a:moveTo>
                  <a:pt x="2420665" y="2703227"/>
                </a:moveTo>
                <a:lnTo>
                  <a:pt x="2419413" y="2694044"/>
                </a:lnTo>
                <a:moveTo>
                  <a:pt x="2318523" y="1884490"/>
                </a:moveTo>
                <a:lnTo>
                  <a:pt x="2318179" y="1879768"/>
                </a:lnTo>
                <a:lnTo>
                  <a:pt x="2316959" y="1863014"/>
                </a:lnTo>
                <a:lnTo>
                  <a:pt x="2316984" y="1856802"/>
                </a:lnTo>
                <a:lnTo>
                  <a:pt x="2316992" y="1852268"/>
                </a:lnTo>
                <a:moveTo>
                  <a:pt x="2332985" y="1998001"/>
                </a:moveTo>
                <a:lnTo>
                  <a:pt x="2319718" y="1896292"/>
                </a:lnTo>
                <a:moveTo>
                  <a:pt x="1593834" y="2775881"/>
                </a:moveTo>
                <a:lnTo>
                  <a:pt x="1562193" y="2715455"/>
                </a:lnTo>
                <a:moveTo>
                  <a:pt x="1642810" y="2864544"/>
                </a:moveTo>
                <a:lnTo>
                  <a:pt x="1599383" y="2786382"/>
                </a:lnTo>
                <a:moveTo>
                  <a:pt x="2936616" y="599466"/>
                </a:moveTo>
                <a:lnTo>
                  <a:pt x="2867703" y="606349"/>
                </a:lnTo>
                <a:lnTo>
                  <a:pt x="2834760" y="608542"/>
                </a:lnTo>
                <a:lnTo>
                  <a:pt x="2788330" y="610973"/>
                </a:lnTo>
                <a:lnTo>
                  <a:pt x="2711633" y="611988"/>
                </a:lnTo>
                <a:moveTo>
                  <a:pt x="2709014" y="740100"/>
                </a:moveTo>
                <a:lnTo>
                  <a:pt x="2699855" y="741254"/>
                </a:lnTo>
                <a:moveTo>
                  <a:pt x="2947428" y="700733"/>
                </a:moveTo>
                <a:lnTo>
                  <a:pt x="2946119" y="700954"/>
                </a:lnTo>
                <a:lnTo>
                  <a:pt x="2718164" y="738758"/>
                </a:lnTo>
                <a:moveTo>
                  <a:pt x="2979757" y="891784"/>
                </a:moveTo>
                <a:lnTo>
                  <a:pt x="2978145" y="891955"/>
                </a:lnTo>
                <a:lnTo>
                  <a:pt x="2975313" y="892258"/>
                </a:lnTo>
                <a:lnTo>
                  <a:pt x="2938352" y="896236"/>
                </a:lnTo>
                <a:lnTo>
                  <a:pt x="2885889" y="901867"/>
                </a:lnTo>
                <a:lnTo>
                  <a:pt x="2826568" y="908251"/>
                </a:lnTo>
                <a:lnTo>
                  <a:pt x="2814258" y="909577"/>
                </a:lnTo>
                <a:lnTo>
                  <a:pt x="2787757" y="912433"/>
                </a:lnTo>
                <a:lnTo>
                  <a:pt x="2770217" y="914316"/>
                </a:lnTo>
                <a:lnTo>
                  <a:pt x="2735711" y="918031"/>
                </a:lnTo>
                <a:moveTo>
                  <a:pt x="2522628" y="937208"/>
                </a:moveTo>
                <a:lnTo>
                  <a:pt x="2406883" y="955966"/>
                </a:lnTo>
                <a:lnTo>
                  <a:pt x="2380676" y="959535"/>
                </a:lnTo>
                <a:lnTo>
                  <a:pt x="2353217" y="963586"/>
                </a:lnTo>
                <a:lnTo>
                  <a:pt x="2321305" y="968292"/>
                </a:lnTo>
                <a:lnTo>
                  <a:pt x="2308628" y="970134"/>
                </a:lnTo>
                <a:lnTo>
                  <a:pt x="2244461" y="979734"/>
                </a:lnTo>
                <a:lnTo>
                  <a:pt x="2220481" y="982705"/>
                </a:lnTo>
                <a:moveTo>
                  <a:pt x="2709014" y="920585"/>
                </a:moveTo>
                <a:lnTo>
                  <a:pt x="2534675" y="935718"/>
                </a:lnTo>
                <a:moveTo>
                  <a:pt x="2726578" y="918956"/>
                </a:moveTo>
                <a:lnTo>
                  <a:pt x="2720603" y="919529"/>
                </a:lnTo>
                <a:lnTo>
                  <a:pt x="2718156" y="919758"/>
                </a:lnTo>
                <a:moveTo>
                  <a:pt x="2868644" y="1086689"/>
                </a:moveTo>
                <a:lnTo>
                  <a:pt x="2755714" y="1102821"/>
                </a:lnTo>
                <a:moveTo>
                  <a:pt x="3018290" y="1066580"/>
                </a:moveTo>
                <a:lnTo>
                  <a:pt x="2880373" y="1085069"/>
                </a:lnTo>
                <a:moveTo>
                  <a:pt x="2944424" y="437977"/>
                </a:moveTo>
                <a:lnTo>
                  <a:pt x="3052534" y="417532"/>
                </a:lnTo>
                <a:lnTo>
                  <a:pt x="3185826" y="392324"/>
                </a:lnTo>
                <a:lnTo>
                  <a:pt x="3242938" y="381529"/>
                </a:lnTo>
                <a:moveTo>
                  <a:pt x="1868076" y="1036068"/>
                </a:moveTo>
                <a:lnTo>
                  <a:pt x="1709068" y="1077764"/>
                </a:lnTo>
                <a:lnTo>
                  <a:pt x="1659154" y="1091350"/>
                </a:lnTo>
                <a:moveTo>
                  <a:pt x="2856899" y="2863431"/>
                </a:moveTo>
                <a:lnTo>
                  <a:pt x="2808128" y="2869815"/>
                </a:lnTo>
                <a:moveTo>
                  <a:pt x="3219448" y="2821452"/>
                </a:moveTo>
                <a:lnTo>
                  <a:pt x="3145698" y="2829072"/>
                </a:lnTo>
                <a:lnTo>
                  <a:pt x="3062789" y="2840039"/>
                </a:lnTo>
                <a:lnTo>
                  <a:pt x="3009630" y="2846055"/>
                </a:lnTo>
                <a:lnTo>
                  <a:pt x="2868570" y="2862007"/>
                </a:lnTo>
                <a:moveTo>
                  <a:pt x="2614720" y="1465345"/>
                </a:moveTo>
                <a:lnTo>
                  <a:pt x="2773818" y="1452005"/>
                </a:lnTo>
                <a:moveTo>
                  <a:pt x="2503894" y="2151002"/>
                </a:moveTo>
                <a:lnTo>
                  <a:pt x="2360779" y="2165382"/>
                </a:lnTo>
                <a:moveTo>
                  <a:pt x="2623772" y="2135304"/>
                </a:moveTo>
                <a:lnTo>
                  <a:pt x="2607968" y="2136491"/>
                </a:lnTo>
                <a:lnTo>
                  <a:pt x="2583832" y="2138856"/>
                </a:lnTo>
                <a:lnTo>
                  <a:pt x="2556438" y="2142630"/>
                </a:lnTo>
                <a:lnTo>
                  <a:pt x="2543875" y="2144389"/>
                </a:lnTo>
                <a:lnTo>
                  <a:pt x="2524715" y="2147892"/>
                </a:lnTo>
                <a:lnTo>
                  <a:pt x="2515229" y="2149488"/>
                </a:lnTo>
                <a:moveTo>
                  <a:pt x="2682938" y="2131327"/>
                </a:moveTo>
                <a:lnTo>
                  <a:pt x="2635533" y="2134478"/>
                </a:lnTo>
                <a:moveTo>
                  <a:pt x="2547034" y="1038826"/>
                </a:moveTo>
                <a:lnTo>
                  <a:pt x="2540879" y="1002152"/>
                </a:lnTo>
                <a:lnTo>
                  <a:pt x="2531001" y="943362"/>
                </a:lnTo>
                <a:moveTo>
                  <a:pt x="2557289" y="1098884"/>
                </a:moveTo>
                <a:lnTo>
                  <a:pt x="2549064" y="1050800"/>
                </a:lnTo>
                <a:moveTo>
                  <a:pt x="2572627" y="1189479"/>
                </a:moveTo>
                <a:lnTo>
                  <a:pt x="2559270" y="1110539"/>
                </a:lnTo>
                <a:moveTo>
                  <a:pt x="2581196" y="1243562"/>
                </a:moveTo>
                <a:lnTo>
                  <a:pt x="2574190" y="1199030"/>
                </a:lnTo>
                <a:moveTo>
                  <a:pt x="2597884" y="1361509"/>
                </a:moveTo>
                <a:lnTo>
                  <a:pt x="2587948" y="1288904"/>
                </a:lnTo>
                <a:lnTo>
                  <a:pt x="2582972" y="1255208"/>
                </a:lnTo>
                <a:moveTo>
                  <a:pt x="2253816" y="481683"/>
                </a:moveTo>
                <a:lnTo>
                  <a:pt x="2279515" y="478139"/>
                </a:lnTo>
                <a:lnTo>
                  <a:pt x="2271724" y="412851"/>
                </a:lnTo>
                <a:moveTo>
                  <a:pt x="2256869" y="525576"/>
                </a:moveTo>
                <a:lnTo>
                  <a:pt x="2252687" y="483107"/>
                </a:lnTo>
                <a:moveTo>
                  <a:pt x="2591500" y="438485"/>
                </a:moveTo>
                <a:lnTo>
                  <a:pt x="2596419" y="472549"/>
                </a:lnTo>
                <a:moveTo>
                  <a:pt x="2582424" y="371110"/>
                </a:moveTo>
                <a:lnTo>
                  <a:pt x="2589855" y="426642"/>
                </a:lnTo>
                <a:moveTo>
                  <a:pt x="1824154" y="1076483"/>
                </a:moveTo>
                <a:lnTo>
                  <a:pt x="1817877" y="1036936"/>
                </a:lnTo>
                <a:lnTo>
                  <a:pt x="1816755" y="1029864"/>
                </a:lnTo>
                <a:lnTo>
                  <a:pt x="1812229" y="1022678"/>
                </a:lnTo>
                <a:lnTo>
                  <a:pt x="1809635" y="1018529"/>
                </a:lnTo>
                <a:lnTo>
                  <a:pt x="1803971" y="1015222"/>
                </a:lnTo>
                <a:lnTo>
                  <a:pt x="1798627" y="953233"/>
                </a:lnTo>
                <a:lnTo>
                  <a:pt x="1801745" y="915118"/>
                </a:lnTo>
                <a:lnTo>
                  <a:pt x="1806819" y="905378"/>
                </a:lnTo>
                <a:moveTo>
                  <a:pt x="2250248" y="531453"/>
                </a:moveTo>
                <a:lnTo>
                  <a:pt x="2226709" y="534595"/>
                </a:lnTo>
                <a:lnTo>
                  <a:pt x="2175973" y="541380"/>
                </a:lnTo>
                <a:moveTo>
                  <a:pt x="2450956" y="495212"/>
                </a:moveTo>
                <a:lnTo>
                  <a:pt x="2385366" y="502913"/>
                </a:lnTo>
                <a:lnTo>
                  <a:pt x="2315380" y="515976"/>
                </a:lnTo>
                <a:lnTo>
                  <a:pt x="2261984" y="529194"/>
                </a:lnTo>
                <a:moveTo>
                  <a:pt x="1303890" y="632687"/>
                </a:moveTo>
                <a:lnTo>
                  <a:pt x="1255953" y="639292"/>
                </a:lnTo>
                <a:lnTo>
                  <a:pt x="1253571" y="639529"/>
                </a:lnTo>
                <a:lnTo>
                  <a:pt x="1251714" y="639554"/>
                </a:lnTo>
                <a:lnTo>
                  <a:pt x="1249659" y="639463"/>
                </a:lnTo>
                <a:lnTo>
                  <a:pt x="1247539" y="639218"/>
                </a:lnTo>
                <a:lnTo>
                  <a:pt x="1245624" y="638833"/>
                </a:lnTo>
                <a:lnTo>
                  <a:pt x="1243521" y="638236"/>
                </a:lnTo>
                <a:lnTo>
                  <a:pt x="1241434" y="637450"/>
                </a:lnTo>
                <a:lnTo>
                  <a:pt x="1239690" y="636656"/>
                </a:lnTo>
                <a:lnTo>
                  <a:pt x="1237898" y="635625"/>
                </a:lnTo>
                <a:lnTo>
                  <a:pt x="1236499" y="634716"/>
                </a:lnTo>
                <a:lnTo>
                  <a:pt x="1234493" y="633153"/>
                </a:lnTo>
                <a:lnTo>
                  <a:pt x="1233568" y="632277"/>
                </a:lnTo>
                <a:lnTo>
                  <a:pt x="1232283" y="630796"/>
                </a:lnTo>
                <a:lnTo>
                  <a:pt x="1231612" y="629871"/>
                </a:lnTo>
                <a:lnTo>
                  <a:pt x="1230581" y="628087"/>
                </a:lnTo>
                <a:lnTo>
                  <a:pt x="1229902" y="626565"/>
                </a:lnTo>
                <a:lnTo>
                  <a:pt x="1229501" y="625362"/>
                </a:lnTo>
                <a:lnTo>
                  <a:pt x="1228895" y="622366"/>
                </a:lnTo>
                <a:lnTo>
                  <a:pt x="1226669" y="603108"/>
                </a:lnTo>
                <a:moveTo>
                  <a:pt x="2043008" y="1001210"/>
                </a:moveTo>
                <a:lnTo>
                  <a:pt x="2036313" y="934539"/>
                </a:lnTo>
                <a:moveTo>
                  <a:pt x="2044980" y="797875"/>
                </a:moveTo>
                <a:lnTo>
                  <a:pt x="2042893" y="777282"/>
                </a:lnTo>
                <a:lnTo>
                  <a:pt x="2046421" y="743750"/>
                </a:lnTo>
                <a:moveTo>
                  <a:pt x="2054572" y="509518"/>
                </a:moveTo>
                <a:lnTo>
                  <a:pt x="2055669" y="522040"/>
                </a:lnTo>
                <a:lnTo>
                  <a:pt x="2056332" y="529562"/>
                </a:lnTo>
                <a:lnTo>
                  <a:pt x="2061251" y="573824"/>
                </a:lnTo>
                <a:moveTo>
                  <a:pt x="2046232" y="448642"/>
                </a:moveTo>
                <a:lnTo>
                  <a:pt x="2051495" y="482706"/>
                </a:lnTo>
                <a:lnTo>
                  <a:pt x="2053361" y="497937"/>
                </a:lnTo>
                <a:moveTo>
                  <a:pt x="1896734" y="603378"/>
                </a:moveTo>
                <a:lnTo>
                  <a:pt x="1859323" y="608297"/>
                </a:lnTo>
                <a:lnTo>
                  <a:pt x="1837552" y="613920"/>
                </a:lnTo>
                <a:moveTo>
                  <a:pt x="2057249" y="579127"/>
                </a:moveTo>
                <a:lnTo>
                  <a:pt x="1989276" y="587606"/>
                </a:lnTo>
                <a:lnTo>
                  <a:pt x="1984382" y="588212"/>
                </a:lnTo>
                <a:lnTo>
                  <a:pt x="1972253" y="589743"/>
                </a:lnTo>
                <a:lnTo>
                  <a:pt x="1908201" y="601577"/>
                </a:lnTo>
                <a:moveTo>
                  <a:pt x="2137449" y="563978"/>
                </a:moveTo>
                <a:lnTo>
                  <a:pt x="2108729" y="570452"/>
                </a:lnTo>
                <a:lnTo>
                  <a:pt x="2068969" y="577368"/>
                </a:lnTo>
                <a:moveTo>
                  <a:pt x="1906482" y="749774"/>
                </a:moveTo>
                <a:lnTo>
                  <a:pt x="1862679" y="753752"/>
                </a:lnTo>
                <a:moveTo>
                  <a:pt x="2039276" y="736442"/>
                </a:moveTo>
                <a:lnTo>
                  <a:pt x="1995407" y="740026"/>
                </a:lnTo>
                <a:lnTo>
                  <a:pt x="1918235" y="748596"/>
                </a:lnTo>
                <a:moveTo>
                  <a:pt x="2152017" y="717184"/>
                </a:moveTo>
                <a:lnTo>
                  <a:pt x="2111880" y="724468"/>
                </a:lnTo>
                <a:lnTo>
                  <a:pt x="2059426" y="733528"/>
                </a:lnTo>
                <a:lnTo>
                  <a:pt x="2050742" y="735034"/>
                </a:lnTo>
                <a:moveTo>
                  <a:pt x="1918186" y="825096"/>
                </a:moveTo>
                <a:lnTo>
                  <a:pt x="1921435" y="846499"/>
                </a:lnTo>
                <a:moveTo>
                  <a:pt x="1911818" y="756518"/>
                </a:moveTo>
                <a:lnTo>
                  <a:pt x="1913889" y="777331"/>
                </a:lnTo>
                <a:lnTo>
                  <a:pt x="1914667" y="798889"/>
                </a:lnTo>
                <a:lnTo>
                  <a:pt x="1916533" y="813311"/>
                </a:lnTo>
                <a:moveTo>
                  <a:pt x="1901940" y="610057"/>
                </a:moveTo>
                <a:lnTo>
                  <a:pt x="1902791" y="629298"/>
                </a:lnTo>
                <a:lnTo>
                  <a:pt x="1901899" y="670311"/>
                </a:lnTo>
                <a:lnTo>
                  <a:pt x="1910550" y="744774"/>
                </a:lnTo>
                <a:moveTo>
                  <a:pt x="1720350" y="892741"/>
                </a:moveTo>
                <a:lnTo>
                  <a:pt x="1721840" y="892839"/>
                </a:lnTo>
                <a:lnTo>
                  <a:pt x="1801688" y="899101"/>
                </a:lnTo>
                <a:moveTo>
                  <a:pt x="2128978" y="492871"/>
                </a:moveTo>
                <a:lnTo>
                  <a:pt x="2061071" y="501587"/>
                </a:lnTo>
                <a:moveTo>
                  <a:pt x="2502093" y="1869570"/>
                </a:moveTo>
                <a:lnTo>
                  <a:pt x="2517349" y="1866304"/>
                </a:lnTo>
                <a:lnTo>
                  <a:pt x="2533824" y="1864536"/>
                </a:lnTo>
                <a:lnTo>
                  <a:pt x="2564009" y="1861287"/>
                </a:lnTo>
                <a:lnTo>
                  <a:pt x="2620539" y="1855656"/>
                </a:lnTo>
                <a:lnTo>
                  <a:pt x="2642146" y="1855165"/>
                </a:lnTo>
                <a:moveTo>
                  <a:pt x="2459828" y="1875422"/>
                </a:moveTo>
                <a:lnTo>
                  <a:pt x="2486911" y="1872009"/>
                </a:lnTo>
                <a:lnTo>
                  <a:pt x="2490152" y="1871600"/>
                </a:lnTo>
                <a:moveTo>
                  <a:pt x="2323720" y="1891242"/>
                </a:moveTo>
                <a:lnTo>
                  <a:pt x="2374677" y="1886111"/>
                </a:lnTo>
                <a:lnTo>
                  <a:pt x="2425011" y="1880537"/>
                </a:lnTo>
                <a:lnTo>
                  <a:pt x="2440202" y="1878237"/>
                </a:lnTo>
                <a:lnTo>
                  <a:pt x="2448124" y="1877042"/>
                </a:lnTo>
                <a:moveTo>
                  <a:pt x="1876576" y="1337512"/>
                </a:moveTo>
                <a:lnTo>
                  <a:pt x="1878532" y="1338690"/>
                </a:lnTo>
                <a:lnTo>
                  <a:pt x="1885170" y="1341825"/>
                </a:lnTo>
                <a:lnTo>
                  <a:pt x="1894647" y="1345573"/>
                </a:lnTo>
                <a:lnTo>
                  <a:pt x="1907882" y="1348692"/>
                </a:lnTo>
                <a:lnTo>
                  <a:pt x="1915796" y="1350656"/>
                </a:lnTo>
                <a:lnTo>
                  <a:pt x="1921394" y="1352653"/>
                </a:lnTo>
                <a:lnTo>
                  <a:pt x="1926640" y="1356745"/>
                </a:lnTo>
                <a:lnTo>
                  <a:pt x="1931248" y="1362360"/>
                </a:lnTo>
                <a:lnTo>
                  <a:pt x="1936691" y="1373695"/>
                </a:lnTo>
                <a:lnTo>
                  <a:pt x="1954132" y="1415575"/>
                </a:lnTo>
                <a:lnTo>
                  <a:pt x="1964559" y="1453552"/>
                </a:lnTo>
                <a:lnTo>
                  <a:pt x="1972114" y="1491650"/>
                </a:lnTo>
                <a:lnTo>
                  <a:pt x="1997543" y="1556038"/>
                </a:lnTo>
                <a:lnTo>
                  <a:pt x="2026811" y="1612372"/>
                </a:lnTo>
                <a:lnTo>
                  <a:pt x="2043392" y="1672749"/>
                </a:lnTo>
                <a:lnTo>
                  <a:pt x="2046470" y="1683225"/>
                </a:lnTo>
                <a:lnTo>
                  <a:pt x="2059450" y="1724860"/>
                </a:lnTo>
                <a:lnTo>
                  <a:pt x="2072235" y="1790450"/>
                </a:lnTo>
                <a:lnTo>
                  <a:pt x="2099137" y="1889663"/>
                </a:lnTo>
                <a:lnTo>
                  <a:pt x="2117544" y="1980830"/>
                </a:lnTo>
                <a:lnTo>
                  <a:pt x="2006906" y="1995489"/>
                </a:lnTo>
                <a:lnTo>
                  <a:pt x="2003026" y="1996372"/>
                </a:lnTo>
                <a:moveTo>
                  <a:pt x="1811444" y="1286760"/>
                </a:moveTo>
                <a:lnTo>
                  <a:pt x="1821028" y="1295312"/>
                </a:lnTo>
                <a:lnTo>
                  <a:pt x="1832952" y="1304553"/>
                </a:lnTo>
                <a:lnTo>
                  <a:pt x="1849829" y="1318082"/>
                </a:lnTo>
                <a:lnTo>
                  <a:pt x="1862302" y="1327044"/>
                </a:lnTo>
                <a:lnTo>
                  <a:pt x="1866918" y="1330702"/>
                </a:lnTo>
                <a:moveTo>
                  <a:pt x="2496257" y="1863391"/>
                </a:moveTo>
                <a:lnTo>
                  <a:pt x="2495537" y="1858946"/>
                </a:lnTo>
                <a:lnTo>
                  <a:pt x="2494269" y="1851130"/>
                </a:lnTo>
                <a:lnTo>
                  <a:pt x="2493409" y="1843445"/>
                </a:lnTo>
                <a:moveTo>
                  <a:pt x="2722731" y="1819080"/>
                </a:moveTo>
                <a:lnTo>
                  <a:pt x="2723238" y="1823106"/>
                </a:lnTo>
                <a:lnTo>
                  <a:pt x="2723443" y="1832011"/>
                </a:lnTo>
                <a:lnTo>
                  <a:pt x="2723582" y="1838428"/>
                </a:lnTo>
                <a:moveTo>
                  <a:pt x="2628576" y="1604523"/>
                </a:moveTo>
                <a:lnTo>
                  <a:pt x="2673444" y="1601102"/>
                </a:lnTo>
                <a:lnTo>
                  <a:pt x="2678813" y="1642859"/>
                </a:lnTo>
                <a:lnTo>
                  <a:pt x="2716781" y="1639029"/>
                </a:lnTo>
                <a:lnTo>
                  <a:pt x="2729107" y="1650634"/>
                </a:lnTo>
                <a:lnTo>
                  <a:pt x="2735589" y="1714842"/>
                </a:lnTo>
                <a:lnTo>
                  <a:pt x="2734754" y="1720776"/>
                </a:lnTo>
                <a:lnTo>
                  <a:pt x="2715643" y="1723730"/>
                </a:lnTo>
                <a:lnTo>
                  <a:pt x="2721192" y="1803832"/>
                </a:lnTo>
                <a:moveTo>
                  <a:pt x="2675654" y="1992943"/>
                </a:moveTo>
                <a:lnTo>
                  <a:pt x="2719400" y="1986420"/>
                </a:lnTo>
                <a:lnTo>
                  <a:pt x="2772460" y="1978506"/>
                </a:lnTo>
                <a:moveTo>
                  <a:pt x="2310404" y="2001422"/>
                </a:moveTo>
                <a:lnTo>
                  <a:pt x="2290892" y="1857481"/>
                </a:lnTo>
                <a:lnTo>
                  <a:pt x="2290458" y="1854314"/>
                </a:lnTo>
                <a:moveTo>
                  <a:pt x="2303725" y="2007151"/>
                </a:moveTo>
                <a:lnTo>
                  <a:pt x="2220710" y="2022939"/>
                </a:lnTo>
                <a:lnTo>
                  <a:pt x="2212157" y="2024568"/>
                </a:lnTo>
                <a:lnTo>
                  <a:pt x="2210864" y="2024781"/>
                </a:lnTo>
                <a:lnTo>
                  <a:pt x="2140747" y="2037827"/>
                </a:lnTo>
                <a:lnTo>
                  <a:pt x="2134576" y="2038842"/>
                </a:lnTo>
                <a:lnTo>
                  <a:pt x="2050251" y="2052682"/>
                </a:lnTo>
                <a:lnTo>
                  <a:pt x="2042026" y="2054024"/>
                </a:lnTo>
                <a:lnTo>
                  <a:pt x="2027956" y="2056340"/>
                </a:lnTo>
                <a:moveTo>
                  <a:pt x="2881191" y="1800689"/>
                </a:moveTo>
                <a:lnTo>
                  <a:pt x="2882034" y="1808784"/>
                </a:lnTo>
                <a:lnTo>
                  <a:pt x="2882230" y="1814676"/>
                </a:lnTo>
                <a:lnTo>
                  <a:pt x="2882288" y="1821707"/>
                </a:lnTo>
                <a:moveTo>
                  <a:pt x="2877131" y="1927950"/>
                </a:moveTo>
                <a:lnTo>
                  <a:pt x="2850843" y="1929243"/>
                </a:lnTo>
                <a:lnTo>
                  <a:pt x="2816722" y="1933327"/>
                </a:lnTo>
                <a:lnTo>
                  <a:pt x="2820519" y="1952634"/>
                </a:lnTo>
                <a:lnTo>
                  <a:pt x="2782191" y="1959174"/>
                </a:lnTo>
                <a:moveTo>
                  <a:pt x="2719261" y="1843920"/>
                </a:moveTo>
                <a:lnTo>
                  <a:pt x="2654284" y="1851695"/>
                </a:lnTo>
                <a:moveTo>
                  <a:pt x="2759520" y="1839205"/>
                </a:moveTo>
                <a:lnTo>
                  <a:pt x="2730989" y="1842536"/>
                </a:lnTo>
                <a:moveTo>
                  <a:pt x="2877688" y="1826462"/>
                </a:moveTo>
                <a:lnTo>
                  <a:pt x="2843248" y="1828132"/>
                </a:lnTo>
                <a:lnTo>
                  <a:pt x="2835955" y="1830522"/>
                </a:lnTo>
                <a:lnTo>
                  <a:pt x="2771249" y="1837855"/>
                </a:lnTo>
                <a:moveTo>
                  <a:pt x="2476811" y="2043450"/>
                </a:moveTo>
                <a:lnTo>
                  <a:pt x="2536034" y="2039267"/>
                </a:lnTo>
                <a:lnTo>
                  <a:pt x="2545675" y="2038588"/>
                </a:lnTo>
                <a:lnTo>
                  <a:pt x="2567888" y="2038032"/>
                </a:lnTo>
                <a:lnTo>
                  <a:pt x="2616995" y="2031517"/>
                </a:lnTo>
                <a:moveTo>
                  <a:pt x="3112158" y="1832216"/>
                </a:moveTo>
                <a:lnTo>
                  <a:pt x="3106469" y="1832371"/>
                </a:lnTo>
                <a:lnTo>
                  <a:pt x="3067634" y="1835989"/>
                </a:lnTo>
                <a:lnTo>
                  <a:pt x="3028659" y="1839721"/>
                </a:lnTo>
                <a:lnTo>
                  <a:pt x="2975419" y="1844869"/>
                </a:lnTo>
                <a:lnTo>
                  <a:pt x="2890800" y="1853062"/>
                </a:lnTo>
                <a:moveTo>
                  <a:pt x="2468045" y="2046470"/>
                </a:moveTo>
                <a:lnTo>
                  <a:pt x="2463650" y="2057249"/>
                </a:lnTo>
                <a:lnTo>
                  <a:pt x="2388803" y="2060555"/>
                </a:lnTo>
                <a:lnTo>
                  <a:pt x="2371951" y="2061300"/>
                </a:lnTo>
                <a:lnTo>
                  <a:pt x="2366451" y="2061537"/>
                </a:lnTo>
                <a:lnTo>
                  <a:pt x="2345106" y="2065548"/>
                </a:lnTo>
                <a:moveTo>
                  <a:pt x="2778877" y="1981730"/>
                </a:moveTo>
                <a:lnTo>
                  <a:pt x="2796007" y="2021417"/>
                </a:lnTo>
                <a:lnTo>
                  <a:pt x="2803004" y="2115743"/>
                </a:lnTo>
                <a:moveTo>
                  <a:pt x="2764734" y="1845917"/>
                </a:moveTo>
                <a:lnTo>
                  <a:pt x="2765642" y="1861050"/>
                </a:lnTo>
                <a:lnTo>
                  <a:pt x="2766976" y="1883459"/>
                </a:lnTo>
                <a:lnTo>
                  <a:pt x="2769194" y="1904731"/>
                </a:lnTo>
                <a:lnTo>
                  <a:pt x="2774498" y="1955589"/>
                </a:lnTo>
                <a:moveTo>
                  <a:pt x="2630884" y="2130107"/>
                </a:moveTo>
                <a:lnTo>
                  <a:pt x="2631015" y="2108034"/>
                </a:lnTo>
                <a:lnTo>
                  <a:pt x="2628396" y="2073953"/>
                </a:lnTo>
                <a:lnTo>
                  <a:pt x="2624541" y="2049572"/>
                </a:lnTo>
                <a:lnTo>
                  <a:pt x="2624378" y="2035609"/>
                </a:lnTo>
                <a:moveTo>
                  <a:pt x="2453313" y="1880922"/>
                </a:moveTo>
                <a:lnTo>
                  <a:pt x="2457545" y="1910828"/>
                </a:lnTo>
                <a:lnTo>
                  <a:pt x="2456022" y="1952152"/>
                </a:lnTo>
                <a:lnTo>
                  <a:pt x="2460818" y="1964527"/>
                </a:lnTo>
                <a:lnTo>
                  <a:pt x="2470108" y="1971254"/>
                </a:lnTo>
                <a:lnTo>
                  <a:pt x="2471810" y="1994924"/>
                </a:lnTo>
                <a:lnTo>
                  <a:pt x="2466048" y="2008772"/>
                </a:lnTo>
                <a:lnTo>
                  <a:pt x="2469150" y="2037049"/>
                </a:lnTo>
                <a:moveTo>
                  <a:pt x="2350164" y="671858"/>
                </a:moveTo>
                <a:lnTo>
                  <a:pt x="2349501" y="667888"/>
                </a:lnTo>
                <a:lnTo>
                  <a:pt x="2347962" y="649219"/>
                </a:lnTo>
                <a:lnTo>
                  <a:pt x="2345949" y="639791"/>
                </a:lnTo>
                <a:lnTo>
                  <a:pt x="2343886" y="632294"/>
                </a:lnTo>
                <a:lnTo>
                  <a:pt x="2340293" y="621548"/>
                </a:lnTo>
                <a:lnTo>
                  <a:pt x="2338427" y="616203"/>
                </a:lnTo>
                <a:moveTo>
                  <a:pt x="2348314" y="747417"/>
                </a:moveTo>
                <a:lnTo>
                  <a:pt x="2344288" y="724656"/>
                </a:lnTo>
                <a:lnTo>
                  <a:pt x="2359699" y="719148"/>
                </a:lnTo>
                <a:lnTo>
                  <a:pt x="2352333" y="683512"/>
                </a:lnTo>
                <a:moveTo>
                  <a:pt x="2373752" y="821675"/>
                </a:moveTo>
                <a:lnTo>
                  <a:pt x="2364364" y="771864"/>
                </a:lnTo>
                <a:lnTo>
                  <a:pt x="2353381" y="771414"/>
                </a:lnTo>
                <a:lnTo>
                  <a:pt x="2350950" y="763590"/>
                </a:lnTo>
                <a:lnTo>
                  <a:pt x="2350262" y="759129"/>
                </a:lnTo>
                <a:moveTo>
                  <a:pt x="2411646" y="1589578"/>
                </a:moveTo>
                <a:lnTo>
                  <a:pt x="2399795" y="1591018"/>
                </a:lnTo>
                <a:lnTo>
                  <a:pt x="2370871" y="1592451"/>
                </a:lnTo>
                <a:lnTo>
                  <a:pt x="2337764" y="1592025"/>
                </a:lnTo>
                <a:lnTo>
                  <a:pt x="2284704" y="1594972"/>
                </a:lnTo>
                <a:moveTo>
                  <a:pt x="2452618" y="1581778"/>
                </a:moveTo>
                <a:lnTo>
                  <a:pt x="2424291" y="1588039"/>
                </a:lnTo>
                <a:lnTo>
                  <a:pt x="2423350" y="1588154"/>
                </a:lnTo>
                <a:moveTo>
                  <a:pt x="2611430" y="1552936"/>
                </a:moveTo>
                <a:lnTo>
                  <a:pt x="2505490" y="1565376"/>
                </a:lnTo>
                <a:lnTo>
                  <a:pt x="2475894" y="1572726"/>
                </a:lnTo>
                <a:lnTo>
                  <a:pt x="2463822" y="1577588"/>
                </a:lnTo>
                <a:moveTo>
                  <a:pt x="2460949" y="1200372"/>
                </a:moveTo>
                <a:lnTo>
                  <a:pt x="2489317" y="1198563"/>
                </a:lnTo>
                <a:lnTo>
                  <a:pt x="2519059" y="1197377"/>
                </a:lnTo>
                <a:lnTo>
                  <a:pt x="2566112" y="1195453"/>
                </a:lnTo>
                <a:moveTo>
                  <a:pt x="2245648" y="1221234"/>
                </a:moveTo>
                <a:lnTo>
                  <a:pt x="2267762" y="1219352"/>
                </a:lnTo>
                <a:lnTo>
                  <a:pt x="2298806" y="1215939"/>
                </a:lnTo>
                <a:lnTo>
                  <a:pt x="2370011" y="1208491"/>
                </a:lnTo>
                <a:lnTo>
                  <a:pt x="2395743" y="1206142"/>
                </a:lnTo>
                <a:lnTo>
                  <a:pt x="2405254" y="1205275"/>
                </a:lnTo>
                <a:lnTo>
                  <a:pt x="2412816" y="1204587"/>
                </a:lnTo>
                <a:lnTo>
                  <a:pt x="2440603" y="1202058"/>
                </a:lnTo>
                <a:lnTo>
                  <a:pt x="2449180" y="1201281"/>
                </a:lnTo>
                <a:moveTo>
                  <a:pt x="2270570" y="614615"/>
                </a:moveTo>
                <a:lnTo>
                  <a:pt x="2265062" y="577294"/>
                </a:lnTo>
                <a:lnTo>
                  <a:pt x="2258432" y="537493"/>
                </a:lnTo>
                <a:moveTo>
                  <a:pt x="2215341" y="1222765"/>
                </a:moveTo>
                <a:lnTo>
                  <a:pt x="2215611" y="1222757"/>
                </a:lnTo>
                <a:lnTo>
                  <a:pt x="2230531" y="1222094"/>
                </a:lnTo>
                <a:lnTo>
                  <a:pt x="2236367" y="1221832"/>
                </a:lnTo>
                <a:moveTo>
                  <a:pt x="2404967" y="1487116"/>
                </a:moveTo>
                <a:lnTo>
                  <a:pt x="2407398" y="1540095"/>
                </a:lnTo>
                <a:lnTo>
                  <a:pt x="2413569" y="1554597"/>
                </a:lnTo>
                <a:lnTo>
                  <a:pt x="2415779" y="1584274"/>
                </a:lnTo>
                <a:moveTo>
                  <a:pt x="2471786" y="1678159"/>
                </a:moveTo>
                <a:lnTo>
                  <a:pt x="2461481" y="1587303"/>
                </a:lnTo>
                <a:moveTo>
                  <a:pt x="2454181" y="1204915"/>
                </a:moveTo>
                <a:lnTo>
                  <a:pt x="2462578" y="1281145"/>
                </a:lnTo>
                <a:lnTo>
                  <a:pt x="2473210" y="1377755"/>
                </a:lnTo>
                <a:moveTo>
                  <a:pt x="2399909" y="1480274"/>
                </a:moveTo>
                <a:lnTo>
                  <a:pt x="2332960" y="1486085"/>
                </a:lnTo>
                <a:lnTo>
                  <a:pt x="2326429" y="1486871"/>
                </a:lnTo>
                <a:lnTo>
                  <a:pt x="2293126" y="1490840"/>
                </a:lnTo>
                <a:lnTo>
                  <a:pt x="2271380" y="1493165"/>
                </a:lnTo>
                <a:moveTo>
                  <a:pt x="2602656" y="1463831"/>
                </a:moveTo>
                <a:lnTo>
                  <a:pt x="2545528" y="1469610"/>
                </a:lnTo>
                <a:lnTo>
                  <a:pt x="2524428" y="1471926"/>
                </a:lnTo>
                <a:lnTo>
                  <a:pt x="2493704" y="1473923"/>
                </a:lnTo>
                <a:lnTo>
                  <a:pt x="2449278" y="1478833"/>
                </a:lnTo>
                <a:lnTo>
                  <a:pt x="2411924" y="1479627"/>
                </a:lnTo>
                <a:moveTo>
                  <a:pt x="2139364" y="1509362"/>
                </a:moveTo>
                <a:lnTo>
                  <a:pt x="2138341" y="1502978"/>
                </a:lnTo>
                <a:lnTo>
                  <a:pt x="2139102" y="1498705"/>
                </a:lnTo>
                <a:lnTo>
                  <a:pt x="2212967" y="1485790"/>
                </a:lnTo>
                <a:lnTo>
                  <a:pt x="2224851" y="1625254"/>
                </a:lnTo>
                <a:moveTo>
                  <a:pt x="2455032" y="1831176"/>
                </a:moveTo>
                <a:lnTo>
                  <a:pt x="2454484" y="1825963"/>
                </a:lnTo>
                <a:lnTo>
                  <a:pt x="2449287" y="1793601"/>
                </a:lnTo>
                <a:lnTo>
                  <a:pt x="2445538" y="1785507"/>
                </a:lnTo>
                <a:lnTo>
                  <a:pt x="2456710" y="1779450"/>
                </a:lnTo>
                <a:lnTo>
                  <a:pt x="2450981" y="1745362"/>
                </a:lnTo>
                <a:lnTo>
                  <a:pt x="2396734" y="1750796"/>
                </a:lnTo>
                <a:lnTo>
                  <a:pt x="2339557" y="1757663"/>
                </a:lnTo>
                <a:lnTo>
                  <a:pt x="2304871" y="1758441"/>
                </a:lnTo>
                <a:moveTo>
                  <a:pt x="2220685" y="1630214"/>
                </a:moveTo>
                <a:lnTo>
                  <a:pt x="2183945" y="1633447"/>
                </a:lnTo>
                <a:lnTo>
                  <a:pt x="2170907" y="1599301"/>
                </a:lnTo>
                <a:lnTo>
                  <a:pt x="2169908" y="1588064"/>
                </a:lnTo>
                <a:lnTo>
                  <a:pt x="2164548" y="1571965"/>
                </a:lnTo>
                <a:lnTo>
                  <a:pt x="2139446" y="1509648"/>
                </a:lnTo>
                <a:moveTo>
                  <a:pt x="2569787" y="1820602"/>
                </a:moveTo>
                <a:lnTo>
                  <a:pt x="2568437" y="1797121"/>
                </a:lnTo>
                <a:lnTo>
                  <a:pt x="2563763" y="1789198"/>
                </a:lnTo>
                <a:lnTo>
                  <a:pt x="2559114" y="1776692"/>
                </a:lnTo>
                <a:lnTo>
                  <a:pt x="2553467" y="1729820"/>
                </a:lnTo>
                <a:lnTo>
                  <a:pt x="2547296" y="1730556"/>
                </a:lnTo>
                <a:lnTo>
                  <a:pt x="2543015" y="1670801"/>
                </a:lnTo>
                <a:lnTo>
                  <a:pt x="2554834" y="1669369"/>
                </a:lnTo>
                <a:lnTo>
                  <a:pt x="2621423" y="1662584"/>
                </a:lnTo>
                <a:moveTo>
                  <a:pt x="2379595" y="827895"/>
                </a:moveTo>
                <a:lnTo>
                  <a:pt x="2423653" y="819465"/>
                </a:lnTo>
                <a:lnTo>
                  <a:pt x="2499147" y="808138"/>
                </a:lnTo>
                <a:moveTo>
                  <a:pt x="2207762" y="863195"/>
                </a:moveTo>
                <a:lnTo>
                  <a:pt x="2234934" y="859970"/>
                </a:lnTo>
                <a:lnTo>
                  <a:pt x="2272935" y="850927"/>
                </a:lnTo>
                <a:lnTo>
                  <a:pt x="2341619" y="835155"/>
                </a:lnTo>
                <a:lnTo>
                  <a:pt x="2368023" y="830105"/>
                </a:lnTo>
                <a:moveTo>
                  <a:pt x="2343805" y="677554"/>
                </a:moveTo>
                <a:lnTo>
                  <a:pt x="2295099" y="685477"/>
                </a:lnTo>
                <a:lnTo>
                  <a:pt x="2211576" y="699063"/>
                </a:lnTo>
                <a:lnTo>
                  <a:pt x="2188234" y="704015"/>
                </a:lnTo>
                <a:moveTo>
                  <a:pt x="2470910" y="651650"/>
                </a:moveTo>
                <a:lnTo>
                  <a:pt x="2450612" y="654638"/>
                </a:lnTo>
                <a:lnTo>
                  <a:pt x="2439899" y="656815"/>
                </a:lnTo>
                <a:lnTo>
                  <a:pt x="2405647" y="665859"/>
                </a:lnTo>
                <a:lnTo>
                  <a:pt x="2388410" y="670041"/>
                </a:lnTo>
                <a:lnTo>
                  <a:pt x="2367270" y="673732"/>
                </a:lnTo>
                <a:lnTo>
                  <a:pt x="2355558" y="675639"/>
                </a:lnTo>
                <a:moveTo>
                  <a:pt x="2341685" y="611014"/>
                </a:moveTo>
                <a:lnTo>
                  <a:pt x="2377909" y="606938"/>
                </a:lnTo>
                <a:lnTo>
                  <a:pt x="2463822" y="596912"/>
                </a:lnTo>
                <a:moveTo>
                  <a:pt x="2276225" y="620999"/>
                </a:moveTo>
                <a:lnTo>
                  <a:pt x="2281324" y="620140"/>
                </a:lnTo>
                <a:lnTo>
                  <a:pt x="2329834" y="612586"/>
                </a:lnTo>
                <a:moveTo>
                  <a:pt x="2182725" y="631230"/>
                </a:moveTo>
                <a:lnTo>
                  <a:pt x="2208367" y="630436"/>
                </a:lnTo>
                <a:lnTo>
                  <a:pt x="2220800" y="630297"/>
                </a:lnTo>
                <a:lnTo>
                  <a:pt x="2264603" y="622947"/>
                </a:lnTo>
                <a:moveTo>
                  <a:pt x="2226267" y="1076099"/>
                </a:moveTo>
                <a:lnTo>
                  <a:pt x="2224548" y="1062954"/>
                </a:lnTo>
                <a:lnTo>
                  <a:pt x="2217804" y="995940"/>
                </a:lnTo>
                <a:moveTo>
                  <a:pt x="2241228" y="1216291"/>
                </a:moveTo>
                <a:lnTo>
                  <a:pt x="2234771" y="1142131"/>
                </a:lnTo>
                <a:lnTo>
                  <a:pt x="2234427" y="1138784"/>
                </a:lnTo>
                <a:lnTo>
                  <a:pt x="2227789" y="1087786"/>
                </a:lnTo>
                <a:moveTo>
                  <a:pt x="2533530" y="2687316"/>
                </a:moveTo>
                <a:lnTo>
                  <a:pt x="2530763" y="2652860"/>
                </a:lnTo>
                <a:lnTo>
                  <a:pt x="2556512" y="2647793"/>
                </a:lnTo>
                <a:lnTo>
                  <a:pt x="2547705" y="2585460"/>
                </a:lnTo>
                <a:lnTo>
                  <a:pt x="2539791" y="2582645"/>
                </a:lnTo>
                <a:lnTo>
                  <a:pt x="2478718" y="2592294"/>
                </a:lnTo>
                <a:lnTo>
                  <a:pt x="2472792" y="2600413"/>
                </a:lnTo>
                <a:lnTo>
                  <a:pt x="2469633" y="2601674"/>
                </a:lnTo>
                <a:lnTo>
                  <a:pt x="2464878" y="2603556"/>
                </a:lnTo>
                <a:lnTo>
                  <a:pt x="2443680" y="2605758"/>
                </a:lnTo>
                <a:lnTo>
                  <a:pt x="2413013" y="2608925"/>
                </a:lnTo>
                <a:lnTo>
                  <a:pt x="2412440" y="2608983"/>
                </a:lnTo>
                <a:moveTo>
                  <a:pt x="2411196" y="2688004"/>
                </a:moveTo>
                <a:lnTo>
                  <a:pt x="2402496" y="2689477"/>
                </a:lnTo>
                <a:lnTo>
                  <a:pt x="2386732" y="2692669"/>
                </a:lnTo>
                <a:moveTo>
                  <a:pt x="2334654" y="2181162"/>
                </a:moveTo>
                <a:lnTo>
                  <a:pt x="2334262" y="2174615"/>
                </a:lnTo>
                <a:moveTo>
                  <a:pt x="2367532" y="2448214"/>
                </a:moveTo>
                <a:lnTo>
                  <a:pt x="2368309" y="2448059"/>
                </a:lnTo>
                <a:lnTo>
                  <a:pt x="2380414" y="2446054"/>
                </a:lnTo>
                <a:moveTo>
                  <a:pt x="2610227" y="2487598"/>
                </a:moveTo>
                <a:lnTo>
                  <a:pt x="2621341" y="2563256"/>
                </a:lnTo>
                <a:lnTo>
                  <a:pt x="2720333" y="2546117"/>
                </a:lnTo>
                <a:lnTo>
                  <a:pt x="2757048" y="2541837"/>
                </a:lnTo>
                <a:moveTo>
                  <a:pt x="2606053" y="2459165"/>
                </a:moveTo>
                <a:lnTo>
                  <a:pt x="2608508" y="2475943"/>
                </a:lnTo>
                <a:moveTo>
                  <a:pt x="2366451" y="2281316"/>
                </a:moveTo>
                <a:lnTo>
                  <a:pt x="2406236" y="2279065"/>
                </a:lnTo>
                <a:lnTo>
                  <a:pt x="2411253" y="2280653"/>
                </a:lnTo>
                <a:moveTo>
                  <a:pt x="2582759" y="2365404"/>
                </a:moveTo>
                <a:lnTo>
                  <a:pt x="2604751" y="2362162"/>
                </a:lnTo>
                <a:lnTo>
                  <a:pt x="2645117" y="2353863"/>
                </a:lnTo>
                <a:lnTo>
                  <a:pt x="2719940" y="2336651"/>
                </a:lnTo>
                <a:moveTo>
                  <a:pt x="2433482" y="2389417"/>
                </a:moveTo>
                <a:lnTo>
                  <a:pt x="2523520" y="2374161"/>
                </a:lnTo>
                <a:lnTo>
                  <a:pt x="2571096" y="2367130"/>
                </a:lnTo>
                <a:moveTo>
                  <a:pt x="2385848" y="2395334"/>
                </a:moveTo>
                <a:lnTo>
                  <a:pt x="2421623" y="2391111"/>
                </a:lnTo>
                <a:moveTo>
                  <a:pt x="2727568" y="2371403"/>
                </a:moveTo>
                <a:lnTo>
                  <a:pt x="2695640" y="2378589"/>
                </a:lnTo>
                <a:lnTo>
                  <a:pt x="2668304" y="2385636"/>
                </a:lnTo>
                <a:lnTo>
                  <a:pt x="2669302" y="2389802"/>
                </a:lnTo>
                <a:lnTo>
                  <a:pt x="2657639" y="2394909"/>
                </a:lnTo>
                <a:lnTo>
                  <a:pt x="2641680" y="2402013"/>
                </a:lnTo>
                <a:lnTo>
                  <a:pt x="2628331" y="2405860"/>
                </a:lnTo>
                <a:lnTo>
                  <a:pt x="2604497" y="2411441"/>
                </a:lnTo>
                <a:moveTo>
                  <a:pt x="2419176" y="2274277"/>
                </a:moveTo>
                <a:lnTo>
                  <a:pt x="2410009" y="2174484"/>
                </a:lnTo>
                <a:moveTo>
                  <a:pt x="2427810" y="2383008"/>
                </a:moveTo>
                <a:lnTo>
                  <a:pt x="2425306" y="2366353"/>
                </a:lnTo>
                <a:lnTo>
                  <a:pt x="2422572" y="2348192"/>
                </a:lnTo>
                <a:lnTo>
                  <a:pt x="2422024" y="2344476"/>
                </a:lnTo>
                <a:lnTo>
                  <a:pt x="2421557" y="2331053"/>
                </a:lnTo>
                <a:lnTo>
                  <a:pt x="2420854" y="2310657"/>
                </a:lnTo>
                <a:lnTo>
                  <a:pt x="2420019" y="2286652"/>
                </a:lnTo>
                <a:moveTo>
                  <a:pt x="2798421" y="1449688"/>
                </a:moveTo>
                <a:lnTo>
                  <a:pt x="2806065" y="1534054"/>
                </a:lnTo>
                <a:moveTo>
                  <a:pt x="2863447" y="2857955"/>
                </a:moveTo>
                <a:lnTo>
                  <a:pt x="2855713" y="2798552"/>
                </a:lnTo>
                <a:lnTo>
                  <a:pt x="2838877" y="2659964"/>
                </a:lnTo>
                <a:moveTo>
                  <a:pt x="2604203" y="479006"/>
                </a:moveTo>
                <a:lnTo>
                  <a:pt x="2633471" y="477198"/>
                </a:lnTo>
                <a:lnTo>
                  <a:pt x="2684280" y="472033"/>
                </a:lnTo>
                <a:moveTo>
                  <a:pt x="2463061" y="496709"/>
                </a:moveTo>
                <a:lnTo>
                  <a:pt x="2522080" y="492543"/>
                </a:lnTo>
                <a:lnTo>
                  <a:pt x="2593105" y="480308"/>
                </a:lnTo>
                <a:moveTo>
                  <a:pt x="2341979" y="753187"/>
                </a:moveTo>
                <a:lnTo>
                  <a:pt x="2289419" y="762321"/>
                </a:lnTo>
                <a:lnTo>
                  <a:pt x="2260085" y="766479"/>
                </a:lnTo>
                <a:lnTo>
                  <a:pt x="2233216" y="769753"/>
                </a:lnTo>
                <a:lnTo>
                  <a:pt x="2194929" y="773370"/>
                </a:lnTo>
                <a:moveTo>
                  <a:pt x="2484005" y="729681"/>
                </a:moveTo>
                <a:lnTo>
                  <a:pt x="2441110" y="736605"/>
                </a:lnTo>
                <a:lnTo>
                  <a:pt x="2353626" y="751198"/>
                </a:lnTo>
                <a:moveTo>
                  <a:pt x="2840588" y="455967"/>
                </a:moveTo>
                <a:lnTo>
                  <a:pt x="2810681" y="462212"/>
                </a:lnTo>
                <a:lnTo>
                  <a:pt x="2762303" y="469267"/>
                </a:lnTo>
                <a:lnTo>
                  <a:pt x="2708850" y="474546"/>
                </a:lnTo>
                <a:moveTo>
                  <a:pt x="2920305" y="439311"/>
                </a:moveTo>
                <a:lnTo>
                  <a:pt x="2852152" y="453544"/>
                </a:lnTo>
                <a:moveTo>
                  <a:pt x="2689575" y="704236"/>
                </a:moveTo>
                <a:lnTo>
                  <a:pt x="2623616" y="711626"/>
                </a:lnTo>
                <a:lnTo>
                  <a:pt x="2561758" y="718378"/>
                </a:lnTo>
                <a:lnTo>
                  <a:pt x="2495873" y="727873"/>
                </a:lnTo>
                <a:moveTo>
                  <a:pt x="2824521" y="1609114"/>
                </a:moveTo>
                <a:lnTo>
                  <a:pt x="2813178" y="1533097"/>
                </a:lnTo>
                <a:moveTo>
                  <a:pt x="2846276" y="1789149"/>
                </a:moveTo>
                <a:lnTo>
                  <a:pt x="2836880" y="1695052"/>
                </a:lnTo>
                <a:lnTo>
                  <a:pt x="2826551" y="1625680"/>
                </a:lnTo>
                <a:lnTo>
                  <a:pt x="2826011" y="1620704"/>
                </a:lnTo>
                <a:moveTo>
                  <a:pt x="3089478" y="1587679"/>
                </a:moveTo>
                <a:lnTo>
                  <a:pt x="2969690" y="1600136"/>
                </a:lnTo>
                <a:lnTo>
                  <a:pt x="2957086" y="1601069"/>
                </a:lnTo>
                <a:lnTo>
                  <a:pt x="2896128" y="1605382"/>
                </a:lnTo>
                <a:lnTo>
                  <a:pt x="2829743" y="1613059"/>
                </a:lnTo>
                <a:moveTo>
                  <a:pt x="2926910" y="509559"/>
                </a:moveTo>
                <a:lnTo>
                  <a:pt x="2862105" y="521132"/>
                </a:lnTo>
                <a:lnTo>
                  <a:pt x="2828917" y="526075"/>
                </a:lnTo>
                <a:lnTo>
                  <a:pt x="2766682" y="535684"/>
                </a:lnTo>
                <a:lnTo>
                  <a:pt x="2728124" y="541086"/>
                </a:lnTo>
                <a:lnTo>
                  <a:pt x="2712206" y="542845"/>
                </a:lnTo>
                <a:moveTo>
                  <a:pt x="2792422" y="1443935"/>
                </a:moveTo>
                <a:lnTo>
                  <a:pt x="2782838" y="1447323"/>
                </a:lnTo>
                <a:moveTo>
                  <a:pt x="2955662" y="1418898"/>
                </a:moveTo>
                <a:lnTo>
                  <a:pt x="2916024" y="1423375"/>
                </a:lnTo>
                <a:lnTo>
                  <a:pt x="2849091" y="1432550"/>
                </a:lnTo>
                <a:lnTo>
                  <a:pt x="2804469" y="1440653"/>
                </a:lnTo>
                <a:moveTo>
                  <a:pt x="2872221" y="2224335"/>
                </a:moveTo>
                <a:lnTo>
                  <a:pt x="2875740" y="2245157"/>
                </a:lnTo>
                <a:lnTo>
                  <a:pt x="2877230" y="2256533"/>
                </a:lnTo>
                <a:lnTo>
                  <a:pt x="2864274" y="2282380"/>
                </a:lnTo>
                <a:lnTo>
                  <a:pt x="2854329" y="2289476"/>
                </a:lnTo>
                <a:lnTo>
                  <a:pt x="2855500" y="2306164"/>
                </a:lnTo>
                <a:lnTo>
                  <a:pt x="2857129" y="2327689"/>
                </a:lnTo>
                <a:lnTo>
                  <a:pt x="2861270" y="2354641"/>
                </a:lnTo>
                <a:lnTo>
                  <a:pt x="2865166" y="2379931"/>
                </a:lnTo>
                <a:lnTo>
                  <a:pt x="2866050" y="2398985"/>
                </a:lnTo>
                <a:lnTo>
                  <a:pt x="2867318" y="2425813"/>
                </a:lnTo>
                <a:lnTo>
                  <a:pt x="2819300" y="2422171"/>
                </a:lnTo>
                <a:lnTo>
                  <a:pt x="2781512" y="2419315"/>
                </a:lnTo>
                <a:lnTo>
                  <a:pt x="2750959" y="2425404"/>
                </a:lnTo>
                <a:moveTo>
                  <a:pt x="2857832" y="2123306"/>
                </a:moveTo>
                <a:lnTo>
                  <a:pt x="2860345" y="2142949"/>
                </a:lnTo>
                <a:lnTo>
                  <a:pt x="2866197" y="2188577"/>
                </a:lnTo>
                <a:lnTo>
                  <a:pt x="2870265" y="2212705"/>
                </a:lnTo>
                <a:moveTo>
                  <a:pt x="2715054" y="774999"/>
                </a:moveTo>
                <a:lnTo>
                  <a:pt x="2704921" y="776276"/>
                </a:lnTo>
                <a:moveTo>
                  <a:pt x="623512" y="333879"/>
                </a:moveTo>
                <a:lnTo>
                  <a:pt x="626974" y="350035"/>
                </a:lnTo>
                <a:lnTo>
                  <a:pt x="628775" y="366437"/>
                </a:lnTo>
                <a:lnTo>
                  <a:pt x="630903" y="381439"/>
                </a:lnTo>
                <a:moveTo>
                  <a:pt x="860674" y="489744"/>
                </a:moveTo>
                <a:lnTo>
                  <a:pt x="861861" y="497577"/>
                </a:lnTo>
                <a:lnTo>
                  <a:pt x="868605" y="541520"/>
                </a:lnTo>
                <a:moveTo>
                  <a:pt x="864636" y="546479"/>
                </a:moveTo>
                <a:lnTo>
                  <a:pt x="787333" y="551775"/>
                </a:lnTo>
                <a:moveTo>
                  <a:pt x="920691" y="511728"/>
                </a:moveTo>
                <a:lnTo>
                  <a:pt x="922230" y="544908"/>
                </a:lnTo>
                <a:lnTo>
                  <a:pt x="876372" y="545939"/>
                </a:lnTo>
                <a:moveTo>
                  <a:pt x="762886" y="507136"/>
                </a:moveTo>
                <a:lnTo>
                  <a:pt x="764678" y="516409"/>
                </a:lnTo>
                <a:lnTo>
                  <a:pt x="765759" y="532508"/>
                </a:lnTo>
                <a:lnTo>
                  <a:pt x="763156" y="541880"/>
                </a:lnTo>
                <a:lnTo>
                  <a:pt x="768926" y="590414"/>
                </a:lnTo>
                <a:moveTo>
                  <a:pt x="2762319" y="2545806"/>
                </a:moveTo>
                <a:lnTo>
                  <a:pt x="2762851" y="2549563"/>
                </a:lnTo>
                <a:lnTo>
                  <a:pt x="2777362" y="2646017"/>
                </a:lnTo>
                <a:moveTo>
                  <a:pt x="2745156" y="2433900"/>
                </a:moveTo>
                <a:lnTo>
                  <a:pt x="2753766" y="2484824"/>
                </a:lnTo>
                <a:lnTo>
                  <a:pt x="2760682" y="2534135"/>
                </a:lnTo>
                <a:moveTo>
                  <a:pt x="2733575" y="2377451"/>
                </a:moveTo>
                <a:lnTo>
                  <a:pt x="2742955" y="2422269"/>
                </a:lnTo>
                <a:moveTo>
                  <a:pt x="2725407" y="2340105"/>
                </a:moveTo>
                <a:lnTo>
                  <a:pt x="2731095" y="2365919"/>
                </a:lnTo>
                <a:moveTo>
                  <a:pt x="2707352" y="2247383"/>
                </a:moveTo>
                <a:lnTo>
                  <a:pt x="2723034" y="2328598"/>
                </a:lnTo>
                <a:moveTo>
                  <a:pt x="2688822" y="2138415"/>
                </a:moveTo>
                <a:lnTo>
                  <a:pt x="2705339" y="2235769"/>
                </a:lnTo>
                <a:moveTo>
                  <a:pt x="2889253" y="1159032"/>
                </a:moveTo>
                <a:lnTo>
                  <a:pt x="3031107" y="1143375"/>
                </a:lnTo>
                <a:moveTo>
                  <a:pt x="2874136" y="1093212"/>
                </a:moveTo>
                <a:lnTo>
                  <a:pt x="2881281" y="1152706"/>
                </a:lnTo>
                <a:moveTo>
                  <a:pt x="2864216" y="1023014"/>
                </a:moveTo>
                <a:lnTo>
                  <a:pt x="2872589" y="1081500"/>
                </a:lnTo>
                <a:moveTo>
                  <a:pt x="1177038" y="1682660"/>
                </a:moveTo>
                <a:lnTo>
                  <a:pt x="1178904" y="1706494"/>
                </a:lnTo>
                <a:lnTo>
                  <a:pt x="1182325" y="1784549"/>
                </a:lnTo>
                <a:lnTo>
                  <a:pt x="1182497" y="1793348"/>
                </a:lnTo>
                <a:lnTo>
                  <a:pt x="1184134" y="1831005"/>
                </a:lnTo>
                <a:lnTo>
                  <a:pt x="1189397" y="1948067"/>
                </a:lnTo>
                <a:moveTo>
                  <a:pt x="1163051" y="1605562"/>
                </a:moveTo>
                <a:lnTo>
                  <a:pt x="1169590" y="1636549"/>
                </a:lnTo>
                <a:lnTo>
                  <a:pt x="1174100" y="1659073"/>
                </a:lnTo>
                <a:lnTo>
                  <a:pt x="1175581" y="1670973"/>
                </a:lnTo>
                <a:moveTo>
                  <a:pt x="1145258" y="1521164"/>
                </a:moveTo>
                <a:lnTo>
                  <a:pt x="1160505" y="1593474"/>
                </a:lnTo>
                <a:moveTo>
                  <a:pt x="1507086" y="1514436"/>
                </a:moveTo>
                <a:lnTo>
                  <a:pt x="1505048" y="1489768"/>
                </a:lnTo>
                <a:moveTo>
                  <a:pt x="1541306" y="1700609"/>
                </a:moveTo>
                <a:lnTo>
                  <a:pt x="1508691" y="1526246"/>
                </a:lnTo>
                <a:moveTo>
                  <a:pt x="925266" y="1448755"/>
                </a:moveTo>
                <a:lnTo>
                  <a:pt x="930930" y="1516016"/>
                </a:lnTo>
                <a:moveTo>
                  <a:pt x="381668" y="672725"/>
                </a:moveTo>
                <a:lnTo>
                  <a:pt x="392668" y="800101"/>
                </a:lnTo>
                <a:lnTo>
                  <a:pt x="532181" y="791834"/>
                </a:lnTo>
                <a:moveTo>
                  <a:pt x="1021721" y="774614"/>
                </a:moveTo>
                <a:lnTo>
                  <a:pt x="1021655" y="774213"/>
                </a:lnTo>
                <a:lnTo>
                  <a:pt x="1016720" y="703442"/>
                </a:lnTo>
                <a:lnTo>
                  <a:pt x="1014797" y="658075"/>
                </a:lnTo>
                <a:lnTo>
                  <a:pt x="1013790" y="627923"/>
                </a:lnTo>
                <a:lnTo>
                  <a:pt x="1015722" y="622391"/>
                </a:lnTo>
                <a:moveTo>
                  <a:pt x="1037517" y="866084"/>
                </a:moveTo>
                <a:lnTo>
                  <a:pt x="1023726" y="786253"/>
                </a:lnTo>
                <a:moveTo>
                  <a:pt x="1060245" y="978940"/>
                </a:moveTo>
                <a:lnTo>
                  <a:pt x="1056710" y="967261"/>
                </a:lnTo>
                <a:lnTo>
                  <a:pt x="1039628" y="878336"/>
                </a:lnTo>
                <a:lnTo>
                  <a:pt x="1039522" y="877698"/>
                </a:lnTo>
                <a:moveTo>
                  <a:pt x="800968" y="1622627"/>
                </a:moveTo>
                <a:lnTo>
                  <a:pt x="796590" y="1550423"/>
                </a:lnTo>
                <a:moveTo>
                  <a:pt x="802450" y="1645396"/>
                </a:moveTo>
                <a:lnTo>
                  <a:pt x="801713" y="1634396"/>
                </a:lnTo>
                <a:moveTo>
                  <a:pt x="841842" y="1702483"/>
                </a:moveTo>
                <a:lnTo>
                  <a:pt x="837258" y="1647123"/>
                </a:lnTo>
                <a:lnTo>
                  <a:pt x="807344" y="1649611"/>
                </a:lnTo>
                <a:moveTo>
                  <a:pt x="811142" y="1733887"/>
                </a:moveTo>
                <a:lnTo>
                  <a:pt x="844264" y="1731686"/>
                </a:lnTo>
                <a:lnTo>
                  <a:pt x="842816" y="1714228"/>
                </a:lnTo>
                <a:moveTo>
                  <a:pt x="812713" y="1807359"/>
                </a:moveTo>
                <a:lnTo>
                  <a:pt x="806927" y="1738790"/>
                </a:lnTo>
                <a:moveTo>
                  <a:pt x="828108" y="1990095"/>
                </a:moveTo>
                <a:lnTo>
                  <a:pt x="813703" y="1819096"/>
                </a:lnTo>
                <a:moveTo>
                  <a:pt x="1162822" y="1972727"/>
                </a:moveTo>
                <a:lnTo>
                  <a:pt x="1178577" y="2096297"/>
                </a:lnTo>
                <a:lnTo>
                  <a:pt x="1244437" y="2087450"/>
                </a:lnTo>
                <a:lnTo>
                  <a:pt x="1273681" y="2103401"/>
                </a:lnTo>
                <a:lnTo>
                  <a:pt x="1285483" y="2171635"/>
                </a:lnTo>
                <a:moveTo>
                  <a:pt x="1293815" y="2177594"/>
                </a:moveTo>
                <a:lnTo>
                  <a:pt x="1338952" y="2169859"/>
                </a:lnTo>
                <a:lnTo>
                  <a:pt x="1362393" y="2166995"/>
                </a:lnTo>
                <a:lnTo>
                  <a:pt x="1489809" y="2154170"/>
                </a:lnTo>
                <a:moveTo>
                  <a:pt x="1211691" y="2191131"/>
                </a:moveTo>
                <a:lnTo>
                  <a:pt x="1280097" y="2179705"/>
                </a:lnTo>
                <a:lnTo>
                  <a:pt x="1282053" y="2179427"/>
                </a:lnTo>
                <a:moveTo>
                  <a:pt x="1095586" y="2209661"/>
                </a:moveTo>
                <a:lnTo>
                  <a:pt x="1200069" y="2193022"/>
                </a:lnTo>
                <a:moveTo>
                  <a:pt x="1538237" y="2509533"/>
                </a:moveTo>
                <a:lnTo>
                  <a:pt x="1533506" y="2504074"/>
                </a:lnTo>
                <a:lnTo>
                  <a:pt x="1530977" y="2498132"/>
                </a:lnTo>
                <a:lnTo>
                  <a:pt x="1528497" y="2479135"/>
                </a:lnTo>
                <a:lnTo>
                  <a:pt x="1526533" y="2454124"/>
                </a:lnTo>
                <a:lnTo>
                  <a:pt x="1523652" y="2432377"/>
                </a:lnTo>
                <a:lnTo>
                  <a:pt x="1509755" y="2338534"/>
                </a:lnTo>
                <a:lnTo>
                  <a:pt x="1505073" y="2331806"/>
                </a:lnTo>
                <a:moveTo>
                  <a:pt x="2034954" y="2546085"/>
                </a:moveTo>
                <a:lnTo>
                  <a:pt x="2100528" y="2537606"/>
                </a:lnTo>
                <a:lnTo>
                  <a:pt x="2118084" y="2533006"/>
                </a:lnTo>
                <a:moveTo>
                  <a:pt x="1933573" y="2562265"/>
                </a:moveTo>
                <a:lnTo>
                  <a:pt x="1947986" y="2559736"/>
                </a:lnTo>
                <a:lnTo>
                  <a:pt x="2023259" y="2547599"/>
                </a:lnTo>
                <a:moveTo>
                  <a:pt x="1558976" y="2680581"/>
                </a:moveTo>
                <a:lnTo>
                  <a:pt x="1570991" y="2678993"/>
                </a:lnTo>
                <a:lnTo>
                  <a:pt x="1648449" y="2661609"/>
                </a:lnTo>
                <a:lnTo>
                  <a:pt x="1651657" y="2657132"/>
                </a:lnTo>
                <a:lnTo>
                  <a:pt x="1711830" y="2646844"/>
                </a:lnTo>
                <a:lnTo>
                  <a:pt x="1704832" y="2607198"/>
                </a:lnTo>
                <a:lnTo>
                  <a:pt x="1770423" y="2592483"/>
                </a:lnTo>
                <a:lnTo>
                  <a:pt x="1799396" y="2586254"/>
                </a:lnTo>
                <a:lnTo>
                  <a:pt x="1914830" y="2565564"/>
                </a:lnTo>
                <a:lnTo>
                  <a:pt x="1921959" y="2564312"/>
                </a:lnTo>
                <a:moveTo>
                  <a:pt x="480962" y="3056192"/>
                </a:moveTo>
                <a:lnTo>
                  <a:pt x="464888" y="3028921"/>
                </a:lnTo>
                <a:lnTo>
                  <a:pt x="448061" y="2996134"/>
                </a:lnTo>
                <a:lnTo>
                  <a:pt x="427247" y="2954074"/>
                </a:lnTo>
                <a:lnTo>
                  <a:pt x="409291" y="2915427"/>
                </a:lnTo>
                <a:lnTo>
                  <a:pt x="394624" y="2880233"/>
                </a:lnTo>
                <a:lnTo>
                  <a:pt x="384459" y="2847086"/>
                </a:lnTo>
                <a:lnTo>
                  <a:pt x="370840" y="2820446"/>
                </a:lnTo>
                <a:moveTo>
                  <a:pt x="554402" y="3166642"/>
                </a:moveTo>
                <a:lnTo>
                  <a:pt x="538933" y="3145861"/>
                </a:lnTo>
                <a:lnTo>
                  <a:pt x="487682" y="3067037"/>
                </a:lnTo>
                <a:moveTo>
                  <a:pt x="338838" y="2829760"/>
                </a:moveTo>
                <a:lnTo>
                  <a:pt x="346090" y="2730048"/>
                </a:lnTo>
                <a:moveTo>
                  <a:pt x="2563223" y="1105612"/>
                </a:moveTo>
                <a:lnTo>
                  <a:pt x="2664670" y="1100308"/>
                </a:lnTo>
                <a:lnTo>
                  <a:pt x="2736063" y="1099465"/>
                </a:lnTo>
                <a:moveTo>
                  <a:pt x="764645" y="1656274"/>
                </a:moveTo>
                <a:lnTo>
                  <a:pt x="795861" y="1653270"/>
                </a:lnTo>
                <a:moveTo>
                  <a:pt x="799192" y="1732078"/>
                </a:moveTo>
                <a:lnTo>
                  <a:pt x="771447" y="1734018"/>
                </a:lnTo>
                <a:lnTo>
                  <a:pt x="765562" y="1666758"/>
                </a:lnTo>
                <a:moveTo>
                  <a:pt x="1595180" y="887274"/>
                </a:moveTo>
                <a:lnTo>
                  <a:pt x="1495006" y="892577"/>
                </a:lnTo>
                <a:lnTo>
                  <a:pt x="1486502" y="892868"/>
                </a:lnTo>
                <a:lnTo>
                  <a:pt x="1480061" y="893367"/>
                </a:lnTo>
                <a:lnTo>
                  <a:pt x="1474811" y="893944"/>
                </a:lnTo>
                <a:lnTo>
                  <a:pt x="1471128" y="894742"/>
                </a:lnTo>
                <a:lnTo>
                  <a:pt x="1468239" y="895508"/>
                </a:lnTo>
                <a:moveTo>
                  <a:pt x="677219" y="510247"/>
                </a:moveTo>
                <a:lnTo>
                  <a:pt x="676809" y="507529"/>
                </a:lnTo>
                <a:lnTo>
                  <a:pt x="659818" y="396842"/>
                </a:lnTo>
                <a:lnTo>
                  <a:pt x="664860" y="396032"/>
                </a:lnTo>
                <a:lnTo>
                  <a:pt x="664336" y="388764"/>
                </a:lnTo>
                <a:moveTo>
                  <a:pt x="1208287" y="2631367"/>
                </a:moveTo>
                <a:lnTo>
                  <a:pt x="1187514" y="2595691"/>
                </a:lnTo>
                <a:lnTo>
                  <a:pt x="1184887" y="2519788"/>
                </a:lnTo>
                <a:moveTo>
                  <a:pt x="1246852" y="2697580"/>
                </a:moveTo>
                <a:lnTo>
                  <a:pt x="1214220" y="2641557"/>
                </a:lnTo>
                <a:moveTo>
                  <a:pt x="2648546" y="1847185"/>
                </a:moveTo>
                <a:lnTo>
                  <a:pt x="2647409" y="1841456"/>
                </a:lnTo>
                <a:lnTo>
                  <a:pt x="2645911" y="1832903"/>
                </a:lnTo>
                <a:lnTo>
                  <a:pt x="2645158" y="1828508"/>
                </a:lnTo>
                <a:moveTo>
                  <a:pt x="2667215" y="1967882"/>
                </a:moveTo>
                <a:lnTo>
                  <a:pt x="2650699" y="1859421"/>
                </a:lnTo>
                <a:moveTo>
                  <a:pt x="2689551" y="2126015"/>
                </a:moveTo>
                <a:lnTo>
                  <a:pt x="2671586" y="1998173"/>
                </a:lnTo>
                <a:moveTo>
                  <a:pt x="1576974" y="1804822"/>
                </a:moveTo>
                <a:lnTo>
                  <a:pt x="1576917" y="1802457"/>
                </a:lnTo>
                <a:lnTo>
                  <a:pt x="1578832" y="1781054"/>
                </a:lnTo>
                <a:lnTo>
                  <a:pt x="1585338" y="1757082"/>
                </a:lnTo>
                <a:lnTo>
                  <a:pt x="1590274" y="1740148"/>
                </a:lnTo>
                <a:lnTo>
                  <a:pt x="1589709" y="1737210"/>
                </a:lnTo>
                <a:lnTo>
                  <a:pt x="1587393" y="1735074"/>
                </a:lnTo>
                <a:lnTo>
                  <a:pt x="1563911" y="1724852"/>
                </a:lnTo>
                <a:lnTo>
                  <a:pt x="1553075" y="1716896"/>
                </a:lnTo>
                <a:lnTo>
                  <a:pt x="1548696" y="1711241"/>
                </a:lnTo>
                <a:moveTo>
                  <a:pt x="1577465" y="1824719"/>
                </a:moveTo>
                <a:lnTo>
                  <a:pt x="1577260" y="1816624"/>
                </a:lnTo>
                <a:moveTo>
                  <a:pt x="1584741" y="1896996"/>
                </a:moveTo>
                <a:lnTo>
                  <a:pt x="1578333" y="1836496"/>
                </a:lnTo>
                <a:moveTo>
                  <a:pt x="666358" y="2893427"/>
                </a:moveTo>
                <a:lnTo>
                  <a:pt x="557144" y="2675457"/>
                </a:lnTo>
                <a:moveTo>
                  <a:pt x="770440" y="3051036"/>
                </a:moveTo>
                <a:lnTo>
                  <a:pt x="672472" y="2904001"/>
                </a:lnTo>
                <a:moveTo>
                  <a:pt x="835270" y="345607"/>
                </a:moveTo>
                <a:lnTo>
                  <a:pt x="858080" y="341237"/>
                </a:lnTo>
                <a:lnTo>
                  <a:pt x="897431" y="330441"/>
                </a:lnTo>
                <a:lnTo>
                  <a:pt x="993656" y="309661"/>
                </a:lnTo>
                <a:lnTo>
                  <a:pt x="1056759" y="289420"/>
                </a:lnTo>
                <a:lnTo>
                  <a:pt x="1111120" y="283135"/>
                </a:lnTo>
                <a:moveTo>
                  <a:pt x="668240" y="382781"/>
                </a:moveTo>
                <a:lnTo>
                  <a:pt x="719156" y="370611"/>
                </a:lnTo>
                <a:lnTo>
                  <a:pt x="734281" y="364939"/>
                </a:lnTo>
                <a:lnTo>
                  <a:pt x="823648" y="347833"/>
                </a:lnTo>
                <a:moveTo>
                  <a:pt x="639062" y="387544"/>
                </a:moveTo>
                <a:lnTo>
                  <a:pt x="656749" y="384966"/>
                </a:lnTo>
                <a:moveTo>
                  <a:pt x="493108" y="414013"/>
                </a:moveTo>
                <a:lnTo>
                  <a:pt x="580601" y="397014"/>
                </a:lnTo>
                <a:lnTo>
                  <a:pt x="627481" y="389337"/>
                </a:lnTo>
                <a:moveTo>
                  <a:pt x="2540691" y="1044793"/>
                </a:moveTo>
                <a:lnTo>
                  <a:pt x="2454050" y="1056218"/>
                </a:lnTo>
                <a:lnTo>
                  <a:pt x="2423792" y="1057282"/>
                </a:lnTo>
                <a:lnTo>
                  <a:pt x="2411900" y="1057700"/>
                </a:lnTo>
                <a:lnTo>
                  <a:pt x="2313702" y="1067235"/>
                </a:lnTo>
                <a:lnTo>
                  <a:pt x="2300844" y="1070811"/>
                </a:lnTo>
                <a:lnTo>
                  <a:pt x="2230760" y="1080125"/>
                </a:lnTo>
                <a:moveTo>
                  <a:pt x="338110" y="2723729"/>
                </a:moveTo>
                <a:lnTo>
                  <a:pt x="248514" y="2751835"/>
                </a:lnTo>
                <a:lnTo>
                  <a:pt x="226072" y="2689371"/>
                </a:lnTo>
                <a:lnTo>
                  <a:pt x="66949" y="2751835"/>
                </a:lnTo>
                <a:moveTo>
                  <a:pt x="1886070" y="854700"/>
                </a:moveTo>
                <a:lnTo>
                  <a:pt x="1894001" y="855019"/>
                </a:lnTo>
                <a:lnTo>
                  <a:pt x="1917531" y="854004"/>
                </a:lnTo>
                <a:moveTo>
                  <a:pt x="2739362" y="2427622"/>
                </a:moveTo>
                <a:lnTo>
                  <a:pt x="2612142" y="2450866"/>
                </a:lnTo>
                <a:moveTo>
                  <a:pt x="2713703" y="2241760"/>
                </a:moveTo>
                <a:lnTo>
                  <a:pt x="2866811" y="2220497"/>
                </a:lnTo>
                <a:moveTo>
                  <a:pt x="932542" y="1443411"/>
                </a:moveTo>
                <a:lnTo>
                  <a:pt x="1107044" y="1422933"/>
                </a:lnTo>
                <a:moveTo>
                  <a:pt x="1873310" y="1626179"/>
                </a:moveTo>
                <a:lnTo>
                  <a:pt x="1842496" y="1631409"/>
                </a:lnTo>
                <a:moveTo>
                  <a:pt x="346679" y="1947568"/>
                </a:moveTo>
                <a:lnTo>
                  <a:pt x="338094" y="1848315"/>
                </a:lnTo>
                <a:lnTo>
                  <a:pt x="468121" y="1826266"/>
                </a:lnTo>
                <a:lnTo>
                  <a:pt x="405624" y="1584495"/>
                </a:lnTo>
                <a:moveTo>
                  <a:pt x="355707" y="2047452"/>
                </a:moveTo>
                <a:lnTo>
                  <a:pt x="347727" y="1959469"/>
                </a:lnTo>
                <a:moveTo>
                  <a:pt x="515215" y="2027727"/>
                </a:moveTo>
                <a:lnTo>
                  <a:pt x="503666" y="1907219"/>
                </a:lnTo>
                <a:moveTo>
                  <a:pt x="507210" y="1900278"/>
                </a:moveTo>
                <a:lnTo>
                  <a:pt x="569756" y="1878794"/>
                </a:lnTo>
                <a:moveTo>
                  <a:pt x="352638" y="1953363"/>
                </a:moveTo>
                <a:lnTo>
                  <a:pt x="495924" y="1904158"/>
                </a:lnTo>
                <a:moveTo>
                  <a:pt x="575027" y="1870675"/>
                </a:moveTo>
                <a:lnTo>
                  <a:pt x="555139" y="1702802"/>
                </a:lnTo>
                <a:lnTo>
                  <a:pt x="639594" y="1692621"/>
                </a:lnTo>
                <a:moveTo>
                  <a:pt x="659867" y="1917269"/>
                </a:moveTo>
                <a:lnTo>
                  <a:pt x="632261" y="1919921"/>
                </a:lnTo>
                <a:lnTo>
                  <a:pt x="623708" y="1919626"/>
                </a:lnTo>
                <a:lnTo>
                  <a:pt x="613682" y="1918579"/>
                </a:lnTo>
                <a:lnTo>
                  <a:pt x="605473" y="1917277"/>
                </a:lnTo>
                <a:lnTo>
                  <a:pt x="599621" y="1915452"/>
                </a:lnTo>
                <a:lnTo>
                  <a:pt x="591936" y="1910181"/>
                </a:lnTo>
                <a:lnTo>
                  <a:pt x="577761" y="1880062"/>
                </a:lnTo>
                <a:moveTo>
                  <a:pt x="1169296" y="1599825"/>
                </a:moveTo>
                <a:lnTo>
                  <a:pt x="1224795" y="1592533"/>
                </a:lnTo>
                <a:lnTo>
                  <a:pt x="1229403" y="1589562"/>
                </a:lnTo>
                <a:moveTo>
                  <a:pt x="1239036" y="1585764"/>
                </a:moveTo>
                <a:lnTo>
                  <a:pt x="1318900" y="1568519"/>
                </a:lnTo>
                <a:moveTo>
                  <a:pt x="1218435" y="1514960"/>
                </a:moveTo>
                <a:lnTo>
                  <a:pt x="1230540" y="1580109"/>
                </a:lnTo>
                <a:moveTo>
                  <a:pt x="1324302" y="1572063"/>
                </a:moveTo>
                <a:lnTo>
                  <a:pt x="1338698" y="1643367"/>
                </a:lnTo>
                <a:lnTo>
                  <a:pt x="1352113" y="1709244"/>
                </a:lnTo>
                <a:lnTo>
                  <a:pt x="1356753" y="1712943"/>
                </a:lnTo>
                <a:lnTo>
                  <a:pt x="1536371" y="1709874"/>
                </a:lnTo>
                <a:moveTo>
                  <a:pt x="1398192" y="1499295"/>
                </a:moveTo>
                <a:lnTo>
                  <a:pt x="1405918" y="1546609"/>
                </a:lnTo>
                <a:lnTo>
                  <a:pt x="1329843" y="1563445"/>
                </a:lnTo>
                <a:moveTo>
                  <a:pt x="1059034" y="2415444"/>
                </a:moveTo>
                <a:lnTo>
                  <a:pt x="1093270" y="2409322"/>
                </a:lnTo>
                <a:lnTo>
                  <a:pt x="1113363" y="2409755"/>
                </a:lnTo>
                <a:lnTo>
                  <a:pt x="1230344" y="2385595"/>
                </a:lnTo>
                <a:moveTo>
                  <a:pt x="1225654" y="2295778"/>
                </a:moveTo>
                <a:lnTo>
                  <a:pt x="1225114" y="2292701"/>
                </a:lnTo>
                <a:lnTo>
                  <a:pt x="1222176" y="2276356"/>
                </a:lnTo>
                <a:lnTo>
                  <a:pt x="1207959" y="2196410"/>
                </a:lnTo>
                <a:moveTo>
                  <a:pt x="1236531" y="2377271"/>
                </a:moveTo>
                <a:lnTo>
                  <a:pt x="1227430" y="2307375"/>
                </a:lnTo>
                <a:moveTo>
                  <a:pt x="1250592" y="2466220"/>
                </a:moveTo>
                <a:lnTo>
                  <a:pt x="1238209" y="2388828"/>
                </a:lnTo>
                <a:moveTo>
                  <a:pt x="1496275" y="2146247"/>
                </a:moveTo>
                <a:lnTo>
                  <a:pt x="1488532" y="2064574"/>
                </a:lnTo>
                <a:lnTo>
                  <a:pt x="1515697" y="2059737"/>
                </a:lnTo>
                <a:lnTo>
                  <a:pt x="1513118" y="2043908"/>
                </a:lnTo>
                <a:lnTo>
                  <a:pt x="1560719" y="2037041"/>
                </a:lnTo>
                <a:lnTo>
                  <a:pt x="1557487" y="2015508"/>
                </a:lnTo>
                <a:moveTo>
                  <a:pt x="1583644" y="1916263"/>
                </a:moveTo>
                <a:lnTo>
                  <a:pt x="1594039" y="1999810"/>
                </a:lnTo>
                <a:moveTo>
                  <a:pt x="1487697" y="1909518"/>
                </a:moveTo>
                <a:lnTo>
                  <a:pt x="1473996" y="1824195"/>
                </a:lnTo>
                <a:lnTo>
                  <a:pt x="1569845" y="1812548"/>
                </a:lnTo>
                <a:moveTo>
                  <a:pt x="1549228" y="2008706"/>
                </a:moveTo>
                <a:lnTo>
                  <a:pt x="1503878" y="2014919"/>
                </a:lnTo>
                <a:lnTo>
                  <a:pt x="1491020" y="1928752"/>
                </a:lnTo>
                <a:moveTo>
                  <a:pt x="1590118" y="2005138"/>
                </a:moveTo>
                <a:lnTo>
                  <a:pt x="1566219" y="2008756"/>
                </a:lnTo>
                <a:lnTo>
                  <a:pt x="1561865" y="2008412"/>
                </a:lnTo>
                <a:moveTo>
                  <a:pt x="1684821" y="2019387"/>
                </a:moveTo>
                <a:lnTo>
                  <a:pt x="1678904" y="1991675"/>
                </a:lnTo>
                <a:lnTo>
                  <a:pt x="1601773" y="2003378"/>
                </a:lnTo>
                <a:moveTo>
                  <a:pt x="1073119" y="2540904"/>
                </a:moveTo>
                <a:lnTo>
                  <a:pt x="1054835" y="2420813"/>
                </a:lnTo>
                <a:moveTo>
                  <a:pt x="1533449" y="2570213"/>
                </a:moveTo>
                <a:lnTo>
                  <a:pt x="1511113" y="2547828"/>
                </a:lnTo>
                <a:lnTo>
                  <a:pt x="1509779" y="2546592"/>
                </a:lnTo>
                <a:lnTo>
                  <a:pt x="1537836" y="2519706"/>
                </a:lnTo>
                <a:moveTo>
                  <a:pt x="1553607" y="2673984"/>
                </a:moveTo>
                <a:lnTo>
                  <a:pt x="1546413" y="2596755"/>
                </a:lnTo>
                <a:lnTo>
                  <a:pt x="1540496" y="2579306"/>
                </a:lnTo>
                <a:moveTo>
                  <a:pt x="2266338" y="1405402"/>
                </a:moveTo>
                <a:lnTo>
                  <a:pt x="2247547" y="1269007"/>
                </a:lnTo>
                <a:lnTo>
                  <a:pt x="2242194" y="1225490"/>
                </a:lnTo>
                <a:moveTo>
                  <a:pt x="2578168" y="1194627"/>
                </a:moveTo>
                <a:lnTo>
                  <a:pt x="2617658" y="1190813"/>
                </a:lnTo>
                <a:lnTo>
                  <a:pt x="2658990" y="1186671"/>
                </a:lnTo>
                <a:lnTo>
                  <a:pt x="2676906" y="1185026"/>
                </a:lnTo>
                <a:lnTo>
                  <a:pt x="2697940" y="1182350"/>
                </a:lnTo>
                <a:lnTo>
                  <a:pt x="2745680" y="1176432"/>
                </a:lnTo>
                <a:lnTo>
                  <a:pt x="2766043" y="1173903"/>
                </a:lnTo>
                <a:lnTo>
                  <a:pt x="2872876" y="1159572"/>
                </a:lnTo>
                <a:moveTo>
                  <a:pt x="1719900" y="2359977"/>
                </a:moveTo>
                <a:lnTo>
                  <a:pt x="1719654" y="2359683"/>
                </a:lnTo>
                <a:lnTo>
                  <a:pt x="1700429" y="2331217"/>
                </a:lnTo>
                <a:lnTo>
                  <a:pt x="1688594" y="2314635"/>
                </a:lnTo>
                <a:lnTo>
                  <a:pt x="1684862" y="2310739"/>
                </a:lnTo>
                <a:lnTo>
                  <a:pt x="1683700" y="2309446"/>
                </a:lnTo>
                <a:lnTo>
                  <a:pt x="1680843" y="2306238"/>
                </a:lnTo>
                <a:lnTo>
                  <a:pt x="1675180" y="2301573"/>
                </a:lnTo>
                <a:lnTo>
                  <a:pt x="1668640" y="2298806"/>
                </a:lnTo>
                <a:lnTo>
                  <a:pt x="1660963" y="2297554"/>
                </a:lnTo>
                <a:lnTo>
                  <a:pt x="1652541" y="2297791"/>
                </a:lnTo>
                <a:lnTo>
                  <a:pt x="1645535" y="2298282"/>
                </a:lnTo>
                <a:lnTo>
                  <a:pt x="1597893" y="2307015"/>
                </a:lnTo>
                <a:lnTo>
                  <a:pt x="1556594" y="2308652"/>
                </a:lnTo>
                <a:lnTo>
                  <a:pt x="1554827" y="2312360"/>
                </a:lnTo>
                <a:moveTo>
                  <a:pt x="1541551" y="2317508"/>
                </a:moveTo>
                <a:lnTo>
                  <a:pt x="1537312" y="2314741"/>
                </a:lnTo>
                <a:lnTo>
                  <a:pt x="1529013" y="2303832"/>
                </a:lnTo>
                <a:moveTo>
                  <a:pt x="2012365" y="2118862"/>
                </a:moveTo>
                <a:lnTo>
                  <a:pt x="2030747" y="2197916"/>
                </a:lnTo>
                <a:moveTo>
                  <a:pt x="1728199" y="2363758"/>
                </a:moveTo>
                <a:lnTo>
                  <a:pt x="1767959" y="2339344"/>
                </a:lnTo>
                <a:lnTo>
                  <a:pt x="1816109" y="2310977"/>
                </a:lnTo>
                <a:lnTo>
                  <a:pt x="1845949" y="2295532"/>
                </a:lnTo>
                <a:lnTo>
                  <a:pt x="1860804" y="2289427"/>
                </a:lnTo>
                <a:lnTo>
                  <a:pt x="1862040" y="2288846"/>
                </a:lnTo>
                <a:moveTo>
                  <a:pt x="1546356" y="2512037"/>
                </a:moveTo>
                <a:lnTo>
                  <a:pt x="1567185" y="2494424"/>
                </a:lnTo>
                <a:lnTo>
                  <a:pt x="1613084" y="2450997"/>
                </a:lnTo>
                <a:lnTo>
                  <a:pt x="1626654" y="2439383"/>
                </a:lnTo>
                <a:lnTo>
                  <a:pt x="1667535" y="2409551"/>
                </a:lnTo>
                <a:lnTo>
                  <a:pt x="1670662" y="2402414"/>
                </a:lnTo>
                <a:lnTo>
                  <a:pt x="1688488" y="2390538"/>
                </a:lnTo>
                <a:lnTo>
                  <a:pt x="1718451" y="2370093"/>
                </a:lnTo>
                <a:moveTo>
                  <a:pt x="2039488" y="2203170"/>
                </a:moveTo>
                <a:lnTo>
                  <a:pt x="2070148" y="2194961"/>
                </a:lnTo>
                <a:lnTo>
                  <a:pt x="2067316" y="2182022"/>
                </a:lnTo>
                <a:lnTo>
                  <a:pt x="2049613" y="2105971"/>
                </a:lnTo>
                <a:lnTo>
                  <a:pt x="2041166" y="2107919"/>
                </a:lnTo>
                <a:moveTo>
                  <a:pt x="1872721" y="2283853"/>
                </a:moveTo>
                <a:lnTo>
                  <a:pt x="1890784" y="2275415"/>
                </a:lnTo>
                <a:lnTo>
                  <a:pt x="1915469" y="2266166"/>
                </a:lnTo>
                <a:lnTo>
                  <a:pt x="1932239" y="2257851"/>
                </a:lnTo>
                <a:lnTo>
                  <a:pt x="1956669" y="2244805"/>
                </a:lnTo>
                <a:lnTo>
                  <a:pt x="1974094" y="2231865"/>
                </a:lnTo>
                <a:lnTo>
                  <a:pt x="1991470" y="2222977"/>
                </a:lnTo>
                <a:lnTo>
                  <a:pt x="2007683" y="2217092"/>
                </a:lnTo>
                <a:lnTo>
                  <a:pt x="2024208" y="2209112"/>
                </a:lnTo>
                <a:lnTo>
                  <a:pt x="2029012" y="2206902"/>
                </a:lnTo>
                <a:moveTo>
                  <a:pt x="2779932" y="2668157"/>
                </a:moveTo>
                <a:lnTo>
                  <a:pt x="2786709" y="2733141"/>
                </a:lnTo>
                <a:lnTo>
                  <a:pt x="2795303" y="2817409"/>
                </a:lnTo>
                <a:lnTo>
                  <a:pt x="2798789" y="2851571"/>
                </a:lnTo>
                <a:lnTo>
                  <a:pt x="2800434" y="2866132"/>
                </a:lnTo>
                <a:moveTo>
                  <a:pt x="2016408" y="3163597"/>
                </a:moveTo>
                <a:lnTo>
                  <a:pt x="2012201" y="3145460"/>
                </a:lnTo>
                <a:lnTo>
                  <a:pt x="2010695" y="3134788"/>
                </a:lnTo>
                <a:lnTo>
                  <a:pt x="2011383" y="3121995"/>
                </a:lnTo>
                <a:lnTo>
                  <a:pt x="2015532" y="3109490"/>
                </a:lnTo>
                <a:lnTo>
                  <a:pt x="2019322" y="3103114"/>
                </a:lnTo>
                <a:lnTo>
                  <a:pt x="2026860" y="3093546"/>
                </a:lnTo>
                <a:lnTo>
                  <a:pt x="2038318" y="3086630"/>
                </a:lnTo>
                <a:lnTo>
                  <a:pt x="2052952" y="3077455"/>
                </a:lnTo>
                <a:lnTo>
                  <a:pt x="2059033" y="3069304"/>
                </a:lnTo>
                <a:lnTo>
                  <a:pt x="2062953" y="3057796"/>
                </a:lnTo>
                <a:lnTo>
                  <a:pt x="2064451" y="3037523"/>
                </a:lnTo>
                <a:lnTo>
                  <a:pt x="2066317" y="3023863"/>
                </a:lnTo>
                <a:lnTo>
                  <a:pt x="2067840" y="3012757"/>
                </a:lnTo>
                <a:moveTo>
                  <a:pt x="1829114" y="3034798"/>
                </a:moveTo>
                <a:lnTo>
                  <a:pt x="1757639" y="3043277"/>
                </a:lnTo>
                <a:moveTo>
                  <a:pt x="2060670" y="3005383"/>
                </a:moveTo>
                <a:lnTo>
                  <a:pt x="1840842" y="3033357"/>
                </a:lnTo>
                <a:moveTo>
                  <a:pt x="1752924" y="3034258"/>
                </a:moveTo>
                <a:lnTo>
                  <a:pt x="1751959" y="3026540"/>
                </a:lnTo>
                <a:lnTo>
                  <a:pt x="1674484" y="3035567"/>
                </a:lnTo>
                <a:lnTo>
                  <a:pt x="1663902" y="2954180"/>
                </a:lnTo>
                <a:lnTo>
                  <a:pt x="1653573" y="2899983"/>
                </a:lnTo>
                <a:lnTo>
                  <a:pt x="1649374" y="2882304"/>
                </a:lnTo>
                <a:moveTo>
                  <a:pt x="1756517" y="3043964"/>
                </a:moveTo>
                <a:lnTo>
                  <a:pt x="1753947" y="3038906"/>
                </a:lnTo>
                <a:lnTo>
                  <a:pt x="1751746" y="3044685"/>
                </a:lnTo>
                <a:moveTo>
                  <a:pt x="2809724" y="2957724"/>
                </a:moveTo>
                <a:lnTo>
                  <a:pt x="2810518" y="2959255"/>
                </a:lnTo>
                <a:lnTo>
                  <a:pt x="2812237" y="2971368"/>
                </a:lnTo>
                <a:lnTo>
                  <a:pt x="2813702" y="2997861"/>
                </a:lnTo>
                <a:lnTo>
                  <a:pt x="2814757" y="3021416"/>
                </a:lnTo>
                <a:moveTo>
                  <a:pt x="2392281" y="2444409"/>
                </a:moveTo>
                <a:lnTo>
                  <a:pt x="2408061" y="2441937"/>
                </a:lnTo>
                <a:lnTo>
                  <a:pt x="2429881" y="2438524"/>
                </a:lnTo>
                <a:lnTo>
                  <a:pt x="2479929" y="2433155"/>
                </a:lnTo>
                <a:lnTo>
                  <a:pt x="2517259" y="2429455"/>
                </a:lnTo>
                <a:lnTo>
                  <a:pt x="2521318" y="2429079"/>
                </a:lnTo>
                <a:lnTo>
                  <a:pt x="2550832" y="2426337"/>
                </a:lnTo>
                <a:lnTo>
                  <a:pt x="2594987" y="2417367"/>
                </a:lnTo>
                <a:moveTo>
                  <a:pt x="2600242" y="2421042"/>
                </a:moveTo>
                <a:lnTo>
                  <a:pt x="2604301" y="2447527"/>
                </a:lnTo>
                <a:moveTo>
                  <a:pt x="829606" y="351860"/>
                </a:moveTo>
                <a:lnTo>
                  <a:pt x="836374" y="372207"/>
                </a:lnTo>
                <a:lnTo>
                  <a:pt x="932019" y="355085"/>
                </a:lnTo>
                <a:lnTo>
                  <a:pt x="940653" y="365626"/>
                </a:lnTo>
                <a:lnTo>
                  <a:pt x="954698" y="482427"/>
                </a:lnTo>
                <a:moveTo>
                  <a:pt x="1010271" y="574364"/>
                </a:moveTo>
                <a:lnTo>
                  <a:pt x="675287" y="601880"/>
                </a:lnTo>
                <a:lnTo>
                  <a:pt x="653696" y="526550"/>
                </a:lnTo>
                <a:moveTo>
                  <a:pt x="1072195" y="541921"/>
                </a:moveTo>
                <a:lnTo>
                  <a:pt x="1063724" y="569805"/>
                </a:lnTo>
                <a:lnTo>
                  <a:pt x="1022015" y="573374"/>
                </a:lnTo>
                <a:moveTo>
                  <a:pt x="2249396" y="1628250"/>
                </a:moveTo>
                <a:lnTo>
                  <a:pt x="2232381" y="1629322"/>
                </a:lnTo>
                <a:moveTo>
                  <a:pt x="1369554" y="212552"/>
                </a:moveTo>
                <a:lnTo>
                  <a:pt x="1370757" y="217053"/>
                </a:lnTo>
                <a:lnTo>
                  <a:pt x="1375660" y="253793"/>
                </a:lnTo>
                <a:lnTo>
                  <a:pt x="1382109" y="253793"/>
                </a:lnTo>
                <a:lnTo>
                  <a:pt x="1404395" y="253589"/>
                </a:lnTo>
                <a:lnTo>
                  <a:pt x="1419406" y="300224"/>
                </a:lnTo>
                <a:lnTo>
                  <a:pt x="1426093" y="317182"/>
                </a:lnTo>
                <a:lnTo>
                  <a:pt x="1427738" y="326038"/>
                </a:lnTo>
                <a:lnTo>
                  <a:pt x="1438934" y="393265"/>
                </a:lnTo>
                <a:lnTo>
                  <a:pt x="1456449" y="392300"/>
                </a:lnTo>
                <a:lnTo>
                  <a:pt x="1468496" y="499811"/>
                </a:lnTo>
                <a:moveTo>
                  <a:pt x="1476411" y="506310"/>
                </a:moveTo>
                <a:lnTo>
                  <a:pt x="1596232" y="494794"/>
                </a:lnTo>
                <a:moveTo>
                  <a:pt x="1307188" y="549966"/>
                </a:moveTo>
                <a:lnTo>
                  <a:pt x="1372198" y="542477"/>
                </a:lnTo>
                <a:lnTo>
                  <a:pt x="1370675" y="516467"/>
                </a:lnTo>
                <a:lnTo>
                  <a:pt x="1464674" y="507439"/>
                </a:lnTo>
                <a:moveTo>
                  <a:pt x="1376118" y="582221"/>
                </a:moveTo>
                <a:lnTo>
                  <a:pt x="1376781" y="586698"/>
                </a:lnTo>
                <a:lnTo>
                  <a:pt x="1377207" y="590455"/>
                </a:lnTo>
                <a:lnTo>
                  <a:pt x="1377370" y="593057"/>
                </a:lnTo>
                <a:lnTo>
                  <a:pt x="1377387" y="593884"/>
                </a:lnTo>
                <a:lnTo>
                  <a:pt x="1377247" y="595963"/>
                </a:lnTo>
                <a:lnTo>
                  <a:pt x="1377059" y="597272"/>
                </a:lnTo>
                <a:lnTo>
                  <a:pt x="1376617" y="599114"/>
                </a:lnTo>
                <a:lnTo>
                  <a:pt x="1375946" y="601078"/>
                </a:lnTo>
                <a:lnTo>
                  <a:pt x="1374768" y="603501"/>
                </a:lnTo>
                <a:lnTo>
                  <a:pt x="1373622" y="605285"/>
                </a:lnTo>
                <a:lnTo>
                  <a:pt x="1372615" y="606570"/>
                </a:lnTo>
                <a:lnTo>
                  <a:pt x="1370544" y="608657"/>
                </a:lnTo>
                <a:lnTo>
                  <a:pt x="1368539" y="610253"/>
                </a:lnTo>
                <a:lnTo>
                  <a:pt x="1366755" y="611252"/>
                </a:lnTo>
                <a:lnTo>
                  <a:pt x="1365028" y="612160"/>
                </a:lnTo>
                <a:lnTo>
                  <a:pt x="1362352" y="613429"/>
                </a:lnTo>
                <a:lnTo>
                  <a:pt x="1359896" y="614493"/>
                </a:lnTo>
                <a:lnTo>
                  <a:pt x="1356598" y="615728"/>
                </a:lnTo>
                <a:lnTo>
                  <a:pt x="1353570" y="616711"/>
                </a:lnTo>
                <a:lnTo>
                  <a:pt x="1350509" y="617537"/>
                </a:lnTo>
                <a:lnTo>
                  <a:pt x="1319702" y="625198"/>
                </a:lnTo>
                <a:moveTo>
                  <a:pt x="913489" y="1076451"/>
                </a:moveTo>
                <a:lnTo>
                  <a:pt x="932878" y="1182063"/>
                </a:lnTo>
                <a:lnTo>
                  <a:pt x="943919" y="1189028"/>
                </a:lnTo>
                <a:lnTo>
                  <a:pt x="963603" y="1186344"/>
                </a:lnTo>
                <a:lnTo>
                  <a:pt x="966320" y="1231408"/>
                </a:lnTo>
                <a:moveTo>
                  <a:pt x="900852" y="1007627"/>
                </a:moveTo>
                <a:lnTo>
                  <a:pt x="911361" y="1064853"/>
                </a:lnTo>
                <a:moveTo>
                  <a:pt x="947782" y="1241278"/>
                </a:moveTo>
                <a:lnTo>
                  <a:pt x="939843" y="1242751"/>
                </a:lnTo>
                <a:lnTo>
                  <a:pt x="870668" y="1250780"/>
                </a:lnTo>
                <a:lnTo>
                  <a:pt x="852228" y="1248317"/>
                </a:lnTo>
                <a:lnTo>
                  <a:pt x="831161" y="1247220"/>
                </a:lnTo>
                <a:lnTo>
                  <a:pt x="779607" y="1254775"/>
                </a:lnTo>
                <a:moveTo>
                  <a:pt x="1059018" y="1161005"/>
                </a:moveTo>
                <a:lnTo>
                  <a:pt x="1032197" y="1168616"/>
                </a:lnTo>
                <a:lnTo>
                  <a:pt x="1024430" y="1173191"/>
                </a:lnTo>
                <a:lnTo>
                  <a:pt x="1016131" y="1178487"/>
                </a:lnTo>
                <a:lnTo>
                  <a:pt x="1010287" y="1185141"/>
                </a:lnTo>
                <a:lnTo>
                  <a:pt x="990497" y="1219859"/>
                </a:lnTo>
                <a:lnTo>
                  <a:pt x="981109" y="1230401"/>
                </a:lnTo>
                <a:lnTo>
                  <a:pt x="973923" y="1234207"/>
                </a:lnTo>
                <a:moveTo>
                  <a:pt x="735828" y="1100186"/>
                </a:moveTo>
                <a:lnTo>
                  <a:pt x="672496" y="1114369"/>
                </a:lnTo>
                <a:lnTo>
                  <a:pt x="618315" y="1121072"/>
                </a:lnTo>
                <a:lnTo>
                  <a:pt x="614763" y="1121195"/>
                </a:lnTo>
                <a:lnTo>
                  <a:pt x="602502" y="1122660"/>
                </a:lnTo>
                <a:lnTo>
                  <a:pt x="595791" y="1123454"/>
                </a:lnTo>
                <a:moveTo>
                  <a:pt x="640339" y="1324916"/>
                </a:moveTo>
                <a:lnTo>
                  <a:pt x="637393" y="1284713"/>
                </a:lnTo>
                <a:lnTo>
                  <a:pt x="636419" y="1276423"/>
                </a:lnTo>
                <a:lnTo>
                  <a:pt x="636329" y="1275653"/>
                </a:lnTo>
                <a:lnTo>
                  <a:pt x="626958" y="1195838"/>
                </a:lnTo>
                <a:lnTo>
                  <a:pt x="623929" y="1169132"/>
                </a:lnTo>
                <a:moveTo>
                  <a:pt x="660244" y="1459624"/>
                </a:moveTo>
                <a:lnTo>
                  <a:pt x="648000" y="1405950"/>
                </a:lnTo>
                <a:lnTo>
                  <a:pt x="641370" y="1337111"/>
                </a:lnTo>
                <a:moveTo>
                  <a:pt x="633268" y="1330039"/>
                </a:moveTo>
                <a:lnTo>
                  <a:pt x="627105" y="1330498"/>
                </a:lnTo>
                <a:lnTo>
                  <a:pt x="618069" y="1331742"/>
                </a:lnTo>
                <a:moveTo>
                  <a:pt x="774843" y="1321544"/>
                </a:moveTo>
                <a:lnTo>
                  <a:pt x="645389" y="1329605"/>
                </a:lnTo>
                <a:moveTo>
                  <a:pt x="1065721" y="1154817"/>
                </a:moveTo>
                <a:lnTo>
                  <a:pt x="1039088" y="993198"/>
                </a:lnTo>
                <a:moveTo>
                  <a:pt x="1113224" y="1414814"/>
                </a:moveTo>
                <a:lnTo>
                  <a:pt x="1109933" y="1393649"/>
                </a:lnTo>
                <a:lnTo>
                  <a:pt x="1091706" y="1394926"/>
                </a:lnTo>
                <a:lnTo>
                  <a:pt x="1087156" y="1364619"/>
                </a:lnTo>
                <a:lnTo>
                  <a:pt x="1067881" y="1195191"/>
                </a:lnTo>
                <a:lnTo>
                  <a:pt x="1069322" y="1176678"/>
                </a:lnTo>
                <a:lnTo>
                  <a:pt x="1067644" y="1166480"/>
                </a:lnTo>
                <a:moveTo>
                  <a:pt x="1134708" y="1498648"/>
                </a:moveTo>
                <a:lnTo>
                  <a:pt x="1131213" y="1465476"/>
                </a:lnTo>
                <a:lnTo>
                  <a:pt x="1122325" y="1466115"/>
                </a:lnTo>
                <a:lnTo>
                  <a:pt x="1115155" y="1426346"/>
                </a:lnTo>
                <a:moveTo>
                  <a:pt x="1527237" y="2277805"/>
                </a:moveTo>
                <a:lnTo>
                  <a:pt x="1508044" y="2266085"/>
                </a:lnTo>
                <a:lnTo>
                  <a:pt x="1336497" y="2288215"/>
                </a:lnTo>
                <a:lnTo>
                  <a:pt x="1231129" y="2299698"/>
                </a:lnTo>
                <a:moveTo>
                  <a:pt x="1377427" y="1308383"/>
                </a:moveTo>
                <a:lnTo>
                  <a:pt x="1263753" y="1324801"/>
                </a:lnTo>
                <a:lnTo>
                  <a:pt x="1221627" y="1330882"/>
                </a:lnTo>
                <a:lnTo>
                  <a:pt x="1198498" y="1211552"/>
                </a:lnTo>
                <a:lnTo>
                  <a:pt x="1196943" y="1203540"/>
                </a:lnTo>
                <a:lnTo>
                  <a:pt x="1152902" y="976231"/>
                </a:lnTo>
                <a:moveTo>
                  <a:pt x="1611062" y="1373188"/>
                </a:moveTo>
                <a:lnTo>
                  <a:pt x="1686450" y="1350623"/>
                </a:lnTo>
                <a:lnTo>
                  <a:pt x="1716618" y="1339852"/>
                </a:lnTo>
                <a:moveTo>
                  <a:pt x="1526034" y="1465198"/>
                </a:moveTo>
                <a:lnTo>
                  <a:pt x="1525952" y="1462743"/>
                </a:lnTo>
                <a:lnTo>
                  <a:pt x="1564943" y="1432354"/>
                </a:lnTo>
                <a:lnTo>
                  <a:pt x="1598385" y="1393314"/>
                </a:lnTo>
                <a:lnTo>
                  <a:pt x="1605947" y="1377910"/>
                </a:lnTo>
                <a:moveTo>
                  <a:pt x="750061" y="2232774"/>
                </a:moveTo>
                <a:lnTo>
                  <a:pt x="738954" y="2120024"/>
                </a:lnTo>
                <a:lnTo>
                  <a:pt x="812754" y="2108950"/>
                </a:lnTo>
                <a:lnTo>
                  <a:pt x="811011" y="2071547"/>
                </a:lnTo>
                <a:lnTo>
                  <a:pt x="818311" y="2065204"/>
                </a:lnTo>
                <a:lnTo>
                  <a:pt x="812991" y="2019592"/>
                </a:lnTo>
                <a:moveTo>
                  <a:pt x="937944" y="2573413"/>
                </a:moveTo>
                <a:lnTo>
                  <a:pt x="917393" y="2486493"/>
                </a:lnTo>
                <a:lnTo>
                  <a:pt x="882527" y="2492820"/>
                </a:lnTo>
                <a:lnTo>
                  <a:pt x="872501" y="2453436"/>
                </a:lnTo>
                <a:lnTo>
                  <a:pt x="750977" y="2479766"/>
                </a:lnTo>
                <a:moveTo>
                  <a:pt x="1089046" y="2215316"/>
                </a:moveTo>
                <a:lnTo>
                  <a:pt x="1094988" y="2267026"/>
                </a:lnTo>
                <a:lnTo>
                  <a:pt x="1047044" y="2273541"/>
                </a:lnTo>
                <a:lnTo>
                  <a:pt x="1045006" y="2275415"/>
                </a:lnTo>
                <a:lnTo>
                  <a:pt x="1044523" y="2277600"/>
                </a:lnTo>
                <a:lnTo>
                  <a:pt x="1045358" y="2294632"/>
                </a:lnTo>
                <a:lnTo>
                  <a:pt x="1045857" y="2315183"/>
                </a:lnTo>
                <a:lnTo>
                  <a:pt x="1051013" y="2409092"/>
                </a:lnTo>
                <a:moveTo>
                  <a:pt x="1990668" y="2034455"/>
                </a:moveTo>
                <a:lnTo>
                  <a:pt x="1904886" y="2047141"/>
                </a:lnTo>
                <a:lnTo>
                  <a:pt x="1896145" y="1975617"/>
                </a:lnTo>
                <a:moveTo>
                  <a:pt x="2018135" y="2112265"/>
                </a:moveTo>
                <a:lnTo>
                  <a:pt x="2018372" y="2112191"/>
                </a:lnTo>
                <a:moveTo>
                  <a:pt x="1865650" y="2279139"/>
                </a:moveTo>
                <a:lnTo>
                  <a:pt x="1861901" y="2269907"/>
                </a:lnTo>
                <a:lnTo>
                  <a:pt x="1856720" y="2252793"/>
                </a:lnTo>
                <a:lnTo>
                  <a:pt x="1858120" y="2226594"/>
                </a:lnTo>
                <a:lnTo>
                  <a:pt x="1858054" y="2182455"/>
                </a:lnTo>
                <a:lnTo>
                  <a:pt x="1898936" y="2164335"/>
                </a:lnTo>
                <a:lnTo>
                  <a:pt x="1955417" y="2131065"/>
                </a:lnTo>
                <a:lnTo>
                  <a:pt x="2006832" y="2115653"/>
                </a:lnTo>
                <a:moveTo>
                  <a:pt x="1551839" y="2710904"/>
                </a:moveTo>
                <a:lnTo>
                  <a:pt x="1483695" y="2716895"/>
                </a:lnTo>
                <a:lnTo>
                  <a:pt x="1510565" y="2898951"/>
                </a:lnTo>
                <a:moveTo>
                  <a:pt x="1196214" y="3029494"/>
                </a:moveTo>
                <a:lnTo>
                  <a:pt x="1191099" y="3025746"/>
                </a:lnTo>
                <a:lnTo>
                  <a:pt x="1173699" y="2914617"/>
                </a:lnTo>
                <a:lnTo>
                  <a:pt x="1242596" y="2874169"/>
                </a:lnTo>
                <a:lnTo>
                  <a:pt x="1303317" y="2967472"/>
                </a:lnTo>
                <a:moveTo>
                  <a:pt x="2158728" y="2676570"/>
                </a:moveTo>
                <a:lnTo>
                  <a:pt x="2117012" y="2681833"/>
                </a:lnTo>
                <a:lnTo>
                  <a:pt x="2111438" y="2592548"/>
                </a:lnTo>
                <a:lnTo>
                  <a:pt x="2039685" y="2596411"/>
                </a:lnTo>
                <a:lnTo>
                  <a:pt x="2031197" y="2551265"/>
                </a:lnTo>
                <a:moveTo>
                  <a:pt x="2041575" y="2772263"/>
                </a:moveTo>
                <a:lnTo>
                  <a:pt x="2045913" y="2765781"/>
                </a:lnTo>
                <a:lnTo>
                  <a:pt x="2044162" y="2729491"/>
                </a:lnTo>
                <a:lnTo>
                  <a:pt x="2040102" y="2687095"/>
                </a:lnTo>
                <a:lnTo>
                  <a:pt x="1915534" y="2716421"/>
                </a:lnTo>
                <a:lnTo>
                  <a:pt x="1927132" y="2756762"/>
                </a:lnTo>
                <a:lnTo>
                  <a:pt x="1907816" y="2765650"/>
                </a:lnTo>
                <a:lnTo>
                  <a:pt x="1912375" y="2794370"/>
                </a:lnTo>
                <a:moveTo>
                  <a:pt x="1780776" y="2691998"/>
                </a:moveTo>
                <a:lnTo>
                  <a:pt x="1790458" y="2788804"/>
                </a:lnTo>
                <a:lnTo>
                  <a:pt x="1714130" y="2816861"/>
                </a:lnTo>
                <a:moveTo>
                  <a:pt x="1707639" y="2814487"/>
                </a:moveTo>
                <a:lnTo>
                  <a:pt x="1678953" y="2752514"/>
                </a:lnTo>
                <a:lnTo>
                  <a:pt x="1600881" y="2778124"/>
                </a:lnTo>
                <a:moveTo>
                  <a:pt x="1718926" y="2838877"/>
                </a:moveTo>
                <a:lnTo>
                  <a:pt x="1712599" y="2825201"/>
                </a:lnTo>
                <a:moveTo>
                  <a:pt x="1827125" y="2969633"/>
                </a:moveTo>
                <a:lnTo>
                  <a:pt x="1917564" y="2954344"/>
                </a:lnTo>
                <a:lnTo>
                  <a:pt x="1918587" y="2919822"/>
                </a:lnTo>
                <a:lnTo>
                  <a:pt x="1923367" y="2898182"/>
                </a:lnTo>
                <a:lnTo>
                  <a:pt x="1924472" y="2864527"/>
                </a:lnTo>
                <a:lnTo>
                  <a:pt x="1917711" y="2811844"/>
                </a:lnTo>
                <a:moveTo>
                  <a:pt x="1821339" y="2963298"/>
                </a:moveTo>
                <a:lnTo>
                  <a:pt x="1800877" y="2834073"/>
                </a:lnTo>
                <a:moveTo>
                  <a:pt x="1835350" y="3029077"/>
                </a:moveTo>
                <a:lnTo>
                  <a:pt x="1823532" y="2974953"/>
                </a:lnTo>
                <a:moveTo>
                  <a:pt x="1928007" y="2555849"/>
                </a:moveTo>
                <a:lnTo>
                  <a:pt x="1918088" y="2465148"/>
                </a:lnTo>
                <a:lnTo>
                  <a:pt x="1937771" y="2458535"/>
                </a:lnTo>
                <a:lnTo>
                  <a:pt x="1938041" y="2416769"/>
                </a:lnTo>
                <a:lnTo>
                  <a:pt x="1934498" y="2372639"/>
                </a:lnTo>
                <a:lnTo>
                  <a:pt x="1928220" y="2342438"/>
                </a:lnTo>
                <a:lnTo>
                  <a:pt x="1919283" y="2308177"/>
                </a:lnTo>
                <a:moveTo>
                  <a:pt x="1909838" y="2304183"/>
                </a:moveTo>
                <a:lnTo>
                  <a:pt x="1905754" y="2306451"/>
                </a:lnTo>
                <a:lnTo>
                  <a:pt x="1880447" y="2320201"/>
                </a:lnTo>
                <a:lnTo>
                  <a:pt x="1773492" y="2380946"/>
                </a:lnTo>
                <a:lnTo>
                  <a:pt x="1719131" y="2416426"/>
                </a:lnTo>
                <a:lnTo>
                  <a:pt x="1676997" y="2446774"/>
                </a:lnTo>
                <a:lnTo>
                  <a:pt x="1627734" y="2488408"/>
                </a:lnTo>
                <a:lnTo>
                  <a:pt x="1540013" y="2570368"/>
                </a:lnTo>
                <a:moveTo>
                  <a:pt x="2068363" y="2322288"/>
                </a:moveTo>
                <a:lnTo>
                  <a:pt x="2060416" y="2312965"/>
                </a:lnTo>
                <a:lnTo>
                  <a:pt x="2044391" y="2238781"/>
                </a:lnTo>
                <a:lnTo>
                  <a:pt x="2033415" y="2243356"/>
                </a:lnTo>
                <a:lnTo>
                  <a:pt x="1997674" y="2260077"/>
                </a:lnTo>
                <a:lnTo>
                  <a:pt x="1943140" y="2286268"/>
                </a:lnTo>
                <a:lnTo>
                  <a:pt x="1920428" y="2298372"/>
                </a:lnTo>
                <a:moveTo>
                  <a:pt x="1043262" y="872411"/>
                </a:moveTo>
                <a:lnTo>
                  <a:pt x="1126785" y="858153"/>
                </a:lnTo>
                <a:lnTo>
                  <a:pt x="1156233" y="852940"/>
                </a:lnTo>
                <a:lnTo>
                  <a:pt x="1164991" y="845410"/>
                </a:lnTo>
                <a:lnTo>
                  <a:pt x="1170638" y="834926"/>
                </a:lnTo>
                <a:lnTo>
                  <a:pt x="1179371" y="791540"/>
                </a:lnTo>
                <a:lnTo>
                  <a:pt x="1182129" y="775416"/>
                </a:lnTo>
                <a:lnTo>
                  <a:pt x="1184363" y="605473"/>
                </a:lnTo>
                <a:moveTo>
                  <a:pt x="977181" y="986527"/>
                </a:moveTo>
                <a:lnTo>
                  <a:pt x="974603" y="933173"/>
                </a:lnTo>
                <a:lnTo>
                  <a:pt x="853145" y="941750"/>
                </a:lnTo>
                <a:lnTo>
                  <a:pt x="844870" y="794388"/>
                </a:lnTo>
                <a:lnTo>
                  <a:pt x="1015411" y="782643"/>
                </a:lnTo>
                <a:moveTo>
                  <a:pt x="1660529" y="1096408"/>
                </a:moveTo>
                <a:lnTo>
                  <a:pt x="1710418" y="1082830"/>
                </a:lnTo>
                <a:lnTo>
                  <a:pt x="1869402" y="1041134"/>
                </a:lnTo>
                <a:moveTo>
                  <a:pt x="1803496" y="1284419"/>
                </a:moveTo>
                <a:lnTo>
                  <a:pt x="1752253" y="1320455"/>
                </a:lnTo>
                <a:lnTo>
                  <a:pt x="1732930" y="1329876"/>
                </a:lnTo>
                <a:moveTo>
                  <a:pt x="1754193" y="1081885"/>
                </a:moveTo>
                <a:lnTo>
                  <a:pt x="1751525" y="1135796"/>
                </a:lnTo>
                <a:lnTo>
                  <a:pt x="1772895" y="1220514"/>
                </a:lnTo>
                <a:lnTo>
                  <a:pt x="1804871" y="1278452"/>
                </a:lnTo>
                <a:moveTo>
                  <a:pt x="1479398" y="1120884"/>
                </a:moveTo>
                <a:lnTo>
                  <a:pt x="1445981" y="910166"/>
                </a:lnTo>
                <a:moveTo>
                  <a:pt x="1944401" y="1020935"/>
                </a:moveTo>
                <a:lnTo>
                  <a:pt x="1902586" y="1029668"/>
                </a:lnTo>
                <a:moveTo>
                  <a:pt x="2036346" y="1006653"/>
                </a:moveTo>
                <a:lnTo>
                  <a:pt x="2016424" y="1009018"/>
                </a:lnTo>
                <a:lnTo>
                  <a:pt x="2015508" y="1009125"/>
                </a:lnTo>
                <a:lnTo>
                  <a:pt x="2013118" y="1009411"/>
                </a:lnTo>
                <a:lnTo>
                  <a:pt x="1991282" y="1012472"/>
                </a:lnTo>
                <a:lnTo>
                  <a:pt x="1956096" y="1018676"/>
                </a:lnTo>
                <a:moveTo>
                  <a:pt x="2179345" y="988786"/>
                </a:moveTo>
                <a:lnTo>
                  <a:pt x="2048049" y="1005229"/>
                </a:lnTo>
                <a:moveTo>
                  <a:pt x="2208548" y="1227185"/>
                </a:moveTo>
                <a:lnTo>
                  <a:pt x="2222502" y="1349396"/>
                </a:lnTo>
                <a:lnTo>
                  <a:pt x="2224556" y="1360805"/>
                </a:lnTo>
                <a:lnTo>
                  <a:pt x="2231644" y="1409969"/>
                </a:lnTo>
                <a:moveTo>
                  <a:pt x="2194290" y="1103599"/>
                </a:moveTo>
                <a:lnTo>
                  <a:pt x="2202769" y="1185362"/>
                </a:lnTo>
                <a:lnTo>
                  <a:pt x="2203981" y="1197172"/>
                </a:lnTo>
                <a:lnTo>
                  <a:pt x="2207344" y="1218255"/>
                </a:lnTo>
                <a:moveTo>
                  <a:pt x="2184673" y="995424"/>
                </a:moveTo>
                <a:lnTo>
                  <a:pt x="2193169" y="1091887"/>
                </a:lnTo>
                <a:moveTo>
                  <a:pt x="2800574" y="2877131"/>
                </a:moveTo>
                <a:lnTo>
                  <a:pt x="2800459" y="2878105"/>
                </a:lnTo>
                <a:lnTo>
                  <a:pt x="2799551" y="2882108"/>
                </a:lnTo>
                <a:lnTo>
                  <a:pt x="2799059" y="2887689"/>
                </a:lnTo>
                <a:lnTo>
                  <a:pt x="2799264" y="2895751"/>
                </a:lnTo>
                <a:lnTo>
                  <a:pt x="2801458" y="2930388"/>
                </a:lnTo>
                <a:lnTo>
                  <a:pt x="2801769" y="2933645"/>
                </a:lnTo>
                <a:lnTo>
                  <a:pt x="2802325" y="2937230"/>
                </a:lnTo>
                <a:lnTo>
                  <a:pt x="2803373" y="2942403"/>
                </a:lnTo>
                <a:lnTo>
                  <a:pt x="2804388" y="2945832"/>
                </a:lnTo>
                <a:lnTo>
                  <a:pt x="2804985" y="2947019"/>
                </a:lnTo>
                <a:moveTo>
                  <a:pt x="2397045" y="2483956"/>
                </a:moveTo>
                <a:lnTo>
                  <a:pt x="2460270" y="2478325"/>
                </a:lnTo>
                <a:lnTo>
                  <a:pt x="2460761" y="2494064"/>
                </a:lnTo>
                <a:lnTo>
                  <a:pt x="2550856" y="2492001"/>
                </a:lnTo>
                <a:lnTo>
                  <a:pt x="2605021" y="2483751"/>
                </a:lnTo>
                <a:moveTo>
                  <a:pt x="2577284" y="2358889"/>
                </a:moveTo>
                <a:lnTo>
                  <a:pt x="2570483" y="2298209"/>
                </a:lnTo>
                <a:lnTo>
                  <a:pt x="2544996" y="2296826"/>
                </a:lnTo>
                <a:lnTo>
                  <a:pt x="2533857" y="2202696"/>
                </a:lnTo>
                <a:lnTo>
                  <a:pt x="2536943" y="2194871"/>
                </a:lnTo>
                <a:lnTo>
                  <a:pt x="2535445" y="2178952"/>
                </a:lnTo>
                <a:lnTo>
                  <a:pt x="2514280" y="2179533"/>
                </a:lnTo>
                <a:lnTo>
                  <a:pt x="2511767" y="2157353"/>
                </a:lnTo>
                <a:moveTo>
                  <a:pt x="2586893" y="1250093"/>
                </a:moveTo>
                <a:lnTo>
                  <a:pt x="2751769" y="1230876"/>
                </a:lnTo>
                <a:moveTo>
                  <a:pt x="2553230" y="1044506"/>
                </a:moveTo>
                <a:lnTo>
                  <a:pt x="2562748" y="1041274"/>
                </a:lnTo>
                <a:lnTo>
                  <a:pt x="2567962" y="1040275"/>
                </a:lnTo>
                <a:lnTo>
                  <a:pt x="2576572" y="1039317"/>
                </a:lnTo>
                <a:lnTo>
                  <a:pt x="2662337" y="1034218"/>
                </a:lnTo>
                <a:lnTo>
                  <a:pt x="2728648" y="1033506"/>
                </a:lnTo>
                <a:moveTo>
                  <a:pt x="3142710" y="670237"/>
                </a:moveTo>
                <a:lnTo>
                  <a:pt x="3129386" y="582835"/>
                </a:lnTo>
                <a:lnTo>
                  <a:pt x="3083242" y="587459"/>
                </a:lnTo>
                <a:lnTo>
                  <a:pt x="3078339" y="563037"/>
                </a:lnTo>
                <a:lnTo>
                  <a:pt x="2955981" y="572833"/>
                </a:lnTo>
                <a:moveTo>
                  <a:pt x="1243324" y="2704913"/>
                </a:moveTo>
                <a:lnTo>
                  <a:pt x="1055752" y="2840948"/>
                </a:lnTo>
                <a:moveTo>
                  <a:pt x="1343233" y="2647278"/>
                </a:moveTo>
                <a:lnTo>
                  <a:pt x="1253792" y="2699127"/>
                </a:lnTo>
                <a:lnTo>
                  <a:pt x="1252745" y="2699569"/>
                </a:lnTo>
                <a:moveTo>
                  <a:pt x="767494" y="3059310"/>
                </a:moveTo>
                <a:lnTo>
                  <a:pt x="670818" y="3140075"/>
                </a:lnTo>
                <a:lnTo>
                  <a:pt x="619600" y="3186424"/>
                </a:lnTo>
                <a:lnTo>
                  <a:pt x="554598" y="3244689"/>
                </a:lnTo>
                <a:lnTo>
                  <a:pt x="545464" y="3251245"/>
                </a:lnTo>
                <a:moveTo>
                  <a:pt x="985038" y="2913389"/>
                </a:moveTo>
                <a:lnTo>
                  <a:pt x="843274" y="3005980"/>
                </a:lnTo>
                <a:lnTo>
                  <a:pt x="776783" y="3052239"/>
                </a:lnTo>
                <a:moveTo>
                  <a:pt x="2339991" y="2061750"/>
                </a:moveTo>
                <a:lnTo>
                  <a:pt x="2334392" y="2009803"/>
                </a:lnTo>
                <a:moveTo>
                  <a:pt x="2354559" y="2160652"/>
                </a:moveTo>
                <a:lnTo>
                  <a:pt x="2349247" y="2142990"/>
                </a:lnTo>
                <a:lnTo>
                  <a:pt x="2345000" y="2099178"/>
                </a:lnTo>
                <a:lnTo>
                  <a:pt x="2341431" y="2073495"/>
                </a:lnTo>
                <a:moveTo>
                  <a:pt x="2361500" y="2274367"/>
                </a:moveTo>
                <a:lnTo>
                  <a:pt x="2356769" y="2173182"/>
                </a:lnTo>
                <a:moveTo>
                  <a:pt x="2379235" y="2389098"/>
                </a:moveTo>
                <a:lnTo>
                  <a:pt x="2364340" y="2335080"/>
                </a:lnTo>
                <a:lnTo>
                  <a:pt x="2362048" y="2286145"/>
                </a:lnTo>
                <a:moveTo>
                  <a:pt x="2333157" y="2163164"/>
                </a:moveTo>
                <a:lnTo>
                  <a:pt x="2328360" y="2127816"/>
                </a:lnTo>
                <a:lnTo>
                  <a:pt x="2324596" y="2101339"/>
                </a:lnTo>
                <a:lnTo>
                  <a:pt x="2312032" y="2013118"/>
                </a:lnTo>
                <a:moveTo>
                  <a:pt x="2600659" y="1384335"/>
                </a:moveTo>
                <a:lnTo>
                  <a:pt x="2599145" y="1373597"/>
                </a:lnTo>
                <a:moveTo>
                  <a:pt x="1080477" y="537984"/>
                </a:moveTo>
                <a:lnTo>
                  <a:pt x="1095668" y="538630"/>
                </a:lnTo>
                <a:lnTo>
                  <a:pt x="1107404" y="538385"/>
                </a:lnTo>
                <a:lnTo>
                  <a:pt x="1118470" y="537656"/>
                </a:lnTo>
                <a:lnTo>
                  <a:pt x="1193677" y="523579"/>
                </a:lnTo>
                <a:lnTo>
                  <a:pt x="1284918" y="509559"/>
                </a:lnTo>
                <a:moveTo>
                  <a:pt x="960443" y="492805"/>
                </a:moveTo>
                <a:lnTo>
                  <a:pt x="985398" y="505434"/>
                </a:lnTo>
                <a:lnTo>
                  <a:pt x="1001243" y="514854"/>
                </a:lnTo>
                <a:lnTo>
                  <a:pt x="1016057" y="522180"/>
                </a:lnTo>
                <a:lnTo>
                  <a:pt x="1030290" y="527074"/>
                </a:lnTo>
                <a:lnTo>
                  <a:pt x="1044736" y="531019"/>
                </a:lnTo>
                <a:lnTo>
                  <a:pt x="1060499" y="534620"/>
                </a:lnTo>
                <a:lnTo>
                  <a:pt x="1068970" y="536437"/>
                </a:lnTo>
                <a:moveTo>
                  <a:pt x="867050" y="483942"/>
                </a:moveTo>
                <a:lnTo>
                  <a:pt x="872738" y="482943"/>
                </a:lnTo>
                <a:lnTo>
                  <a:pt x="893862" y="481347"/>
                </a:lnTo>
                <a:lnTo>
                  <a:pt x="904633" y="481249"/>
                </a:lnTo>
                <a:lnTo>
                  <a:pt x="915363" y="481396"/>
                </a:lnTo>
                <a:lnTo>
                  <a:pt x="926011" y="482869"/>
                </a:lnTo>
                <a:lnTo>
                  <a:pt x="935530" y="485014"/>
                </a:lnTo>
                <a:lnTo>
                  <a:pt x="946358" y="487665"/>
                </a:lnTo>
                <a:lnTo>
                  <a:pt x="949501" y="488631"/>
                </a:lnTo>
                <a:moveTo>
                  <a:pt x="769106" y="501301"/>
                </a:moveTo>
                <a:lnTo>
                  <a:pt x="798922" y="495875"/>
                </a:lnTo>
                <a:lnTo>
                  <a:pt x="822625" y="491733"/>
                </a:lnTo>
                <a:lnTo>
                  <a:pt x="855444" y="485979"/>
                </a:lnTo>
                <a:moveTo>
                  <a:pt x="682899" y="516598"/>
                </a:moveTo>
                <a:lnTo>
                  <a:pt x="692221" y="514977"/>
                </a:lnTo>
                <a:lnTo>
                  <a:pt x="729362" y="508233"/>
                </a:lnTo>
                <a:lnTo>
                  <a:pt x="757517" y="503355"/>
                </a:lnTo>
                <a:moveTo>
                  <a:pt x="657044" y="521173"/>
                </a:moveTo>
                <a:lnTo>
                  <a:pt x="671301" y="518644"/>
                </a:lnTo>
                <a:moveTo>
                  <a:pt x="516598" y="546209"/>
                </a:moveTo>
                <a:lnTo>
                  <a:pt x="573128" y="535954"/>
                </a:lnTo>
                <a:lnTo>
                  <a:pt x="637065" y="524774"/>
                </a:lnTo>
                <a:lnTo>
                  <a:pt x="645414" y="523260"/>
                </a:lnTo>
                <a:moveTo>
                  <a:pt x="1502732" y="1128758"/>
                </a:moveTo>
                <a:lnTo>
                  <a:pt x="1516429" y="1126765"/>
                </a:lnTo>
                <a:lnTo>
                  <a:pt x="1543229" y="1122718"/>
                </a:lnTo>
                <a:lnTo>
                  <a:pt x="1558551" y="1120013"/>
                </a:lnTo>
                <a:lnTo>
                  <a:pt x="1573770" y="1117058"/>
                </a:lnTo>
                <a:lnTo>
                  <a:pt x="1603655" y="1110433"/>
                </a:lnTo>
                <a:lnTo>
                  <a:pt x="1641357" y="1101360"/>
                </a:lnTo>
                <a:moveTo>
                  <a:pt x="1188955" y="600955"/>
                </a:moveTo>
                <a:lnTo>
                  <a:pt x="1200454" y="600980"/>
                </a:lnTo>
                <a:lnTo>
                  <a:pt x="1219090" y="599335"/>
                </a:lnTo>
                <a:moveTo>
                  <a:pt x="1023210" y="615655"/>
                </a:moveTo>
                <a:lnTo>
                  <a:pt x="1033228" y="614714"/>
                </a:lnTo>
                <a:lnTo>
                  <a:pt x="1043901" y="613052"/>
                </a:lnTo>
                <a:lnTo>
                  <a:pt x="1057471" y="610024"/>
                </a:lnTo>
                <a:lnTo>
                  <a:pt x="1095398" y="603173"/>
                </a:lnTo>
                <a:lnTo>
                  <a:pt x="1111046" y="601225"/>
                </a:lnTo>
                <a:lnTo>
                  <a:pt x="1130231" y="599981"/>
                </a:lnTo>
                <a:lnTo>
                  <a:pt x="1156086" y="599932"/>
                </a:lnTo>
                <a:lnTo>
                  <a:pt x="1177284" y="600726"/>
                </a:lnTo>
                <a:moveTo>
                  <a:pt x="2254716" y="1635076"/>
                </a:moveTo>
                <a:lnTo>
                  <a:pt x="2259660" y="1685140"/>
                </a:lnTo>
                <a:lnTo>
                  <a:pt x="2273999" y="1777535"/>
                </a:lnTo>
                <a:lnTo>
                  <a:pt x="2282846" y="1828811"/>
                </a:lnTo>
                <a:lnTo>
                  <a:pt x="2284393" y="1837757"/>
                </a:lnTo>
                <a:moveTo>
                  <a:pt x="2235794" y="1443436"/>
                </a:moveTo>
                <a:lnTo>
                  <a:pt x="2249347" y="1580657"/>
                </a:lnTo>
                <a:lnTo>
                  <a:pt x="2253562" y="1623347"/>
                </a:lnTo>
                <a:moveTo>
                  <a:pt x="2233216" y="1421681"/>
                </a:moveTo>
                <a:lnTo>
                  <a:pt x="2234460" y="1431601"/>
                </a:lnTo>
                <a:moveTo>
                  <a:pt x="2473554" y="578579"/>
                </a:moveTo>
                <a:lnTo>
                  <a:pt x="2582653" y="560532"/>
                </a:lnTo>
                <a:lnTo>
                  <a:pt x="2627079" y="553804"/>
                </a:lnTo>
                <a:lnTo>
                  <a:pt x="2643357" y="552192"/>
                </a:lnTo>
                <a:lnTo>
                  <a:pt x="2653858" y="551685"/>
                </a:lnTo>
                <a:lnTo>
                  <a:pt x="2660422" y="551636"/>
                </a:lnTo>
                <a:lnTo>
                  <a:pt x="2689608" y="551636"/>
                </a:lnTo>
                <a:moveTo>
                  <a:pt x="1814439" y="900017"/>
                </a:moveTo>
                <a:lnTo>
                  <a:pt x="1831864" y="901155"/>
                </a:lnTo>
                <a:lnTo>
                  <a:pt x="1842160" y="902112"/>
                </a:lnTo>
                <a:lnTo>
                  <a:pt x="1856745" y="902284"/>
                </a:lnTo>
                <a:moveTo>
                  <a:pt x="2624238" y="2023791"/>
                </a:moveTo>
                <a:lnTo>
                  <a:pt x="2623854" y="1990447"/>
                </a:lnTo>
                <a:lnTo>
                  <a:pt x="2623756" y="1981509"/>
                </a:lnTo>
                <a:lnTo>
                  <a:pt x="2661142" y="1976067"/>
                </a:lnTo>
                <a:moveTo>
                  <a:pt x="1935619" y="945818"/>
                </a:moveTo>
                <a:lnTo>
                  <a:pt x="1948182" y="1015435"/>
                </a:lnTo>
                <a:moveTo>
                  <a:pt x="1935070" y="880522"/>
                </a:moveTo>
                <a:lnTo>
                  <a:pt x="1937043" y="902636"/>
                </a:lnTo>
                <a:lnTo>
                  <a:pt x="1934972" y="914848"/>
                </a:lnTo>
                <a:lnTo>
                  <a:pt x="1934416" y="918752"/>
                </a:lnTo>
                <a:lnTo>
                  <a:pt x="1933745" y="931331"/>
                </a:lnTo>
                <a:lnTo>
                  <a:pt x="1933974" y="933811"/>
                </a:lnTo>
                <a:moveTo>
                  <a:pt x="1924840" y="857376"/>
                </a:moveTo>
                <a:lnTo>
                  <a:pt x="1932009" y="870659"/>
                </a:lnTo>
                <a:moveTo>
                  <a:pt x="2600651" y="1384122"/>
                </a:moveTo>
                <a:lnTo>
                  <a:pt x="2600643" y="1383959"/>
                </a:lnTo>
                <a:moveTo>
                  <a:pt x="2609294" y="1458479"/>
                </a:moveTo>
                <a:lnTo>
                  <a:pt x="2601739" y="1395384"/>
                </a:lnTo>
                <a:moveTo>
                  <a:pt x="2618207" y="1547600"/>
                </a:moveTo>
                <a:lnTo>
                  <a:pt x="2610579" y="1470313"/>
                </a:lnTo>
                <a:moveTo>
                  <a:pt x="2623305" y="1597738"/>
                </a:moveTo>
                <a:lnTo>
                  <a:pt x="2619385" y="1559312"/>
                </a:lnTo>
                <a:moveTo>
                  <a:pt x="2628012" y="1654759"/>
                </a:moveTo>
                <a:lnTo>
                  <a:pt x="2624369" y="1609442"/>
                </a:lnTo>
                <a:moveTo>
                  <a:pt x="2642834" y="1813310"/>
                </a:moveTo>
                <a:lnTo>
                  <a:pt x="2629035" y="1666447"/>
                </a:lnTo>
                <a:moveTo>
                  <a:pt x="720236" y="2243978"/>
                </a:moveTo>
                <a:lnTo>
                  <a:pt x="729894" y="2242816"/>
                </a:lnTo>
                <a:lnTo>
                  <a:pt x="743791" y="2240917"/>
                </a:lnTo>
                <a:moveTo>
                  <a:pt x="592583" y="2424037"/>
                </a:moveTo>
                <a:lnTo>
                  <a:pt x="592804" y="2421189"/>
                </a:lnTo>
                <a:lnTo>
                  <a:pt x="594400" y="2376780"/>
                </a:lnTo>
                <a:lnTo>
                  <a:pt x="594097" y="2373834"/>
                </a:lnTo>
                <a:lnTo>
                  <a:pt x="591887" y="2352767"/>
                </a:lnTo>
                <a:lnTo>
                  <a:pt x="591609" y="2350279"/>
                </a:lnTo>
                <a:lnTo>
                  <a:pt x="584889" y="2329105"/>
                </a:lnTo>
                <a:lnTo>
                  <a:pt x="573267" y="2305959"/>
                </a:lnTo>
                <a:lnTo>
                  <a:pt x="566662" y="2284279"/>
                </a:lnTo>
                <a:lnTo>
                  <a:pt x="554999" y="2246294"/>
                </a:lnTo>
                <a:lnTo>
                  <a:pt x="554034" y="2233461"/>
                </a:lnTo>
                <a:lnTo>
                  <a:pt x="551824" y="2220161"/>
                </a:lnTo>
                <a:lnTo>
                  <a:pt x="552078" y="2208728"/>
                </a:lnTo>
                <a:lnTo>
                  <a:pt x="554967" y="2192424"/>
                </a:lnTo>
                <a:lnTo>
                  <a:pt x="526403" y="2052477"/>
                </a:lnTo>
                <a:moveTo>
                  <a:pt x="555302" y="2659170"/>
                </a:moveTo>
                <a:lnTo>
                  <a:pt x="561269" y="2643595"/>
                </a:lnTo>
                <a:lnTo>
                  <a:pt x="567546" y="2624942"/>
                </a:lnTo>
                <a:lnTo>
                  <a:pt x="573971" y="2601837"/>
                </a:lnTo>
                <a:lnTo>
                  <a:pt x="579086" y="2577382"/>
                </a:lnTo>
                <a:lnTo>
                  <a:pt x="581542" y="2560948"/>
                </a:lnTo>
                <a:lnTo>
                  <a:pt x="584947" y="2531762"/>
                </a:lnTo>
                <a:lnTo>
                  <a:pt x="591339" y="2440529"/>
                </a:lnTo>
                <a:lnTo>
                  <a:pt x="591691" y="2435798"/>
                </a:lnTo>
                <a:moveTo>
                  <a:pt x="2211109" y="984039"/>
                </a:moveTo>
                <a:lnTo>
                  <a:pt x="2207549" y="984620"/>
                </a:lnTo>
                <a:lnTo>
                  <a:pt x="2197801" y="985971"/>
                </a:lnTo>
                <a:lnTo>
                  <a:pt x="2191221" y="987059"/>
                </a:lnTo>
                <a:moveTo>
                  <a:pt x="465305" y="2706124"/>
                </a:moveTo>
                <a:lnTo>
                  <a:pt x="454379" y="2693668"/>
                </a:lnTo>
                <a:lnTo>
                  <a:pt x="356149" y="2717976"/>
                </a:lnTo>
                <a:lnTo>
                  <a:pt x="349716" y="2720054"/>
                </a:lnTo>
                <a:moveTo>
                  <a:pt x="892463" y="2742873"/>
                </a:moveTo>
                <a:lnTo>
                  <a:pt x="902112" y="2738666"/>
                </a:lnTo>
                <a:lnTo>
                  <a:pt x="962359" y="2730432"/>
                </a:lnTo>
                <a:lnTo>
                  <a:pt x="1071941" y="2711706"/>
                </a:lnTo>
                <a:lnTo>
                  <a:pt x="1094833" y="2708023"/>
                </a:lnTo>
                <a:lnTo>
                  <a:pt x="1113322" y="2701246"/>
                </a:lnTo>
                <a:lnTo>
                  <a:pt x="1129666" y="2690697"/>
                </a:lnTo>
                <a:lnTo>
                  <a:pt x="1205717" y="2641385"/>
                </a:lnTo>
                <a:moveTo>
                  <a:pt x="673961" y="2896995"/>
                </a:moveTo>
                <a:lnTo>
                  <a:pt x="687654" y="2886920"/>
                </a:lnTo>
                <a:lnTo>
                  <a:pt x="804488" y="2803324"/>
                </a:lnTo>
                <a:lnTo>
                  <a:pt x="876855" y="2752162"/>
                </a:lnTo>
                <a:moveTo>
                  <a:pt x="488820" y="3059065"/>
                </a:moveTo>
                <a:lnTo>
                  <a:pt x="516827" y="3033742"/>
                </a:lnTo>
                <a:lnTo>
                  <a:pt x="582941" y="2974854"/>
                </a:lnTo>
                <a:lnTo>
                  <a:pt x="657527" y="2909108"/>
                </a:lnTo>
                <a:lnTo>
                  <a:pt x="663976" y="2904345"/>
                </a:lnTo>
                <a:moveTo>
                  <a:pt x="475863" y="3070728"/>
                </a:moveTo>
                <a:lnTo>
                  <a:pt x="479293" y="3067650"/>
                </a:lnTo>
                <a:moveTo>
                  <a:pt x="534252" y="654392"/>
                </a:moveTo>
                <a:lnTo>
                  <a:pt x="539482" y="654056"/>
                </a:lnTo>
                <a:lnTo>
                  <a:pt x="560393" y="652526"/>
                </a:lnTo>
                <a:lnTo>
                  <a:pt x="667487" y="641886"/>
                </a:lnTo>
                <a:lnTo>
                  <a:pt x="708819" y="637777"/>
                </a:lnTo>
                <a:lnTo>
                  <a:pt x="781203" y="632719"/>
                </a:lnTo>
                <a:lnTo>
                  <a:pt x="894943" y="625010"/>
                </a:lnTo>
                <a:lnTo>
                  <a:pt x="1003224" y="617799"/>
                </a:lnTo>
                <a:lnTo>
                  <a:pt x="1009690" y="617071"/>
                </a:lnTo>
                <a:moveTo>
                  <a:pt x="1557437" y="2704831"/>
                </a:moveTo>
                <a:lnTo>
                  <a:pt x="1557315" y="2704528"/>
                </a:lnTo>
                <a:lnTo>
                  <a:pt x="1556013" y="2697760"/>
                </a:lnTo>
                <a:lnTo>
                  <a:pt x="1554728" y="2685720"/>
                </a:lnTo>
                <a:moveTo>
                  <a:pt x="794396" y="1443918"/>
                </a:moveTo>
                <a:lnTo>
                  <a:pt x="850182" y="1441037"/>
                </a:lnTo>
                <a:lnTo>
                  <a:pt x="864194" y="1440325"/>
                </a:lnTo>
                <a:lnTo>
                  <a:pt x="885653" y="1444156"/>
                </a:lnTo>
                <a:lnTo>
                  <a:pt x="894804" y="1445784"/>
                </a:lnTo>
                <a:lnTo>
                  <a:pt x="920347" y="1444459"/>
                </a:lnTo>
                <a:moveTo>
                  <a:pt x="666063" y="1466352"/>
                </a:moveTo>
                <a:lnTo>
                  <a:pt x="782529" y="1445310"/>
                </a:lnTo>
                <a:moveTo>
                  <a:pt x="781571" y="1316338"/>
                </a:moveTo>
                <a:lnTo>
                  <a:pt x="776726" y="1273411"/>
                </a:lnTo>
                <a:lnTo>
                  <a:pt x="775899" y="1262738"/>
                </a:lnTo>
                <a:moveTo>
                  <a:pt x="789379" y="1436978"/>
                </a:moveTo>
                <a:lnTo>
                  <a:pt x="782610" y="1328280"/>
                </a:lnTo>
                <a:moveTo>
                  <a:pt x="794871" y="1527564"/>
                </a:moveTo>
                <a:lnTo>
                  <a:pt x="792776" y="1497862"/>
                </a:lnTo>
                <a:lnTo>
                  <a:pt x="790091" y="1449066"/>
                </a:lnTo>
                <a:moveTo>
                  <a:pt x="1482958" y="1131671"/>
                </a:moveTo>
                <a:lnTo>
                  <a:pt x="1483122" y="1131643"/>
                </a:lnTo>
                <a:moveTo>
                  <a:pt x="1380235" y="1143514"/>
                </a:moveTo>
                <a:lnTo>
                  <a:pt x="1473661" y="1132907"/>
                </a:lnTo>
                <a:moveTo>
                  <a:pt x="1486494" y="1129814"/>
                </a:moveTo>
                <a:lnTo>
                  <a:pt x="1496070" y="1128406"/>
                </a:lnTo>
                <a:moveTo>
                  <a:pt x="1603983" y="1369087"/>
                </a:moveTo>
                <a:lnTo>
                  <a:pt x="1596633" y="1363129"/>
                </a:lnTo>
                <a:lnTo>
                  <a:pt x="1556373" y="1330948"/>
                </a:lnTo>
                <a:lnTo>
                  <a:pt x="1539472" y="1316682"/>
                </a:lnTo>
                <a:lnTo>
                  <a:pt x="1529504" y="1307270"/>
                </a:lnTo>
                <a:lnTo>
                  <a:pt x="1523243" y="1300133"/>
                </a:lnTo>
                <a:lnTo>
                  <a:pt x="1519543" y="1295443"/>
                </a:lnTo>
                <a:lnTo>
                  <a:pt x="1513953" y="1286596"/>
                </a:lnTo>
                <a:lnTo>
                  <a:pt x="1509484" y="1278068"/>
                </a:lnTo>
                <a:lnTo>
                  <a:pt x="1505057" y="1267133"/>
                </a:lnTo>
                <a:lnTo>
                  <a:pt x="1502143" y="1258310"/>
                </a:lnTo>
                <a:lnTo>
                  <a:pt x="1498673" y="1245600"/>
                </a:lnTo>
                <a:lnTo>
                  <a:pt x="1495260" y="1230507"/>
                </a:lnTo>
                <a:lnTo>
                  <a:pt x="1492199" y="1213017"/>
                </a:lnTo>
                <a:lnTo>
                  <a:pt x="1481903" y="1137818"/>
                </a:lnTo>
                <a:moveTo>
                  <a:pt x="1018300" y="608772"/>
                </a:moveTo>
                <a:lnTo>
                  <a:pt x="1018398" y="598377"/>
                </a:lnTo>
                <a:lnTo>
                  <a:pt x="1017849" y="581296"/>
                </a:lnTo>
                <a:moveTo>
                  <a:pt x="953544" y="1249766"/>
                </a:moveTo>
                <a:lnTo>
                  <a:pt x="954100" y="1255388"/>
                </a:lnTo>
                <a:lnTo>
                  <a:pt x="954804" y="1262181"/>
                </a:lnTo>
                <a:lnTo>
                  <a:pt x="923507" y="1310814"/>
                </a:lnTo>
                <a:lnTo>
                  <a:pt x="909200" y="1314636"/>
                </a:lnTo>
                <a:lnTo>
                  <a:pt x="925602" y="1423596"/>
                </a:lnTo>
                <a:lnTo>
                  <a:pt x="925054" y="1436454"/>
                </a:lnTo>
                <a:moveTo>
                  <a:pt x="1848929" y="466108"/>
                </a:moveTo>
                <a:lnTo>
                  <a:pt x="1846211" y="447029"/>
                </a:lnTo>
                <a:moveTo>
                  <a:pt x="1501570" y="2152934"/>
                </a:moveTo>
                <a:lnTo>
                  <a:pt x="1586828" y="2143554"/>
                </a:lnTo>
                <a:lnTo>
                  <a:pt x="1598638" y="2144627"/>
                </a:lnTo>
                <a:lnTo>
                  <a:pt x="1602943" y="2146132"/>
                </a:lnTo>
                <a:moveTo>
                  <a:pt x="2078897" y="436962"/>
                </a:moveTo>
                <a:lnTo>
                  <a:pt x="2077702" y="421150"/>
                </a:lnTo>
                <a:moveTo>
                  <a:pt x="2159514" y="417737"/>
                </a:moveTo>
                <a:lnTo>
                  <a:pt x="2156993" y="405035"/>
                </a:lnTo>
                <a:moveTo>
                  <a:pt x="1568306" y="2903862"/>
                </a:moveTo>
                <a:lnTo>
                  <a:pt x="1594955" y="3061005"/>
                </a:lnTo>
                <a:moveTo>
                  <a:pt x="2239305" y="2985151"/>
                </a:moveTo>
                <a:lnTo>
                  <a:pt x="2089103" y="3001781"/>
                </a:lnTo>
                <a:lnTo>
                  <a:pt x="2077816" y="3003156"/>
                </a:lnTo>
                <a:lnTo>
                  <a:pt x="2072529" y="3003852"/>
                </a:lnTo>
                <a:moveTo>
                  <a:pt x="2446095" y="2949728"/>
                </a:moveTo>
                <a:lnTo>
                  <a:pt x="2440284" y="2908904"/>
                </a:lnTo>
                <a:lnTo>
                  <a:pt x="2434554" y="2868636"/>
                </a:lnTo>
                <a:lnTo>
                  <a:pt x="2428915" y="2829031"/>
                </a:lnTo>
                <a:lnTo>
                  <a:pt x="2426083" y="2811615"/>
                </a:lnTo>
                <a:lnTo>
                  <a:pt x="2424316" y="2802489"/>
                </a:lnTo>
                <a:lnTo>
                  <a:pt x="2422417" y="2790531"/>
                </a:lnTo>
                <a:lnTo>
                  <a:pt x="2418235" y="2769923"/>
                </a:lnTo>
                <a:lnTo>
                  <a:pt x="2416377" y="2760813"/>
                </a:lnTo>
                <a:lnTo>
                  <a:pt x="2418284" y="2750542"/>
                </a:lnTo>
                <a:lnTo>
                  <a:pt x="2421754" y="2728820"/>
                </a:lnTo>
                <a:moveTo>
                  <a:pt x="2348584" y="2166487"/>
                </a:moveTo>
                <a:lnTo>
                  <a:pt x="2348061" y="2166528"/>
                </a:lnTo>
                <a:lnTo>
                  <a:pt x="2338215" y="2167224"/>
                </a:lnTo>
                <a:moveTo>
                  <a:pt x="1582777" y="1831127"/>
                </a:moveTo>
                <a:lnTo>
                  <a:pt x="1594685" y="1828942"/>
                </a:lnTo>
                <a:lnTo>
                  <a:pt x="1590388" y="1791015"/>
                </a:lnTo>
                <a:lnTo>
                  <a:pt x="1680279" y="1776741"/>
                </a:lnTo>
                <a:lnTo>
                  <a:pt x="1677160" y="1744511"/>
                </a:lnTo>
                <a:lnTo>
                  <a:pt x="1675794" y="1736482"/>
                </a:lnTo>
                <a:lnTo>
                  <a:pt x="1657387" y="1714875"/>
                </a:lnTo>
                <a:lnTo>
                  <a:pt x="1652533" y="1706854"/>
                </a:lnTo>
                <a:lnTo>
                  <a:pt x="1648875" y="1684567"/>
                </a:lnTo>
                <a:lnTo>
                  <a:pt x="1643628" y="1647950"/>
                </a:lnTo>
                <a:lnTo>
                  <a:pt x="1643817" y="1639299"/>
                </a:lnTo>
                <a:lnTo>
                  <a:pt x="1643620" y="1619623"/>
                </a:lnTo>
                <a:lnTo>
                  <a:pt x="1643628" y="1609630"/>
                </a:lnTo>
                <a:lnTo>
                  <a:pt x="1642098" y="1600807"/>
                </a:lnTo>
                <a:lnTo>
                  <a:pt x="1637817" y="1590617"/>
                </a:lnTo>
                <a:lnTo>
                  <a:pt x="1631556" y="1558526"/>
                </a:lnTo>
                <a:lnTo>
                  <a:pt x="1630902" y="1551225"/>
                </a:lnTo>
                <a:lnTo>
                  <a:pt x="1631384" y="1546847"/>
                </a:lnTo>
                <a:lnTo>
                  <a:pt x="1633226" y="1543540"/>
                </a:lnTo>
                <a:lnTo>
                  <a:pt x="1635354" y="1541429"/>
                </a:lnTo>
                <a:lnTo>
                  <a:pt x="1638955" y="1540103"/>
                </a:lnTo>
                <a:lnTo>
                  <a:pt x="1701427" y="1531607"/>
                </a:lnTo>
                <a:lnTo>
                  <a:pt x="1709849" y="1531591"/>
                </a:lnTo>
                <a:lnTo>
                  <a:pt x="1715791" y="1532237"/>
                </a:lnTo>
                <a:lnTo>
                  <a:pt x="1750837" y="1537778"/>
                </a:lnTo>
                <a:lnTo>
                  <a:pt x="1763662" y="1540258"/>
                </a:lnTo>
                <a:lnTo>
                  <a:pt x="1771323" y="1542370"/>
                </a:lnTo>
                <a:lnTo>
                  <a:pt x="1780318" y="1548295"/>
                </a:lnTo>
                <a:lnTo>
                  <a:pt x="1781275" y="1548762"/>
                </a:lnTo>
                <a:moveTo>
                  <a:pt x="1856213" y="1709244"/>
                </a:moveTo>
                <a:lnTo>
                  <a:pt x="1855591" y="1706551"/>
                </a:lnTo>
                <a:lnTo>
                  <a:pt x="1854952" y="1703768"/>
                </a:lnTo>
                <a:lnTo>
                  <a:pt x="1839369" y="1707959"/>
                </a:lnTo>
                <a:lnTo>
                  <a:pt x="1836824" y="1687293"/>
                </a:lnTo>
                <a:lnTo>
                  <a:pt x="1843502" y="1686253"/>
                </a:lnTo>
                <a:lnTo>
                  <a:pt x="1838968" y="1639536"/>
                </a:lnTo>
                <a:moveTo>
                  <a:pt x="1866239" y="1864217"/>
                </a:moveTo>
                <a:lnTo>
                  <a:pt x="1861320" y="1742563"/>
                </a:lnTo>
                <a:lnTo>
                  <a:pt x="1859855" y="1727765"/>
                </a:lnTo>
                <a:lnTo>
                  <a:pt x="1858554" y="1720776"/>
                </a:lnTo>
                <a:moveTo>
                  <a:pt x="1850017" y="1715186"/>
                </a:moveTo>
                <a:lnTo>
                  <a:pt x="1830497" y="1719728"/>
                </a:lnTo>
                <a:lnTo>
                  <a:pt x="1805878" y="1725858"/>
                </a:lnTo>
                <a:lnTo>
                  <a:pt x="1781578" y="1731890"/>
                </a:lnTo>
                <a:lnTo>
                  <a:pt x="1769097" y="1733764"/>
                </a:lnTo>
                <a:lnTo>
                  <a:pt x="1742023" y="1737120"/>
                </a:lnTo>
                <a:lnTo>
                  <a:pt x="1719106" y="1740157"/>
                </a:lnTo>
                <a:lnTo>
                  <a:pt x="1720260" y="1748693"/>
                </a:lnTo>
                <a:lnTo>
                  <a:pt x="1720440" y="1754905"/>
                </a:lnTo>
                <a:lnTo>
                  <a:pt x="1720776" y="1758604"/>
                </a:lnTo>
                <a:lnTo>
                  <a:pt x="1720293" y="1766453"/>
                </a:lnTo>
                <a:lnTo>
                  <a:pt x="1720325" y="1770014"/>
                </a:lnTo>
                <a:lnTo>
                  <a:pt x="1722854" y="1775317"/>
                </a:lnTo>
                <a:lnTo>
                  <a:pt x="1724737" y="1779180"/>
                </a:lnTo>
                <a:lnTo>
                  <a:pt x="1724843" y="1782282"/>
                </a:lnTo>
                <a:lnTo>
                  <a:pt x="1724000" y="1786505"/>
                </a:lnTo>
                <a:lnTo>
                  <a:pt x="1721455" y="1789918"/>
                </a:lnTo>
                <a:lnTo>
                  <a:pt x="1719376" y="1790982"/>
                </a:lnTo>
                <a:lnTo>
                  <a:pt x="1698677" y="1794133"/>
                </a:lnTo>
                <a:lnTo>
                  <a:pt x="1694233" y="1795025"/>
                </a:lnTo>
                <a:lnTo>
                  <a:pt x="1692637" y="1798422"/>
                </a:lnTo>
                <a:lnTo>
                  <a:pt x="1692318" y="1802580"/>
                </a:lnTo>
                <a:lnTo>
                  <a:pt x="1694716" y="1813801"/>
                </a:lnTo>
                <a:lnTo>
                  <a:pt x="1702827" y="1872033"/>
                </a:lnTo>
                <a:lnTo>
                  <a:pt x="1708384" y="1876977"/>
                </a:lnTo>
                <a:lnTo>
                  <a:pt x="1709113" y="1880791"/>
                </a:lnTo>
                <a:moveTo>
                  <a:pt x="1171546" y="1675990"/>
                </a:moveTo>
                <a:lnTo>
                  <a:pt x="915412" y="1699218"/>
                </a:lnTo>
                <a:lnTo>
                  <a:pt x="903307" y="1700208"/>
                </a:lnTo>
                <a:lnTo>
                  <a:pt x="846818" y="1706567"/>
                </a:lnTo>
                <a:moveTo>
                  <a:pt x="817902" y="1814169"/>
                </a:moveTo>
                <a:lnTo>
                  <a:pt x="911615" y="1806999"/>
                </a:lnTo>
                <a:lnTo>
                  <a:pt x="910117" y="1789296"/>
                </a:lnTo>
                <a:lnTo>
                  <a:pt x="914242" y="1789034"/>
                </a:lnTo>
                <a:lnTo>
                  <a:pt x="925856" y="1788028"/>
                </a:lnTo>
                <a:lnTo>
                  <a:pt x="1035798" y="1776062"/>
                </a:lnTo>
                <a:lnTo>
                  <a:pt x="1039931" y="1790598"/>
                </a:lnTo>
                <a:lnTo>
                  <a:pt x="1046266" y="1845728"/>
                </a:lnTo>
                <a:lnTo>
                  <a:pt x="990857" y="1852440"/>
                </a:lnTo>
                <a:lnTo>
                  <a:pt x="1010197" y="1968995"/>
                </a:lnTo>
                <a:moveTo>
                  <a:pt x="755405" y="2239411"/>
                </a:moveTo>
                <a:lnTo>
                  <a:pt x="951760" y="2215725"/>
                </a:lnTo>
                <a:lnTo>
                  <a:pt x="958356" y="2215513"/>
                </a:lnTo>
                <a:lnTo>
                  <a:pt x="970003" y="2215824"/>
                </a:lnTo>
                <a:lnTo>
                  <a:pt x="975437" y="2216143"/>
                </a:lnTo>
                <a:lnTo>
                  <a:pt x="1003772" y="2221569"/>
                </a:lnTo>
                <a:lnTo>
                  <a:pt x="1083956" y="2211322"/>
                </a:lnTo>
                <a:moveTo>
                  <a:pt x="806059" y="1629461"/>
                </a:moveTo>
                <a:lnTo>
                  <a:pt x="892577" y="1622365"/>
                </a:lnTo>
                <a:lnTo>
                  <a:pt x="905444" y="1621768"/>
                </a:lnTo>
                <a:lnTo>
                  <a:pt x="1156962" y="1601135"/>
                </a:lnTo>
                <a:moveTo>
                  <a:pt x="1777797" y="472614"/>
                </a:moveTo>
                <a:lnTo>
                  <a:pt x="1777560" y="470462"/>
                </a:lnTo>
                <a:lnTo>
                  <a:pt x="1776643" y="462195"/>
                </a:lnTo>
                <a:lnTo>
                  <a:pt x="1775505" y="451580"/>
                </a:lnTo>
                <a:moveTo>
                  <a:pt x="659327" y="1684715"/>
                </a:moveTo>
                <a:lnTo>
                  <a:pt x="667618" y="1683487"/>
                </a:lnTo>
                <a:lnTo>
                  <a:pt x="681033" y="1681596"/>
                </a:lnTo>
                <a:lnTo>
                  <a:pt x="685681" y="1681007"/>
                </a:lnTo>
                <a:lnTo>
                  <a:pt x="685018" y="1668673"/>
                </a:lnTo>
                <a:lnTo>
                  <a:pt x="757959" y="1662797"/>
                </a:lnTo>
                <a:moveTo>
                  <a:pt x="556571" y="835875"/>
                </a:moveTo>
                <a:lnTo>
                  <a:pt x="564739" y="834443"/>
                </a:lnTo>
                <a:lnTo>
                  <a:pt x="578227" y="832880"/>
                </a:lnTo>
                <a:lnTo>
                  <a:pt x="582540" y="832266"/>
                </a:lnTo>
                <a:lnTo>
                  <a:pt x="583498" y="819334"/>
                </a:lnTo>
                <a:lnTo>
                  <a:pt x="586281" y="811043"/>
                </a:lnTo>
                <a:lnTo>
                  <a:pt x="591494" y="804561"/>
                </a:lnTo>
                <a:lnTo>
                  <a:pt x="598361" y="801991"/>
                </a:lnTo>
                <a:lnTo>
                  <a:pt x="705676" y="795534"/>
                </a:lnTo>
                <a:lnTo>
                  <a:pt x="706945" y="832962"/>
                </a:lnTo>
                <a:lnTo>
                  <a:pt x="747376" y="831554"/>
                </a:lnTo>
                <a:lnTo>
                  <a:pt x="750388" y="873958"/>
                </a:lnTo>
                <a:lnTo>
                  <a:pt x="584676" y="879515"/>
                </a:lnTo>
                <a:lnTo>
                  <a:pt x="572727" y="880080"/>
                </a:lnTo>
                <a:lnTo>
                  <a:pt x="562284" y="880636"/>
                </a:lnTo>
                <a:moveTo>
                  <a:pt x="2326134" y="2003681"/>
                </a:moveTo>
                <a:lnTo>
                  <a:pt x="2315789" y="2005482"/>
                </a:lnTo>
                <a:moveTo>
                  <a:pt x="1462203" y="898339"/>
                </a:moveTo>
                <a:lnTo>
                  <a:pt x="1451931" y="900811"/>
                </a:lnTo>
                <a:lnTo>
                  <a:pt x="1448960" y="901711"/>
                </a:lnTo>
                <a:moveTo>
                  <a:pt x="1437584" y="904363"/>
                </a:moveTo>
                <a:lnTo>
                  <a:pt x="1359659" y="920495"/>
                </a:lnTo>
                <a:moveTo>
                  <a:pt x="2636924" y="2972055"/>
                </a:moveTo>
                <a:lnTo>
                  <a:pt x="2674041" y="2972898"/>
                </a:lnTo>
                <a:lnTo>
                  <a:pt x="2679803" y="2972391"/>
                </a:lnTo>
                <a:lnTo>
                  <a:pt x="2802358" y="2954786"/>
                </a:lnTo>
                <a:moveTo>
                  <a:pt x="1230597" y="598042"/>
                </a:moveTo>
                <a:lnTo>
                  <a:pt x="1246484" y="595856"/>
                </a:lnTo>
                <a:lnTo>
                  <a:pt x="1370945" y="578358"/>
                </a:lnTo>
                <a:moveTo>
                  <a:pt x="2183110" y="1439785"/>
                </a:moveTo>
                <a:lnTo>
                  <a:pt x="2178191" y="1440555"/>
                </a:lnTo>
                <a:lnTo>
                  <a:pt x="2085035" y="1448796"/>
                </a:lnTo>
                <a:moveTo>
                  <a:pt x="2062593" y="1423883"/>
                </a:moveTo>
                <a:lnTo>
                  <a:pt x="2173534" y="1415567"/>
                </a:lnTo>
                <a:lnTo>
                  <a:pt x="2174623" y="1418923"/>
                </a:lnTo>
                <a:moveTo>
                  <a:pt x="1866910" y="1336808"/>
                </a:moveTo>
                <a:lnTo>
                  <a:pt x="1866411" y="1337201"/>
                </a:lnTo>
                <a:lnTo>
                  <a:pt x="1844321" y="1352506"/>
                </a:lnTo>
                <a:lnTo>
                  <a:pt x="1823385" y="1366157"/>
                </a:lnTo>
                <a:lnTo>
                  <a:pt x="1785531" y="1388133"/>
                </a:lnTo>
                <a:lnTo>
                  <a:pt x="1769817" y="1397226"/>
                </a:lnTo>
                <a:moveTo>
                  <a:pt x="1818572" y="1540553"/>
                </a:moveTo>
                <a:lnTo>
                  <a:pt x="1791203" y="1548656"/>
                </a:lnTo>
                <a:moveTo>
                  <a:pt x="1782413" y="1546405"/>
                </a:moveTo>
                <a:lnTo>
                  <a:pt x="1781611" y="1546020"/>
                </a:lnTo>
                <a:lnTo>
                  <a:pt x="1772420" y="1539947"/>
                </a:lnTo>
                <a:lnTo>
                  <a:pt x="1764252" y="1537705"/>
                </a:lnTo>
                <a:lnTo>
                  <a:pt x="1751296" y="1535192"/>
                </a:lnTo>
                <a:lnTo>
                  <a:pt x="1716135" y="1529635"/>
                </a:lnTo>
                <a:lnTo>
                  <a:pt x="1709980" y="1528972"/>
                </a:lnTo>
                <a:lnTo>
                  <a:pt x="1701247" y="1528988"/>
                </a:lnTo>
                <a:lnTo>
                  <a:pt x="1638317" y="1537549"/>
                </a:lnTo>
                <a:lnTo>
                  <a:pt x="1633913" y="1539170"/>
                </a:lnTo>
                <a:lnTo>
                  <a:pt x="1631114" y="1541936"/>
                </a:lnTo>
                <a:lnTo>
                  <a:pt x="1628831" y="1546028"/>
                </a:lnTo>
                <a:lnTo>
                  <a:pt x="1628266" y="1551193"/>
                </a:lnTo>
                <a:lnTo>
                  <a:pt x="1628954" y="1558903"/>
                </a:lnTo>
                <a:lnTo>
                  <a:pt x="1635297" y="1591387"/>
                </a:lnTo>
                <a:lnTo>
                  <a:pt x="1639561" y="1601544"/>
                </a:lnTo>
                <a:lnTo>
                  <a:pt x="1641009" y="1609859"/>
                </a:lnTo>
                <a:lnTo>
                  <a:pt x="1641001" y="1619640"/>
                </a:lnTo>
                <a:lnTo>
                  <a:pt x="1641198" y="1639283"/>
                </a:lnTo>
                <a:lnTo>
                  <a:pt x="1641009" y="1648114"/>
                </a:lnTo>
                <a:lnTo>
                  <a:pt x="1646288" y="1684960"/>
                </a:lnTo>
                <a:lnTo>
                  <a:pt x="1650029" y="1707770"/>
                </a:lnTo>
                <a:lnTo>
                  <a:pt x="1655259" y="1716413"/>
                </a:lnTo>
                <a:lnTo>
                  <a:pt x="1673338" y="1737628"/>
                </a:lnTo>
                <a:lnTo>
                  <a:pt x="1674558" y="1744854"/>
                </a:lnTo>
                <a:lnTo>
                  <a:pt x="1677430" y="1774548"/>
                </a:lnTo>
                <a:lnTo>
                  <a:pt x="1587507" y="1788822"/>
                </a:lnTo>
                <a:lnTo>
                  <a:pt x="1591804" y="1826814"/>
                </a:lnTo>
                <a:lnTo>
                  <a:pt x="1582310" y="1828557"/>
                </a:lnTo>
                <a:moveTo>
                  <a:pt x="1772829" y="1644692"/>
                </a:moveTo>
                <a:lnTo>
                  <a:pt x="1782233" y="1643268"/>
                </a:lnTo>
                <a:moveTo>
                  <a:pt x="1793904" y="1641509"/>
                </a:moveTo>
                <a:lnTo>
                  <a:pt x="1831316" y="1635845"/>
                </a:lnTo>
                <a:moveTo>
                  <a:pt x="1836365" y="1639790"/>
                </a:moveTo>
                <a:lnTo>
                  <a:pt x="1840654" y="1684044"/>
                </a:lnTo>
                <a:lnTo>
                  <a:pt x="1833910" y="1685099"/>
                </a:lnTo>
                <a:lnTo>
                  <a:pt x="1837143" y="1711265"/>
                </a:lnTo>
                <a:lnTo>
                  <a:pt x="1853004" y="1707009"/>
                </a:lnTo>
                <a:lnTo>
                  <a:pt x="1853037" y="1707140"/>
                </a:lnTo>
                <a:lnTo>
                  <a:pt x="1853626" y="1709710"/>
                </a:lnTo>
                <a:moveTo>
                  <a:pt x="1788535" y="1634937"/>
                </a:moveTo>
                <a:lnTo>
                  <a:pt x="1783878" y="1570295"/>
                </a:lnTo>
                <a:lnTo>
                  <a:pt x="1785932" y="1555891"/>
                </a:lnTo>
                <a:lnTo>
                  <a:pt x="1786227" y="1554810"/>
                </a:lnTo>
                <a:moveTo>
                  <a:pt x="1512521" y="1521196"/>
                </a:moveTo>
                <a:lnTo>
                  <a:pt x="1523431" y="1520223"/>
                </a:lnTo>
                <a:lnTo>
                  <a:pt x="1557969" y="1517170"/>
                </a:lnTo>
                <a:moveTo>
                  <a:pt x="1560834" y="1495702"/>
                </a:moveTo>
                <a:lnTo>
                  <a:pt x="1561898" y="1509648"/>
                </a:lnTo>
                <a:moveTo>
                  <a:pt x="1565098" y="1520157"/>
                </a:moveTo>
                <a:lnTo>
                  <a:pt x="1565376" y="1520599"/>
                </a:lnTo>
                <a:moveTo>
                  <a:pt x="2444188" y="390998"/>
                </a:moveTo>
                <a:lnTo>
                  <a:pt x="2445865" y="401393"/>
                </a:lnTo>
                <a:lnTo>
                  <a:pt x="2450179" y="442528"/>
                </a:lnTo>
                <a:moveTo>
                  <a:pt x="2451382" y="454240"/>
                </a:moveTo>
                <a:lnTo>
                  <a:pt x="2455040" y="490137"/>
                </a:lnTo>
                <a:moveTo>
                  <a:pt x="2456407" y="501988"/>
                </a:moveTo>
                <a:lnTo>
                  <a:pt x="2465377" y="572490"/>
                </a:lnTo>
                <a:moveTo>
                  <a:pt x="2469003" y="600906"/>
                </a:moveTo>
                <a:lnTo>
                  <a:pt x="2474282" y="642083"/>
                </a:lnTo>
                <a:moveTo>
                  <a:pt x="2476475" y="658132"/>
                </a:moveTo>
                <a:lnTo>
                  <a:pt x="2478456" y="672774"/>
                </a:lnTo>
                <a:lnTo>
                  <a:pt x="2482548" y="696403"/>
                </a:lnTo>
                <a:lnTo>
                  <a:pt x="2487721" y="724410"/>
                </a:lnTo>
                <a:moveTo>
                  <a:pt x="2489964" y="736188"/>
                </a:moveTo>
                <a:lnTo>
                  <a:pt x="2502453" y="800305"/>
                </a:lnTo>
                <a:moveTo>
                  <a:pt x="2504671" y="812075"/>
                </a:moveTo>
                <a:lnTo>
                  <a:pt x="2526352" y="931937"/>
                </a:lnTo>
                <a:moveTo>
                  <a:pt x="1150324" y="976731"/>
                </a:moveTo>
                <a:lnTo>
                  <a:pt x="1194373" y="1204031"/>
                </a:lnTo>
                <a:lnTo>
                  <a:pt x="1195928" y="1212043"/>
                </a:lnTo>
                <a:lnTo>
                  <a:pt x="1219532" y="1333829"/>
                </a:lnTo>
                <a:lnTo>
                  <a:pt x="1264129" y="1327387"/>
                </a:lnTo>
                <a:lnTo>
                  <a:pt x="1377804" y="1310978"/>
                </a:lnTo>
                <a:moveTo>
                  <a:pt x="198867" y="2563395"/>
                </a:moveTo>
                <a:lnTo>
                  <a:pt x="214017" y="2557199"/>
                </a:lnTo>
                <a:moveTo>
                  <a:pt x="224124" y="2555251"/>
                </a:moveTo>
                <a:lnTo>
                  <a:pt x="319278" y="2553287"/>
                </a:lnTo>
                <a:moveTo>
                  <a:pt x="219394" y="2548155"/>
                </a:moveTo>
                <a:lnTo>
                  <a:pt x="219214" y="2539979"/>
                </a:lnTo>
                <a:lnTo>
                  <a:pt x="223928" y="2526663"/>
                </a:lnTo>
                <a:lnTo>
                  <a:pt x="234912" y="2516007"/>
                </a:lnTo>
                <a:lnTo>
                  <a:pt x="248809" y="2508158"/>
                </a:lnTo>
                <a:lnTo>
                  <a:pt x="264703" y="2504016"/>
                </a:lnTo>
                <a:lnTo>
                  <a:pt x="269802" y="2503795"/>
                </a:lnTo>
                <a:lnTo>
                  <a:pt x="280278" y="2503337"/>
                </a:lnTo>
                <a:lnTo>
                  <a:pt x="295338" y="2507135"/>
                </a:lnTo>
                <a:lnTo>
                  <a:pt x="307410" y="2513355"/>
                </a:lnTo>
                <a:moveTo>
                  <a:pt x="310929" y="2517030"/>
                </a:moveTo>
                <a:lnTo>
                  <a:pt x="315136" y="2521310"/>
                </a:lnTo>
                <a:lnTo>
                  <a:pt x="321741" y="2531934"/>
                </a:lnTo>
                <a:moveTo>
                  <a:pt x="328559" y="2497911"/>
                </a:moveTo>
                <a:lnTo>
                  <a:pt x="340778" y="2489055"/>
                </a:lnTo>
                <a:moveTo>
                  <a:pt x="269663" y="2497461"/>
                </a:moveTo>
                <a:lnTo>
                  <a:pt x="317428" y="2496961"/>
                </a:lnTo>
                <a:moveTo>
                  <a:pt x="1875332" y="1038352"/>
                </a:moveTo>
                <a:lnTo>
                  <a:pt x="1886643" y="1035831"/>
                </a:lnTo>
                <a:lnTo>
                  <a:pt x="1891668" y="1034710"/>
                </a:lnTo>
                <a:moveTo>
                  <a:pt x="2142245" y="1591117"/>
                </a:moveTo>
                <a:lnTo>
                  <a:pt x="2129944" y="1563658"/>
                </a:lnTo>
                <a:lnTo>
                  <a:pt x="2106503" y="1513429"/>
                </a:lnTo>
                <a:lnTo>
                  <a:pt x="2104211" y="1508101"/>
                </a:lnTo>
                <a:lnTo>
                  <a:pt x="2082195" y="1456523"/>
                </a:lnTo>
                <a:moveTo>
                  <a:pt x="2073454" y="1449140"/>
                </a:moveTo>
                <a:lnTo>
                  <a:pt x="2065761" y="1448747"/>
                </a:lnTo>
                <a:lnTo>
                  <a:pt x="2059213" y="1428949"/>
                </a:lnTo>
                <a:moveTo>
                  <a:pt x="2055358" y="1417663"/>
                </a:moveTo>
                <a:lnTo>
                  <a:pt x="2046339" y="1392045"/>
                </a:lnTo>
                <a:lnTo>
                  <a:pt x="2035846" y="1349044"/>
                </a:lnTo>
                <a:lnTo>
                  <a:pt x="2033137" y="1338780"/>
                </a:lnTo>
                <a:lnTo>
                  <a:pt x="2030297" y="1327829"/>
                </a:lnTo>
                <a:lnTo>
                  <a:pt x="2020369" y="1311125"/>
                </a:lnTo>
                <a:lnTo>
                  <a:pt x="2011948" y="1301058"/>
                </a:lnTo>
                <a:lnTo>
                  <a:pt x="1943280" y="1272396"/>
                </a:lnTo>
                <a:moveTo>
                  <a:pt x="2621161" y="1659981"/>
                </a:moveTo>
                <a:lnTo>
                  <a:pt x="2554539" y="1666766"/>
                </a:lnTo>
                <a:lnTo>
                  <a:pt x="2540233" y="1668509"/>
                </a:lnTo>
                <a:lnTo>
                  <a:pt x="2544873" y="1733486"/>
                </a:lnTo>
                <a:lnTo>
                  <a:pt x="2551175" y="1732733"/>
                </a:lnTo>
                <a:lnTo>
                  <a:pt x="2556544" y="1777314"/>
                </a:lnTo>
                <a:lnTo>
                  <a:pt x="2561390" y="1790328"/>
                </a:lnTo>
                <a:lnTo>
                  <a:pt x="2565850" y="1797906"/>
                </a:lnTo>
                <a:lnTo>
                  <a:pt x="2567168" y="1820758"/>
                </a:lnTo>
                <a:moveTo>
                  <a:pt x="2241253" y="2888901"/>
                </a:moveTo>
                <a:lnTo>
                  <a:pt x="2229156" y="2858594"/>
                </a:lnTo>
                <a:lnTo>
                  <a:pt x="2206804" y="2779924"/>
                </a:lnTo>
                <a:lnTo>
                  <a:pt x="2191614" y="2725800"/>
                </a:lnTo>
                <a:lnTo>
                  <a:pt x="2171128" y="2652819"/>
                </a:lnTo>
                <a:lnTo>
                  <a:pt x="2162600" y="2620555"/>
                </a:lnTo>
                <a:moveTo>
                  <a:pt x="2150789" y="2621554"/>
                </a:moveTo>
                <a:lnTo>
                  <a:pt x="2164040" y="2656846"/>
                </a:lnTo>
                <a:lnTo>
                  <a:pt x="2184141" y="2727150"/>
                </a:lnTo>
                <a:lnTo>
                  <a:pt x="2199389" y="2780464"/>
                </a:lnTo>
                <a:lnTo>
                  <a:pt x="2200322" y="2783754"/>
                </a:lnTo>
                <a:lnTo>
                  <a:pt x="2223468" y="2862825"/>
                </a:lnTo>
                <a:lnTo>
                  <a:pt x="2229164" y="2891847"/>
                </a:lnTo>
                <a:moveTo>
                  <a:pt x="756494" y="1137630"/>
                </a:moveTo>
                <a:lnTo>
                  <a:pt x="763426" y="1134176"/>
                </a:lnTo>
                <a:lnTo>
                  <a:pt x="786506" y="1113772"/>
                </a:lnTo>
                <a:lnTo>
                  <a:pt x="804660" y="1097517"/>
                </a:lnTo>
                <a:lnTo>
                  <a:pt x="818680" y="1091567"/>
                </a:lnTo>
                <a:lnTo>
                  <a:pt x="908136" y="1072858"/>
                </a:lnTo>
                <a:moveTo>
                  <a:pt x="340966" y="2488916"/>
                </a:moveTo>
                <a:lnTo>
                  <a:pt x="360298" y="2475084"/>
                </a:lnTo>
                <a:lnTo>
                  <a:pt x="378869" y="2466777"/>
                </a:lnTo>
                <a:moveTo>
                  <a:pt x="390139" y="2462128"/>
                </a:moveTo>
                <a:lnTo>
                  <a:pt x="418040" y="2453346"/>
                </a:lnTo>
                <a:lnTo>
                  <a:pt x="434032" y="2450162"/>
                </a:lnTo>
                <a:moveTo>
                  <a:pt x="445638" y="2447846"/>
                </a:moveTo>
                <a:lnTo>
                  <a:pt x="478008" y="2441388"/>
                </a:lnTo>
                <a:lnTo>
                  <a:pt x="481584" y="2440791"/>
                </a:lnTo>
                <a:moveTo>
                  <a:pt x="493059" y="2439154"/>
                </a:moveTo>
                <a:lnTo>
                  <a:pt x="534751" y="2434293"/>
                </a:lnTo>
                <a:moveTo>
                  <a:pt x="546520" y="2433130"/>
                </a:moveTo>
                <a:lnTo>
                  <a:pt x="576009" y="2430765"/>
                </a:lnTo>
                <a:lnTo>
                  <a:pt x="584766" y="2430888"/>
                </a:lnTo>
                <a:moveTo>
                  <a:pt x="346524" y="2417285"/>
                </a:moveTo>
                <a:lnTo>
                  <a:pt x="375472" y="2415043"/>
                </a:lnTo>
                <a:moveTo>
                  <a:pt x="387233" y="2414134"/>
                </a:moveTo>
                <a:lnTo>
                  <a:pt x="431021" y="2410754"/>
                </a:lnTo>
                <a:moveTo>
                  <a:pt x="442765" y="2409829"/>
                </a:moveTo>
                <a:lnTo>
                  <a:pt x="478229" y="2406948"/>
                </a:lnTo>
                <a:moveTo>
                  <a:pt x="489990" y="2406031"/>
                </a:moveTo>
                <a:lnTo>
                  <a:pt x="532140" y="2402913"/>
                </a:lnTo>
                <a:moveTo>
                  <a:pt x="543893" y="2402021"/>
                </a:moveTo>
                <a:lnTo>
                  <a:pt x="575281" y="2399607"/>
                </a:lnTo>
                <a:moveTo>
                  <a:pt x="537084" y="2407161"/>
                </a:moveTo>
                <a:lnTo>
                  <a:pt x="538680" y="2426542"/>
                </a:lnTo>
                <a:moveTo>
                  <a:pt x="483205" y="2411196"/>
                </a:moveTo>
                <a:lnTo>
                  <a:pt x="485145" y="2432729"/>
                </a:lnTo>
                <a:moveTo>
                  <a:pt x="435899" y="2414993"/>
                </a:moveTo>
                <a:lnTo>
                  <a:pt x="437535" y="2441609"/>
                </a:lnTo>
                <a:moveTo>
                  <a:pt x="380252" y="2419331"/>
                </a:moveTo>
                <a:lnTo>
                  <a:pt x="380637" y="2431960"/>
                </a:lnTo>
                <a:moveTo>
                  <a:pt x="381128" y="2447699"/>
                </a:moveTo>
                <a:lnTo>
                  <a:pt x="381390" y="2456391"/>
                </a:lnTo>
                <a:moveTo>
                  <a:pt x="340524" y="2445792"/>
                </a:moveTo>
                <a:lnTo>
                  <a:pt x="376364" y="2443385"/>
                </a:lnTo>
                <a:moveTo>
                  <a:pt x="388306" y="2438704"/>
                </a:moveTo>
                <a:lnTo>
                  <a:pt x="411640" y="2436429"/>
                </a:lnTo>
                <a:moveTo>
                  <a:pt x="539809" y="2438377"/>
                </a:moveTo>
                <a:lnTo>
                  <a:pt x="541315" y="2452298"/>
                </a:lnTo>
                <a:moveTo>
                  <a:pt x="502971" y="2465287"/>
                </a:moveTo>
                <a:lnTo>
                  <a:pt x="537746" y="2460098"/>
                </a:lnTo>
                <a:moveTo>
                  <a:pt x="549180" y="2458691"/>
                </a:moveTo>
                <a:lnTo>
                  <a:pt x="574290" y="2456235"/>
                </a:lnTo>
                <a:moveTo>
                  <a:pt x="2830193" y="339133"/>
                </a:moveTo>
                <a:lnTo>
                  <a:pt x="2835104" y="363703"/>
                </a:lnTo>
                <a:lnTo>
                  <a:pt x="2844418" y="450099"/>
                </a:lnTo>
                <a:moveTo>
                  <a:pt x="795923" y="2620961"/>
                </a:moveTo>
                <a:lnTo>
                  <a:pt x="799381" y="2627332"/>
                </a:lnTo>
                <a:lnTo>
                  <a:pt x="800395" y="2629157"/>
                </a:lnTo>
                <a:lnTo>
                  <a:pt x="877678" y="2742816"/>
                </a:lnTo>
                <a:moveTo>
                  <a:pt x="884540" y="2752981"/>
                </a:moveTo>
                <a:lnTo>
                  <a:pt x="987420" y="2906326"/>
                </a:lnTo>
                <a:moveTo>
                  <a:pt x="994045" y="2916012"/>
                </a:moveTo>
                <a:lnTo>
                  <a:pt x="1005000" y="2931722"/>
                </a:lnTo>
                <a:lnTo>
                  <a:pt x="1044465" y="2991690"/>
                </a:lnTo>
                <a:lnTo>
                  <a:pt x="1060384" y="3014901"/>
                </a:lnTo>
                <a:lnTo>
                  <a:pt x="1067628" y="3027554"/>
                </a:lnTo>
                <a:lnTo>
                  <a:pt x="1088719" y="3058050"/>
                </a:lnTo>
                <a:lnTo>
                  <a:pt x="1100578" y="3075949"/>
                </a:lnTo>
                <a:lnTo>
                  <a:pt x="1107895" y="3085292"/>
                </a:lnTo>
                <a:moveTo>
                  <a:pt x="1363129" y="2942092"/>
                </a:moveTo>
                <a:lnTo>
                  <a:pt x="1358202" y="2943909"/>
                </a:lnTo>
                <a:lnTo>
                  <a:pt x="1350492" y="2947166"/>
                </a:lnTo>
                <a:lnTo>
                  <a:pt x="1342635" y="2950637"/>
                </a:lnTo>
                <a:lnTo>
                  <a:pt x="1338878" y="2952380"/>
                </a:lnTo>
                <a:lnTo>
                  <a:pt x="1335654" y="2954000"/>
                </a:lnTo>
                <a:lnTo>
                  <a:pt x="1330547" y="2956791"/>
                </a:lnTo>
                <a:lnTo>
                  <a:pt x="1325333" y="2959779"/>
                </a:lnTo>
                <a:lnTo>
                  <a:pt x="1318720" y="2963724"/>
                </a:lnTo>
                <a:lnTo>
                  <a:pt x="1312001" y="2967709"/>
                </a:lnTo>
                <a:moveTo>
                  <a:pt x="2030911" y="2780092"/>
                </a:moveTo>
                <a:lnTo>
                  <a:pt x="1920437" y="2799014"/>
                </a:lnTo>
                <a:moveTo>
                  <a:pt x="1908663" y="2801061"/>
                </a:moveTo>
                <a:lnTo>
                  <a:pt x="1870675" y="2807727"/>
                </a:lnTo>
                <a:lnTo>
                  <a:pt x="1841235" y="2812965"/>
                </a:lnTo>
                <a:lnTo>
                  <a:pt x="1827592" y="2815535"/>
                </a:lnTo>
                <a:lnTo>
                  <a:pt x="1815037" y="2818170"/>
                </a:lnTo>
                <a:lnTo>
                  <a:pt x="1802817" y="2820994"/>
                </a:lnTo>
                <a:moveTo>
                  <a:pt x="1791228" y="2823748"/>
                </a:moveTo>
                <a:lnTo>
                  <a:pt x="1784402" y="2825414"/>
                </a:lnTo>
                <a:lnTo>
                  <a:pt x="1773459" y="2828401"/>
                </a:lnTo>
                <a:lnTo>
                  <a:pt x="1758727" y="2832657"/>
                </a:lnTo>
                <a:lnTo>
                  <a:pt x="1738511" y="2838877"/>
                </a:lnTo>
                <a:lnTo>
                  <a:pt x="1725662" y="2843227"/>
                </a:lnTo>
                <a:moveTo>
                  <a:pt x="1714490" y="2847037"/>
                </a:moveTo>
                <a:lnTo>
                  <a:pt x="1650074" y="2869131"/>
                </a:lnTo>
                <a:moveTo>
                  <a:pt x="1638550" y="2872740"/>
                </a:moveTo>
                <a:lnTo>
                  <a:pt x="1628978" y="2875511"/>
                </a:lnTo>
                <a:lnTo>
                  <a:pt x="1613722" y="2879857"/>
                </a:lnTo>
                <a:lnTo>
                  <a:pt x="1599416" y="2883638"/>
                </a:lnTo>
                <a:lnTo>
                  <a:pt x="1585756" y="2887108"/>
                </a:lnTo>
                <a:lnTo>
                  <a:pt x="1567087" y="2891692"/>
                </a:lnTo>
                <a:lnTo>
                  <a:pt x="1548934" y="2896210"/>
                </a:lnTo>
                <a:lnTo>
                  <a:pt x="1518725" y="2903408"/>
                </a:lnTo>
                <a:moveTo>
                  <a:pt x="1507242" y="2906141"/>
                </a:moveTo>
                <a:lnTo>
                  <a:pt x="1462530" y="2916794"/>
                </a:lnTo>
                <a:lnTo>
                  <a:pt x="1431985" y="2923963"/>
                </a:lnTo>
                <a:lnTo>
                  <a:pt x="1405034" y="2930355"/>
                </a:lnTo>
                <a:lnTo>
                  <a:pt x="1390564" y="2933776"/>
                </a:lnTo>
                <a:lnTo>
                  <a:pt x="1382846" y="2935741"/>
                </a:lnTo>
                <a:lnTo>
                  <a:pt x="1376396" y="2937648"/>
                </a:lnTo>
                <a:lnTo>
                  <a:pt x="1371052" y="2939391"/>
                </a:lnTo>
                <a:lnTo>
                  <a:pt x="1369247" y="2939972"/>
                </a:lnTo>
                <a:moveTo>
                  <a:pt x="1527220" y="2286300"/>
                </a:moveTo>
                <a:lnTo>
                  <a:pt x="1515279" y="2303758"/>
                </a:lnTo>
                <a:lnTo>
                  <a:pt x="1509902" y="2310706"/>
                </a:lnTo>
                <a:lnTo>
                  <a:pt x="1504926" y="2316125"/>
                </a:lnTo>
                <a:lnTo>
                  <a:pt x="1500932" y="2320233"/>
                </a:lnTo>
                <a:moveTo>
                  <a:pt x="1492624" y="2328663"/>
                </a:moveTo>
                <a:lnTo>
                  <a:pt x="1490775" y="2330521"/>
                </a:lnTo>
                <a:lnTo>
                  <a:pt x="1483777" y="2337110"/>
                </a:lnTo>
                <a:lnTo>
                  <a:pt x="1478179" y="2341922"/>
                </a:lnTo>
                <a:lnTo>
                  <a:pt x="1471541" y="2347258"/>
                </a:lnTo>
                <a:lnTo>
                  <a:pt x="1465812" y="2351531"/>
                </a:lnTo>
                <a:lnTo>
                  <a:pt x="1459731" y="2355910"/>
                </a:lnTo>
                <a:lnTo>
                  <a:pt x="1452291" y="2360460"/>
                </a:lnTo>
                <a:lnTo>
                  <a:pt x="1440031" y="2367613"/>
                </a:lnTo>
                <a:lnTo>
                  <a:pt x="1255904" y="2468815"/>
                </a:lnTo>
                <a:moveTo>
                  <a:pt x="1245248" y="2474585"/>
                </a:moveTo>
                <a:lnTo>
                  <a:pt x="1185558" y="2506357"/>
                </a:lnTo>
                <a:moveTo>
                  <a:pt x="1175000" y="2511399"/>
                </a:moveTo>
                <a:lnTo>
                  <a:pt x="1167593" y="2514615"/>
                </a:lnTo>
                <a:lnTo>
                  <a:pt x="1153033" y="2520647"/>
                </a:lnTo>
                <a:lnTo>
                  <a:pt x="1127129" y="2530387"/>
                </a:lnTo>
                <a:lnTo>
                  <a:pt x="1118412" y="2533251"/>
                </a:lnTo>
                <a:lnTo>
                  <a:pt x="1108305" y="2536419"/>
                </a:lnTo>
                <a:lnTo>
                  <a:pt x="1078407" y="2544366"/>
                </a:lnTo>
                <a:moveTo>
                  <a:pt x="1066883" y="2547181"/>
                </a:moveTo>
                <a:lnTo>
                  <a:pt x="1049941" y="2550963"/>
                </a:lnTo>
                <a:lnTo>
                  <a:pt x="1005679" y="2560817"/>
                </a:lnTo>
                <a:lnTo>
                  <a:pt x="993460" y="2563509"/>
                </a:lnTo>
                <a:lnTo>
                  <a:pt x="943461" y="2576727"/>
                </a:lnTo>
                <a:moveTo>
                  <a:pt x="246" y="704694"/>
                </a:moveTo>
                <a:lnTo>
                  <a:pt x="333257" y="672750"/>
                </a:lnTo>
                <a:lnTo>
                  <a:pt x="376700" y="668584"/>
                </a:lnTo>
                <a:moveTo>
                  <a:pt x="388437" y="667479"/>
                </a:moveTo>
                <a:lnTo>
                  <a:pt x="405583" y="665899"/>
                </a:lnTo>
                <a:lnTo>
                  <a:pt x="416788" y="664860"/>
                </a:lnTo>
                <a:lnTo>
                  <a:pt x="515869" y="655751"/>
                </a:lnTo>
                <a:moveTo>
                  <a:pt x="1970820" y="1861173"/>
                </a:moveTo>
                <a:lnTo>
                  <a:pt x="1961261" y="1861844"/>
                </a:lnTo>
                <a:moveTo>
                  <a:pt x="1951996" y="1862515"/>
                </a:moveTo>
                <a:lnTo>
                  <a:pt x="1871043" y="1868498"/>
                </a:lnTo>
                <a:moveTo>
                  <a:pt x="1859290" y="1869390"/>
                </a:moveTo>
                <a:lnTo>
                  <a:pt x="1814529" y="1872852"/>
                </a:lnTo>
                <a:lnTo>
                  <a:pt x="1806156" y="1873294"/>
                </a:lnTo>
                <a:lnTo>
                  <a:pt x="1792685" y="1874906"/>
                </a:lnTo>
                <a:lnTo>
                  <a:pt x="1724966" y="1883451"/>
                </a:lnTo>
                <a:moveTo>
                  <a:pt x="1756427" y="483835"/>
                </a:moveTo>
                <a:lnTo>
                  <a:pt x="1758187" y="489843"/>
                </a:lnTo>
                <a:lnTo>
                  <a:pt x="1762590" y="521983"/>
                </a:lnTo>
                <a:lnTo>
                  <a:pt x="1767624" y="557176"/>
                </a:lnTo>
                <a:lnTo>
                  <a:pt x="1778640" y="613985"/>
                </a:lnTo>
                <a:lnTo>
                  <a:pt x="1785900" y="674477"/>
                </a:lnTo>
                <a:lnTo>
                  <a:pt x="1792226" y="709948"/>
                </a:lnTo>
                <a:lnTo>
                  <a:pt x="1807179" y="892136"/>
                </a:lnTo>
                <a:moveTo>
                  <a:pt x="1614303" y="890089"/>
                </a:moveTo>
                <a:lnTo>
                  <a:pt x="1624657" y="889451"/>
                </a:lnTo>
                <a:lnTo>
                  <a:pt x="1633733" y="889017"/>
                </a:lnTo>
                <a:lnTo>
                  <a:pt x="1642785" y="888804"/>
                </a:lnTo>
                <a:lnTo>
                  <a:pt x="1649423" y="888944"/>
                </a:lnTo>
                <a:lnTo>
                  <a:pt x="1708556" y="892037"/>
                </a:lnTo>
                <a:moveTo>
                  <a:pt x="1716847" y="885113"/>
                </a:moveTo>
                <a:lnTo>
                  <a:pt x="1723902" y="856353"/>
                </a:lnTo>
                <a:lnTo>
                  <a:pt x="1726186" y="816773"/>
                </a:lnTo>
                <a:lnTo>
                  <a:pt x="1717224" y="749987"/>
                </a:lnTo>
                <a:lnTo>
                  <a:pt x="1711707" y="670736"/>
                </a:lnTo>
                <a:lnTo>
                  <a:pt x="1676203" y="559313"/>
                </a:lnTo>
                <a:lnTo>
                  <a:pt x="1615965" y="580535"/>
                </a:lnTo>
                <a:moveTo>
                  <a:pt x="734412" y="1038090"/>
                </a:moveTo>
                <a:lnTo>
                  <a:pt x="851008" y="1012341"/>
                </a:lnTo>
                <a:lnTo>
                  <a:pt x="877772" y="1006890"/>
                </a:lnTo>
                <a:lnTo>
                  <a:pt x="890441" y="1004370"/>
                </a:lnTo>
                <a:lnTo>
                  <a:pt x="895508" y="1003625"/>
                </a:lnTo>
                <a:moveTo>
                  <a:pt x="907187" y="1001947"/>
                </a:moveTo>
                <a:lnTo>
                  <a:pt x="926568" y="999238"/>
                </a:lnTo>
                <a:lnTo>
                  <a:pt x="953470" y="996087"/>
                </a:lnTo>
                <a:lnTo>
                  <a:pt x="970543" y="994442"/>
                </a:lnTo>
                <a:moveTo>
                  <a:pt x="982247" y="993370"/>
                </a:moveTo>
                <a:lnTo>
                  <a:pt x="1031223" y="989097"/>
                </a:lnTo>
                <a:moveTo>
                  <a:pt x="1043017" y="988213"/>
                </a:moveTo>
                <a:lnTo>
                  <a:pt x="1054459" y="987370"/>
                </a:lnTo>
                <a:moveTo>
                  <a:pt x="1066384" y="986429"/>
                </a:moveTo>
                <a:lnTo>
                  <a:pt x="1073447" y="985824"/>
                </a:lnTo>
                <a:lnTo>
                  <a:pt x="1080215" y="985120"/>
                </a:lnTo>
                <a:lnTo>
                  <a:pt x="1086648" y="984318"/>
                </a:lnTo>
                <a:lnTo>
                  <a:pt x="1096224" y="982754"/>
                </a:lnTo>
                <a:lnTo>
                  <a:pt x="1110097" y="980242"/>
                </a:lnTo>
                <a:lnTo>
                  <a:pt x="1144947" y="973138"/>
                </a:lnTo>
                <a:moveTo>
                  <a:pt x="1156413" y="970600"/>
                </a:moveTo>
                <a:lnTo>
                  <a:pt x="1260897" y="945531"/>
                </a:lnTo>
                <a:lnTo>
                  <a:pt x="1343216" y="926723"/>
                </a:lnTo>
                <a:moveTo>
                  <a:pt x="662184" y="1833104"/>
                </a:moveTo>
                <a:lnTo>
                  <a:pt x="678168" y="1978317"/>
                </a:lnTo>
                <a:lnTo>
                  <a:pt x="687564" y="2063665"/>
                </a:lnTo>
                <a:lnTo>
                  <a:pt x="701076" y="2186519"/>
                </a:lnTo>
                <a:moveTo>
                  <a:pt x="2695264" y="2132882"/>
                </a:moveTo>
                <a:lnTo>
                  <a:pt x="2746237" y="2127382"/>
                </a:lnTo>
                <a:lnTo>
                  <a:pt x="2798986" y="2123298"/>
                </a:lnTo>
                <a:moveTo>
                  <a:pt x="2810747" y="2122365"/>
                </a:moveTo>
                <a:lnTo>
                  <a:pt x="2852725" y="2118968"/>
                </a:lnTo>
                <a:moveTo>
                  <a:pt x="2864454" y="2117961"/>
                </a:moveTo>
                <a:lnTo>
                  <a:pt x="2901538" y="2114557"/>
                </a:lnTo>
                <a:moveTo>
                  <a:pt x="2913315" y="2113485"/>
                </a:moveTo>
                <a:lnTo>
                  <a:pt x="3006512" y="2105063"/>
                </a:lnTo>
                <a:lnTo>
                  <a:pt x="3054007" y="2097934"/>
                </a:lnTo>
                <a:lnTo>
                  <a:pt x="3126194" y="2082408"/>
                </a:lnTo>
                <a:moveTo>
                  <a:pt x="3126440" y="2082351"/>
                </a:moveTo>
                <a:lnTo>
                  <a:pt x="3128289" y="2081950"/>
                </a:lnTo>
                <a:lnTo>
                  <a:pt x="3140542" y="2077162"/>
                </a:lnTo>
                <a:moveTo>
                  <a:pt x="2906186" y="1313809"/>
                </a:moveTo>
                <a:lnTo>
                  <a:pt x="2905507" y="1309283"/>
                </a:lnTo>
                <a:lnTo>
                  <a:pt x="2892641" y="1237366"/>
                </a:lnTo>
                <a:lnTo>
                  <a:pt x="2880798" y="1164647"/>
                </a:lnTo>
                <a:moveTo>
                  <a:pt x="2458118" y="448904"/>
                </a:moveTo>
                <a:lnTo>
                  <a:pt x="2586181" y="434335"/>
                </a:lnTo>
                <a:moveTo>
                  <a:pt x="2598040" y="433034"/>
                </a:moveTo>
                <a:lnTo>
                  <a:pt x="2680933" y="424252"/>
                </a:lnTo>
                <a:moveTo>
                  <a:pt x="2690148" y="423450"/>
                </a:moveTo>
                <a:lnTo>
                  <a:pt x="2699675" y="422787"/>
                </a:lnTo>
                <a:moveTo>
                  <a:pt x="2482434" y="648311"/>
                </a:moveTo>
                <a:lnTo>
                  <a:pt x="2553107" y="639463"/>
                </a:lnTo>
                <a:lnTo>
                  <a:pt x="2689313" y="628734"/>
                </a:lnTo>
                <a:moveTo>
                  <a:pt x="2510998" y="806378"/>
                </a:moveTo>
                <a:lnTo>
                  <a:pt x="2574198" y="797130"/>
                </a:lnTo>
                <a:lnTo>
                  <a:pt x="2638578" y="787971"/>
                </a:lnTo>
                <a:lnTo>
                  <a:pt x="2684673" y="781416"/>
                </a:lnTo>
                <a:lnTo>
                  <a:pt x="2695967" y="780032"/>
                </a:lnTo>
                <a:moveTo>
                  <a:pt x="1856778" y="899665"/>
                </a:moveTo>
                <a:lnTo>
                  <a:pt x="1842291" y="899493"/>
                </a:lnTo>
                <a:lnTo>
                  <a:pt x="1832077" y="898536"/>
                </a:lnTo>
                <a:lnTo>
                  <a:pt x="1814611" y="897406"/>
                </a:lnTo>
                <a:moveTo>
                  <a:pt x="1881920" y="847104"/>
                </a:moveTo>
                <a:lnTo>
                  <a:pt x="1880725" y="841416"/>
                </a:lnTo>
                <a:lnTo>
                  <a:pt x="1875414" y="833551"/>
                </a:lnTo>
                <a:moveTo>
                  <a:pt x="1869005" y="823050"/>
                </a:moveTo>
                <a:lnTo>
                  <a:pt x="1866403" y="818107"/>
                </a:lnTo>
                <a:lnTo>
                  <a:pt x="1862719" y="796745"/>
                </a:lnTo>
                <a:lnTo>
                  <a:pt x="1858824" y="761355"/>
                </a:lnTo>
                <a:moveTo>
                  <a:pt x="1857539" y="749643"/>
                </a:moveTo>
                <a:lnTo>
                  <a:pt x="1846702" y="651069"/>
                </a:lnTo>
                <a:lnTo>
                  <a:pt x="1839369" y="643056"/>
                </a:lnTo>
                <a:lnTo>
                  <a:pt x="1836333" y="637499"/>
                </a:lnTo>
                <a:lnTo>
                  <a:pt x="1834016" y="622112"/>
                </a:lnTo>
                <a:moveTo>
                  <a:pt x="1832289" y="610417"/>
                </a:moveTo>
                <a:lnTo>
                  <a:pt x="1813089" y="477418"/>
                </a:lnTo>
                <a:moveTo>
                  <a:pt x="728364" y="1044097"/>
                </a:moveTo>
                <a:lnTo>
                  <a:pt x="739388" y="1094694"/>
                </a:lnTo>
                <a:moveTo>
                  <a:pt x="741819" y="1106250"/>
                </a:moveTo>
                <a:lnTo>
                  <a:pt x="747311" y="1133153"/>
                </a:lnTo>
                <a:moveTo>
                  <a:pt x="749701" y="1144889"/>
                </a:moveTo>
                <a:lnTo>
                  <a:pt x="771463" y="1251566"/>
                </a:lnTo>
                <a:moveTo>
                  <a:pt x="773329" y="1263426"/>
                </a:moveTo>
                <a:lnTo>
                  <a:pt x="774123" y="1273656"/>
                </a:lnTo>
                <a:lnTo>
                  <a:pt x="778968" y="1316633"/>
                </a:lnTo>
                <a:moveTo>
                  <a:pt x="613535" y="1470747"/>
                </a:moveTo>
                <a:lnTo>
                  <a:pt x="547134" y="1482590"/>
                </a:lnTo>
                <a:lnTo>
                  <a:pt x="453086" y="1498272"/>
                </a:lnTo>
                <a:lnTo>
                  <a:pt x="387086" y="1513740"/>
                </a:lnTo>
                <a:lnTo>
                  <a:pt x="396523" y="1562152"/>
                </a:lnTo>
                <a:moveTo>
                  <a:pt x="1897168" y="1026124"/>
                </a:moveTo>
                <a:lnTo>
                  <a:pt x="1896595" y="1023407"/>
                </a:lnTo>
                <a:lnTo>
                  <a:pt x="1892077" y="1001988"/>
                </a:lnTo>
                <a:lnTo>
                  <a:pt x="1881781" y="954886"/>
                </a:lnTo>
                <a:lnTo>
                  <a:pt x="1871330" y="923335"/>
                </a:lnTo>
                <a:lnTo>
                  <a:pt x="1865560" y="905550"/>
                </a:lnTo>
                <a:moveTo>
                  <a:pt x="1863947" y="895066"/>
                </a:moveTo>
                <a:lnTo>
                  <a:pt x="1863333" y="855895"/>
                </a:lnTo>
                <a:lnTo>
                  <a:pt x="1865731" y="854675"/>
                </a:lnTo>
                <a:lnTo>
                  <a:pt x="1874317" y="854528"/>
                </a:lnTo>
                <a:moveTo>
                  <a:pt x="2188995" y="1096822"/>
                </a:moveTo>
                <a:lnTo>
                  <a:pt x="2077972" y="1105506"/>
                </a:lnTo>
                <a:lnTo>
                  <a:pt x="2022931" y="1109156"/>
                </a:lnTo>
                <a:lnTo>
                  <a:pt x="1984652" y="1111767"/>
                </a:lnTo>
                <a:lnTo>
                  <a:pt x="1980044" y="1111979"/>
                </a:lnTo>
                <a:lnTo>
                  <a:pt x="1977155" y="1111718"/>
                </a:lnTo>
                <a:lnTo>
                  <a:pt x="1975821" y="1111276"/>
                </a:lnTo>
                <a:lnTo>
                  <a:pt x="1974569" y="1110400"/>
                </a:lnTo>
                <a:lnTo>
                  <a:pt x="1973153" y="1108738"/>
                </a:lnTo>
                <a:lnTo>
                  <a:pt x="1971287" y="1105088"/>
                </a:lnTo>
                <a:lnTo>
                  <a:pt x="1969478" y="1100619"/>
                </a:lnTo>
                <a:lnTo>
                  <a:pt x="1960778" y="1071032"/>
                </a:lnTo>
                <a:lnTo>
                  <a:pt x="1952855" y="1026640"/>
                </a:lnTo>
                <a:moveTo>
                  <a:pt x="2171071" y="906327"/>
                </a:moveTo>
                <a:lnTo>
                  <a:pt x="2122905" y="913784"/>
                </a:lnTo>
                <a:lnTo>
                  <a:pt x="2039914" y="926609"/>
                </a:lnTo>
                <a:moveTo>
                  <a:pt x="2028398" y="928131"/>
                </a:moveTo>
                <a:lnTo>
                  <a:pt x="1941733" y="937633"/>
                </a:lnTo>
                <a:moveTo>
                  <a:pt x="2165489" y="848136"/>
                </a:moveTo>
                <a:lnTo>
                  <a:pt x="2067553" y="857040"/>
                </a:lnTo>
                <a:lnTo>
                  <a:pt x="1983695" y="865208"/>
                </a:lnTo>
                <a:lnTo>
                  <a:pt x="1941127" y="872288"/>
                </a:lnTo>
                <a:moveTo>
                  <a:pt x="2159596" y="786416"/>
                </a:moveTo>
                <a:lnTo>
                  <a:pt x="2079167" y="798415"/>
                </a:lnTo>
                <a:lnTo>
                  <a:pt x="2050022" y="801910"/>
                </a:lnTo>
                <a:moveTo>
                  <a:pt x="2038318" y="803309"/>
                </a:moveTo>
                <a:lnTo>
                  <a:pt x="1924357" y="816953"/>
                </a:lnTo>
                <a:moveTo>
                  <a:pt x="1912440" y="818819"/>
                </a:moveTo>
                <a:lnTo>
                  <a:pt x="1877132" y="825620"/>
                </a:lnTo>
                <a:moveTo>
                  <a:pt x="2186155" y="983172"/>
                </a:moveTo>
                <a:lnTo>
                  <a:pt x="2179141" y="912580"/>
                </a:lnTo>
                <a:moveTo>
                  <a:pt x="2177970" y="900836"/>
                </a:moveTo>
                <a:lnTo>
                  <a:pt x="2173362" y="854618"/>
                </a:lnTo>
                <a:moveTo>
                  <a:pt x="2172241" y="842914"/>
                </a:moveTo>
                <a:lnTo>
                  <a:pt x="2167625" y="792718"/>
                </a:lnTo>
                <a:moveTo>
                  <a:pt x="2166446" y="780916"/>
                </a:moveTo>
                <a:lnTo>
                  <a:pt x="2160193" y="723289"/>
                </a:lnTo>
                <a:moveTo>
                  <a:pt x="2158999" y="711602"/>
                </a:moveTo>
                <a:lnTo>
                  <a:pt x="2157403" y="694963"/>
                </a:lnTo>
                <a:lnTo>
                  <a:pt x="2151534" y="632122"/>
                </a:lnTo>
                <a:lnTo>
                  <a:pt x="2145723" y="569985"/>
                </a:lnTo>
                <a:moveTo>
                  <a:pt x="2144430" y="558110"/>
                </a:moveTo>
                <a:lnTo>
                  <a:pt x="2137031" y="499107"/>
                </a:lnTo>
                <a:moveTo>
                  <a:pt x="2135509" y="487387"/>
                </a:moveTo>
                <a:lnTo>
                  <a:pt x="2128184" y="432903"/>
                </a:lnTo>
                <a:moveTo>
                  <a:pt x="701109" y="2186760"/>
                </a:moveTo>
                <a:lnTo>
                  <a:pt x="706887" y="2239628"/>
                </a:lnTo>
                <a:moveTo>
                  <a:pt x="714389" y="2325815"/>
                </a:moveTo>
                <a:lnTo>
                  <a:pt x="719909" y="2383549"/>
                </a:lnTo>
                <a:lnTo>
                  <a:pt x="723134" y="2409493"/>
                </a:lnTo>
                <a:lnTo>
                  <a:pt x="726718" y="2432795"/>
                </a:lnTo>
                <a:lnTo>
                  <a:pt x="728846" y="2444474"/>
                </a:lnTo>
                <a:lnTo>
                  <a:pt x="731686" y="2456677"/>
                </a:lnTo>
                <a:lnTo>
                  <a:pt x="735427" y="2471098"/>
                </a:lnTo>
                <a:lnTo>
                  <a:pt x="736990" y="2476418"/>
                </a:lnTo>
                <a:lnTo>
                  <a:pt x="739298" y="2484259"/>
                </a:lnTo>
                <a:lnTo>
                  <a:pt x="745674" y="2501962"/>
                </a:lnTo>
                <a:lnTo>
                  <a:pt x="783036" y="2593121"/>
                </a:lnTo>
                <a:lnTo>
                  <a:pt x="786310" y="2601007"/>
                </a:lnTo>
                <a:moveTo>
                  <a:pt x="705848" y="2242440"/>
                </a:moveTo>
                <a:lnTo>
                  <a:pt x="706519" y="2250108"/>
                </a:lnTo>
                <a:lnTo>
                  <a:pt x="712510" y="2319407"/>
                </a:lnTo>
                <a:moveTo>
                  <a:pt x="933500" y="1983556"/>
                </a:moveTo>
                <a:lnTo>
                  <a:pt x="899551" y="1985847"/>
                </a:lnTo>
                <a:lnTo>
                  <a:pt x="833101" y="1994138"/>
                </a:lnTo>
                <a:moveTo>
                  <a:pt x="821397" y="1995570"/>
                </a:moveTo>
                <a:lnTo>
                  <a:pt x="722643" y="2007438"/>
                </a:lnTo>
                <a:lnTo>
                  <a:pt x="701183" y="2010016"/>
                </a:lnTo>
                <a:lnTo>
                  <a:pt x="699726" y="2010196"/>
                </a:lnTo>
                <a:moveTo>
                  <a:pt x="932002" y="2579592"/>
                </a:moveTo>
                <a:lnTo>
                  <a:pt x="815373" y="2607002"/>
                </a:lnTo>
                <a:lnTo>
                  <a:pt x="813973" y="2607387"/>
                </a:lnTo>
                <a:lnTo>
                  <a:pt x="805462" y="2607076"/>
                </a:lnTo>
                <a:moveTo>
                  <a:pt x="781825" y="2606233"/>
                </a:moveTo>
                <a:lnTo>
                  <a:pt x="775424" y="2605995"/>
                </a:lnTo>
                <a:lnTo>
                  <a:pt x="774352" y="2606273"/>
                </a:lnTo>
                <a:lnTo>
                  <a:pt x="578358" y="2656363"/>
                </a:lnTo>
                <a:lnTo>
                  <a:pt x="570787" y="2658491"/>
                </a:lnTo>
                <a:lnTo>
                  <a:pt x="566777" y="2659759"/>
                </a:lnTo>
                <a:lnTo>
                  <a:pt x="562987" y="2661044"/>
                </a:lnTo>
                <a:lnTo>
                  <a:pt x="558879" y="2662689"/>
                </a:lnTo>
                <a:moveTo>
                  <a:pt x="546054" y="2667788"/>
                </a:moveTo>
                <a:lnTo>
                  <a:pt x="535987" y="2671750"/>
                </a:lnTo>
                <a:lnTo>
                  <a:pt x="520518" y="2678625"/>
                </a:lnTo>
                <a:lnTo>
                  <a:pt x="509158" y="2684174"/>
                </a:lnTo>
                <a:lnTo>
                  <a:pt x="498264" y="2689862"/>
                </a:lnTo>
                <a:lnTo>
                  <a:pt x="487796" y="2696107"/>
                </a:lnTo>
                <a:lnTo>
                  <a:pt x="477378" y="2702834"/>
                </a:lnTo>
                <a:lnTo>
                  <a:pt x="472000" y="2706967"/>
                </a:lnTo>
                <a:moveTo>
                  <a:pt x="462801" y="2714260"/>
                </a:moveTo>
                <a:lnTo>
                  <a:pt x="456204" y="2719637"/>
                </a:lnTo>
                <a:lnTo>
                  <a:pt x="446129" y="2728083"/>
                </a:lnTo>
                <a:lnTo>
                  <a:pt x="438722" y="2734958"/>
                </a:lnTo>
                <a:lnTo>
                  <a:pt x="366887" y="2807891"/>
                </a:lnTo>
                <a:moveTo>
                  <a:pt x="358367" y="2816443"/>
                </a:moveTo>
                <a:lnTo>
                  <a:pt x="345910" y="2828859"/>
                </a:lnTo>
                <a:lnTo>
                  <a:pt x="343135" y="2831691"/>
                </a:lnTo>
                <a:moveTo>
                  <a:pt x="899387" y="1992092"/>
                </a:moveTo>
                <a:lnTo>
                  <a:pt x="482436" y="2041649"/>
                </a:lnTo>
                <a:moveTo>
                  <a:pt x="483606" y="2048107"/>
                </a:moveTo>
                <a:lnTo>
                  <a:pt x="900778" y="1999499"/>
                </a:lnTo>
                <a:moveTo>
                  <a:pt x="900958" y="1999483"/>
                </a:moveTo>
                <a:lnTo>
                  <a:pt x="917319" y="1998255"/>
                </a:lnTo>
                <a:moveTo>
                  <a:pt x="2907561" y="2106299"/>
                </a:moveTo>
                <a:lnTo>
                  <a:pt x="2892224" y="2037450"/>
                </a:lnTo>
                <a:lnTo>
                  <a:pt x="2886773" y="2008535"/>
                </a:lnTo>
                <a:lnTo>
                  <a:pt x="2883704" y="1986682"/>
                </a:lnTo>
                <a:lnTo>
                  <a:pt x="2882844" y="1978424"/>
                </a:lnTo>
                <a:lnTo>
                  <a:pt x="2882762" y="1972891"/>
                </a:lnTo>
                <a:lnTo>
                  <a:pt x="2883016" y="1965861"/>
                </a:lnTo>
                <a:lnTo>
                  <a:pt x="2883368" y="1959117"/>
                </a:lnTo>
                <a:lnTo>
                  <a:pt x="2884383" y="1935152"/>
                </a:lnTo>
                <a:moveTo>
                  <a:pt x="2884907" y="1923367"/>
                </a:moveTo>
                <a:lnTo>
                  <a:pt x="2885823" y="1903495"/>
                </a:lnTo>
                <a:lnTo>
                  <a:pt x="2886306" y="1884883"/>
                </a:lnTo>
                <a:lnTo>
                  <a:pt x="2886249" y="1860600"/>
                </a:lnTo>
                <a:moveTo>
                  <a:pt x="2885954" y="1848863"/>
                </a:moveTo>
                <a:lnTo>
                  <a:pt x="2885226" y="1833313"/>
                </a:lnTo>
                <a:moveTo>
                  <a:pt x="2884907" y="1821682"/>
                </a:moveTo>
                <a:lnTo>
                  <a:pt x="2884849" y="1814627"/>
                </a:lnTo>
                <a:lnTo>
                  <a:pt x="2884653" y="1808604"/>
                </a:lnTo>
                <a:lnTo>
                  <a:pt x="2883802" y="1800419"/>
                </a:lnTo>
                <a:moveTo>
                  <a:pt x="2915844" y="1343945"/>
                </a:moveTo>
                <a:lnTo>
                  <a:pt x="2944195" y="1343364"/>
                </a:lnTo>
                <a:lnTo>
                  <a:pt x="3037924" y="1323140"/>
                </a:lnTo>
                <a:lnTo>
                  <a:pt x="3041967" y="1322722"/>
                </a:lnTo>
                <a:lnTo>
                  <a:pt x="3045454" y="1322935"/>
                </a:lnTo>
                <a:lnTo>
                  <a:pt x="3047140" y="1323246"/>
                </a:lnTo>
                <a:lnTo>
                  <a:pt x="3049505" y="1323958"/>
                </a:lnTo>
                <a:lnTo>
                  <a:pt x="3051388" y="1324850"/>
                </a:lnTo>
                <a:lnTo>
                  <a:pt x="3053336" y="1325922"/>
                </a:lnTo>
                <a:lnTo>
                  <a:pt x="3055251" y="1327379"/>
                </a:lnTo>
                <a:lnTo>
                  <a:pt x="3056978" y="1329172"/>
                </a:lnTo>
                <a:lnTo>
                  <a:pt x="3058107" y="1330563"/>
                </a:lnTo>
                <a:lnTo>
                  <a:pt x="3059065" y="1331971"/>
                </a:lnTo>
                <a:lnTo>
                  <a:pt x="3060653" y="1335981"/>
                </a:lnTo>
                <a:moveTo>
                  <a:pt x="2379342" y="2401325"/>
                </a:moveTo>
                <a:lnTo>
                  <a:pt x="2384122" y="2438295"/>
                </a:lnTo>
                <a:moveTo>
                  <a:pt x="2385595" y="2450007"/>
                </a:moveTo>
                <a:lnTo>
                  <a:pt x="2388967" y="2477572"/>
                </a:lnTo>
                <a:moveTo>
                  <a:pt x="2390399" y="2489276"/>
                </a:moveTo>
                <a:lnTo>
                  <a:pt x="2396832" y="2541780"/>
                </a:lnTo>
                <a:lnTo>
                  <a:pt x="2404607" y="2605259"/>
                </a:lnTo>
                <a:moveTo>
                  <a:pt x="2406146" y="2617003"/>
                </a:moveTo>
                <a:lnTo>
                  <a:pt x="2415214" y="2682717"/>
                </a:lnTo>
                <a:moveTo>
                  <a:pt x="2416819" y="2694396"/>
                </a:moveTo>
                <a:lnTo>
                  <a:pt x="2418063" y="2703579"/>
                </a:lnTo>
                <a:moveTo>
                  <a:pt x="2317123" y="1896628"/>
                </a:moveTo>
                <a:lnTo>
                  <a:pt x="2330390" y="1998337"/>
                </a:lnTo>
                <a:moveTo>
                  <a:pt x="523833" y="2053001"/>
                </a:moveTo>
                <a:lnTo>
                  <a:pt x="552299" y="2192457"/>
                </a:lnTo>
                <a:lnTo>
                  <a:pt x="549459" y="2208466"/>
                </a:lnTo>
                <a:lnTo>
                  <a:pt x="549205" y="2220341"/>
                </a:lnTo>
                <a:lnTo>
                  <a:pt x="551431" y="2233772"/>
                </a:lnTo>
                <a:lnTo>
                  <a:pt x="552413" y="2246786"/>
                </a:lnTo>
                <a:lnTo>
                  <a:pt x="564158" y="2285048"/>
                </a:lnTo>
                <a:lnTo>
                  <a:pt x="570828" y="2306942"/>
                </a:lnTo>
                <a:lnTo>
                  <a:pt x="582450" y="2330087"/>
                </a:lnTo>
                <a:lnTo>
                  <a:pt x="589039" y="2350819"/>
                </a:lnTo>
                <a:lnTo>
                  <a:pt x="589284" y="2353045"/>
                </a:lnTo>
                <a:lnTo>
                  <a:pt x="591494" y="2374112"/>
                </a:lnTo>
                <a:lnTo>
                  <a:pt x="591781" y="2376862"/>
                </a:lnTo>
                <a:lnTo>
                  <a:pt x="590185" y="2421042"/>
                </a:lnTo>
                <a:lnTo>
                  <a:pt x="589972" y="2423841"/>
                </a:lnTo>
                <a:moveTo>
                  <a:pt x="2209354" y="2748324"/>
                </a:moveTo>
                <a:lnTo>
                  <a:pt x="2209194" y="2748356"/>
                </a:lnTo>
                <a:moveTo>
                  <a:pt x="2419168" y="2728403"/>
                </a:moveTo>
                <a:lnTo>
                  <a:pt x="2415697" y="2750100"/>
                </a:lnTo>
                <a:lnTo>
                  <a:pt x="2413708" y="2760830"/>
                </a:lnTo>
                <a:lnTo>
                  <a:pt x="2415665" y="2770446"/>
                </a:lnTo>
                <a:lnTo>
                  <a:pt x="2419847" y="2790990"/>
                </a:lnTo>
                <a:lnTo>
                  <a:pt x="2421729" y="2802947"/>
                </a:lnTo>
                <a:lnTo>
                  <a:pt x="2423497" y="2812073"/>
                </a:lnTo>
                <a:lnTo>
                  <a:pt x="2426329" y="2829424"/>
                </a:lnTo>
                <a:lnTo>
                  <a:pt x="2431968" y="2869012"/>
                </a:lnTo>
                <a:lnTo>
                  <a:pt x="2437697" y="2909280"/>
                </a:lnTo>
                <a:lnTo>
                  <a:pt x="2443508" y="2950105"/>
                </a:lnTo>
                <a:moveTo>
                  <a:pt x="2400621" y="2716625"/>
                </a:moveTo>
                <a:lnTo>
                  <a:pt x="2213908" y="2747513"/>
                </a:lnTo>
                <a:moveTo>
                  <a:pt x="1559876" y="2716674"/>
                </a:moveTo>
                <a:lnTo>
                  <a:pt x="1591510" y="2777100"/>
                </a:lnTo>
                <a:moveTo>
                  <a:pt x="1597067" y="2787609"/>
                </a:moveTo>
                <a:lnTo>
                  <a:pt x="1640527" y="2865820"/>
                </a:lnTo>
                <a:moveTo>
                  <a:pt x="2711674" y="614607"/>
                </a:moveTo>
                <a:lnTo>
                  <a:pt x="2788411" y="613592"/>
                </a:lnTo>
                <a:lnTo>
                  <a:pt x="2834924" y="611161"/>
                </a:lnTo>
                <a:lnTo>
                  <a:pt x="2867916" y="608952"/>
                </a:lnTo>
                <a:lnTo>
                  <a:pt x="2936878" y="602068"/>
                </a:lnTo>
                <a:moveTo>
                  <a:pt x="2694036" y="633047"/>
                </a:moveTo>
                <a:lnTo>
                  <a:pt x="2694339" y="699243"/>
                </a:lnTo>
                <a:moveTo>
                  <a:pt x="2694838" y="710931"/>
                </a:moveTo>
                <a:lnTo>
                  <a:pt x="2697072" y="738987"/>
                </a:lnTo>
                <a:moveTo>
                  <a:pt x="2697711" y="746664"/>
                </a:moveTo>
                <a:lnTo>
                  <a:pt x="2699921" y="772241"/>
                </a:lnTo>
                <a:moveTo>
                  <a:pt x="2700182" y="743849"/>
                </a:moveTo>
                <a:lnTo>
                  <a:pt x="2709341" y="742695"/>
                </a:lnTo>
                <a:moveTo>
                  <a:pt x="2718598" y="741344"/>
                </a:moveTo>
                <a:lnTo>
                  <a:pt x="2946544" y="703540"/>
                </a:lnTo>
                <a:lnTo>
                  <a:pt x="2947862" y="703319"/>
                </a:lnTo>
                <a:moveTo>
                  <a:pt x="2700985" y="784075"/>
                </a:moveTo>
                <a:lnTo>
                  <a:pt x="2713171" y="915617"/>
                </a:lnTo>
                <a:moveTo>
                  <a:pt x="2159882" y="427608"/>
                </a:moveTo>
                <a:lnTo>
                  <a:pt x="2164900" y="462752"/>
                </a:lnTo>
                <a:lnTo>
                  <a:pt x="2173150" y="539171"/>
                </a:lnTo>
                <a:moveTo>
                  <a:pt x="2173845" y="546790"/>
                </a:moveTo>
                <a:lnTo>
                  <a:pt x="2179754" y="626221"/>
                </a:lnTo>
                <a:moveTo>
                  <a:pt x="2180319" y="633898"/>
                </a:moveTo>
                <a:lnTo>
                  <a:pt x="2185361" y="701862"/>
                </a:lnTo>
                <a:moveTo>
                  <a:pt x="2186032" y="709597"/>
                </a:moveTo>
                <a:lnTo>
                  <a:pt x="2192154" y="771087"/>
                </a:lnTo>
                <a:moveTo>
                  <a:pt x="2192891" y="778739"/>
                </a:moveTo>
                <a:lnTo>
                  <a:pt x="2194257" y="793275"/>
                </a:lnTo>
                <a:lnTo>
                  <a:pt x="2198063" y="814997"/>
                </a:lnTo>
                <a:lnTo>
                  <a:pt x="2202769" y="840966"/>
                </a:lnTo>
                <a:lnTo>
                  <a:pt x="2204644" y="858358"/>
                </a:lnTo>
                <a:moveTo>
                  <a:pt x="2205396" y="865994"/>
                </a:moveTo>
                <a:lnTo>
                  <a:pt x="2215136" y="974881"/>
                </a:lnTo>
                <a:moveTo>
                  <a:pt x="2220800" y="985308"/>
                </a:moveTo>
                <a:lnTo>
                  <a:pt x="2244821" y="982337"/>
                </a:lnTo>
                <a:lnTo>
                  <a:pt x="2309012" y="972720"/>
                </a:lnTo>
                <a:lnTo>
                  <a:pt x="2321682" y="970879"/>
                </a:lnTo>
                <a:lnTo>
                  <a:pt x="2353593" y="966173"/>
                </a:lnTo>
                <a:lnTo>
                  <a:pt x="2381036" y="962121"/>
                </a:lnTo>
                <a:lnTo>
                  <a:pt x="2407275" y="958553"/>
                </a:lnTo>
                <a:lnTo>
                  <a:pt x="2523045" y="939794"/>
                </a:lnTo>
                <a:moveTo>
                  <a:pt x="2534905" y="938329"/>
                </a:moveTo>
                <a:lnTo>
                  <a:pt x="2709243" y="923196"/>
                </a:lnTo>
                <a:moveTo>
                  <a:pt x="2718401" y="922369"/>
                </a:moveTo>
                <a:lnTo>
                  <a:pt x="2720848" y="922132"/>
                </a:lnTo>
                <a:lnTo>
                  <a:pt x="2726823" y="921559"/>
                </a:lnTo>
                <a:moveTo>
                  <a:pt x="2735990" y="920634"/>
                </a:moveTo>
                <a:lnTo>
                  <a:pt x="2770496" y="916918"/>
                </a:lnTo>
                <a:lnTo>
                  <a:pt x="2788035" y="915036"/>
                </a:lnTo>
                <a:lnTo>
                  <a:pt x="2814536" y="912179"/>
                </a:lnTo>
                <a:lnTo>
                  <a:pt x="2826846" y="910853"/>
                </a:lnTo>
                <a:lnTo>
                  <a:pt x="2886167" y="904470"/>
                </a:lnTo>
                <a:lnTo>
                  <a:pt x="2938630" y="898839"/>
                </a:lnTo>
                <a:lnTo>
                  <a:pt x="2975591" y="894861"/>
                </a:lnTo>
                <a:lnTo>
                  <a:pt x="2978423" y="894558"/>
                </a:lnTo>
                <a:lnTo>
                  <a:pt x="2980035" y="894386"/>
                </a:lnTo>
                <a:moveTo>
                  <a:pt x="2873006" y="1158230"/>
                </a:moveTo>
                <a:lnTo>
                  <a:pt x="2765880" y="1172610"/>
                </a:lnTo>
                <a:lnTo>
                  <a:pt x="2745516" y="1175139"/>
                </a:lnTo>
                <a:lnTo>
                  <a:pt x="2697776" y="1181057"/>
                </a:lnTo>
                <a:lnTo>
                  <a:pt x="2676758" y="1183717"/>
                </a:lnTo>
                <a:lnTo>
                  <a:pt x="2658859" y="1185362"/>
                </a:lnTo>
                <a:lnTo>
                  <a:pt x="2617527" y="1189503"/>
                </a:lnTo>
                <a:lnTo>
                  <a:pt x="2578045" y="1193325"/>
                </a:lnTo>
                <a:moveTo>
                  <a:pt x="2756091" y="1105407"/>
                </a:moveTo>
                <a:lnTo>
                  <a:pt x="2869021" y="1089284"/>
                </a:lnTo>
                <a:moveTo>
                  <a:pt x="2880716" y="1087663"/>
                </a:moveTo>
                <a:lnTo>
                  <a:pt x="3018633" y="1069183"/>
                </a:lnTo>
                <a:moveTo>
                  <a:pt x="3242447" y="378959"/>
                </a:moveTo>
                <a:lnTo>
                  <a:pt x="3185335" y="389754"/>
                </a:lnTo>
                <a:lnTo>
                  <a:pt x="3052043" y="414963"/>
                </a:lnTo>
                <a:lnTo>
                  <a:pt x="2943933" y="435399"/>
                </a:lnTo>
                <a:moveTo>
                  <a:pt x="2483604" y="2709505"/>
                </a:moveTo>
                <a:lnTo>
                  <a:pt x="2713515" y="2671447"/>
                </a:lnTo>
                <a:lnTo>
                  <a:pt x="2747137" y="2665881"/>
                </a:lnTo>
                <a:lnTo>
                  <a:pt x="2774383" y="2661666"/>
                </a:lnTo>
                <a:moveTo>
                  <a:pt x="2216527" y="2755362"/>
                </a:moveTo>
                <a:lnTo>
                  <a:pt x="2403748" y="2722764"/>
                </a:lnTo>
                <a:lnTo>
                  <a:pt x="2414077" y="2721528"/>
                </a:lnTo>
                <a:moveTo>
                  <a:pt x="2808463" y="2872409"/>
                </a:moveTo>
                <a:lnTo>
                  <a:pt x="2857235" y="2866025"/>
                </a:lnTo>
                <a:moveTo>
                  <a:pt x="2868865" y="2864609"/>
                </a:moveTo>
                <a:lnTo>
                  <a:pt x="3009925" y="2848658"/>
                </a:lnTo>
                <a:lnTo>
                  <a:pt x="3063100" y="2842642"/>
                </a:lnTo>
                <a:lnTo>
                  <a:pt x="3146009" y="2831675"/>
                </a:lnTo>
                <a:lnTo>
                  <a:pt x="3219710" y="2824055"/>
                </a:lnTo>
                <a:moveTo>
                  <a:pt x="2773598" y="1449394"/>
                </a:moveTo>
                <a:lnTo>
                  <a:pt x="2614499" y="1462735"/>
                </a:lnTo>
                <a:moveTo>
                  <a:pt x="2681849" y="358015"/>
                </a:moveTo>
                <a:lnTo>
                  <a:pt x="2685123" y="416559"/>
                </a:lnTo>
                <a:moveTo>
                  <a:pt x="2685860" y="428385"/>
                </a:moveTo>
                <a:lnTo>
                  <a:pt x="2688372" y="464422"/>
                </a:lnTo>
                <a:moveTo>
                  <a:pt x="2689215" y="476174"/>
                </a:moveTo>
                <a:lnTo>
                  <a:pt x="2693831" y="539367"/>
                </a:lnTo>
                <a:moveTo>
                  <a:pt x="2694191" y="556219"/>
                </a:moveTo>
                <a:lnTo>
                  <a:pt x="2694191" y="588016"/>
                </a:lnTo>
                <a:lnTo>
                  <a:pt x="2693864" y="607380"/>
                </a:lnTo>
                <a:moveTo>
                  <a:pt x="2361041" y="2167993"/>
                </a:moveTo>
                <a:lnTo>
                  <a:pt x="2504155" y="2153605"/>
                </a:lnTo>
                <a:moveTo>
                  <a:pt x="2515663" y="2152066"/>
                </a:moveTo>
                <a:lnTo>
                  <a:pt x="2525173" y="2150478"/>
                </a:lnTo>
                <a:lnTo>
                  <a:pt x="2544300" y="2146975"/>
                </a:lnTo>
                <a:lnTo>
                  <a:pt x="2556798" y="2145216"/>
                </a:lnTo>
                <a:lnTo>
                  <a:pt x="2584143" y="2141459"/>
                </a:lnTo>
                <a:lnTo>
                  <a:pt x="2608197" y="2139094"/>
                </a:lnTo>
                <a:lnTo>
                  <a:pt x="2623968" y="2137915"/>
                </a:lnTo>
                <a:moveTo>
                  <a:pt x="2635705" y="2137089"/>
                </a:moveTo>
                <a:lnTo>
                  <a:pt x="2683110" y="2133938"/>
                </a:lnTo>
                <a:moveTo>
                  <a:pt x="2528422" y="943796"/>
                </a:moveTo>
                <a:lnTo>
                  <a:pt x="2538293" y="1002577"/>
                </a:lnTo>
                <a:lnTo>
                  <a:pt x="2544456" y="1039260"/>
                </a:lnTo>
                <a:moveTo>
                  <a:pt x="2546486" y="1051242"/>
                </a:moveTo>
                <a:lnTo>
                  <a:pt x="2554711" y="1099326"/>
                </a:lnTo>
                <a:moveTo>
                  <a:pt x="2556692" y="1110973"/>
                </a:moveTo>
                <a:lnTo>
                  <a:pt x="2570049" y="1189912"/>
                </a:lnTo>
                <a:moveTo>
                  <a:pt x="2571604" y="1199439"/>
                </a:moveTo>
                <a:lnTo>
                  <a:pt x="2578610" y="1243971"/>
                </a:lnTo>
                <a:moveTo>
                  <a:pt x="2580378" y="1255593"/>
                </a:moveTo>
                <a:lnTo>
                  <a:pt x="2585362" y="1289280"/>
                </a:lnTo>
                <a:lnTo>
                  <a:pt x="2595290" y="1361861"/>
                </a:lnTo>
                <a:moveTo>
                  <a:pt x="1753203" y="481593"/>
                </a:moveTo>
                <a:lnTo>
                  <a:pt x="1749962" y="482346"/>
                </a:lnTo>
                <a:lnTo>
                  <a:pt x="1748447" y="482771"/>
                </a:lnTo>
                <a:lnTo>
                  <a:pt x="1744658" y="484195"/>
                </a:lnTo>
                <a:lnTo>
                  <a:pt x="1740910" y="486037"/>
                </a:lnTo>
                <a:lnTo>
                  <a:pt x="1731506" y="492028"/>
                </a:lnTo>
                <a:moveTo>
                  <a:pt x="1720792" y="498158"/>
                </a:moveTo>
                <a:lnTo>
                  <a:pt x="1720145" y="498485"/>
                </a:lnTo>
                <a:lnTo>
                  <a:pt x="1717559" y="499566"/>
                </a:lnTo>
                <a:lnTo>
                  <a:pt x="1715218" y="500278"/>
                </a:lnTo>
                <a:lnTo>
                  <a:pt x="1712968" y="500843"/>
                </a:lnTo>
                <a:lnTo>
                  <a:pt x="1709571" y="501530"/>
                </a:lnTo>
                <a:lnTo>
                  <a:pt x="1705692" y="502299"/>
                </a:lnTo>
                <a:lnTo>
                  <a:pt x="1702221" y="503134"/>
                </a:lnTo>
                <a:lnTo>
                  <a:pt x="1689413" y="507055"/>
                </a:lnTo>
                <a:lnTo>
                  <a:pt x="1659138" y="517915"/>
                </a:lnTo>
                <a:lnTo>
                  <a:pt x="1625884" y="528613"/>
                </a:lnTo>
                <a:lnTo>
                  <a:pt x="1613730" y="532042"/>
                </a:lnTo>
                <a:lnTo>
                  <a:pt x="1609139" y="533253"/>
                </a:lnTo>
                <a:moveTo>
                  <a:pt x="2441339" y="388829"/>
                </a:moveTo>
                <a:lnTo>
                  <a:pt x="2372819" y="396220"/>
                </a:lnTo>
                <a:lnTo>
                  <a:pt x="2273917" y="409978"/>
                </a:lnTo>
                <a:moveTo>
                  <a:pt x="2266314" y="410936"/>
                </a:moveTo>
                <a:lnTo>
                  <a:pt x="2164981" y="422386"/>
                </a:lnTo>
                <a:moveTo>
                  <a:pt x="2269129" y="413162"/>
                </a:moveTo>
                <a:lnTo>
                  <a:pt x="2276618" y="475896"/>
                </a:lnTo>
                <a:lnTo>
                  <a:pt x="2253456" y="479088"/>
                </a:lnTo>
                <a:moveTo>
                  <a:pt x="2250084" y="483360"/>
                </a:moveTo>
                <a:lnTo>
                  <a:pt x="2254258" y="525830"/>
                </a:lnTo>
                <a:moveTo>
                  <a:pt x="2255846" y="537927"/>
                </a:moveTo>
                <a:lnTo>
                  <a:pt x="2262475" y="577703"/>
                </a:lnTo>
                <a:lnTo>
                  <a:pt x="2267983" y="615000"/>
                </a:lnTo>
                <a:moveTo>
                  <a:pt x="2599006" y="472180"/>
                </a:moveTo>
                <a:lnTo>
                  <a:pt x="2594095" y="438108"/>
                </a:lnTo>
                <a:moveTo>
                  <a:pt x="2592450" y="426298"/>
                </a:moveTo>
                <a:lnTo>
                  <a:pt x="2585027" y="370766"/>
                </a:lnTo>
                <a:moveTo>
                  <a:pt x="1804495" y="904167"/>
                </a:moveTo>
                <a:lnTo>
                  <a:pt x="1799175" y="914381"/>
                </a:lnTo>
                <a:lnTo>
                  <a:pt x="1795991" y="953233"/>
                </a:lnTo>
                <a:lnTo>
                  <a:pt x="1801483" y="1016794"/>
                </a:lnTo>
                <a:lnTo>
                  <a:pt x="1807752" y="1020460"/>
                </a:lnTo>
                <a:lnTo>
                  <a:pt x="1810019" y="1024070"/>
                </a:lnTo>
                <a:lnTo>
                  <a:pt x="1814251" y="1030797"/>
                </a:lnTo>
                <a:lnTo>
                  <a:pt x="1815290" y="1037345"/>
                </a:lnTo>
                <a:lnTo>
                  <a:pt x="1821568" y="1076893"/>
                </a:lnTo>
                <a:moveTo>
                  <a:pt x="2176325" y="543975"/>
                </a:moveTo>
                <a:lnTo>
                  <a:pt x="2227053" y="537198"/>
                </a:lnTo>
                <a:lnTo>
                  <a:pt x="2250600" y="534047"/>
                </a:lnTo>
                <a:moveTo>
                  <a:pt x="2262614" y="531731"/>
                </a:moveTo>
                <a:lnTo>
                  <a:pt x="2315936" y="518529"/>
                </a:lnTo>
                <a:lnTo>
                  <a:pt x="2385758" y="505500"/>
                </a:lnTo>
                <a:lnTo>
                  <a:pt x="2451267" y="497814"/>
                </a:lnTo>
                <a:moveTo>
                  <a:pt x="1224066" y="603411"/>
                </a:moveTo>
                <a:lnTo>
                  <a:pt x="1226309" y="622775"/>
                </a:lnTo>
                <a:lnTo>
                  <a:pt x="1226964" y="626033"/>
                </a:lnTo>
                <a:lnTo>
                  <a:pt x="1227463" y="627514"/>
                </a:lnTo>
                <a:lnTo>
                  <a:pt x="1228240" y="629282"/>
                </a:lnTo>
                <a:lnTo>
                  <a:pt x="1229419" y="631295"/>
                </a:lnTo>
                <a:lnTo>
                  <a:pt x="1230221" y="632417"/>
                </a:lnTo>
                <a:lnTo>
                  <a:pt x="1231670" y="634094"/>
                </a:lnTo>
                <a:lnTo>
                  <a:pt x="1232791" y="635150"/>
                </a:lnTo>
                <a:lnTo>
                  <a:pt x="1234976" y="636844"/>
                </a:lnTo>
                <a:lnTo>
                  <a:pt x="1236523" y="637868"/>
                </a:lnTo>
                <a:lnTo>
                  <a:pt x="1238496" y="638981"/>
                </a:lnTo>
                <a:lnTo>
                  <a:pt x="1240419" y="639873"/>
                </a:lnTo>
                <a:lnTo>
                  <a:pt x="1242702" y="640724"/>
                </a:lnTo>
                <a:lnTo>
                  <a:pt x="1245002" y="641387"/>
                </a:lnTo>
                <a:lnTo>
                  <a:pt x="1247130" y="641804"/>
                </a:lnTo>
                <a:lnTo>
                  <a:pt x="1249446" y="642083"/>
                </a:lnTo>
                <a:lnTo>
                  <a:pt x="1251681" y="642173"/>
                </a:lnTo>
                <a:lnTo>
                  <a:pt x="1253719" y="642148"/>
                </a:lnTo>
                <a:lnTo>
                  <a:pt x="1256264" y="641894"/>
                </a:lnTo>
                <a:lnTo>
                  <a:pt x="1304242" y="635281"/>
                </a:lnTo>
                <a:moveTo>
                  <a:pt x="2033710" y="934801"/>
                </a:moveTo>
                <a:lnTo>
                  <a:pt x="2040405" y="1001472"/>
                </a:lnTo>
                <a:moveTo>
                  <a:pt x="2043818" y="743480"/>
                </a:moveTo>
                <a:lnTo>
                  <a:pt x="2040258" y="777282"/>
                </a:lnTo>
                <a:lnTo>
                  <a:pt x="2042378" y="798136"/>
                </a:lnTo>
                <a:moveTo>
                  <a:pt x="2063854" y="573537"/>
                </a:moveTo>
                <a:lnTo>
                  <a:pt x="2058935" y="529300"/>
                </a:lnTo>
                <a:lnTo>
                  <a:pt x="2058272" y="521811"/>
                </a:lnTo>
                <a:lnTo>
                  <a:pt x="2057183" y="509297"/>
                </a:lnTo>
                <a:moveTo>
                  <a:pt x="2055956" y="497618"/>
                </a:moveTo>
                <a:lnTo>
                  <a:pt x="2054098" y="482346"/>
                </a:lnTo>
                <a:lnTo>
                  <a:pt x="2048827" y="448241"/>
                </a:lnTo>
                <a:moveTo>
                  <a:pt x="1838207" y="616457"/>
                </a:moveTo>
                <a:lnTo>
                  <a:pt x="1859830" y="610867"/>
                </a:lnTo>
                <a:lnTo>
                  <a:pt x="1897070" y="605973"/>
                </a:lnTo>
                <a:moveTo>
                  <a:pt x="1908675" y="604156"/>
                </a:moveTo>
                <a:lnTo>
                  <a:pt x="1972662" y="592329"/>
                </a:lnTo>
                <a:lnTo>
                  <a:pt x="1984710" y="590815"/>
                </a:lnTo>
                <a:lnTo>
                  <a:pt x="1989604" y="590209"/>
                </a:lnTo>
                <a:lnTo>
                  <a:pt x="2057576" y="581722"/>
                </a:lnTo>
                <a:moveTo>
                  <a:pt x="2069419" y="579954"/>
                </a:moveTo>
                <a:lnTo>
                  <a:pt x="2109237" y="573022"/>
                </a:lnTo>
                <a:lnTo>
                  <a:pt x="2138022" y="566531"/>
                </a:lnTo>
                <a:moveTo>
                  <a:pt x="1862916" y="756363"/>
                </a:moveTo>
                <a:lnTo>
                  <a:pt x="1906719" y="752385"/>
                </a:lnTo>
                <a:moveTo>
                  <a:pt x="1918530" y="751198"/>
                </a:moveTo>
                <a:lnTo>
                  <a:pt x="1995652" y="742629"/>
                </a:lnTo>
                <a:lnTo>
                  <a:pt x="2039488" y="739053"/>
                </a:lnTo>
                <a:moveTo>
                  <a:pt x="2051192" y="737612"/>
                </a:moveTo>
                <a:lnTo>
                  <a:pt x="2059868" y="736114"/>
                </a:lnTo>
                <a:lnTo>
                  <a:pt x="2112339" y="727054"/>
                </a:lnTo>
                <a:lnTo>
                  <a:pt x="2152484" y="719753"/>
                </a:lnTo>
                <a:moveTo>
                  <a:pt x="1924030" y="846106"/>
                </a:moveTo>
                <a:lnTo>
                  <a:pt x="1920772" y="824703"/>
                </a:lnTo>
                <a:moveTo>
                  <a:pt x="1919127" y="812975"/>
                </a:moveTo>
                <a:lnTo>
                  <a:pt x="1917286" y="798677"/>
                </a:lnTo>
                <a:lnTo>
                  <a:pt x="1916508" y="777151"/>
                </a:lnTo>
                <a:lnTo>
                  <a:pt x="1914421" y="756256"/>
                </a:lnTo>
                <a:moveTo>
                  <a:pt x="1913152" y="744471"/>
                </a:moveTo>
                <a:lnTo>
                  <a:pt x="1904518" y="670180"/>
                </a:lnTo>
                <a:lnTo>
                  <a:pt x="1905410" y="629266"/>
                </a:lnTo>
                <a:lnTo>
                  <a:pt x="1904559" y="609942"/>
                </a:lnTo>
                <a:moveTo>
                  <a:pt x="2061398" y="504190"/>
                </a:moveTo>
                <a:lnTo>
                  <a:pt x="2129305" y="495474"/>
                </a:lnTo>
                <a:moveTo>
                  <a:pt x="2642089" y="1852546"/>
                </a:moveTo>
                <a:lnTo>
                  <a:pt x="2620375" y="1853037"/>
                </a:lnTo>
                <a:lnTo>
                  <a:pt x="2563747" y="1858685"/>
                </a:lnTo>
                <a:lnTo>
                  <a:pt x="2533546" y="1861934"/>
                </a:lnTo>
                <a:lnTo>
                  <a:pt x="2516940" y="1863718"/>
                </a:lnTo>
                <a:lnTo>
                  <a:pt x="2501553" y="1867008"/>
                </a:lnTo>
                <a:moveTo>
                  <a:pt x="2489824" y="1868997"/>
                </a:moveTo>
                <a:lnTo>
                  <a:pt x="2486583" y="1869406"/>
                </a:lnTo>
                <a:lnTo>
                  <a:pt x="2459501" y="1872827"/>
                </a:lnTo>
                <a:moveTo>
                  <a:pt x="2447731" y="1874456"/>
                </a:moveTo>
                <a:lnTo>
                  <a:pt x="2439809" y="1875651"/>
                </a:lnTo>
                <a:lnTo>
                  <a:pt x="2424668" y="1877934"/>
                </a:lnTo>
                <a:lnTo>
                  <a:pt x="2374398" y="1883508"/>
                </a:lnTo>
                <a:lnTo>
                  <a:pt x="2323458" y="1888640"/>
                </a:lnTo>
                <a:moveTo>
                  <a:pt x="1868547" y="1328648"/>
                </a:moveTo>
                <a:lnTo>
                  <a:pt x="1863873" y="1324948"/>
                </a:lnTo>
                <a:lnTo>
                  <a:pt x="1851417" y="1316003"/>
                </a:lnTo>
                <a:lnTo>
                  <a:pt x="1834573" y="1302490"/>
                </a:lnTo>
                <a:lnTo>
                  <a:pt x="1822697" y="1293299"/>
                </a:lnTo>
                <a:lnTo>
                  <a:pt x="1813187" y="1284803"/>
                </a:lnTo>
                <a:moveTo>
                  <a:pt x="2028382" y="2058927"/>
                </a:moveTo>
                <a:lnTo>
                  <a:pt x="2042451" y="2056610"/>
                </a:lnTo>
                <a:lnTo>
                  <a:pt x="2050677" y="2055268"/>
                </a:lnTo>
                <a:lnTo>
                  <a:pt x="2135002" y="2041428"/>
                </a:lnTo>
                <a:lnTo>
                  <a:pt x="2141205" y="2040413"/>
                </a:lnTo>
                <a:lnTo>
                  <a:pt x="2211330" y="2027359"/>
                </a:lnTo>
                <a:lnTo>
                  <a:pt x="2212623" y="2027138"/>
                </a:lnTo>
                <a:lnTo>
                  <a:pt x="2221201" y="2025509"/>
                </a:lnTo>
                <a:lnTo>
                  <a:pt x="2304216" y="2009730"/>
                </a:lnTo>
                <a:moveTo>
                  <a:pt x="2726201" y="1838371"/>
                </a:moveTo>
                <a:lnTo>
                  <a:pt x="2726062" y="1831946"/>
                </a:lnTo>
                <a:lnTo>
                  <a:pt x="2725857" y="1822910"/>
                </a:lnTo>
                <a:lnTo>
                  <a:pt x="2725333" y="1818752"/>
                </a:lnTo>
                <a:moveTo>
                  <a:pt x="2490807" y="1843731"/>
                </a:moveTo>
                <a:lnTo>
                  <a:pt x="2491666" y="1851490"/>
                </a:lnTo>
                <a:lnTo>
                  <a:pt x="2492951" y="1859372"/>
                </a:lnTo>
                <a:lnTo>
                  <a:pt x="2493671" y="1863808"/>
                </a:lnTo>
                <a:moveTo>
                  <a:pt x="2338444" y="2169835"/>
                </a:moveTo>
                <a:lnTo>
                  <a:pt x="2348257" y="2169147"/>
                </a:lnTo>
                <a:lnTo>
                  <a:pt x="2348797" y="2169098"/>
                </a:lnTo>
                <a:moveTo>
                  <a:pt x="2723803" y="1803652"/>
                </a:moveTo>
                <a:lnTo>
                  <a:pt x="2718426" y="1725956"/>
                </a:lnTo>
                <a:lnTo>
                  <a:pt x="2737078" y="1723067"/>
                </a:lnTo>
                <a:lnTo>
                  <a:pt x="2738224" y="1714891"/>
                </a:lnTo>
                <a:lnTo>
                  <a:pt x="2731611" y="1649390"/>
                </a:lnTo>
                <a:lnTo>
                  <a:pt x="2717714" y="1636295"/>
                </a:lnTo>
                <a:lnTo>
                  <a:pt x="2681088" y="1639995"/>
                </a:lnTo>
                <a:lnTo>
                  <a:pt x="2675719" y="1598303"/>
                </a:lnTo>
                <a:lnTo>
                  <a:pt x="2628380" y="1601912"/>
                </a:lnTo>
                <a:moveTo>
                  <a:pt x="2772067" y="1975911"/>
                </a:moveTo>
                <a:lnTo>
                  <a:pt x="2719007" y="1983834"/>
                </a:lnTo>
                <a:lnTo>
                  <a:pt x="2675261" y="1990357"/>
                </a:lnTo>
                <a:moveTo>
                  <a:pt x="2287864" y="1854666"/>
                </a:moveTo>
                <a:lnTo>
                  <a:pt x="2288289" y="1857825"/>
                </a:lnTo>
                <a:lnTo>
                  <a:pt x="2307809" y="2001774"/>
                </a:lnTo>
                <a:moveTo>
                  <a:pt x="2654595" y="1854298"/>
                </a:moveTo>
                <a:lnTo>
                  <a:pt x="2719580" y="1846522"/>
                </a:lnTo>
                <a:moveTo>
                  <a:pt x="2731292" y="1845139"/>
                </a:moveTo>
                <a:lnTo>
                  <a:pt x="2759823" y="1841808"/>
                </a:lnTo>
                <a:moveTo>
                  <a:pt x="2771543" y="1840458"/>
                </a:moveTo>
                <a:lnTo>
                  <a:pt x="2836512" y="1833092"/>
                </a:lnTo>
                <a:lnTo>
                  <a:pt x="2843722" y="1830734"/>
                </a:lnTo>
                <a:lnTo>
                  <a:pt x="2877819" y="1829081"/>
                </a:lnTo>
                <a:moveTo>
                  <a:pt x="2616651" y="2028914"/>
                </a:moveTo>
                <a:lnTo>
                  <a:pt x="2567675" y="2035413"/>
                </a:lnTo>
                <a:lnTo>
                  <a:pt x="2545544" y="2035969"/>
                </a:lnTo>
                <a:lnTo>
                  <a:pt x="2535854" y="2036648"/>
                </a:lnTo>
                <a:lnTo>
                  <a:pt x="2476631" y="2040839"/>
                </a:lnTo>
                <a:moveTo>
                  <a:pt x="2891045" y="1855664"/>
                </a:moveTo>
                <a:lnTo>
                  <a:pt x="2975665" y="1847472"/>
                </a:lnTo>
                <a:lnTo>
                  <a:pt x="3028905" y="1842324"/>
                </a:lnTo>
                <a:lnTo>
                  <a:pt x="3067880" y="1838592"/>
                </a:lnTo>
                <a:lnTo>
                  <a:pt x="3106633" y="1834990"/>
                </a:lnTo>
                <a:lnTo>
                  <a:pt x="3112223" y="1834835"/>
                </a:lnTo>
                <a:moveTo>
                  <a:pt x="2345589" y="2068118"/>
                </a:moveTo>
                <a:lnTo>
                  <a:pt x="2366746" y="2064140"/>
                </a:lnTo>
                <a:lnTo>
                  <a:pt x="2372066" y="2063919"/>
                </a:lnTo>
                <a:lnTo>
                  <a:pt x="2388918" y="2063174"/>
                </a:lnTo>
                <a:lnTo>
                  <a:pt x="2465435" y="2059786"/>
                </a:lnTo>
                <a:lnTo>
                  <a:pt x="2470468" y="2047460"/>
                </a:lnTo>
                <a:moveTo>
                  <a:pt x="2805615" y="2115547"/>
                </a:moveTo>
                <a:lnTo>
                  <a:pt x="2798593" y="2020779"/>
                </a:lnTo>
                <a:lnTo>
                  <a:pt x="2781283" y="1980691"/>
                </a:lnTo>
                <a:moveTo>
                  <a:pt x="2777100" y="1955319"/>
                </a:moveTo>
                <a:lnTo>
                  <a:pt x="2771797" y="1904452"/>
                </a:lnTo>
                <a:lnTo>
                  <a:pt x="2769595" y="1883246"/>
                </a:lnTo>
                <a:lnTo>
                  <a:pt x="2768261" y="1860886"/>
                </a:lnTo>
                <a:lnTo>
                  <a:pt x="2767345" y="1845753"/>
                </a:lnTo>
                <a:moveTo>
                  <a:pt x="2621759" y="2035642"/>
                </a:moveTo>
                <a:lnTo>
                  <a:pt x="2621922" y="2049801"/>
                </a:lnTo>
                <a:lnTo>
                  <a:pt x="2625794" y="2074264"/>
                </a:lnTo>
                <a:lnTo>
                  <a:pt x="2628396" y="2108132"/>
                </a:lnTo>
                <a:lnTo>
                  <a:pt x="2628265" y="2130091"/>
                </a:lnTo>
                <a:moveTo>
                  <a:pt x="2471753" y="2036763"/>
                </a:moveTo>
                <a:lnTo>
                  <a:pt x="2468733" y="2009148"/>
                </a:lnTo>
                <a:lnTo>
                  <a:pt x="2474462" y="1995349"/>
                </a:lnTo>
                <a:lnTo>
                  <a:pt x="2472629" y="1969846"/>
                </a:lnTo>
                <a:lnTo>
                  <a:pt x="2462979" y="1962857"/>
                </a:lnTo>
                <a:lnTo>
                  <a:pt x="2458658" y="1951710"/>
                </a:lnTo>
                <a:lnTo>
                  <a:pt x="2460164" y="1910697"/>
                </a:lnTo>
                <a:lnTo>
                  <a:pt x="2455908" y="1880554"/>
                </a:lnTo>
                <a:moveTo>
                  <a:pt x="2335956" y="617071"/>
                </a:moveTo>
                <a:lnTo>
                  <a:pt x="2337822" y="622399"/>
                </a:lnTo>
                <a:lnTo>
                  <a:pt x="2341382" y="633063"/>
                </a:lnTo>
                <a:lnTo>
                  <a:pt x="2343395" y="640413"/>
                </a:lnTo>
                <a:lnTo>
                  <a:pt x="2345360" y="649596"/>
                </a:lnTo>
                <a:lnTo>
                  <a:pt x="2346898" y="668216"/>
                </a:lnTo>
                <a:lnTo>
                  <a:pt x="2347578" y="672292"/>
                </a:lnTo>
                <a:moveTo>
                  <a:pt x="2349771" y="684044"/>
                </a:moveTo>
                <a:lnTo>
                  <a:pt x="2356671" y="717445"/>
                </a:lnTo>
                <a:lnTo>
                  <a:pt x="2341325" y="722937"/>
                </a:lnTo>
                <a:lnTo>
                  <a:pt x="2345736" y="747875"/>
                </a:lnTo>
                <a:moveTo>
                  <a:pt x="2347668" y="759530"/>
                </a:moveTo>
                <a:lnTo>
                  <a:pt x="2348396" y="764179"/>
                </a:lnTo>
                <a:lnTo>
                  <a:pt x="2351433" y="773951"/>
                </a:lnTo>
                <a:lnTo>
                  <a:pt x="2362171" y="774401"/>
                </a:lnTo>
                <a:lnTo>
                  <a:pt x="2371174" y="822158"/>
                </a:lnTo>
                <a:moveTo>
                  <a:pt x="2284852" y="1597591"/>
                </a:moveTo>
                <a:lnTo>
                  <a:pt x="2337814" y="1594644"/>
                </a:lnTo>
                <a:lnTo>
                  <a:pt x="2370920" y="1595070"/>
                </a:lnTo>
                <a:lnTo>
                  <a:pt x="2400024" y="1593638"/>
                </a:lnTo>
                <a:lnTo>
                  <a:pt x="2411957" y="1592173"/>
                </a:lnTo>
                <a:moveTo>
                  <a:pt x="2423661" y="1590757"/>
                </a:moveTo>
                <a:lnTo>
                  <a:pt x="2424733" y="1590626"/>
                </a:lnTo>
                <a:lnTo>
                  <a:pt x="2453608" y="1584242"/>
                </a:lnTo>
                <a:moveTo>
                  <a:pt x="2464804" y="1580019"/>
                </a:moveTo>
                <a:lnTo>
                  <a:pt x="2476696" y="1575231"/>
                </a:lnTo>
                <a:lnTo>
                  <a:pt x="2505964" y="1567963"/>
                </a:lnTo>
                <a:lnTo>
                  <a:pt x="2611741" y="1555530"/>
                </a:lnTo>
                <a:moveTo>
                  <a:pt x="2566055" y="1194144"/>
                </a:moveTo>
                <a:lnTo>
                  <a:pt x="2519010" y="1196067"/>
                </a:lnTo>
                <a:lnTo>
                  <a:pt x="2489251" y="1197254"/>
                </a:lnTo>
                <a:lnTo>
                  <a:pt x="2460868" y="1199063"/>
                </a:lnTo>
                <a:moveTo>
                  <a:pt x="2449066" y="1199971"/>
                </a:moveTo>
                <a:lnTo>
                  <a:pt x="2440488" y="1200749"/>
                </a:lnTo>
                <a:lnTo>
                  <a:pt x="2412702" y="1203278"/>
                </a:lnTo>
                <a:lnTo>
                  <a:pt x="2405139" y="1203965"/>
                </a:lnTo>
                <a:lnTo>
                  <a:pt x="2395629" y="1204833"/>
                </a:lnTo>
                <a:lnTo>
                  <a:pt x="2369880" y="1207182"/>
                </a:lnTo>
                <a:lnTo>
                  <a:pt x="2298659" y="1214630"/>
                </a:lnTo>
                <a:lnTo>
                  <a:pt x="2267631" y="1218042"/>
                </a:lnTo>
                <a:lnTo>
                  <a:pt x="2245533" y="1219925"/>
                </a:lnTo>
                <a:moveTo>
                  <a:pt x="2236309" y="1220522"/>
                </a:moveTo>
                <a:lnTo>
                  <a:pt x="2230466" y="1220784"/>
                </a:lnTo>
                <a:lnTo>
                  <a:pt x="2215562" y="1221447"/>
                </a:lnTo>
                <a:lnTo>
                  <a:pt x="2215308" y="1221455"/>
                </a:lnTo>
                <a:moveTo>
                  <a:pt x="2418390" y="1584078"/>
                </a:moveTo>
                <a:lnTo>
                  <a:pt x="2416156" y="1553975"/>
                </a:lnTo>
                <a:lnTo>
                  <a:pt x="2410001" y="1539505"/>
                </a:lnTo>
                <a:lnTo>
                  <a:pt x="2407586" y="1486993"/>
                </a:lnTo>
                <a:moveTo>
                  <a:pt x="2458879" y="1587597"/>
                </a:moveTo>
                <a:lnTo>
                  <a:pt x="2469183" y="1678454"/>
                </a:lnTo>
                <a:moveTo>
                  <a:pt x="2475813" y="1377468"/>
                </a:moveTo>
                <a:lnTo>
                  <a:pt x="2465181" y="1280850"/>
                </a:lnTo>
                <a:lnTo>
                  <a:pt x="2456784" y="1204628"/>
                </a:lnTo>
                <a:moveTo>
                  <a:pt x="2304936" y="1761060"/>
                </a:moveTo>
                <a:lnTo>
                  <a:pt x="2339737" y="1760282"/>
                </a:lnTo>
                <a:lnTo>
                  <a:pt x="2397028" y="1753399"/>
                </a:lnTo>
                <a:lnTo>
                  <a:pt x="2448804" y="1748210"/>
                </a:lnTo>
                <a:lnTo>
                  <a:pt x="2453813" y="1778043"/>
                </a:lnTo>
                <a:lnTo>
                  <a:pt x="2442133" y="1784377"/>
                </a:lnTo>
                <a:lnTo>
                  <a:pt x="2446766" y="1794371"/>
                </a:lnTo>
                <a:lnTo>
                  <a:pt x="2451881" y="1826307"/>
                </a:lnTo>
                <a:lnTo>
                  <a:pt x="2452429" y="1831455"/>
                </a:lnTo>
                <a:moveTo>
                  <a:pt x="2271658" y="1495767"/>
                </a:moveTo>
                <a:lnTo>
                  <a:pt x="2293421" y="1493443"/>
                </a:lnTo>
                <a:lnTo>
                  <a:pt x="2326740" y="1489473"/>
                </a:lnTo>
                <a:lnTo>
                  <a:pt x="2333238" y="1488688"/>
                </a:lnTo>
                <a:lnTo>
                  <a:pt x="2400130" y="1482885"/>
                </a:lnTo>
                <a:moveTo>
                  <a:pt x="2411982" y="1482246"/>
                </a:moveTo>
                <a:lnTo>
                  <a:pt x="2449458" y="1481453"/>
                </a:lnTo>
                <a:lnTo>
                  <a:pt x="2493933" y="1476525"/>
                </a:lnTo>
                <a:lnTo>
                  <a:pt x="2524658" y="1474528"/>
                </a:lnTo>
                <a:lnTo>
                  <a:pt x="2545806" y="1472212"/>
                </a:lnTo>
                <a:lnTo>
                  <a:pt x="2602918" y="1466434"/>
                </a:lnTo>
                <a:moveTo>
                  <a:pt x="2227462" y="1625033"/>
                </a:moveTo>
                <a:lnTo>
                  <a:pt x="2215341" y="1482713"/>
                </a:lnTo>
                <a:lnTo>
                  <a:pt x="2136843" y="1496447"/>
                </a:lnTo>
                <a:lnTo>
                  <a:pt x="2135689" y="1502961"/>
                </a:lnTo>
                <a:lnTo>
                  <a:pt x="2136778" y="1509779"/>
                </a:lnTo>
                <a:moveTo>
                  <a:pt x="2137015" y="1510622"/>
                </a:moveTo>
                <a:lnTo>
                  <a:pt x="2162092" y="1572865"/>
                </a:lnTo>
                <a:lnTo>
                  <a:pt x="2167322" y="1588604"/>
                </a:lnTo>
                <a:lnTo>
                  <a:pt x="2168337" y="1599890"/>
                </a:lnTo>
                <a:lnTo>
                  <a:pt x="2182210" y="1636230"/>
                </a:lnTo>
                <a:lnTo>
                  <a:pt x="2220914" y="1632817"/>
                </a:lnTo>
                <a:moveTo>
                  <a:pt x="2498754" y="805552"/>
                </a:moveTo>
                <a:lnTo>
                  <a:pt x="2423211" y="816879"/>
                </a:lnTo>
                <a:lnTo>
                  <a:pt x="2379104" y="825317"/>
                </a:lnTo>
                <a:moveTo>
                  <a:pt x="2367532" y="827535"/>
                </a:moveTo>
                <a:lnTo>
                  <a:pt x="2341079" y="832585"/>
                </a:lnTo>
                <a:lnTo>
                  <a:pt x="2272346" y="848373"/>
                </a:lnTo>
                <a:lnTo>
                  <a:pt x="2234476" y="857384"/>
                </a:lnTo>
                <a:lnTo>
                  <a:pt x="2207451" y="860592"/>
                </a:lnTo>
                <a:moveTo>
                  <a:pt x="2188774" y="706576"/>
                </a:moveTo>
                <a:lnTo>
                  <a:pt x="2212050" y="701633"/>
                </a:lnTo>
                <a:lnTo>
                  <a:pt x="2295524" y="688063"/>
                </a:lnTo>
                <a:lnTo>
                  <a:pt x="2344222" y="680140"/>
                </a:lnTo>
                <a:moveTo>
                  <a:pt x="2355975" y="678225"/>
                </a:moveTo>
                <a:lnTo>
                  <a:pt x="2367712" y="676318"/>
                </a:lnTo>
                <a:lnTo>
                  <a:pt x="2388950" y="672611"/>
                </a:lnTo>
                <a:lnTo>
                  <a:pt x="2406285" y="668396"/>
                </a:lnTo>
                <a:lnTo>
                  <a:pt x="2440488" y="659368"/>
                </a:lnTo>
                <a:lnTo>
                  <a:pt x="2451071" y="657224"/>
                </a:lnTo>
                <a:lnTo>
                  <a:pt x="2471295" y="654245"/>
                </a:lnTo>
                <a:moveTo>
                  <a:pt x="2463519" y="594310"/>
                </a:moveTo>
                <a:lnTo>
                  <a:pt x="2377615" y="604336"/>
                </a:lnTo>
                <a:lnTo>
                  <a:pt x="2341390" y="608411"/>
                </a:lnTo>
                <a:moveTo>
                  <a:pt x="2329433" y="609991"/>
                </a:moveTo>
                <a:lnTo>
                  <a:pt x="2280899" y="617554"/>
                </a:lnTo>
                <a:lnTo>
                  <a:pt x="2275791" y="618413"/>
                </a:lnTo>
                <a:moveTo>
                  <a:pt x="2264169" y="620361"/>
                </a:moveTo>
                <a:lnTo>
                  <a:pt x="2220571" y="627678"/>
                </a:lnTo>
                <a:lnTo>
                  <a:pt x="2208318" y="627817"/>
                </a:lnTo>
                <a:lnTo>
                  <a:pt x="2182644" y="628611"/>
                </a:lnTo>
                <a:moveTo>
                  <a:pt x="2216495" y="996071"/>
                </a:moveTo>
                <a:lnTo>
                  <a:pt x="2223255" y="1063102"/>
                </a:lnTo>
                <a:lnTo>
                  <a:pt x="2224966" y="1076270"/>
                </a:lnTo>
                <a:moveTo>
                  <a:pt x="2226488" y="1087958"/>
                </a:moveTo>
                <a:lnTo>
                  <a:pt x="2233134" y="1138931"/>
                </a:lnTo>
                <a:lnTo>
                  <a:pt x="2233461" y="1142246"/>
                </a:lnTo>
                <a:lnTo>
                  <a:pt x="2239919" y="1216406"/>
                </a:lnTo>
                <a:moveTo>
                  <a:pt x="2412710" y="2611585"/>
                </a:moveTo>
                <a:lnTo>
                  <a:pt x="2413275" y="2611528"/>
                </a:lnTo>
                <a:lnTo>
                  <a:pt x="2443942" y="2608361"/>
                </a:lnTo>
                <a:lnTo>
                  <a:pt x="2465500" y="2606126"/>
                </a:lnTo>
                <a:lnTo>
                  <a:pt x="2470599" y="2604113"/>
                </a:lnTo>
                <a:lnTo>
                  <a:pt x="2474462" y="2602574"/>
                </a:lnTo>
                <a:lnTo>
                  <a:pt x="2480191" y="2594717"/>
                </a:lnTo>
                <a:lnTo>
                  <a:pt x="2539545" y="2585329"/>
                </a:lnTo>
                <a:lnTo>
                  <a:pt x="2545332" y="2587392"/>
                </a:lnTo>
                <a:lnTo>
                  <a:pt x="2553565" y="2645698"/>
                </a:lnTo>
                <a:lnTo>
                  <a:pt x="2527964" y="2650748"/>
                </a:lnTo>
                <a:lnTo>
                  <a:pt x="2530919" y="2687529"/>
                </a:lnTo>
                <a:moveTo>
                  <a:pt x="2380136" y="2443443"/>
                </a:moveTo>
                <a:lnTo>
                  <a:pt x="2367859" y="2445481"/>
                </a:lnTo>
                <a:lnTo>
                  <a:pt x="2367024" y="2445644"/>
                </a:lnTo>
                <a:moveTo>
                  <a:pt x="2331651" y="2174770"/>
                </a:moveTo>
                <a:lnTo>
                  <a:pt x="2332035" y="2181309"/>
                </a:lnTo>
                <a:moveTo>
                  <a:pt x="2387256" y="2695239"/>
                </a:moveTo>
                <a:lnTo>
                  <a:pt x="2402970" y="2692047"/>
                </a:lnTo>
                <a:lnTo>
                  <a:pt x="2411630" y="2690582"/>
                </a:lnTo>
                <a:moveTo>
                  <a:pt x="2611102" y="2475559"/>
                </a:moveTo>
                <a:lnTo>
                  <a:pt x="2608639" y="2458781"/>
                </a:lnTo>
                <a:moveTo>
                  <a:pt x="2412047" y="2278157"/>
                </a:moveTo>
                <a:lnTo>
                  <a:pt x="2406563" y="2276430"/>
                </a:lnTo>
                <a:lnTo>
                  <a:pt x="2366304" y="2278697"/>
                </a:lnTo>
                <a:moveTo>
                  <a:pt x="2719359" y="2334098"/>
                </a:moveTo>
                <a:lnTo>
                  <a:pt x="2644561" y="2351310"/>
                </a:lnTo>
                <a:lnTo>
                  <a:pt x="2604293" y="2359576"/>
                </a:lnTo>
                <a:lnTo>
                  <a:pt x="2582375" y="2362817"/>
                </a:lnTo>
                <a:moveTo>
                  <a:pt x="2570712" y="2364536"/>
                </a:moveTo>
                <a:lnTo>
                  <a:pt x="2523111" y="2371575"/>
                </a:lnTo>
                <a:lnTo>
                  <a:pt x="2433048" y="2386831"/>
                </a:lnTo>
                <a:moveTo>
                  <a:pt x="2421320" y="2388517"/>
                </a:moveTo>
                <a:lnTo>
                  <a:pt x="2385537" y="2392732"/>
                </a:lnTo>
                <a:moveTo>
                  <a:pt x="2605815" y="2413823"/>
                </a:moveTo>
                <a:lnTo>
                  <a:pt x="2628985" y="2408397"/>
                </a:lnTo>
                <a:lnTo>
                  <a:pt x="2642580" y="2404485"/>
                </a:lnTo>
                <a:lnTo>
                  <a:pt x="2658703" y="2397299"/>
                </a:lnTo>
                <a:lnTo>
                  <a:pt x="2672363" y="2391324"/>
                </a:lnTo>
                <a:lnTo>
                  <a:pt x="2671447" y="2387534"/>
                </a:lnTo>
                <a:lnTo>
                  <a:pt x="2696262" y="2381142"/>
                </a:lnTo>
                <a:lnTo>
                  <a:pt x="2728141" y="2373956"/>
                </a:lnTo>
                <a:moveTo>
                  <a:pt x="2407406" y="2174729"/>
                </a:moveTo>
                <a:lnTo>
                  <a:pt x="2416565" y="2274515"/>
                </a:lnTo>
                <a:moveTo>
                  <a:pt x="2417400" y="2286742"/>
                </a:moveTo>
                <a:lnTo>
                  <a:pt x="2418235" y="2310756"/>
                </a:lnTo>
                <a:lnTo>
                  <a:pt x="2418938" y="2331151"/>
                </a:lnTo>
                <a:lnTo>
                  <a:pt x="2419405" y="2344721"/>
                </a:lnTo>
                <a:lnTo>
                  <a:pt x="2419986" y="2348584"/>
                </a:lnTo>
                <a:lnTo>
                  <a:pt x="2422720" y="2366746"/>
                </a:lnTo>
                <a:lnTo>
                  <a:pt x="2425224" y="2383401"/>
                </a:lnTo>
                <a:moveTo>
                  <a:pt x="2730711" y="913939"/>
                </a:moveTo>
                <a:lnTo>
                  <a:pt x="2718180" y="779836"/>
                </a:lnTo>
                <a:moveTo>
                  <a:pt x="2717378" y="772159"/>
                </a:moveTo>
                <a:lnTo>
                  <a:pt x="2714432" y="746689"/>
                </a:lnTo>
                <a:moveTo>
                  <a:pt x="2713024" y="734919"/>
                </a:moveTo>
                <a:lnTo>
                  <a:pt x="2709947" y="710120"/>
                </a:lnTo>
                <a:lnTo>
                  <a:pt x="2709112" y="699497"/>
                </a:lnTo>
                <a:lnTo>
                  <a:pt x="2707499" y="632981"/>
                </a:lnTo>
                <a:moveTo>
                  <a:pt x="2707049" y="607438"/>
                </a:moveTo>
                <a:lnTo>
                  <a:pt x="2707131" y="588065"/>
                </a:lnTo>
                <a:lnTo>
                  <a:pt x="2707499" y="556219"/>
                </a:lnTo>
                <a:moveTo>
                  <a:pt x="2707336" y="538704"/>
                </a:moveTo>
                <a:lnTo>
                  <a:pt x="2704545" y="482141"/>
                </a:lnTo>
                <a:moveTo>
                  <a:pt x="2704037" y="470339"/>
                </a:moveTo>
                <a:lnTo>
                  <a:pt x="2702343" y="425185"/>
                </a:lnTo>
                <a:moveTo>
                  <a:pt x="2702032" y="417492"/>
                </a:moveTo>
                <a:lnTo>
                  <a:pt x="2699421" y="355960"/>
                </a:lnTo>
                <a:moveTo>
                  <a:pt x="2808668" y="1533825"/>
                </a:moveTo>
                <a:lnTo>
                  <a:pt x="2801032" y="1449451"/>
                </a:lnTo>
                <a:moveTo>
                  <a:pt x="2831536" y="2644708"/>
                </a:moveTo>
                <a:lnTo>
                  <a:pt x="2824595" y="2583103"/>
                </a:lnTo>
                <a:lnTo>
                  <a:pt x="2919159" y="2573707"/>
                </a:lnTo>
                <a:lnTo>
                  <a:pt x="2940267" y="2598515"/>
                </a:lnTo>
                <a:lnTo>
                  <a:pt x="2943671" y="2636000"/>
                </a:lnTo>
                <a:moveTo>
                  <a:pt x="2836274" y="2660275"/>
                </a:moveTo>
                <a:lnTo>
                  <a:pt x="2853110" y="2798879"/>
                </a:lnTo>
                <a:lnTo>
                  <a:pt x="2860844" y="2858291"/>
                </a:lnTo>
                <a:moveTo>
                  <a:pt x="2684018" y="469422"/>
                </a:moveTo>
                <a:lnTo>
                  <a:pt x="2633258" y="474578"/>
                </a:lnTo>
                <a:lnTo>
                  <a:pt x="2604039" y="476387"/>
                </a:lnTo>
                <a:moveTo>
                  <a:pt x="2592654" y="477721"/>
                </a:moveTo>
                <a:lnTo>
                  <a:pt x="2521768" y="489941"/>
                </a:lnTo>
                <a:lnTo>
                  <a:pt x="2462873" y="494090"/>
                </a:lnTo>
                <a:moveTo>
                  <a:pt x="2751467" y="2427974"/>
                </a:moveTo>
                <a:lnTo>
                  <a:pt x="2781676" y="2421950"/>
                </a:lnTo>
                <a:lnTo>
                  <a:pt x="2819103" y="2424790"/>
                </a:lnTo>
                <a:lnTo>
                  <a:pt x="2870068" y="2428645"/>
                </a:lnTo>
                <a:lnTo>
                  <a:pt x="2868669" y="2398854"/>
                </a:lnTo>
                <a:lnTo>
                  <a:pt x="2867768" y="2379669"/>
                </a:lnTo>
                <a:lnTo>
                  <a:pt x="2863856" y="2354248"/>
                </a:lnTo>
                <a:lnTo>
                  <a:pt x="2859731" y="2327395"/>
                </a:lnTo>
                <a:lnTo>
                  <a:pt x="2858119" y="2305968"/>
                </a:lnTo>
                <a:lnTo>
                  <a:pt x="2857047" y="2290753"/>
                </a:lnTo>
                <a:lnTo>
                  <a:pt x="2866320" y="2284131"/>
                </a:lnTo>
                <a:lnTo>
                  <a:pt x="2879931" y="2256992"/>
                </a:lnTo>
                <a:lnTo>
                  <a:pt x="2878326" y="2244764"/>
                </a:lnTo>
                <a:lnTo>
                  <a:pt x="2874807" y="2223893"/>
                </a:lnTo>
                <a:moveTo>
                  <a:pt x="2195182" y="775973"/>
                </a:moveTo>
                <a:lnTo>
                  <a:pt x="2233494" y="772355"/>
                </a:lnTo>
                <a:lnTo>
                  <a:pt x="2260429" y="769081"/>
                </a:lnTo>
                <a:lnTo>
                  <a:pt x="2289828" y="764907"/>
                </a:lnTo>
                <a:lnTo>
                  <a:pt x="2342421" y="755765"/>
                </a:lnTo>
                <a:moveTo>
                  <a:pt x="2354052" y="753785"/>
                </a:moveTo>
                <a:lnTo>
                  <a:pt x="2441536" y="739192"/>
                </a:lnTo>
                <a:lnTo>
                  <a:pt x="2484423" y="732268"/>
                </a:lnTo>
                <a:moveTo>
                  <a:pt x="2709112" y="477148"/>
                </a:moveTo>
                <a:lnTo>
                  <a:pt x="2762614" y="471869"/>
                </a:lnTo>
                <a:lnTo>
                  <a:pt x="2811140" y="464798"/>
                </a:lnTo>
                <a:lnTo>
                  <a:pt x="2841120" y="458529"/>
                </a:lnTo>
                <a:moveTo>
                  <a:pt x="2852684" y="456114"/>
                </a:moveTo>
                <a:lnTo>
                  <a:pt x="2920837" y="441881"/>
                </a:lnTo>
                <a:moveTo>
                  <a:pt x="2496249" y="730459"/>
                </a:moveTo>
                <a:lnTo>
                  <a:pt x="2562085" y="720981"/>
                </a:lnTo>
                <a:lnTo>
                  <a:pt x="2623911" y="714229"/>
                </a:lnTo>
                <a:lnTo>
                  <a:pt x="2689870" y="706838"/>
                </a:lnTo>
                <a:moveTo>
                  <a:pt x="2782936" y="1536796"/>
                </a:moveTo>
                <a:lnTo>
                  <a:pt x="2724646" y="1540888"/>
                </a:lnTo>
                <a:lnTo>
                  <a:pt x="2630672" y="1550538"/>
                </a:lnTo>
                <a:lnTo>
                  <a:pt x="2623404" y="1552191"/>
                </a:lnTo>
                <a:moveTo>
                  <a:pt x="2810591" y="1533490"/>
                </a:moveTo>
                <a:lnTo>
                  <a:pt x="2821927" y="1609507"/>
                </a:lnTo>
                <a:moveTo>
                  <a:pt x="2823408" y="1620990"/>
                </a:moveTo>
                <a:lnTo>
                  <a:pt x="2823949" y="1626007"/>
                </a:lnTo>
                <a:lnTo>
                  <a:pt x="2834277" y="1695379"/>
                </a:lnTo>
                <a:lnTo>
                  <a:pt x="2843673" y="1789411"/>
                </a:lnTo>
                <a:moveTo>
                  <a:pt x="2830038" y="1615662"/>
                </a:moveTo>
                <a:lnTo>
                  <a:pt x="2896373" y="1607985"/>
                </a:lnTo>
                <a:lnTo>
                  <a:pt x="2957274" y="1603688"/>
                </a:lnTo>
                <a:lnTo>
                  <a:pt x="2969919" y="1602739"/>
                </a:lnTo>
                <a:lnTo>
                  <a:pt x="3089757" y="1590282"/>
                </a:lnTo>
                <a:moveTo>
                  <a:pt x="2712492" y="545448"/>
                </a:moveTo>
                <a:lnTo>
                  <a:pt x="2728452" y="543688"/>
                </a:lnTo>
                <a:lnTo>
                  <a:pt x="2767058" y="538270"/>
                </a:lnTo>
                <a:lnTo>
                  <a:pt x="2829309" y="528662"/>
                </a:lnTo>
                <a:lnTo>
                  <a:pt x="2862530" y="523718"/>
                </a:lnTo>
                <a:lnTo>
                  <a:pt x="2927376" y="512137"/>
                </a:lnTo>
                <a:moveTo>
                  <a:pt x="2783714" y="1449795"/>
                </a:moveTo>
                <a:lnTo>
                  <a:pt x="2793298" y="1446406"/>
                </a:lnTo>
                <a:moveTo>
                  <a:pt x="2804936" y="1443231"/>
                </a:moveTo>
                <a:lnTo>
                  <a:pt x="2849501" y="1435136"/>
                </a:lnTo>
                <a:lnTo>
                  <a:pt x="2916352" y="1425978"/>
                </a:lnTo>
                <a:lnTo>
                  <a:pt x="2955956" y="1421501"/>
                </a:lnTo>
                <a:moveTo>
                  <a:pt x="2872843" y="2212271"/>
                </a:moveTo>
                <a:lnTo>
                  <a:pt x="2868783" y="2188201"/>
                </a:lnTo>
                <a:lnTo>
                  <a:pt x="2862948" y="2142621"/>
                </a:lnTo>
                <a:lnTo>
                  <a:pt x="2860435" y="2122970"/>
                </a:lnTo>
                <a:moveTo>
                  <a:pt x="2705249" y="778878"/>
                </a:moveTo>
                <a:lnTo>
                  <a:pt x="2715381" y="777593"/>
                </a:lnTo>
                <a:moveTo>
                  <a:pt x="1616210" y="2145052"/>
                </a:moveTo>
                <a:lnTo>
                  <a:pt x="1675352" y="2053975"/>
                </a:lnTo>
                <a:lnTo>
                  <a:pt x="1690591" y="2030526"/>
                </a:lnTo>
                <a:lnTo>
                  <a:pt x="1695076" y="2024535"/>
                </a:lnTo>
                <a:lnTo>
                  <a:pt x="1699373" y="2019166"/>
                </a:lnTo>
                <a:lnTo>
                  <a:pt x="1705970" y="2011514"/>
                </a:lnTo>
                <a:lnTo>
                  <a:pt x="1712362" y="2004966"/>
                </a:lnTo>
                <a:lnTo>
                  <a:pt x="1715611" y="2001782"/>
                </a:lnTo>
                <a:lnTo>
                  <a:pt x="1718950" y="1998893"/>
                </a:lnTo>
                <a:lnTo>
                  <a:pt x="1722445" y="1996266"/>
                </a:lnTo>
                <a:lnTo>
                  <a:pt x="1725744" y="1993991"/>
                </a:lnTo>
                <a:lnTo>
                  <a:pt x="1729320" y="1991830"/>
                </a:lnTo>
                <a:lnTo>
                  <a:pt x="1732136" y="1987566"/>
                </a:lnTo>
                <a:moveTo>
                  <a:pt x="1188284" y="2511513"/>
                </a:moveTo>
                <a:lnTo>
                  <a:pt x="1248080" y="2479905"/>
                </a:lnTo>
                <a:moveTo>
                  <a:pt x="1258793" y="2474094"/>
                </a:moveTo>
                <a:lnTo>
                  <a:pt x="1443149" y="2372884"/>
                </a:lnTo>
                <a:lnTo>
                  <a:pt x="1454624" y="2366116"/>
                </a:lnTo>
                <a:lnTo>
                  <a:pt x="1463127" y="2360681"/>
                </a:lnTo>
                <a:lnTo>
                  <a:pt x="1469397" y="2356384"/>
                </a:lnTo>
                <a:lnTo>
                  <a:pt x="1475200" y="2352046"/>
                </a:lnTo>
                <a:lnTo>
                  <a:pt x="1482255" y="2346538"/>
                </a:lnTo>
                <a:lnTo>
                  <a:pt x="1487967" y="2341415"/>
                </a:lnTo>
                <a:lnTo>
                  <a:pt x="1494360" y="2335276"/>
                </a:lnTo>
                <a:lnTo>
                  <a:pt x="1496774" y="2332788"/>
                </a:lnTo>
                <a:moveTo>
                  <a:pt x="1505057" y="2324285"/>
                </a:moveTo>
                <a:lnTo>
                  <a:pt x="1508699" y="2320577"/>
                </a:lnTo>
                <a:lnTo>
                  <a:pt x="1514371" y="2314316"/>
                </a:lnTo>
                <a:lnTo>
                  <a:pt x="1518848" y="2308308"/>
                </a:lnTo>
                <a:lnTo>
                  <a:pt x="1520918" y="2305477"/>
                </a:lnTo>
                <a:moveTo>
                  <a:pt x="1527810" y="2295663"/>
                </a:moveTo>
                <a:lnTo>
                  <a:pt x="1549752" y="2262925"/>
                </a:lnTo>
                <a:lnTo>
                  <a:pt x="1563682" y="2238282"/>
                </a:lnTo>
                <a:lnTo>
                  <a:pt x="1610285" y="2154939"/>
                </a:lnTo>
                <a:moveTo>
                  <a:pt x="2078463" y="2337192"/>
                </a:moveTo>
                <a:lnTo>
                  <a:pt x="2095323" y="2412972"/>
                </a:lnTo>
                <a:lnTo>
                  <a:pt x="2123290" y="2524207"/>
                </a:lnTo>
                <a:moveTo>
                  <a:pt x="2126211" y="2535617"/>
                </a:moveTo>
                <a:lnTo>
                  <a:pt x="2127054" y="2538825"/>
                </a:lnTo>
                <a:moveTo>
                  <a:pt x="2127447" y="2545491"/>
                </a:moveTo>
                <a:lnTo>
                  <a:pt x="2128223" y="2548454"/>
                </a:lnTo>
                <a:lnTo>
                  <a:pt x="2148891" y="2619962"/>
                </a:lnTo>
                <a:moveTo>
                  <a:pt x="2148342" y="2622471"/>
                </a:moveTo>
                <a:lnTo>
                  <a:pt x="2159940" y="2653465"/>
                </a:lnTo>
                <a:lnTo>
                  <a:pt x="2164719" y="2670653"/>
                </a:lnTo>
                <a:moveTo>
                  <a:pt x="2167895" y="2682062"/>
                </a:moveTo>
                <a:lnTo>
                  <a:pt x="2185836" y="2746474"/>
                </a:lnTo>
                <a:moveTo>
                  <a:pt x="2006177" y="2028750"/>
                </a:moveTo>
                <a:lnTo>
                  <a:pt x="1993156" y="2007569"/>
                </a:lnTo>
                <a:lnTo>
                  <a:pt x="1988212" y="1996372"/>
                </a:lnTo>
                <a:lnTo>
                  <a:pt x="1985184" y="1985438"/>
                </a:lnTo>
                <a:lnTo>
                  <a:pt x="1982213" y="1974495"/>
                </a:lnTo>
                <a:lnTo>
                  <a:pt x="1980625" y="1964109"/>
                </a:lnTo>
                <a:lnTo>
                  <a:pt x="1978448" y="1948878"/>
                </a:lnTo>
                <a:lnTo>
                  <a:pt x="1971991" y="1885530"/>
                </a:lnTo>
                <a:lnTo>
                  <a:pt x="1970084" y="1866804"/>
                </a:lnTo>
                <a:lnTo>
                  <a:pt x="1967858" y="1841595"/>
                </a:lnTo>
                <a:lnTo>
                  <a:pt x="1960803" y="1760405"/>
                </a:lnTo>
                <a:lnTo>
                  <a:pt x="1958077" y="1742702"/>
                </a:lnTo>
                <a:lnTo>
                  <a:pt x="1954165" y="1724360"/>
                </a:lnTo>
                <a:lnTo>
                  <a:pt x="1947396" y="1698931"/>
                </a:lnTo>
                <a:lnTo>
                  <a:pt x="1946267" y="1689355"/>
                </a:lnTo>
                <a:moveTo>
                  <a:pt x="1957905" y="1875725"/>
                </a:moveTo>
                <a:lnTo>
                  <a:pt x="1965353" y="1950155"/>
                </a:lnTo>
                <a:lnTo>
                  <a:pt x="1966556" y="1960426"/>
                </a:lnTo>
                <a:moveTo>
                  <a:pt x="2180172" y="2753885"/>
                </a:moveTo>
                <a:lnTo>
                  <a:pt x="2073937" y="2772558"/>
                </a:lnTo>
                <a:lnTo>
                  <a:pt x="2044518" y="2777727"/>
                </a:lnTo>
                <a:moveTo>
                  <a:pt x="633497" y="381071"/>
                </a:moveTo>
                <a:lnTo>
                  <a:pt x="631377" y="366109"/>
                </a:lnTo>
                <a:lnTo>
                  <a:pt x="629560" y="349609"/>
                </a:lnTo>
                <a:lnTo>
                  <a:pt x="626065" y="333322"/>
                </a:lnTo>
                <a:moveTo>
                  <a:pt x="871200" y="541118"/>
                </a:moveTo>
                <a:lnTo>
                  <a:pt x="864447" y="497184"/>
                </a:lnTo>
                <a:lnTo>
                  <a:pt x="863269" y="489360"/>
                </a:lnTo>
                <a:moveTo>
                  <a:pt x="787513" y="554394"/>
                </a:moveTo>
                <a:lnTo>
                  <a:pt x="864816" y="549098"/>
                </a:lnTo>
                <a:moveTo>
                  <a:pt x="876429" y="548558"/>
                </a:moveTo>
                <a:lnTo>
                  <a:pt x="924964" y="547461"/>
                </a:lnTo>
                <a:lnTo>
                  <a:pt x="923310" y="511613"/>
                </a:lnTo>
                <a:moveTo>
                  <a:pt x="771529" y="590103"/>
                </a:moveTo>
                <a:lnTo>
                  <a:pt x="765824" y="542076"/>
                </a:lnTo>
                <a:lnTo>
                  <a:pt x="768394" y="532770"/>
                </a:lnTo>
                <a:lnTo>
                  <a:pt x="767281" y="516066"/>
                </a:lnTo>
                <a:lnTo>
                  <a:pt x="765456" y="506637"/>
                </a:lnTo>
                <a:moveTo>
                  <a:pt x="3049571" y="1263024"/>
                </a:moveTo>
                <a:lnTo>
                  <a:pt x="3049276" y="1267313"/>
                </a:lnTo>
                <a:lnTo>
                  <a:pt x="3048670" y="1270841"/>
                </a:lnTo>
                <a:lnTo>
                  <a:pt x="3047672" y="1273623"/>
                </a:lnTo>
                <a:lnTo>
                  <a:pt x="3045921" y="1276922"/>
                </a:lnTo>
                <a:lnTo>
                  <a:pt x="3043203" y="1279410"/>
                </a:lnTo>
                <a:lnTo>
                  <a:pt x="3039046" y="1280924"/>
                </a:lnTo>
                <a:lnTo>
                  <a:pt x="2937009" y="1302343"/>
                </a:lnTo>
                <a:lnTo>
                  <a:pt x="2932352" y="1305052"/>
                </a:lnTo>
                <a:lnTo>
                  <a:pt x="2918971" y="1312443"/>
                </a:lnTo>
                <a:moveTo>
                  <a:pt x="1732168" y="1978915"/>
                </a:moveTo>
                <a:lnTo>
                  <a:pt x="1721962" y="1897217"/>
                </a:lnTo>
                <a:moveTo>
                  <a:pt x="1301860" y="2973725"/>
                </a:moveTo>
                <a:lnTo>
                  <a:pt x="1258155" y="2999629"/>
                </a:lnTo>
                <a:lnTo>
                  <a:pt x="1204931" y="3031172"/>
                </a:lnTo>
                <a:moveTo>
                  <a:pt x="1194365" y="3037384"/>
                </a:moveTo>
                <a:lnTo>
                  <a:pt x="1184895" y="3042917"/>
                </a:lnTo>
                <a:lnTo>
                  <a:pt x="1126556" y="3076997"/>
                </a:lnTo>
                <a:lnTo>
                  <a:pt x="1116497" y="3082603"/>
                </a:lnTo>
                <a:lnTo>
                  <a:pt x="1112446" y="3085108"/>
                </a:lnTo>
                <a:moveTo>
                  <a:pt x="694660" y="2006177"/>
                </a:moveTo>
                <a:lnTo>
                  <a:pt x="692483" y="1986707"/>
                </a:lnTo>
                <a:moveTo>
                  <a:pt x="691468" y="1977605"/>
                </a:moveTo>
                <a:lnTo>
                  <a:pt x="673503" y="1816903"/>
                </a:lnTo>
                <a:lnTo>
                  <a:pt x="664320" y="1766813"/>
                </a:lnTo>
                <a:moveTo>
                  <a:pt x="654187" y="1803144"/>
                </a:moveTo>
                <a:lnTo>
                  <a:pt x="654237" y="1819497"/>
                </a:lnTo>
                <a:lnTo>
                  <a:pt x="663968" y="1912260"/>
                </a:lnTo>
                <a:moveTo>
                  <a:pt x="665196" y="1923980"/>
                </a:moveTo>
                <a:lnTo>
                  <a:pt x="671064" y="1979897"/>
                </a:lnTo>
                <a:moveTo>
                  <a:pt x="672021" y="1989015"/>
                </a:moveTo>
                <a:lnTo>
                  <a:pt x="674092" y="2008698"/>
                </a:lnTo>
                <a:moveTo>
                  <a:pt x="817018" y="2014517"/>
                </a:moveTo>
                <a:lnTo>
                  <a:pt x="902489" y="2004737"/>
                </a:lnTo>
                <a:lnTo>
                  <a:pt x="917761" y="2001029"/>
                </a:lnTo>
                <a:moveTo>
                  <a:pt x="2779949" y="2645633"/>
                </a:moveTo>
                <a:lnTo>
                  <a:pt x="2765438" y="2549187"/>
                </a:lnTo>
                <a:lnTo>
                  <a:pt x="2764914" y="2545446"/>
                </a:lnTo>
                <a:moveTo>
                  <a:pt x="2763277" y="2533767"/>
                </a:moveTo>
                <a:lnTo>
                  <a:pt x="2756353" y="2484431"/>
                </a:lnTo>
                <a:lnTo>
                  <a:pt x="2747734" y="2433458"/>
                </a:lnTo>
                <a:moveTo>
                  <a:pt x="2745516" y="2421729"/>
                </a:moveTo>
                <a:lnTo>
                  <a:pt x="2736137" y="2376919"/>
                </a:lnTo>
                <a:moveTo>
                  <a:pt x="2733657" y="2365354"/>
                </a:moveTo>
                <a:lnTo>
                  <a:pt x="2727969" y="2339549"/>
                </a:lnTo>
                <a:moveTo>
                  <a:pt x="2725604" y="2328107"/>
                </a:moveTo>
                <a:lnTo>
                  <a:pt x="2709930" y="2246949"/>
                </a:lnTo>
                <a:moveTo>
                  <a:pt x="2707925" y="2235335"/>
                </a:moveTo>
                <a:lnTo>
                  <a:pt x="2691409" y="2137981"/>
                </a:lnTo>
                <a:moveTo>
                  <a:pt x="3030812" y="1140773"/>
                </a:moveTo>
                <a:lnTo>
                  <a:pt x="2888966" y="1156430"/>
                </a:lnTo>
                <a:moveTo>
                  <a:pt x="2883876" y="1152395"/>
                </a:moveTo>
                <a:lnTo>
                  <a:pt x="2876739" y="1092901"/>
                </a:lnTo>
                <a:moveTo>
                  <a:pt x="2875184" y="1081124"/>
                </a:moveTo>
                <a:lnTo>
                  <a:pt x="2866803" y="1022637"/>
                </a:lnTo>
                <a:moveTo>
                  <a:pt x="3055930" y="1291089"/>
                </a:moveTo>
                <a:lnTo>
                  <a:pt x="2951537" y="1311485"/>
                </a:lnTo>
                <a:lnTo>
                  <a:pt x="2939195" y="1313924"/>
                </a:lnTo>
                <a:lnTo>
                  <a:pt x="2920415" y="1317185"/>
                </a:lnTo>
                <a:moveTo>
                  <a:pt x="2605770" y="1388759"/>
                </a:moveTo>
                <a:lnTo>
                  <a:pt x="2726594" y="1370659"/>
                </a:lnTo>
                <a:lnTo>
                  <a:pt x="2763191" y="1365212"/>
                </a:lnTo>
                <a:moveTo>
                  <a:pt x="2772345" y="1363911"/>
                </a:moveTo>
                <a:lnTo>
                  <a:pt x="2830058" y="1356050"/>
                </a:lnTo>
                <a:moveTo>
                  <a:pt x="2836749" y="1356344"/>
                </a:moveTo>
                <a:lnTo>
                  <a:pt x="2862211" y="1352047"/>
                </a:lnTo>
                <a:lnTo>
                  <a:pt x="2893353" y="1345852"/>
                </a:lnTo>
                <a:lnTo>
                  <a:pt x="2912611" y="1341694"/>
                </a:lnTo>
                <a:moveTo>
                  <a:pt x="1178184" y="1670654"/>
                </a:moveTo>
                <a:lnTo>
                  <a:pt x="1176686" y="1658647"/>
                </a:lnTo>
                <a:lnTo>
                  <a:pt x="1172160" y="1636025"/>
                </a:lnTo>
                <a:lnTo>
                  <a:pt x="1165621" y="1605022"/>
                </a:lnTo>
                <a:moveTo>
                  <a:pt x="1163067" y="1592934"/>
                </a:moveTo>
                <a:lnTo>
                  <a:pt x="1147819" y="1520624"/>
                </a:lnTo>
                <a:moveTo>
                  <a:pt x="1502438" y="1489981"/>
                </a:moveTo>
                <a:lnTo>
                  <a:pt x="1504476" y="1514657"/>
                </a:lnTo>
                <a:moveTo>
                  <a:pt x="1506112" y="1526729"/>
                </a:moveTo>
                <a:lnTo>
                  <a:pt x="1538965" y="1702336"/>
                </a:lnTo>
                <a:moveTo>
                  <a:pt x="1546626" y="1712845"/>
                </a:moveTo>
                <a:lnTo>
                  <a:pt x="1551225" y="1718795"/>
                </a:lnTo>
                <a:lnTo>
                  <a:pt x="1562602" y="1727143"/>
                </a:lnTo>
                <a:lnTo>
                  <a:pt x="1585936" y="1737300"/>
                </a:lnTo>
                <a:lnTo>
                  <a:pt x="1587303" y="1738552"/>
                </a:lnTo>
                <a:lnTo>
                  <a:pt x="1587589" y="1740017"/>
                </a:lnTo>
                <a:lnTo>
                  <a:pt x="1582818" y="1756378"/>
                </a:lnTo>
                <a:lnTo>
                  <a:pt x="1576245" y="1780596"/>
                </a:lnTo>
                <a:lnTo>
                  <a:pt x="1574298" y="1802375"/>
                </a:lnTo>
                <a:lnTo>
                  <a:pt x="1574355" y="1804888"/>
                </a:lnTo>
                <a:moveTo>
                  <a:pt x="933541" y="1515795"/>
                </a:moveTo>
                <a:lnTo>
                  <a:pt x="927877" y="1448534"/>
                </a:lnTo>
                <a:moveTo>
                  <a:pt x="920217" y="1441848"/>
                </a:moveTo>
                <a:lnTo>
                  <a:pt x="894967" y="1443149"/>
                </a:lnTo>
                <a:lnTo>
                  <a:pt x="886112" y="1441569"/>
                </a:lnTo>
                <a:lnTo>
                  <a:pt x="864357" y="1437690"/>
                </a:lnTo>
                <a:lnTo>
                  <a:pt x="850051" y="1438418"/>
                </a:lnTo>
                <a:lnTo>
                  <a:pt x="794265" y="1441299"/>
                </a:lnTo>
                <a:moveTo>
                  <a:pt x="532026" y="789224"/>
                </a:moveTo>
                <a:lnTo>
                  <a:pt x="395058" y="797334"/>
                </a:lnTo>
                <a:lnTo>
                  <a:pt x="384279" y="672496"/>
                </a:lnTo>
                <a:moveTo>
                  <a:pt x="1013250" y="621531"/>
                </a:moveTo>
                <a:lnTo>
                  <a:pt x="1011155" y="627530"/>
                </a:lnTo>
                <a:lnTo>
                  <a:pt x="1012178" y="658173"/>
                </a:lnTo>
                <a:lnTo>
                  <a:pt x="1014101" y="703589"/>
                </a:lnTo>
                <a:lnTo>
                  <a:pt x="1019053" y="774524"/>
                </a:lnTo>
                <a:lnTo>
                  <a:pt x="1019143" y="775056"/>
                </a:lnTo>
                <a:moveTo>
                  <a:pt x="1021148" y="786695"/>
                </a:moveTo>
                <a:lnTo>
                  <a:pt x="1034939" y="866526"/>
                </a:lnTo>
                <a:moveTo>
                  <a:pt x="1036944" y="878140"/>
                </a:moveTo>
                <a:lnTo>
                  <a:pt x="1037059" y="878811"/>
                </a:lnTo>
                <a:lnTo>
                  <a:pt x="1054156" y="967883"/>
                </a:lnTo>
                <a:lnTo>
                  <a:pt x="1057741" y="979702"/>
                </a:lnTo>
                <a:moveTo>
                  <a:pt x="793971" y="1550579"/>
                </a:moveTo>
                <a:lnTo>
                  <a:pt x="798349" y="1622783"/>
                </a:lnTo>
                <a:moveTo>
                  <a:pt x="799102" y="1634568"/>
                </a:moveTo>
                <a:lnTo>
                  <a:pt x="799831" y="1645568"/>
                </a:lnTo>
                <a:moveTo>
                  <a:pt x="807557" y="1652214"/>
                </a:moveTo>
                <a:lnTo>
                  <a:pt x="834869" y="1649955"/>
                </a:lnTo>
                <a:lnTo>
                  <a:pt x="839231" y="1702696"/>
                </a:lnTo>
                <a:moveTo>
                  <a:pt x="840205" y="1714441"/>
                </a:moveTo>
                <a:lnTo>
                  <a:pt x="841433" y="1729247"/>
                </a:lnTo>
                <a:lnTo>
                  <a:pt x="810962" y="1731276"/>
                </a:lnTo>
                <a:moveTo>
                  <a:pt x="804324" y="1739011"/>
                </a:moveTo>
                <a:lnTo>
                  <a:pt x="810102" y="1807572"/>
                </a:lnTo>
                <a:moveTo>
                  <a:pt x="811093" y="1819317"/>
                </a:moveTo>
                <a:lnTo>
                  <a:pt x="825497" y="1990308"/>
                </a:lnTo>
                <a:moveTo>
                  <a:pt x="1288061" y="2171185"/>
                </a:moveTo>
                <a:lnTo>
                  <a:pt x="1276038" y="2101715"/>
                </a:lnTo>
                <a:lnTo>
                  <a:pt x="1244945" y="2084732"/>
                </a:lnTo>
                <a:lnTo>
                  <a:pt x="1180836" y="2093351"/>
                </a:lnTo>
                <a:lnTo>
                  <a:pt x="1165424" y="1972400"/>
                </a:lnTo>
                <a:moveTo>
                  <a:pt x="1281693" y="2176841"/>
                </a:moveTo>
                <a:lnTo>
                  <a:pt x="1279705" y="2177119"/>
                </a:lnTo>
                <a:lnTo>
                  <a:pt x="1211258" y="2188545"/>
                </a:lnTo>
                <a:moveTo>
                  <a:pt x="1199652" y="2190435"/>
                </a:moveTo>
                <a:lnTo>
                  <a:pt x="1095168" y="2207074"/>
                </a:lnTo>
                <a:moveTo>
                  <a:pt x="1083628" y="2208728"/>
                </a:moveTo>
                <a:lnTo>
                  <a:pt x="1003854" y="2218917"/>
                </a:lnTo>
                <a:lnTo>
                  <a:pt x="975765" y="2213540"/>
                </a:lnTo>
                <a:lnTo>
                  <a:pt x="970117" y="2213205"/>
                </a:lnTo>
                <a:lnTo>
                  <a:pt x="958356" y="2212893"/>
                </a:lnTo>
                <a:lnTo>
                  <a:pt x="951563" y="2213106"/>
                </a:lnTo>
                <a:lnTo>
                  <a:pt x="755094" y="2236809"/>
                </a:lnTo>
                <a:moveTo>
                  <a:pt x="1502920" y="2333296"/>
                </a:moveTo>
                <a:lnTo>
                  <a:pt x="1507250" y="2339532"/>
                </a:lnTo>
                <a:lnTo>
                  <a:pt x="1521066" y="2432737"/>
                </a:lnTo>
                <a:lnTo>
                  <a:pt x="1523930" y="2454402"/>
                </a:lnTo>
                <a:lnTo>
                  <a:pt x="1525894" y="2479414"/>
                </a:lnTo>
                <a:lnTo>
                  <a:pt x="1528423" y="2498819"/>
                </a:lnTo>
                <a:lnTo>
                  <a:pt x="1531263" y="2505481"/>
                </a:lnTo>
                <a:lnTo>
                  <a:pt x="1536256" y="2511251"/>
                </a:lnTo>
                <a:moveTo>
                  <a:pt x="2117421" y="2530469"/>
                </a:moveTo>
                <a:lnTo>
                  <a:pt x="2100021" y="2535036"/>
                </a:lnTo>
                <a:lnTo>
                  <a:pt x="2034619" y="2543490"/>
                </a:lnTo>
                <a:moveTo>
                  <a:pt x="2022931" y="2544996"/>
                </a:moveTo>
                <a:lnTo>
                  <a:pt x="1947544" y="2557150"/>
                </a:lnTo>
                <a:lnTo>
                  <a:pt x="1933123" y="2559687"/>
                </a:lnTo>
                <a:moveTo>
                  <a:pt x="1921501" y="2561733"/>
                </a:moveTo>
                <a:lnTo>
                  <a:pt x="1914372" y="2562986"/>
                </a:lnTo>
                <a:lnTo>
                  <a:pt x="1798889" y="2583684"/>
                </a:lnTo>
                <a:lnTo>
                  <a:pt x="1769866" y="2589929"/>
                </a:lnTo>
                <a:lnTo>
                  <a:pt x="1701820" y="2605185"/>
                </a:lnTo>
                <a:lnTo>
                  <a:pt x="1708785" y="2644700"/>
                </a:lnTo>
                <a:lnTo>
                  <a:pt x="1650152" y="2654726"/>
                </a:lnTo>
                <a:lnTo>
                  <a:pt x="1646894" y="2659268"/>
                </a:lnTo>
                <a:lnTo>
                  <a:pt x="1570533" y="2676407"/>
                </a:lnTo>
                <a:lnTo>
                  <a:pt x="1558632" y="2677986"/>
                </a:lnTo>
                <a:moveTo>
                  <a:pt x="368507" y="2821641"/>
                </a:moveTo>
                <a:lnTo>
                  <a:pt x="382020" y="2848068"/>
                </a:lnTo>
                <a:lnTo>
                  <a:pt x="392152" y="2881117"/>
                </a:lnTo>
                <a:lnTo>
                  <a:pt x="406901" y="2916491"/>
                </a:lnTo>
                <a:lnTo>
                  <a:pt x="424890" y="2955203"/>
                </a:lnTo>
                <a:lnTo>
                  <a:pt x="445720" y="2997313"/>
                </a:lnTo>
                <a:lnTo>
                  <a:pt x="462596" y="3030182"/>
                </a:lnTo>
                <a:lnTo>
                  <a:pt x="478712" y="3057526"/>
                </a:lnTo>
                <a:moveTo>
                  <a:pt x="485488" y="3068469"/>
                </a:moveTo>
                <a:lnTo>
                  <a:pt x="536789" y="3147351"/>
                </a:lnTo>
                <a:lnTo>
                  <a:pt x="552307" y="3168213"/>
                </a:lnTo>
                <a:moveTo>
                  <a:pt x="343479" y="2729860"/>
                </a:moveTo>
                <a:lnTo>
                  <a:pt x="336228" y="2829563"/>
                </a:lnTo>
                <a:moveTo>
                  <a:pt x="2736031" y="1096846"/>
                </a:moveTo>
                <a:lnTo>
                  <a:pt x="2664588" y="1097689"/>
                </a:lnTo>
                <a:lnTo>
                  <a:pt x="2563084" y="1103001"/>
                </a:lnTo>
                <a:moveTo>
                  <a:pt x="795616" y="1650651"/>
                </a:moveTo>
                <a:lnTo>
                  <a:pt x="761805" y="1653867"/>
                </a:lnTo>
                <a:lnTo>
                  <a:pt x="761961" y="1655668"/>
                </a:lnTo>
                <a:moveTo>
                  <a:pt x="762951" y="1666987"/>
                </a:moveTo>
                <a:lnTo>
                  <a:pt x="769057" y="1736817"/>
                </a:lnTo>
                <a:lnTo>
                  <a:pt x="799372" y="1734697"/>
                </a:lnTo>
                <a:moveTo>
                  <a:pt x="1605824" y="538598"/>
                </a:moveTo>
                <a:lnTo>
                  <a:pt x="1612863" y="578726"/>
                </a:lnTo>
                <a:moveTo>
                  <a:pt x="1612838" y="586182"/>
                </a:moveTo>
                <a:lnTo>
                  <a:pt x="1604842" y="623315"/>
                </a:lnTo>
                <a:lnTo>
                  <a:pt x="1593556" y="683594"/>
                </a:lnTo>
                <a:lnTo>
                  <a:pt x="1592115" y="712535"/>
                </a:lnTo>
                <a:lnTo>
                  <a:pt x="1591657" y="753932"/>
                </a:lnTo>
                <a:lnTo>
                  <a:pt x="1599072" y="855092"/>
                </a:lnTo>
                <a:moveTo>
                  <a:pt x="1469184" y="899321"/>
                </a:moveTo>
                <a:lnTo>
                  <a:pt x="1472040" y="898569"/>
                </a:lnTo>
                <a:lnTo>
                  <a:pt x="1475445" y="897824"/>
                </a:lnTo>
                <a:lnTo>
                  <a:pt x="1480429" y="897275"/>
                </a:lnTo>
                <a:lnTo>
                  <a:pt x="1486723" y="896792"/>
                </a:lnTo>
                <a:lnTo>
                  <a:pt x="1495178" y="896506"/>
                </a:lnTo>
                <a:lnTo>
                  <a:pt x="1595389" y="891194"/>
                </a:lnTo>
                <a:moveTo>
                  <a:pt x="661717" y="388960"/>
                </a:moveTo>
                <a:lnTo>
                  <a:pt x="662077" y="393822"/>
                </a:lnTo>
                <a:lnTo>
                  <a:pt x="656839" y="394665"/>
                </a:lnTo>
                <a:lnTo>
                  <a:pt x="674223" y="507922"/>
                </a:lnTo>
                <a:lnTo>
                  <a:pt x="674624" y="510639"/>
                </a:lnTo>
                <a:moveTo>
                  <a:pt x="1182268" y="2519878"/>
                </a:moveTo>
                <a:lnTo>
                  <a:pt x="1184912" y="2596444"/>
                </a:lnTo>
                <a:lnTo>
                  <a:pt x="1206019" y="2632685"/>
                </a:lnTo>
                <a:moveTo>
                  <a:pt x="1211953" y="2642875"/>
                </a:moveTo>
                <a:lnTo>
                  <a:pt x="1244593" y="2698898"/>
                </a:lnTo>
                <a:moveTo>
                  <a:pt x="1647156" y="1106038"/>
                </a:moveTo>
                <a:lnTo>
                  <a:pt x="1678585" y="1244634"/>
                </a:lnTo>
                <a:lnTo>
                  <a:pt x="1682390" y="1256960"/>
                </a:lnTo>
                <a:lnTo>
                  <a:pt x="1686253" y="1267821"/>
                </a:lnTo>
                <a:lnTo>
                  <a:pt x="1694070" y="1286465"/>
                </a:lnTo>
                <a:lnTo>
                  <a:pt x="1697319" y="1293283"/>
                </a:lnTo>
                <a:lnTo>
                  <a:pt x="1697810" y="1294240"/>
                </a:lnTo>
                <a:lnTo>
                  <a:pt x="1700568" y="1299642"/>
                </a:lnTo>
                <a:lnTo>
                  <a:pt x="1717960" y="1331545"/>
                </a:lnTo>
                <a:moveTo>
                  <a:pt x="1724099" y="1342758"/>
                </a:moveTo>
                <a:lnTo>
                  <a:pt x="1780367" y="1445212"/>
                </a:lnTo>
                <a:moveTo>
                  <a:pt x="1786203" y="1441995"/>
                </a:moveTo>
                <a:lnTo>
                  <a:pt x="1766985" y="1407088"/>
                </a:lnTo>
                <a:moveTo>
                  <a:pt x="1761305" y="1396759"/>
                </a:moveTo>
                <a:lnTo>
                  <a:pt x="1729844" y="1339607"/>
                </a:lnTo>
                <a:moveTo>
                  <a:pt x="1723722" y="1328419"/>
                </a:moveTo>
                <a:lnTo>
                  <a:pt x="1706502" y="1296777"/>
                </a:lnTo>
                <a:lnTo>
                  <a:pt x="1704120" y="1291891"/>
                </a:lnTo>
                <a:lnTo>
                  <a:pt x="1703367" y="1290377"/>
                </a:lnTo>
                <a:lnTo>
                  <a:pt x="1700241" y="1283518"/>
                </a:lnTo>
                <a:lnTo>
                  <a:pt x="1693022" y="1265300"/>
                </a:lnTo>
                <a:lnTo>
                  <a:pt x="1689675" y="1255200"/>
                </a:lnTo>
                <a:lnTo>
                  <a:pt x="1686245" y="1243071"/>
                </a:lnTo>
                <a:lnTo>
                  <a:pt x="1653867" y="1104515"/>
                </a:lnTo>
                <a:moveTo>
                  <a:pt x="1932779" y="1685918"/>
                </a:moveTo>
                <a:lnTo>
                  <a:pt x="1934219" y="1695371"/>
                </a:lnTo>
                <a:lnTo>
                  <a:pt x="1934473" y="1698186"/>
                </a:lnTo>
                <a:lnTo>
                  <a:pt x="1934915" y="1700429"/>
                </a:lnTo>
                <a:lnTo>
                  <a:pt x="1941855" y="1727945"/>
                </a:lnTo>
                <a:lnTo>
                  <a:pt x="1945489" y="1744928"/>
                </a:lnTo>
                <a:lnTo>
                  <a:pt x="1947609" y="1761150"/>
                </a:lnTo>
                <a:lnTo>
                  <a:pt x="1949917" y="1787078"/>
                </a:lnTo>
                <a:lnTo>
                  <a:pt x="1956178" y="1857588"/>
                </a:lnTo>
                <a:moveTo>
                  <a:pt x="1879547" y="1615490"/>
                </a:moveTo>
                <a:lnTo>
                  <a:pt x="1878123" y="1614279"/>
                </a:lnTo>
                <a:lnTo>
                  <a:pt x="1870847" y="1607363"/>
                </a:lnTo>
                <a:lnTo>
                  <a:pt x="1865183" y="1600873"/>
                </a:lnTo>
                <a:lnTo>
                  <a:pt x="1859879" y="1593998"/>
                </a:lnTo>
                <a:lnTo>
                  <a:pt x="1851662" y="1580935"/>
                </a:lnTo>
                <a:lnTo>
                  <a:pt x="1838608" y="1556103"/>
                </a:lnTo>
                <a:lnTo>
                  <a:pt x="1799249" y="1468022"/>
                </a:lnTo>
                <a:moveTo>
                  <a:pt x="1009395" y="614468"/>
                </a:moveTo>
                <a:lnTo>
                  <a:pt x="1002995" y="615196"/>
                </a:lnTo>
                <a:lnTo>
                  <a:pt x="894763" y="622391"/>
                </a:lnTo>
                <a:lnTo>
                  <a:pt x="781023" y="630100"/>
                </a:lnTo>
                <a:lnTo>
                  <a:pt x="708606" y="635175"/>
                </a:lnTo>
                <a:lnTo>
                  <a:pt x="667225" y="639283"/>
                </a:lnTo>
                <a:lnTo>
                  <a:pt x="560164" y="649923"/>
                </a:lnTo>
                <a:lnTo>
                  <a:pt x="539302" y="651437"/>
                </a:lnTo>
                <a:lnTo>
                  <a:pt x="534080" y="651773"/>
                </a:lnTo>
                <a:moveTo>
                  <a:pt x="2648113" y="1859814"/>
                </a:moveTo>
                <a:lnTo>
                  <a:pt x="2664621" y="1968275"/>
                </a:lnTo>
                <a:moveTo>
                  <a:pt x="2668991" y="1998541"/>
                </a:moveTo>
                <a:lnTo>
                  <a:pt x="2686956" y="2126375"/>
                </a:lnTo>
                <a:moveTo>
                  <a:pt x="1983163" y="1867507"/>
                </a:moveTo>
                <a:lnTo>
                  <a:pt x="2046093" y="1862646"/>
                </a:lnTo>
                <a:lnTo>
                  <a:pt x="2195264" y="1854126"/>
                </a:lnTo>
                <a:lnTo>
                  <a:pt x="2278206" y="1850254"/>
                </a:lnTo>
                <a:lnTo>
                  <a:pt x="2280833" y="1850132"/>
                </a:lnTo>
                <a:moveTo>
                  <a:pt x="630657" y="1564844"/>
                </a:moveTo>
                <a:lnTo>
                  <a:pt x="644006" y="1679428"/>
                </a:lnTo>
                <a:moveTo>
                  <a:pt x="645978" y="1696480"/>
                </a:moveTo>
                <a:lnTo>
                  <a:pt x="655039" y="1774953"/>
                </a:lnTo>
                <a:moveTo>
                  <a:pt x="1574649" y="1816690"/>
                </a:moveTo>
                <a:lnTo>
                  <a:pt x="1574846" y="1824997"/>
                </a:lnTo>
                <a:moveTo>
                  <a:pt x="1575722" y="1836775"/>
                </a:moveTo>
                <a:lnTo>
                  <a:pt x="1582138" y="1897274"/>
                </a:lnTo>
                <a:moveTo>
                  <a:pt x="554803" y="2676627"/>
                </a:moveTo>
                <a:lnTo>
                  <a:pt x="664017" y="2894605"/>
                </a:lnTo>
                <a:moveTo>
                  <a:pt x="670295" y="2905458"/>
                </a:moveTo>
                <a:lnTo>
                  <a:pt x="768263" y="3052484"/>
                </a:lnTo>
                <a:moveTo>
                  <a:pt x="1110825" y="280532"/>
                </a:moveTo>
                <a:lnTo>
                  <a:pt x="1056202" y="286851"/>
                </a:lnTo>
                <a:lnTo>
                  <a:pt x="992985" y="307124"/>
                </a:lnTo>
                <a:lnTo>
                  <a:pt x="896809" y="327904"/>
                </a:lnTo>
                <a:lnTo>
                  <a:pt x="857490" y="338683"/>
                </a:lnTo>
                <a:lnTo>
                  <a:pt x="834770" y="343037"/>
                </a:lnTo>
                <a:moveTo>
                  <a:pt x="823157" y="345263"/>
                </a:moveTo>
                <a:lnTo>
                  <a:pt x="733577" y="362402"/>
                </a:lnTo>
                <a:lnTo>
                  <a:pt x="718387" y="368106"/>
                </a:lnTo>
                <a:lnTo>
                  <a:pt x="667626" y="380236"/>
                </a:lnTo>
                <a:moveTo>
                  <a:pt x="656373" y="382372"/>
                </a:moveTo>
                <a:lnTo>
                  <a:pt x="638686" y="384958"/>
                </a:lnTo>
                <a:moveTo>
                  <a:pt x="627056" y="386751"/>
                </a:moveTo>
                <a:lnTo>
                  <a:pt x="580142" y="394428"/>
                </a:lnTo>
                <a:lnTo>
                  <a:pt x="492601" y="411435"/>
                </a:lnTo>
                <a:moveTo>
                  <a:pt x="2231104" y="1082728"/>
                </a:moveTo>
                <a:lnTo>
                  <a:pt x="2301368" y="1073381"/>
                </a:lnTo>
                <a:lnTo>
                  <a:pt x="2314177" y="1069821"/>
                </a:lnTo>
                <a:lnTo>
                  <a:pt x="2412080" y="1060319"/>
                </a:lnTo>
                <a:lnTo>
                  <a:pt x="2423890" y="1059901"/>
                </a:lnTo>
                <a:lnTo>
                  <a:pt x="2454263" y="1058837"/>
                </a:lnTo>
                <a:lnTo>
                  <a:pt x="2541035" y="1047387"/>
                </a:lnTo>
                <a:moveTo>
                  <a:pt x="67899" y="2754274"/>
                </a:moveTo>
                <a:lnTo>
                  <a:pt x="224517" y="2692792"/>
                </a:lnTo>
                <a:lnTo>
                  <a:pt x="246894" y="2755092"/>
                </a:lnTo>
                <a:lnTo>
                  <a:pt x="338896" y="2726226"/>
                </a:lnTo>
                <a:moveTo>
                  <a:pt x="350510" y="2722551"/>
                </a:moveTo>
                <a:lnTo>
                  <a:pt x="356869" y="2720496"/>
                </a:lnTo>
                <a:lnTo>
                  <a:pt x="453462" y="2696598"/>
                </a:lnTo>
                <a:lnTo>
                  <a:pt x="463341" y="2707851"/>
                </a:lnTo>
                <a:moveTo>
                  <a:pt x="2803037" y="2865837"/>
                </a:moveTo>
                <a:lnTo>
                  <a:pt x="2801392" y="2851293"/>
                </a:lnTo>
                <a:lnTo>
                  <a:pt x="2797905" y="2817147"/>
                </a:lnTo>
                <a:lnTo>
                  <a:pt x="2789312" y="2732880"/>
                </a:lnTo>
                <a:lnTo>
                  <a:pt x="2782535" y="2667878"/>
                </a:lnTo>
                <a:moveTo>
                  <a:pt x="1917417" y="851385"/>
                </a:moveTo>
                <a:lnTo>
                  <a:pt x="1894001" y="852400"/>
                </a:lnTo>
                <a:lnTo>
                  <a:pt x="1886176" y="852089"/>
                </a:lnTo>
                <a:moveTo>
                  <a:pt x="2801990" y="2952192"/>
                </a:moveTo>
                <a:lnTo>
                  <a:pt x="2679508" y="2969788"/>
                </a:lnTo>
                <a:lnTo>
                  <a:pt x="2673959" y="2970279"/>
                </a:lnTo>
                <a:lnTo>
                  <a:pt x="2636990" y="2969436"/>
                </a:lnTo>
                <a:moveTo>
                  <a:pt x="2782633" y="1961760"/>
                </a:moveTo>
                <a:lnTo>
                  <a:pt x="2823613" y="1954762"/>
                </a:lnTo>
                <a:lnTo>
                  <a:pt x="2819832" y="1935586"/>
                </a:lnTo>
                <a:lnTo>
                  <a:pt x="2851056" y="1931862"/>
                </a:lnTo>
                <a:lnTo>
                  <a:pt x="2877262" y="1930569"/>
                </a:lnTo>
                <a:moveTo>
                  <a:pt x="2612608" y="2453444"/>
                </a:moveTo>
                <a:lnTo>
                  <a:pt x="2739828" y="2430192"/>
                </a:lnTo>
                <a:moveTo>
                  <a:pt x="2866451" y="2217902"/>
                </a:moveTo>
                <a:lnTo>
                  <a:pt x="2713343" y="2239166"/>
                </a:lnTo>
                <a:moveTo>
                  <a:pt x="1106741" y="1420331"/>
                </a:moveTo>
                <a:lnTo>
                  <a:pt x="932240" y="1440816"/>
                </a:lnTo>
                <a:moveTo>
                  <a:pt x="927664" y="1436569"/>
                </a:moveTo>
                <a:lnTo>
                  <a:pt x="928237" y="1423449"/>
                </a:lnTo>
                <a:lnTo>
                  <a:pt x="912147" y="1316568"/>
                </a:lnTo>
                <a:lnTo>
                  <a:pt x="925160" y="1313089"/>
                </a:lnTo>
                <a:lnTo>
                  <a:pt x="957505" y="1262820"/>
                </a:lnTo>
                <a:lnTo>
                  <a:pt x="956703" y="1255126"/>
                </a:lnTo>
                <a:lnTo>
                  <a:pt x="956155" y="1249577"/>
                </a:lnTo>
                <a:moveTo>
                  <a:pt x="1711683" y="1880300"/>
                </a:moveTo>
                <a:lnTo>
                  <a:pt x="1710791" y="1875602"/>
                </a:lnTo>
                <a:lnTo>
                  <a:pt x="1705282" y="1870724"/>
                </a:lnTo>
                <a:lnTo>
                  <a:pt x="1697302" y="1813342"/>
                </a:lnTo>
                <a:lnTo>
                  <a:pt x="1694954" y="1802400"/>
                </a:lnTo>
                <a:lnTo>
                  <a:pt x="1695207" y="1799093"/>
                </a:lnTo>
                <a:lnTo>
                  <a:pt x="1696034" y="1797333"/>
                </a:lnTo>
                <a:lnTo>
                  <a:pt x="1699136" y="1796720"/>
                </a:lnTo>
                <a:lnTo>
                  <a:pt x="1720195" y="1793503"/>
                </a:lnTo>
                <a:lnTo>
                  <a:pt x="1723190" y="1791964"/>
                </a:lnTo>
                <a:lnTo>
                  <a:pt x="1726456" y="1787602"/>
                </a:lnTo>
                <a:lnTo>
                  <a:pt x="1727479" y="1782495"/>
                </a:lnTo>
                <a:lnTo>
                  <a:pt x="1727340" y="1778525"/>
                </a:lnTo>
                <a:lnTo>
                  <a:pt x="1725212" y="1774188"/>
                </a:lnTo>
                <a:lnTo>
                  <a:pt x="1722945" y="1769408"/>
                </a:lnTo>
                <a:lnTo>
                  <a:pt x="1722912" y="1766519"/>
                </a:lnTo>
                <a:lnTo>
                  <a:pt x="1723395" y="1758572"/>
                </a:lnTo>
                <a:lnTo>
                  <a:pt x="1723059" y="1754758"/>
                </a:lnTo>
                <a:lnTo>
                  <a:pt x="1722879" y="1748480"/>
                </a:lnTo>
                <a:lnTo>
                  <a:pt x="1722052" y="1742415"/>
                </a:lnTo>
                <a:lnTo>
                  <a:pt x="1742350" y="1739723"/>
                </a:lnTo>
                <a:lnTo>
                  <a:pt x="1769457" y="1736367"/>
                </a:lnTo>
                <a:lnTo>
                  <a:pt x="1782086" y="1734460"/>
                </a:lnTo>
                <a:lnTo>
                  <a:pt x="1806516" y="1728395"/>
                </a:lnTo>
                <a:lnTo>
                  <a:pt x="1831103" y="1722282"/>
                </a:lnTo>
                <a:lnTo>
                  <a:pt x="1850606" y="1717739"/>
                </a:lnTo>
                <a:moveTo>
                  <a:pt x="1842938" y="1633987"/>
                </a:moveTo>
                <a:lnTo>
                  <a:pt x="1873744" y="1628765"/>
                </a:lnTo>
                <a:moveTo>
                  <a:pt x="1012783" y="1968570"/>
                </a:moveTo>
                <a:lnTo>
                  <a:pt x="993885" y="1854715"/>
                </a:lnTo>
                <a:lnTo>
                  <a:pt x="1049163" y="1848020"/>
                </a:lnTo>
                <a:lnTo>
                  <a:pt x="1042501" y="1790090"/>
                </a:lnTo>
                <a:lnTo>
                  <a:pt x="1037713" y="1773214"/>
                </a:lnTo>
                <a:lnTo>
                  <a:pt x="925594" y="1785425"/>
                </a:lnTo>
                <a:lnTo>
                  <a:pt x="914045" y="1786415"/>
                </a:lnTo>
                <a:lnTo>
                  <a:pt x="907285" y="1786857"/>
                </a:lnTo>
                <a:lnTo>
                  <a:pt x="908783" y="1804593"/>
                </a:lnTo>
                <a:lnTo>
                  <a:pt x="817697" y="1811558"/>
                </a:lnTo>
                <a:moveTo>
                  <a:pt x="847113" y="1709170"/>
                </a:moveTo>
                <a:lnTo>
                  <a:pt x="903553" y="1702811"/>
                </a:lnTo>
                <a:lnTo>
                  <a:pt x="915641" y="1701820"/>
                </a:lnTo>
                <a:lnTo>
                  <a:pt x="1171784" y="1678593"/>
                </a:lnTo>
                <a:moveTo>
                  <a:pt x="403087" y="1585150"/>
                </a:moveTo>
                <a:lnTo>
                  <a:pt x="464863" y="1824154"/>
                </a:lnTo>
                <a:lnTo>
                  <a:pt x="335278" y="1846138"/>
                </a:lnTo>
                <a:lnTo>
                  <a:pt x="344068" y="1947789"/>
                </a:lnTo>
                <a:moveTo>
                  <a:pt x="345116" y="1959706"/>
                </a:moveTo>
                <a:lnTo>
                  <a:pt x="353096" y="2047689"/>
                </a:lnTo>
                <a:moveTo>
                  <a:pt x="501064" y="1907464"/>
                </a:moveTo>
                <a:lnTo>
                  <a:pt x="512612" y="2027973"/>
                </a:lnTo>
                <a:moveTo>
                  <a:pt x="568905" y="1876314"/>
                </a:moveTo>
                <a:lnTo>
                  <a:pt x="506359" y="1897806"/>
                </a:lnTo>
                <a:moveTo>
                  <a:pt x="495072" y="1901678"/>
                </a:moveTo>
                <a:lnTo>
                  <a:pt x="351786" y="1950891"/>
                </a:lnTo>
                <a:moveTo>
                  <a:pt x="639275" y="1690018"/>
                </a:moveTo>
                <a:lnTo>
                  <a:pt x="552225" y="1700511"/>
                </a:lnTo>
                <a:lnTo>
                  <a:pt x="572432" y="1870978"/>
                </a:lnTo>
                <a:moveTo>
                  <a:pt x="575387" y="1881176"/>
                </a:moveTo>
                <a:lnTo>
                  <a:pt x="589874" y="1911933"/>
                </a:lnTo>
                <a:lnTo>
                  <a:pt x="598459" y="1917842"/>
                </a:lnTo>
                <a:lnTo>
                  <a:pt x="604868" y="1919831"/>
                </a:lnTo>
                <a:lnTo>
                  <a:pt x="613339" y="1921181"/>
                </a:lnTo>
                <a:lnTo>
                  <a:pt x="623528" y="1922245"/>
                </a:lnTo>
                <a:lnTo>
                  <a:pt x="632343" y="1922540"/>
                </a:lnTo>
                <a:lnTo>
                  <a:pt x="660121" y="1919872"/>
                </a:lnTo>
                <a:moveTo>
                  <a:pt x="757746" y="1660186"/>
                </a:moveTo>
                <a:lnTo>
                  <a:pt x="682268" y="1666267"/>
                </a:lnTo>
                <a:lnTo>
                  <a:pt x="682931" y="1678715"/>
                </a:lnTo>
                <a:lnTo>
                  <a:pt x="680681" y="1679002"/>
                </a:lnTo>
                <a:lnTo>
                  <a:pt x="667242" y="1680901"/>
                </a:lnTo>
                <a:lnTo>
                  <a:pt x="658943" y="1682120"/>
                </a:lnTo>
                <a:moveTo>
                  <a:pt x="1227987" y="1587368"/>
                </a:moveTo>
                <a:lnTo>
                  <a:pt x="1223878" y="1590012"/>
                </a:lnTo>
                <a:lnTo>
                  <a:pt x="1168960" y="1597222"/>
                </a:lnTo>
                <a:moveTo>
                  <a:pt x="1156741" y="1598524"/>
                </a:moveTo>
                <a:lnTo>
                  <a:pt x="905280" y="1619149"/>
                </a:lnTo>
                <a:lnTo>
                  <a:pt x="892414" y="1619746"/>
                </a:lnTo>
                <a:lnTo>
                  <a:pt x="805838" y="1626850"/>
                </a:lnTo>
                <a:moveTo>
                  <a:pt x="1318344" y="1565958"/>
                </a:moveTo>
                <a:lnTo>
                  <a:pt x="1238479" y="1583202"/>
                </a:lnTo>
                <a:moveTo>
                  <a:pt x="1233118" y="1579634"/>
                </a:moveTo>
                <a:lnTo>
                  <a:pt x="1221013" y="1514485"/>
                </a:lnTo>
                <a:moveTo>
                  <a:pt x="1536330" y="1707255"/>
                </a:moveTo>
                <a:lnTo>
                  <a:pt x="1357654" y="1710308"/>
                </a:lnTo>
                <a:lnTo>
                  <a:pt x="1354486" y="1707787"/>
                </a:lnTo>
                <a:lnTo>
                  <a:pt x="1341268" y="1642843"/>
                </a:lnTo>
                <a:lnTo>
                  <a:pt x="1326872" y="1571539"/>
                </a:lnTo>
                <a:moveTo>
                  <a:pt x="1330408" y="1566007"/>
                </a:moveTo>
                <a:lnTo>
                  <a:pt x="1408897" y="1548639"/>
                </a:lnTo>
                <a:lnTo>
                  <a:pt x="1400778" y="1498869"/>
                </a:lnTo>
                <a:moveTo>
                  <a:pt x="1229812" y="2383033"/>
                </a:moveTo>
                <a:lnTo>
                  <a:pt x="1113117" y="2407136"/>
                </a:lnTo>
                <a:lnTo>
                  <a:pt x="1093073" y="2406703"/>
                </a:lnTo>
                <a:lnTo>
                  <a:pt x="1058576" y="2412865"/>
                </a:lnTo>
                <a:moveTo>
                  <a:pt x="1224827" y="2307711"/>
                </a:moveTo>
                <a:lnTo>
                  <a:pt x="1233929" y="2377607"/>
                </a:lnTo>
                <a:moveTo>
                  <a:pt x="1235623" y="2389245"/>
                </a:moveTo>
                <a:lnTo>
                  <a:pt x="1248006" y="2466629"/>
                </a:lnTo>
                <a:moveTo>
                  <a:pt x="1554892" y="2015892"/>
                </a:moveTo>
                <a:lnTo>
                  <a:pt x="1557740" y="2034831"/>
                </a:lnTo>
                <a:lnTo>
                  <a:pt x="1510106" y="2041698"/>
                </a:lnTo>
                <a:lnTo>
                  <a:pt x="1512701" y="2057609"/>
                </a:lnTo>
                <a:lnTo>
                  <a:pt x="1485700" y="2062413"/>
                </a:lnTo>
                <a:lnTo>
                  <a:pt x="1493664" y="2146493"/>
                </a:lnTo>
                <a:moveTo>
                  <a:pt x="1596641" y="1999483"/>
                </a:moveTo>
                <a:lnTo>
                  <a:pt x="1586239" y="1915935"/>
                </a:lnTo>
                <a:moveTo>
                  <a:pt x="1569534" y="1809946"/>
                </a:moveTo>
                <a:lnTo>
                  <a:pt x="1470985" y="1821920"/>
                </a:lnTo>
                <a:lnTo>
                  <a:pt x="1485119" y="1909936"/>
                </a:lnTo>
                <a:moveTo>
                  <a:pt x="1488426" y="1929137"/>
                </a:moveTo>
                <a:lnTo>
                  <a:pt x="1501668" y="2017865"/>
                </a:lnTo>
                <a:lnTo>
                  <a:pt x="1549580" y="2011301"/>
                </a:lnTo>
                <a:moveTo>
                  <a:pt x="1561661" y="2011023"/>
                </a:moveTo>
                <a:lnTo>
                  <a:pt x="1566318" y="2011391"/>
                </a:lnTo>
                <a:lnTo>
                  <a:pt x="1590511" y="2007733"/>
                </a:lnTo>
                <a:moveTo>
                  <a:pt x="1602166" y="2005965"/>
                </a:moveTo>
                <a:lnTo>
                  <a:pt x="1676858" y="1994637"/>
                </a:lnTo>
                <a:lnTo>
                  <a:pt x="1682259" y="2019936"/>
                </a:lnTo>
                <a:moveTo>
                  <a:pt x="1052249" y="2421205"/>
                </a:moveTo>
                <a:lnTo>
                  <a:pt x="1070525" y="2541297"/>
                </a:lnTo>
                <a:moveTo>
                  <a:pt x="711209" y="2218140"/>
                </a:moveTo>
                <a:lnTo>
                  <a:pt x="707223" y="2186093"/>
                </a:lnTo>
                <a:moveTo>
                  <a:pt x="634054" y="1541195"/>
                </a:moveTo>
                <a:lnTo>
                  <a:pt x="626581" y="1476276"/>
                </a:lnTo>
                <a:moveTo>
                  <a:pt x="625272" y="1464118"/>
                </a:moveTo>
                <a:lnTo>
                  <a:pt x="612880" y="1339627"/>
                </a:lnTo>
                <a:moveTo>
                  <a:pt x="611718" y="1327895"/>
                </a:moveTo>
                <a:lnTo>
                  <a:pt x="608763" y="1298103"/>
                </a:lnTo>
                <a:lnTo>
                  <a:pt x="600178" y="1198563"/>
                </a:lnTo>
                <a:lnTo>
                  <a:pt x="599269" y="1192294"/>
                </a:lnTo>
                <a:lnTo>
                  <a:pt x="598034" y="1180975"/>
                </a:lnTo>
                <a:lnTo>
                  <a:pt x="596659" y="1170941"/>
                </a:lnTo>
                <a:lnTo>
                  <a:pt x="590884" y="1131352"/>
                </a:lnTo>
                <a:moveTo>
                  <a:pt x="589178" y="1119689"/>
                </a:moveTo>
                <a:lnTo>
                  <a:pt x="583224" y="1078967"/>
                </a:lnTo>
                <a:moveTo>
                  <a:pt x="581243" y="1064849"/>
                </a:moveTo>
                <a:lnTo>
                  <a:pt x="557074" y="888330"/>
                </a:lnTo>
                <a:moveTo>
                  <a:pt x="555540" y="876597"/>
                </a:moveTo>
                <a:lnTo>
                  <a:pt x="551157" y="841359"/>
                </a:lnTo>
                <a:moveTo>
                  <a:pt x="549643" y="829667"/>
                </a:moveTo>
                <a:lnTo>
                  <a:pt x="544237" y="789461"/>
                </a:lnTo>
                <a:lnTo>
                  <a:pt x="531060" y="673544"/>
                </a:lnTo>
                <a:lnTo>
                  <a:pt x="528965" y="659532"/>
                </a:lnTo>
                <a:moveTo>
                  <a:pt x="528081" y="647423"/>
                </a:moveTo>
                <a:lnTo>
                  <a:pt x="528105" y="641616"/>
                </a:lnTo>
                <a:lnTo>
                  <a:pt x="525445" y="618683"/>
                </a:lnTo>
                <a:lnTo>
                  <a:pt x="511691" y="551730"/>
                </a:lnTo>
                <a:moveTo>
                  <a:pt x="661341" y="1764595"/>
                </a:moveTo>
                <a:lnTo>
                  <a:pt x="653385" y="1695625"/>
                </a:lnTo>
                <a:moveTo>
                  <a:pt x="650095" y="1678720"/>
                </a:moveTo>
                <a:lnTo>
                  <a:pt x="636718" y="1564136"/>
                </a:lnTo>
                <a:moveTo>
                  <a:pt x="1536019" y="2517807"/>
                </a:moveTo>
                <a:lnTo>
                  <a:pt x="1505949" y="2546625"/>
                </a:lnTo>
                <a:lnTo>
                  <a:pt x="1509296" y="2549710"/>
                </a:lnTo>
                <a:lnTo>
                  <a:pt x="1531525" y="2571997"/>
                </a:lnTo>
                <a:moveTo>
                  <a:pt x="1538220" y="2580754"/>
                </a:moveTo>
                <a:lnTo>
                  <a:pt x="1543827" y="2597311"/>
                </a:lnTo>
                <a:lnTo>
                  <a:pt x="1551004" y="2674221"/>
                </a:lnTo>
                <a:moveTo>
                  <a:pt x="1552118" y="2685966"/>
                </a:moveTo>
                <a:lnTo>
                  <a:pt x="1553427" y="2698153"/>
                </a:lnTo>
                <a:lnTo>
                  <a:pt x="1554794" y="2705265"/>
                </a:lnTo>
                <a:lnTo>
                  <a:pt x="1554998" y="2705789"/>
                </a:lnTo>
                <a:moveTo>
                  <a:pt x="2240893" y="1225654"/>
                </a:moveTo>
                <a:lnTo>
                  <a:pt x="2246254" y="1269171"/>
                </a:lnTo>
                <a:lnTo>
                  <a:pt x="2265037" y="1405582"/>
                </a:lnTo>
                <a:moveTo>
                  <a:pt x="1557184" y="2313489"/>
                </a:moveTo>
                <a:lnTo>
                  <a:pt x="1558280" y="2311206"/>
                </a:lnTo>
                <a:lnTo>
                  <a:pt x="1598188" y="2309618"/>
                </a:lnTo>
                <a:lnTo>
                  <a:pt x="1645863" y="2300885"/>
                </a:lnTo>
                <a:lnTo>
                  <a:pt x="1652672" y="2300410"/>
                </a:lnTo>
                <a:lnTo>
                  <a:pt x="1660783" y="2300173"/>
                </a:lnTo>
                <a:lnTo>
                  <a:pt x="1667904" y="2301343"/>
                </a:lnTo>
                <a:lnTo>
                  <a:pt x="1673805" y="2303832"/>
                </a:lnTo>
                <a:lnTo>
                  <a:pt x="1679026" y="2308137"/>
                </a:lnTo>
                <a:lnTo>
                  <a:pt x="1681752" y="2311198"/>
                </a:lnTo>
                <a:lnTo>
                  <a:pt x="1682955" y="2312532"/>
                </a:lnTo>
                <a:lnTo>
                  <a:pt x="1686581" y="2316305"/>
                </a:lnTo>
                <a:lnTo>
                  <a:pt x="1698285" y="2332706"/>
                </a:lnTo>
                <a:lnTo>
                  <a:pt x="1717559" y="2361254"/>
                </a:lnTo>
                <a:lnTo>
                  <a:pt x="1717878" y="2361639"/>
                </a:lnTo>
                <a:moveTo>
                  <a:pt x="1546511" y="2326576"/>
                </a:moveTo>
                <a:lnTo>
                  <a:pt x="1546773" y="2327043"/>
                </a:lnTo>
                <a:lnTo>
                  <a:pt x="1549253" y="2328786"/>
                </a:lnTo>
                <a:lnTo>
                  <a:pt x="1552249" y="2329277"/>
                </a:lnTo>
                <a:lnTo>
                  <a:pt x="1555162" y="2328434"/>
                </a:lnTo>
                <a:lnTo>
                  <a:pt x="1557413" y="2326413"/>
                </a:lnTo>
                <a:lnTo>
                  <a:pt x="1558567" y="2323613"/>
                </a:lnTo>
                <a:lnTo>
                  <a:pt x="1558387" y="2320602"/>
                </a:lnTo>
                <a:lnTo>
                  <a:pt x="1557969" y="2319857"/>
                </a:lnTo>
                <a:moveTo>
                  <a:pt x="1549433" y="2316313"/>
                </a:moveTo>
                <a:lnTo>
                  <a:pt x="1548525" y="2316575"/>
                </a:lnTo>
                <a:moveTo>
                  <a:pt x="1526934" y="2305419"/>
                </a:moveTo>
                <a:lnTo>
                  <a:pt x="1535495" y="2316689"/>
                </a:lnTo>
                <a:lnTo>
                  <a:pt x="1540119" y="2319701"/>
                </a:lnTo>
                <a:moveTo>
                  <a:pt x="1971934" y="1953207"/>
                </a:moveTo>
                <a:lnTo>
                  <a:pt x="1973620" y="1964265"/>
                </a:lnTo>
                <a:lnTo>
                  <a:pt x="1975698" y="1975813"/>
                </a:lnTo>
                <a:lnTo>
                  <a:pt x="1978759" y="1987058"/>
                </a:lnTo>
                <a:lnTo>
                  <a:pt x="1982107" y="1998108"/>
                </a:lnTo>
                <a:lnTo>
                  <a:pt x="1986125" y="2007945"/>
                </a:lnTo>
                <a:moveTo>
                  <a:pt x="2038674" y="2122893"/>
                </a:moveTo>
                <a:lnTo>
                  <a:pt x="2037078" y="2116280"/>
                </a:lnTo>
                <a:moveTo>
                  <a:pt x="2034259" y="2104829"/>
                </a:moveTo>
                <a:lnTo>
                  <a:pt x="2030166" y="2091362"/>
                </a:lnTo>
                <a:lnTo>
                  <a:pt x="2022113" y="2064922"/>
                </a:lnTo>
                <a:moveTo>
                  <a:pt x="2019576" y="2054245"/>
                </a:moveTo>
                <a:lnTo>
                  <a:pt x="2009991" y="2033448"/>
                </a:lnTo>
                <a:lnTo>
                  <a:pt x="2008633" y="2030485"/>
                </a:lnTo>
                <a:moveTo>
                  <a:pt x="2008850" y="2027670"/>
                </a:moveTo>
                <a:lnTo>
                  <a:pt x="2000088" y="2005850"/>
                </a:lnTo>
                <a:lnTo>
                  <a:pt x="1999699" y="2005003"/>
                </a:lnTo>
                <a:moveTo>
                  <a:pt x="1994756" y="1994179"/>
                </a:moveTo>
                <a:lnTo>
                  <a:pt x="1991044" y="1983244"/>
                </a:lnTo>
                <a:lnTo>
                  <a:pt x="1988294" y="1973276"/>
                </a:lnTo>
                <a:lnTo>
                  <a:pt x="1986469" y="1963168"/>
                </a:lnTo>
                <a:lnTo>
                  <a:pt x="1984710" y="1948149"/>
                </a:lnTo>
                <a:lnTo>
                  <a:pt x="1977708" y="1872713"/>
                </a:lnTo>
                <a:moveTo>
                  <a:pt x="2041756" y="2110473"/>
                </a:moveTo>
                <a:lnTo>
                  <a:pt x="2047648" y="2109114"/>
                </a:lnTo>
                <a:lnTo>
                  <a:pt x="2064762" y="2182594"/>
                </a:lnTo>
                <a:lnTo>
                  <a:pt x="2067054" y="2193079"/>
                </a:lnTo>
                <a:lnTo>
                  <a:pt x="2038817" y="2200633"/>
                </a:lnTo>
                <a:moveTo>
                  <a:pt x="2033293" y="2197327"/>
                </a:moveTo>
                <a:lnTo>
                  <a:pt x="2014919" y="2118264"/>
                </a:lnTo>
                <a:moveTo>
                  <a:pt x="1716978" y="2367924"/>
                </a:moveTo>
                <a:lnTo>
                  <a:pt x="1687031" y="2388361"/>
                </a:lnTo>
                <a:lnTo>
                  <a:pt x="1668567" y="2400662"/>
                </a:lnTo>
                <a:lnTo>
                  <a:pt x="1665424" y="2407848"/>
                </a:lnTo>
                <a:lnTo>
                  <a:pt x="1625033" y="2437321"/>
                </a:lnTo>
                <a:lnTo>
                  <a:pt x="1611332" y="2449049"/>
                </a:lnTo>
                <a:lnTo>
                  <a:pt x="1565434" y="2492476"/>
                </a:lnTo>
                <a:lnTo>
                  <a:pt x="1544661" y="2510032"/>
                </a:lnTo>
                <a:moveTo>
                  <a:pt x="2027916" y="2204521"/>
                </a:moveTo>
                <a:lnTo>
                  <a:pt x="2023095" y="2206739"/>
                </a:lnTo>
                <a:lnTo>
                  <a:pt x="2006669" y="2214670"/>
                </a:lnTo>
                <a:lnTo>
                  <a:pt x="1990422" y="2220571"/>
                </a:lnTo>
                <a:lnTo>
                  <a:pt x="1972703" y="2229639"/>
                </a:lnTo>
                <a:lnTo>
                  <a:pt x="1955262" y="2242579"/>
                </a:lnTo>
                <a:lnTo>
                  <a:pt x="1931044" y="2255527"/>
                </a:lnTo>
                <a:lnTo>
                  <a:pt x="1914421" y="2263760"/>
                </a:lnTo>
                <a:lnTo>
                  <a:pt x="1889769" y="2272992"/>
                </a:lnTo>
                <a:lnTo>
                  <a:pt x="1871616" y="2281480"/>
                </a:lnTo>
                <a:moveTo>
                  <a:pt x="1860935" y="2286472"/>
                </a:moveTo>
                <a:lnTo>
                  <a:pt x="1859757" y="2287021"/>
                </a:lnTo>
                <a:lnTo>
                  <a:pt x="1844853" y="2293159"/>
                </a:lnTo>
                <a:lnTo>
                  <a:pt x="1814848" y="2308685"/>
                </a:lnTo>
                <a:lnTo>
                  <a:pt x="1766617" y="2337102"/>
                </a:lnTo>
                <a:lnTo>
                  <a:pt x="1726832" y="2361524"/>
                </a:lnTo>
                <a:moveTo>
                  <a:pt x="1371269" y="2945750"/>
                </a:moveTo>
                <a:lnTo>
                  <a:pt x="1372959" y="2945202"/>
                </a:lnTo>
                <a:lnTo>
                  <a:pt x="1378221" y="2943483"/>
                </a:lnTo>
                <a:lnTo>
                  <a:pt x="1384474" y="2941642"/>
                </a:lnTo>
                <a:lnTo>
                  <a:pt x="1392045" y="2939710"/>
                </a:lnTo>
                <a:lnTo>
                  <a:pt x="1406335" y="2936330"/>
                </a:lnTo>
                <a:lnTo>
                  <a:pt x="1433401" y="2929922"/>
                </a:lnTo>
                <a:lnTo>
                  <a:pt x="1463954" y="2922744"/>
                </a:lnTo>
                <a:lnTo>
                  <a:pt x="1550399" y="2902152"/>
                </a:lnTo>
                <a:lnTo>
                  <a:pt x="1562655" y="2899099"/>
                </a:lnTo>
                <a:moveTo>
                  <a:pt x="1574122" y="2896263"/>
                </a:moveTo>
                <a:lnTo>
                  <a:pt x="1587254" y="2893042"/>
                </a:lnTo>
                <a:lnTo>
                  <a:pt x="1600971" y="2889547"/>
                </a:lnTo>
                <a:lnTo>
                  <a:pt x="1615359" y="2885750"/>
                </a:lnTo>
                <a:lnTo>
                  <a:pt x="1630689" y="2881379"/>
                </a:lnTo>
                <a:lnTo>
                  <a:pt x="1640252" y="2878617"/>
                </a:lnTo>
                <a:moveTo>
                  <a:pt x="1652059" y="2874913"/>
                </a:moveTo>
                <a:lnTo>
                  <a:pt x="1722322" y="2850810"/>
                </a:lnTo>
                <a:lnTo>
                  <a:pt x="1740418" y="2844696"/>
                </a:lnTo>
                <a:lnTo>
                  <a:pt x="1760495" y="2838517"/>
                </a:lnTo>
                <a:lnTo>
                  <a:pt x="1775137" y="2834286"/>
                </a:lnTo>
                <a:lnTo>
                  <a:pt x="1785941" y="2831331"/>
                </a:lnTo>
                <a:lnTo>
                  <a:pt x="1792685" y="2829690"/>
                </a:lnTo>
                <a:moveTo>
                  <a:pt x="1804192" y="2826952"/>
                </a:moveTo>
                <a:lnTo>
                  <a:pt x="1816362" y="2824137"/>
                </a:lnTo>
                <a:lnTo>
                  <a:pt x="1828795" y="2821526"/>
                </a:lnTo>
                <a:lnTo>
                  <a:pt x="1842340" y="2818972"/>
                </a:lnTo>
                <a:lnTo>
                  <a:pt x="1871747" y="2813751"/>
                </a:lnTo>
                <a:lnTo>
                  <a:pt x="1909723" y="2807084"/>
                </a:lnTo>
                <a:moveTo>
                  <a:pt x="1921468" y="2805046"/>
                </a:moveTo>
                <a:lnTo>
                  <a:pt x="2036305" y="2785375"/>
                </a:lnTo>
                <a:lnTo>
                  <a:pt x="2075009" y="2778582"/>
                </a:lnTo>
                <a:lnTo>
                  <a:pt x="2181199" y="2759721"/>
                </a:lnTo>
                <a:moveTo>
                  <a:pt x="2773057" y="2654046"/>
                </a:moveTo>
                <a:lnTo>
                  <a:pt x="2712328" y="2664564"/>
                </a:lnTo>
                <a:lnTo>
                  <a:pt x="2538972" y="2693807"/>
                </a:lnTo>
                <a:moveTo>
                  <a:pt x="2527342" y="2695779"/>
                </a:moveTo>
                <a:lnTo>
                  <a:pt x="2479520" y="2703906"/>
                </a:lnTo>
                <a:lnTo>
                  <a:pt x="2475100" y="2704643"/>
                </a:lnTo>
                <a:moveTo>
                  <a:pt x="2933924" y="2637350"/>
                </a:moveTo>
                <a:lnTo>
                  <a:pt x="2883335" y="2643006"/>
                </a:lnTo>
                <a:lnTo>
                  <a:pt x="2836610" y="2648710"/>
                </a:lnTo>
                <a:moveTo>
                  <a:pt x="2825561" y="2649962"/>
                </a:moveTo>
                <a:lnTo>
                  <a:pt x="2825397" y="2649987"/>
                </a:lnTo>
                <a:moveTo>
                  <a:pt x="1757950" y="3045880"/>
                </a:moveTo>
                <a:lnTo>
                  <a:pt x="1829425" y="3037400"/>
                </a:lnTo>
                <a:moveTo>
                  <a:pt x="1841178" y="3035952"/>
                </a:moveTo>
                <a:lnTo>
                  <a:pt x="2060997" y="3007985"/>
                </a:lnTo>
                <a:moveTo>
                  <a:pt x="2072865" y="3006447"/>
                </a:moveTo>
                <a:lnTo>
                  <a:pt x="2078144" y="3005759"/>
                </a:lnTo>
                <a:lnTo>
                  <a:pt x="2089398" y="3004384"/>
                </a:lnTo>
                <a:lnTo>
                  <a:pt x="2239600" y="2987753"/>
                </a:lnTo>
                <a:moveTo>
                  <a:pt x="1646829" y="2882910"/>
                </a:moveTo>
                <a:lnTo>
                  <a:pt x="1651003" y="2900523"/>
                </a:lnTo>
                <a:lnTo>
                  <a:pt x="1661315" y="2954590"/>
                </a:lnTo>
                <a:lnTo>
                  <a:pt x="1672225" y="3038464"/>
                </a:lnTo>
                <a:lnTo>
                  <a:pt x="1749683" y="3029437"/>
                </a:lnTo>
                <a:lnTo>
                  <a:pt x="1750322" y="3034585"/>
                </a:lnTo>
                <a:moveTo>
                  <a:pt x="1754185" y="3045618"/>
                </a:moveTo>
                <a:lnTo>
                  <a:pt x="1754291" y="3045356"/>
                </a:lnTo>
                <a:lnTo>
                  <a:pt x="1754177" y="3045143"/>
                </a:lnTo>
                <a:moveTo>
                  <a:pt x="2594463" y="2414805"/>
                </a:moveTo>
                <a:lnTo>
                  <a:pt x="2550455" y="2423735"/>
                </a:lnTo>
                <a:lnTo>
                  <a:pt x="2521073" y="2426476"/>
                </a:lnTo>
                <a:lnTo>
                  <a:pt x="2517005" y="2426853"/>
                </a:lnTo>
                <a:lnTo>
                  <a:pt x="2479667" y="2430552"/>
                </a:lnTo>
                <a:lnTo>
                  <a:pt x="2429537" y="2435921"/>
                </a:lnTo>
                <a:lnTo>
                  <a:pt x="2407652" y="2439351"/>
                </a:lnTo>
                <a:lnTo>
                  <a:pt x="2391872" y="2441822"/>
                </a:lnTo>
                <a:moveTo>
                  <a:pt x="2606896" y="2447134"/>
                </a:moveTo>
                <a:lnTo>
                  <a:pt x="2602836" y="2420641"/>
                </a:lnTo>
                <a:moveTo>
                  <a:pt x="2756746" y="2539234"/>
                </a:moveTo>
                <a:lnTo>
                  <a:pt x="2719956" y="2543531"/>
                </a:lnTo>
                <a:lnTo>
                  <a:pt x="2623535" y="2560211"/>
                </a:lnTo>
                <a:lnTo>
                  <a:pt x="2612813" y="2487222"/>
                </a:lnTo>
                <a:moveTo>
                  <a:pt x="482436" y="2041649"/>
                </a:moveTo>
                <a:lnTo>
                  <a:pt x="445221" y="2043507"/>
                </a:lnTo>
                <a:moveTo>
                  <a:pt x="933680" y="1986297"/>
                </a:moveTo>
                <a:lnTo>
                  <a:pt x="899387" y="1992092"/>
                </a:lnTo>
                <a:moveTo>
                  <a:pt x="1151470" y="1514268"/>
                </a:moveTo>
                <a:lnTo>
                  <a:pt x="1212976" y="1509137"/>
                </a:lnTo>
                <a:moveTo>
                  <a:pt x="1224737" y="1508134"/>
                </a:moveTo>
                <a:lnTo>
                  <a:pt x="1392823" y="1493570"/>
                </a:lnTo>
                <a:moveTo>
                  <a:pt x="957292" y="482116"/>
                </a:moveTo>
                <a:lnTo>
                  <a:pt x="943158" y="364562"/>
                </a:lnTo>
                <a:lnTo>
                  <a:pt x="933066" y="352237"/>
                </a:lnTo>
                <a:lnTo>
                  <a:pt x="838142" y="369228"/>
                </a:lnTo>
                <a:lnTo>
                  <a:pt x="832086" y="351033"/>
                </a:lnTo>
                <a:moveTo>
                  <a:pt x="1015230" y="581288"/>
                </a:moveTo>
                <a:lnTo>
                  <a:pt x="1015779" y="598410"/>
                </a:lnTo>
                <a:lnTo>
                  <a:pt x="1015681" y="608747"/>
                </a:lnTo>
                <a:moveTo>
                  <a:pt x="651176" y="527270"/>
                </a:moveTo>
                <a:lnTo>
                  <a:pt x="673356" y="604663"/>
                </a:lnTo>
                <a:lnTo>
                  <a:pt x="1010483" y="576975"/>
                </a:lnTo>
                <a:moveTo>
                  <a:pt x="1022245" y="575984"/>
                </a:moveTo>
                <a:lnTo>
                  <a:pt x="1065721" y="572261"/>
                </a:lnTo>
                <a:lnTo>
                  <a:pt x="1074707" y="542682"/>
                </a:lnTo>
                <a:moveTo>
                  <a:pt x="2946274" y="2635770"/>
                </a:moveTo>
                <a:lnTo>
                  <a:pt x="2942804" y="2597451"/>
                </a:lnTo>
                <a:lnTo>
                  <a:pt x="2920272" y="2570974"/>
                </a:lnTo>
                <a:lnTo>
                  <a:pt x="2821698" y="2580762"/>
                </a:lnTo>
                <a:lnTo>
                  <a:pt x="2828933" y="2644994"/>
                </a:lnTo>
                <a:moveTo>
                  <a:pt x="2232553" y="1631941"/>
                </a:moveTo>
                <a:lnTo>
                  <a:pt x="2249560" y="1630861"/>
                </a:lnTo>
                <a:moveTo>
                  <a:pt x="1471099" y="499525"/>
                </a:moveTo>
                <a:lnTo>
                  <a:pt x="1458773" y="389550"/>
                </a:lnTo>
                <a:lnTo>
                  <a:pt x="1441127" y="390515"/>
                </a:lnTo>
                <a:lnTo>
                  <a:pt x="1430324" y="325580"/>
                </a:lnTo>
                <a:lnTo>
                  <a:pt x="1428613" y="316462"/>
                </a:lnTo>
                <a:lnTo>
                  <a:pt x="1421878" y="299340"/>
                </a:lnTo>
                <a:lnTo>
                  <a:pt x="1406294" y="250953"/>
                </a:lnTo>
                <a:lnTo>
                  <a:pt x="1382093" y="251174"/>
                </a:lnTo>
                <a:lnTo>
                  <a:pt x="1377951" y="251174"/>
                </a:lnTo>
                <a:lnTo>
                  <a:pt x="1373327" y="216546"/>
                </a:lnTo>
                <a:lnTo>
                  <a:pt x="1372083" y="211872"/>
                </a:lnTo>
                <a:moveTo>
                  <a:pt x="1595986" y="492192"/>
                </a:moveTo>
                <a:lnTo>
                  <a:pt x="1476157" y="503699"/>
                </a:lnTo>
                <a:moveTo>
                  <a:pt x="1464429" y="504828"/>
                </a:moveTo>
                <a:lnTo>
                  <a:pt x="1367909" y="514093"/>
                </a:lnTo>
                <a:lnTo>
                  <a:pt x="1369431" y="540153"/>
                </a:lnTo>
                <a:lnTo>
                  <a:pt x="1306885" y="547363"/>
                </a:lnTo>
                <a:moveTo>
                  <a:pt x="1320332" y="627743"/>
                </a:moveTo>
                <a:lnTo>
                  <a:pt x="1351155" y="620074"/>
                </a:lnTo>
                <a:lnTo>
                  <a:pt x="1354323" y="619215"/>
                </a:lnTo>
                <a:lnTo>
                  <a:pt x="1357465" y="618200"/>
                </a:lnTo>
                <a:lnTo>
                  <a:pt x="1360878" y="616915"/>
                </a:lnTo>
                <a:lnTo>
                  <a:pt x="1363432" y="615818"/>
                </a:lnTo>
                <a:lnTo>
                  <a:pt x="1366190" y="614501"/>
                </a:lnTo>
                <a:lnTo>
                  <a:pt x="1367999" y="613560"/>
                </a:lnTo>
                <a:lnTo>
                  <a:pt x="1370012" y="612430"/>
                </a:lnTo>
                <a:lnTo>
                  <a:pt x="1372296" y="610605"/>
                </a:lnTo>
                <a:lnTo>
                  <a:pt x="1374579" y="608305"/>
                </a:lnTo>
                <a:lnTo>
                  <a:pt x="1375750" y="606807"/>
                </a:lnTo>
                <a:lnTo>
                  <a:pt x="1377059" y="604794"/>
                </a:lnTo>
                <a:lnTo>
                  <a:pt x="1378369" y="602077"/>
                </a:lnTo>
                <a:lnTo>
                  <a:pt x="1379138" y="599850"/>
                </a:lnTo>
                <a:lnTo>
                  <a:pt x="1379629" y="597763"/>
                </a:lnTo>
                <a:lnTo>
                  <a:pt x="1379850" y="596241"/>
                </a:lnTo>
                <a:lnTo>
                  <a:pt x="1380006" y="593974"/>
                </a:lnTo>
                <a:lnTo>
                  <a:pt x="1379989" y="592935"/>
                </a:lnTo>
                <a:lnTo>
                  <a:pt x="1379809" y="590226"/>
                </a:lnTo>
                <a:lnTo>
                  <a:pt x="1379384" y="586354"/>
                </a:lnTo>
                <a:lnTo>
                  <a:pt x="1378712" y="581845"/>
                </a:lnTo>
                <a:moveTo>
                  <a:pt x="1301426" y="543443"/>
                </a:moveTo>
                <a:lnTo>
                  <a:pt x="1298725" y="526591"/>
                </a:lnTo>
                <a:lnTo>
                  <a:pt x="1298283" y="523211"/>
                </a:lnTo>
                <a:lnTo>
                  <a:pt x="1296966" y="512587"/>
                </a:lnTo>
                <a:moveTo>
                  <a:pt x="800756" y="1544093"/>
                </a:moveTo>
                <a:lnTo>
                  <a:pt x="881447" y="1537909"/>
                </a:lnTo>
                <a:lnTo>
                  <a:pt x="895712" y="1536796"/>
                </a:lnTo>
                <a:lnTo>
                  <a:pt x="906859" y="1535953"/>
                </a:lnTo>
                <a:lnTo>
                  <a:pt x="933520" y="1533936"/>
                </a:lnTo>
                <a:moveTo>
                  <a:pt x="658488" y="1802805"/>
                </a:moveTo>
                <a:lnTo>
                  <a:pt x="662151" y="1832867"/>
                </a:lnTo>
                <a:moveTo>
                  <a:pt x="668265" y="1832204"/>
                </a:moveTo>
                <a:lnTo>
                  <a:pt x="660342" y="1767296"/>
                </a:lnTo>
                <a:moveTo>
                  <a:pt x="675042" y="2017759"/>
                </a:moveTo>
                <a:lnTo>
                  <a:pt x="675909" y="2026025"/>
                </a:lnTo>
                <a:moveTo>
                  <a:pt x="676867" y="2035167"/>
                </a:moveTo>
                <a:lnTo>
                  <a:pt x="678978" y="2055276"/>
                </a:lnTo>
                <a:moveTo>
                  <a:pt x="679928" y="2064386"/>
                </a:moveTo>
                <a:lnTo>
                  <a:pt x="694447" y="2202712"/>
                </a:lnTo>
                <a:lnTo>
                  <a:pt x="702844" y="2240074"/>
                </a:lnTo>
                <a:moveTo>
                  <a:pt x="696616" y="2023676"/>
                </a:moveTo>
                <a:lnTo>
                  <a:pt x="695675" y="2015311"/>
                </a:lnTo>
                <a:moveTo>
                  <a:pt x="715694" y="2217870"/>
                </a:moveTo>
                <a:lnTo>
                  <a:pt x="716537" y="2201836"/>
                </a:lnTo>
                <a:lnTo>
                  <a:pt x="700921" y="2062135"/>
                </a:lnTo>
                <a:moveTo>
                  <a:pt x="699906" y="2053058"/>
                </a:moveTo>
                <a:lnTo>
                  <a:pt x="697639" y="2032793"/>
                </a:lnTo>
                <a:moveTo>
                  <a:pt x="680951" y="2030076"/>
                </a:moveTo>
                <a:lnTo>
                  <a:pt x="692565" y="2028750"/>
                </a:lnTo>
                <a:moveTo>
                  <a:pt x="409274" y="2063322"/>
                </a:moveTo>
                <a:lnTo>
                  <a:pt x="518390" y="2048786"/>
                </a:lnTo>
                <a:moveTo>
                  <a:pt x="530127" y="2047329"/>
                </a:moveTo>
                <a:lnTo>
                  <a:pt x="671817" y="2031124"/>
                </a:lnTo>
                <a:moveTo>
                  <a:pt x="690608" y="2011293"/>
                </a:moveTo>
                <a:lnTo>
                  <a:pt x="679093" y="2012676"/>
                </a:lnTo>
                <a:moveTo>
                  <a:pt x="670041" y="2013765"/>
                </a:moveTo>
                <a:lnTo>
                  <a:pt x="520240" y="2031770"/>
                </a:lnTo>
                <a:moveTo>
                  <a:pt x="508536" y="2033170"/>
                </a:moveTo>
                <a:lnTo>
                  <a:pt x="444991" y="2040814"/>
                </a:lnTo>
                <a:moveTo>
                  <a:pt x="968939" y="1231252"/>
                </a:moveTo>
                <a:lnTo>
                  <a:pt x="966042" y="1183365"/>
                </a:lnTo>
                <a:lnTo>
                  <a:pt x="944508" y="1186311"/>
                </a:lnTo>
                <a:lnTo>
                  <a:pt x="935251" y="1180459"/>
                </a:lnTo>
                <a:lnTo>
                  <a:pt x="916067" y="1075976"/>
                </a:lnTo>
                <a:moveTo>
                  <a:pt x="913939" y="1064387"/>
                </a:moveTo>
                <a:lnTo>
                  <a:pt x="903430" y="1007152"/>
                </a:lnTo>
                <a:moveTo>
                  <a:pt x="779983" y="1257369"/>
                </a:moveTo>
                <a:lnTo>
                  <a:pt x="831292" y="1249856"/>
                </a:lnTo>
                <a:lnTo>
                  <a:pt x="851982" y="1250920"/>
                </a:lnTo>
                <a:lnTo>
                  <a:pt x="870651" y="1253416"/>
                </a:lnTo>
                <a:lnTo>
                  <a:pt x="940236" y="1245338"/>
                </a:lnTo>
                <a:lnTo>
                  <a:pt x="948257" y="1243856"/>
                </a:lnTo>
                <a:moveTo>
                  <a:pt x="975012" y="1236589"/>
                </a:moveTo>
                <a:lnTo>
                  <a:pt x="982746" y="1232496"/>
                </a:lnTo>
                <a:lnTo>
                  <a:pt x="992641" y="1221398"/>
                </a:lnTo>
                <a:lnTo>
                  <a:pt x="1012431" y="1186663"/>
                </a:lnTo>
                <a:lnTo>
                  <a:pt x="1017849" y="1180500"/>
                </a:lnTo>
                <a:lnTo>
                  <a:pt x="1025805" y="1175418"/>
                </a:lnTo>
                <a:lnTo>
                  <a:pt x="1033228" y="1171039"/>
                </a:lnTo>
                <a:lnTo>
                  <a:pt x="1059730" y="1163525"/>
                </a:lnTo>
                <a:moveTo>
                  <a:pt x="638768" y="1337364"/>
                </a:moveTo>
                <a:lnTo>
                  <a:pt x="645414" y="1406376"/>
                </a:lnTo>
                <a:lnTo>
                  <a:pt x="657690" y="1460206"/>
                </a:lnTo>
                <a:moveTo>
                  <a:pt x="645553" y="1332216"/>
                </a:moveTo>
                <a:lnTo>
                  <a:pt x="775007" y="1324155"/>
                </a:lnTo>
                <a:moveTo>
                  <a:pt x="1036502" y="993623"/>
                </a:moveTo>
                <a:lnTo>
                  <a:pt x="1063143" y="1155243"/>
                </a:lnTo>
                <a:moveTo>
                  <a:pt x="1065058" y="1166906"/>
                </a:moveTo>
                <a:lnTo>
                  <a:pt x="1066686" y="1176793"/>
                </a:lnTo>
                <a:lnTo>
                  <a:pt x="1065246" y="1195240"/>
                </a:lnTo>
                <a:lnTo>
                  <a:pt x="1084553" y="1364962"/>
                </a:lnTo>
                <a:lnTo>
                  <a:pt x="1089480" y="1397709"/>
                </a:lnTo>
                <a:lnTo>
                  <a:pt x="1107707" y="1396432"/>
                </a:lnTo>
                <a:lnTo>
                  <a:pt x="1110629" y="1415215"/>
                </a:lnTo>
                <a:moveTo>
                  <a:pt x="1112577" y="1426813"/>
                </a:moveTo>
                <a:lnTo>
                  <a:pt x="1120164" y="1468898"/>
                </a:lnTo>
                <a:lnTo>
                  <a:pt x="1128872" y="1468275"/>
                </a:lnTo>
                <a:lnTo>
                  <a:pt x="1132105" y="1498918"/>
                </a:lnTo>
                <a:moveTo>
                  <a:pt x="1231416" y="2302301"/>
                </a:moveTo>
                <a:lnTo>
                  <a:pt x="1336808" y="2290818"/>
                </a:lnTo>
                <a:lnTo>
                  <a:pt x="1507471" y="2268802"/>
                </a:lnTo>
                <a:lnTo>
                  <a:pt x="1525870" y="2280039"/>
                </a:lnTo>
                <a:moveTo>
                  <a:pt x="1715742" y="1337381"/>
                </a:moveTo>
                <a:lnTo>
                  <a:pt x="1685631" y="1348135"/>
                </a:lnTo>
                <a:lnTo>
                  <a:pt x="1610318" y="1370683"/>
                </a:lnTo>
                <a:moveTo>
                  <a:pt x="1603598" y="1376748"/>
                </a:moveTo>
                <a:lnTo>
                  <a:pt x="1596175" y="1391857"/>
                </a:lnTo>
                <a:lnTo>
                  <a:pt x="1563126" y="1430455"/>
                </a:lnTo>
                <a:lnTo>
                  <a:pt x="1523300" y="1461499"/>
                </a:lnTo>
                <a:lnTo>
                  <a:pt x="1523414" y="1465280"/>
                </a:lnTo>
                <a:moveTo>
                  <a:pt x="810389" y="2019895"/>
                </a:moveTo>
                <a:lnTo>
                  <a:pt x="815545" y="2064140"/>
                </a:lnTo>
                <a:lnTo>
                  <a:pt x="808343" y="2070401"/>
                </a:lnTo>
                <a:lnTo>
                  <a:pt x="810020" y="2106708"/>
                </a:lnTo>
                <a:lnTo>
                  <a:pt x="736106" y="2117798"/>
                </a:lnTo>
                <a:lnTo>
                  <a:pt x="747458" y="2233027"/>
                </a:lnTo>
                <a:moveTo>
                  <a:pt x="751534" y="2482319"/>
                </a:moveTo>
                <a:lnTo>
                  <a:pt x="870586" y="2456530"/>
                </a:lnTo>
                <a:lnTo>
                  <a:pt x="880595" y="2495832"/>
                </a:lnTo>
                <a:lnTo>
                  <a:pt x="915412" y="2489522"/>
                </a:lnTo>
                <a:lnTo>
                  <a:pt x="935391" y="2574018"/>
                </a:lnTo>
                <a:moveTo>
                  <a:pt x="408922" y="2060678"/>
                </a:moveTo>
                <a:lnTo>
                  <a:pt x="483606" y="2048107"/>
                </a:lnTo>
                <a:moveTo>
                  <a:pt x="1893551" y="1975936"/>
                </a:moveTo>
                <a:lnTo>
                  <a:pt x="1902611" y="2050120"/>
                </a:lnTo>
                <a:lnTo>
                  <a:pt x="1991053" y="2037049"/>
                </a:lnTo>
                <a:moveTo>
                  <a:pt x="2017619" y="2109679"/>
                </a:moveTo>
                <a:lnTo>
                  <a:pt x="2017382" y="2109752"/>
                </a:lnTo>
                <a:moveTo>
                  <a:pt x="2006087" y="2113141"/>
                </a:moveTo>
                <a:lnTo>
                  <a:pt x="1954353" y="2128642"/>
                </a:lnTo>
                <a:lnTo>
                  <a:pt x="1897741" y="2161994"/>
                </a:lnTo>
                <a:lnTo>
                  <a:pt x="1855435" y="2180753"/>
                </a:lnTo>
                <a:lnTo>
                  <a:pt x="1855501" y="2226529"/>
                </a:lnTo>
                <a:lnTo>
                  <a:pt x="1854085" y="2253120"/>
                </a:lnTo>
                <a:lnTo>
                  <a:pt x="1859429" y="2270774"/>
                </a:lnTo>
                <a:lnTo>
                  <a:pt x="1863227" y="2280121"/>
                </a:lnTo>
                <a:moveTo>
                  <a:pt x="1513159" y="2898567"/>
                </a:moveTo>
                <a:lnTo>
                  <a:pt x="1486691" y="2719269"/>
                </a:lnTo>
                <a:lnTo>
                  <a:pt x="1552068" y="2713515"/>
                </a:lnTo>
                <a:moveTo>
                  <a:pt x="1305510" y="2966040"/>
                </a:moveTo>
                <a:lnTo>
                  <a:pt x="1243431" y="2870649"/>
                </a:lnTo>
                <a:lnTo>
                  <a:pt x="1170834" y="2913258"/>
                </a:lnTo>
                <a:lnTo>
                  <a:pt x="1188676" y="3027219"/>
                </a:lnTo>
                <a:lnTo>
                  <a:pt x="1194659" y="3031606"/>
                </a:lnTo>
                <a:moveTo>
                  <a:pt x="2028619" y="2551748"/>
                </a:moveTo>
                <a:lnTo>
                  <a:pt x="2037540" y="2599145"/>
                </a:lnTo>
                <a:lnTo>
                  <a:pt x="2108983" y="2595298"/>
                </a:lnTo>
                <a:lnTo>
                  <a:pt x="2114573" y="2684779"/>
                </a:lnTo>
                <a:lnTo>
                  <a:pt x="2159056" y="2679165"/>
                </a:lnTo>
                <a:moveTo>
                  <a:pt x="1914961" y="2793961"/>
                </a:moveTo>
                <a:lnTo>
                  <a:pt x="1910713" y="2767205"/>
                </a:lnTo>
                <a:lnTo>
                  <a:pt x="1930274" y="2758202"/>
                </a:lnTo>
                <a:lnTo>
                  <a:pt x="1918808" y="2718336"/>
                </a:lnTo>
                <a:lnTo>
                  <a:pt x="2037778" y="2690337"/>
                </a:lnTo>
                <a:lnTo>
                  <a:pt x="2041543" y="2729671"/>
                </a:lnTo>
                <a:lnTo>
                  <a:pt x="2043261" y="2765045"/>
                </a:lnTo>
                <a:lnTo>
                  <a:pt x="2039398" y="2770807"/>
                </a:lnTo>
                <a:moveTo>
                  <a:pt x="1715030" y="2819316"/>
                </a:moveTo>
                <a:lnTo>
                  <a:pt x="1793274" y="2790556"/>
                </a:lnTo>
                <a:lnTo>
                  <a:pt x="1783379" y="2691736"/>
                </a:lnTo>
                <a:moveTo>
                  <a:pt x="1601699" y="2780612"/>
                </a:moveTo>
                <a:lnTo>
                  <a:pt x="1677561" y="2755723"/>
                </a:lnTo>
                <a:lnTo>
                  <a:pt x="1705266" y="2815584"/>
                </a:lnTo>
                <a:moveTo>
                  <a:pt x="1710226" y="2826298"/>
                </a:moveTo>
                <a:lnTo>
                  <a:pt x="1716552" y="2839974"/>
                </a:lnTo>
                <a:moveTo>
                  <a:pt x="1915117" y="2812179"/>
                </a:moveTo>
                <a:lnTo>
                  <a:pt x="1921853" y="2864658"/>
                </a:lnTo>
                <a:lnTo>
                  <a:pt x="1920764" y="2897855"/>
                </a:lnTo>
                <a:lnTo>
                  <a:pt x="1915984" y="2919494"/>
                </a:lnTo>
                <a:lnTo>
                  <a:pt x="1915010" y="2952118"/>
                </a:lnTo>
                <a:lnTo>
                  <a:pt x="1826691" y="2967055"/>
                </a:lnTo>
                <a:moveTo>
                  <a:pt x="1798291" y="2834482"/>
                </a:moveTo>
                <a:lnTo>
                  <a:pt x="1818752" y="2963707"/>
                </a:lnTo>
                <a:moveTo>
                  <a:pt x="1820979" y="2975509"/>
                </a:moveTo>
                <a:lnTo>
                  <a:pt x="1832789" y="3029633"/>
                </a:lnTo>
                <a:moveTo>
                  <a:pt x="1916745" y="2308840"/>
                </a:moveTo>
                <a:lnTo>
                  <a:pt x="1925667" y="2343027"/>
                </a:lnTo>
                <a:lnTo>
                  <a:pt x="1931895" y="2373015"/>
                </a:lnTo>
                <a:lnTo>
                  <a:pt x="1935422" y="2416868"/>
                </a:lnTo>
                <a:lnTo>
                  <a:pt x="1935169" y="2456653"/>
                </a:lnTo>
                <a:lnTo>
                  <a:pt x="1915256" y="2463331"/>
                </a:lnTo>
                <a:lnTo>
                  <a:pt x="1925405" y="2556135"/>
                </a:lnTo>
                <a:moveTo>
                  <a:pt x="1921656" y="2300680"/>
                </a:moveTo>
                <a:lnTo>
                  <a:pt x="1944319" y="2288608"/>
                </a:lnTo>
                <a:lnTo>
                  <a:pt x="1998803" y="2262451"/>
                </a:lnTo>
                <a:lnTo>
                  <a:pt x="2034479" y="2245746"/>
                </a:lnTo>
                <a:lnTo>
                  <a:pt x="2042492" y="2242415"/>
                </a:lnTo>
                <a:lnTo>
                  <a:pt x="2057994" y="2314160"/>
                </a:lnTo>
                <a:lnTo>
                  <a:pt x="2066374" y="2323990"/>
                </a:lnTo>
                <a:moveTo>
                  <a:pt x="1181744" y="605441"/>
                </a:moveTo>
                <a:lnTo>
                  <a:pt x="1179510" y="775171"/>
                </a:lnTo>
                <a:lnTo>
                  <a:pt x="1176801" y="791065"/>
                </a:lnTo>
                <a:lnTo>
                  <a:pt x="1168150" y="834026"/>
                </a:lnTo>
                <a:lnTo>
                  <a:pt x="1162912" y="843741"/>
                </a:lnTo>
                <a:lnTo>
                  <a:pt x="1155071" y="850485"/>
                </a:lnTo>
                <a:lnTo>
                  <a:pt x="1126343" y="855567"/>
                </a:lnTo>
                <a:lnTo>
                  <a:pt x="1042820" y="869825"/>
                </a:lnTo>
                <a:moveTo>
                  <a:pt x="1015230" y="780032"/>
                </a:moveTo>
                <a:lnTo>
                  <a:pt x="842104" y="791949"/>
                </a:lnTo>
                <a:lnTo>
                  <a:pt x="850673" y="944549"/>
                </a:lnTo>
                <a:lnTo>
                  <a:pt x="972114" y="935972"/>
                </a:lnTo>
                <a:lnTo>
                  <a:pt x="974562" y="986658"/>
                </a:lnTo>
                <a:moveTo>
                  <a:pt x="1378835" y="192827"/>
                </a:moveTo>
                <a:lnTo>
                  <a:pt x="1373032" y="196543"/>
                </a:lnTo>
                <a:lnTo>
                  <a:pt x="1370307" y="198261"/>
                </a:lnTo>
                <a:lnTo>
                  <a:pt x="1358423" y="205775"/>
                </a:lnTo>
                <a:lnTo>
                  <a:pt x="1343200" y="215392"/>
                </a:lnTo>
                <a:lnTo>
                  <a:pt x="1340278" y="217307"/>
                </a:lnTo>
                <a:lnTo>
                  <a:pt x="1337880" y="219083"/>
                </a:lnTo>
                <a:lnTo>
                  <a:pt x="1333223" y="222815"/>
                </a:lnTo>
                <a:lnTo>
                  <a:pt x="1328623" y="226784"/>
                </a:lnTo>
                <a:lnTo>
                  <a:pt x="1323754" y="231310"/>
                </a:lnTo>
                <a:lnTo>
                  <a:pt x="1319833" y="235239"/>
                </a:lnTo>
                <a:lnTo>
                  <a:pt x="1316772" y="238480"/>
                </a:lnTo>
                <a:lnTo>
                  <a:pt x="1311951" y="243947"/>
                </a:lnTo>
                <a:lnTo>
                  <a:pt x="1307892" y="248793"/>
                </a:lnTo>
                <a:lnTo>
                  <a:pt x="1305829" y="251960"/>
                </a:lnTo>
                <a:lnTo>
                  <a:pt x="1303431" y="255618"/>
                </a:lnTo>
                <a:lnTo>
                  <a:pt x="1300419" y="260750"/>
                </a:lnTo>
                <a:lnTo>
                  <a:pt x="1297228" y="266921"/>
                </a:lnTo>
                <a:lnTo>
                  <a:pt x="1295312" y="270883"/>
                </a:lnTo>
                <a:lnTo>
                  <a:pt x="1293504" y="275040"/>
                </a:lnTo>
                <a:lnTo>
                  <a:pt x="1292063" y="278380"/>
                </a:lnTo>
                <a:lnTo>
                  <a:pt x="1290492" y="282431"/>
                </a:lnTo>
                <a:lnTo>
                  <a:pt x="1288928" y="286793"/>
                </a:lnTo>
                <a:lnTo>
                  <a:pt x="1287840" y="290018"/>
                </a:lnTo>
                <a:lnTo>
                  <a:pt x="1286882" y="293087"/>
                </a:lnTo>
                <a:lnTo>
                  <a:pt x="1285876" y="297081"/>
                </a:lnTo>
                <a:lnTo>
                  <a:pt x="1285114" y="301092"/>
                </a:lnTo>
                <a:lnTo>
                  <a:pt x="1284623" y="304455"/>
                </a:lnTo>
                <a:lnTo>
                  <a:pt x="1284361" y="307107"/>
                </a:lnTo>
                <a:lnTo>
                  <a:pt x="1284083" y="310013"/>
                </a:lnTo>
                <a:lnTo>
                  <a:pt x="1283756" y="314375"/>
                </a:lnTo>
                <a:lnTo>
                  <a:pt x="1280441" y="381128"/>
                </a:lnTo>
                <a:lnTo>
                  <a:pt x="1280302" y="392357"/>
                </a:lnTo>
                <a:lnTo>
                  <a:pt x="1280220" y="400443"/>
                </a:lnTo>
                <a:lnTo>
                  <a:pt x="1280335" y="405910"/>
                </a:lnTo>
                <a:lnTo>
                  <a:pt x="1280564" y="411140"/>
                </a:lnTo>
                <a:lnTo>
                  <a:pt x="1280752" y="413367"/>
                </a:lnTo>
                <a:lnTo>
                  <a:pt x="1281464" y="422026"/>
                </a:lnTo>
                <a:lnTo>
                  <a:pt x="1288797" y="501759"/>
                </a:lnTo>
                <a:moveTo>
                  <a:pt x="1734075" y="1332233"/>
                </a:moveTo>
                <a:lnTo>
                  <a:pt x="1753595" y="1322714"/>
                </a:lnTo>
                <a:lnTo>
                  <a:pt x="1805002" y="1286555"/>
                </a:lnTo>
                <a:moveTo>
                  <a:pt x="1807163" y="1277184"/>
                </a:moveTo>
                <a:lnTo>
                  <a:pt x="1775350" y="1219548"/>
                </a:lnTo>
                <a:lnTo>
                  <a:pt x="1754160" y="1135534"/>
                </a:lnTo>
                <a:lnTo>
                  <a:pt x="1756812" y="1082016"/>
                </a:lnTo>
                <a:moveTo>
                  <a:pt x="1443395" y="910575"/>
                </a:moveTo>
                <a:lnTo>
                  <a:pt x="1476812" y="1121293"/>
                </a:lnTo>
                <a:moveTo>
                  <a:pt x="1479308" y="1138170"/>
                </a:moveTo>
                <a:lnTo>
                  <a:pt x="1489612" y="1213426"/>
                </a:lnTo>
                <a:lnTo>
                  <a:pt x="1492690" y="1231015"/>
                </a:lnTo>
                <a:lnTo>
                  <a:pt x="1496136" y="1246238"/>
                </a:lnTo>
                <a:lnTo>
                  <a:pt x="1499639" y="1259063"/>
                </a:lnTo>
                <a:lnTo>
                  <a:pt x="1502601" y="1268033"/>
                </a:lnTo>
                <a:lnTo>
                  <a:pt x="1507111" y="1279164"/>
                </a:lnTo>
                <a:lnTo>
                  <a:pt x="1511678" y="1287905"/>
                </a:lnTo>
                <a:lnTo>
                  <a:pt x="1517399" y="1296966"/>
                </a:lnTo>
                <a:lnTo>
                  <a:pt x="1521229" y="1301803"/>
                </a:lnTo>
                <a:lnTo>
                  <a:pt x="1527621" y="1309087"/>
                </a:lnTo>
                <a:lnTo>
                  <a:pt x="1537721" y="1318630"/>
                </a:lnTo>
                <a:lnTo>
                  <a:pt x="1554704" y="1332977"/>
                </a:lnTo>
                <a:lnTo>
                  <a:pt x="1594996" y="1365175"/>
                </a:lnTo>
                <a:lnTo>
                  <a:pt x="1602354" y="1371134"/>
                </a:lnTo>
                <a:moveTo>
                  <a:pt x="1903126" y="1032238"/>
                </a:moveTo>
                <a:lnTo>
                  <a:pt x="1944941" y="1023497"/>
                </a:lnTo>
                <a:moveTo>
                  <a:pt x="1956547" y="1021254"/>
                </a:moveTo>
                <a:lnTo>
                  <a:pt x="1991691" y="1015059"/>
                </a:lnTo>
                <a:lnTo>
                  <a:pt x="2013470" y="1012006"/>
                </a:lnTo>
                <a:lnTo>
                  <a:pt x="2015819" y="1011727"/>
                </a:lnTo>
                <a:lnTo>
                  <a:pt x="2016735" y="1011621"/>
                </a:lnTo>
                <a:lnTo>
                  <a:pt x="2036657" y="1009256"/>
                </a:lnTo>
                <a:moveTo>
                  <a:pt x="2048377" y="1007823"/>
                </a:moveTo>
                <a:lnTo>
                  <a:pt x="2179673" y="991389"/>
                </a:lnTo>
                <a:moveTo>
                  <a:pt x="2209931" y="1217846"/>
                </a:moveTo>
                <a:lnTo>
                  <a:pt x="2206583" y="1196828"/>
                </a:lnTo>
                <a:lnTo>
                  <a:pt x="2205372" y="1185100"/>
                </a:lnTo>
                <a:lnTo>
                  <a:pt x="2196901" y="1103328"/>
                </a:lnTo>
                <a:moveTo>
                  <a:pt x="2195780" y="1091657"/>
                </a:moveTo>
                <a:lnTo>
                  <a:pt x="2187284" y="995195"/>
                </a:lnTo>
                <a:moveTo>
                  <a:pt x="2807498" y="2946192"/>
                </a:moveTo>
                <a:lnTo>
                  <a:pt x="2806827" y="2944866"/>
                </a:lnTo>
                <a:lnTo>
                  <a:pt x="2805910" y="2941765"/>
                </a:lnTo>
                <a:lnTo>
                  <a:pt x="2804911" y="2936772"/>
                </a:lnTo>
                <a:lnTo>
                  <a:pt x="2804371" y="2933318"/>
                </a:lnTo>
                <a:lnTo>
                  <a:pt x="2804077" y="2930175"/>
                </a:lnTo>
                <a:lnTo>
                  <a:pt x="2801883" y="2895637"/>
                </a:lnTo>
                <a:lnTo>
                  <a:pt x="2801679" y="2887771"/>
                </a:lnTo>
                <a:lnTo>
                  <a:pt x="2802137" y="2882517"/>
                </a:lnTo>
                <a:lnTo>
                  <a:pt x="2803045" y="2878547"/>
                </a:lnTo>
                <a:lnTo>
                  <a:pt x="2803184" y="2877352"/>
                </a:lnTo>
                <a:moveTo>
                  <a:pt x="2604620" y="2481157"/>
                </a:moveTo>
                <a:lnTo>
                  <a:pt x="2550627" y="2489382"/>
                </a:lnTo>
                <a:lnTo>
                  <a:pt x="2463298" y="2491379"/>
                </a:lnTo>
                <a:lnTo>
                  <a:pt x="2462807" y="2475477"/>
                </a:lnTo>
                <a:lnTo>
                  <a:pt x="2396816" y="2481345"/>
                </a:lnTo>
                <a:moveTo>
                  <a:pt x="2509164" y="2157648"/>
                </a:moveTo>
                <a:lnTo>
                  <a:pt x="2511955" y="2182218"/>
                </a:lnTo>
                <a:lnTo>
                  <a:pt x="2533071" y="2181637"/>
                </a:lnTo>
                <a:lnTo>
                  <a:pt x="2534274" y="2194495"/>
                </a:lnTo>
                <a:lnTo>
                  <a:pt x="2531172" y="2202352"/>
                </a:lnTo>
                <a:lnTo>
                  <a:pt x="2542655" y="2299314"/>
                </a:lnTo>
                <a:lnTo>
                  <a:pt x="2568126" y="2300697"/>
                </a:lnTo>
                <a:lnTo>
                  <a:pt x="2574681" y="2359183"/>
                </a:lnTo>
                <a:moveTo>
                  <a:pt x="2751458" y="1228273"/>
                </a:moveTo>
                <a:lnTo>
                  <a:pt x="2586590" y="1247498"/>
                </a:lnTo>
                <a:moveTo>
                  <a:pt x="2728615" y="1030887"/>
                </a:moveTo>
                <a:lnTo>
                  <a:pt x="2662239" y="1031599"/>
                </a:lnTo>
                <a:lnTo>
                  <a:pt x="2576343" y="1036715"/>
                </a:lnTo>
                <a:lnTo>
                  <a:pt x="2567569" y="1037689"/>
                </a:lnTo>
                <a:lnTo>
                  <a:pt x="2562077" y="1038736"/>
                </a:lnTo>
                <a:lnTo>
                  <a:pt x="2552387" y="1042027"/>
                </a:lnTo>
                <a:moveTo>
                  <a:pt x="2956194" y="575444"/>
                </a:moveTo>
                <a:lnTo>
                  <a:pt x="3076228" y="565836"/>
                </a:lnTo>
                <a:lnTo>
                  <a:pt x="3081147" y="590307"/>
                </a:lnTo>
                <a:lnTo>
                  <a:pt x="3127176" y="585683"/>
                </a:lnTo>
                <a:lnTo>
                  <a:pt x="3140124" y="670630"/>
                </a:lnTo>
                <a:moveTo>
                  <a:pt x="1057291" y="2843076"/>
                </a:moveTo>
                <a:lnTo>
                  <a:pt x="1244863" y="2707033"/>
                </a:lnTo>
                <a:moveTo>
                  <a:pt x="1253768" y="2701983"/>
                </a:moveTo>
                <a:lnTo>
                  <a:pt x="1254971" y="2701467"/>
                </a:lnTo>
                <a:lnTo>
                  <a:pt x="1344542" y="2649537"/>
                </a:lnTo>
                <a:moveTo>
                  <a:pt x="569732" y="1071000"/>
                </a:moveTo>
                <a:lnTo>
                  <a:pt x="563208" y="1071785"/>
                </a:lnTo>
                <a:lnTo>
                  <a:pt x="556374" y="1072686"/>
                </a:lnTo>
                <a:lnTo>
                  <a:pt x="549589" y="1073340"/>
                </a:lnTo>
                <a:lnTo>
                  <a:pt x="541945" y="1073831"/>
                </a:lnTo>
                <a:lnTo>
                  <a:pt x="177604" y="1087958"/>
                </a:lnTo>
                <a:moveTo>
                  <a:pt x="2210966" y="2756025"/>
                </a:moveTo>
                <a:lnTo>
                  <a:pt x="2211130" y="2756017"/>
                </a:lnTo>
                <a:moveTo>
                  <a:pt x="2786414" y="2660193"/>
                </a:moveTo>
                <a:lnTo>
                  <a:pt x="2801744" y="2659587"/>
                </a:lnTo>
                <a:lnTo>
                  <a:pt x="2831175" y="2656224"/>
                </a:lnTo>
                <a:moveTo>
                  <a:pt x="2842879" y="2654881"/>
                </a:moveTo>
                <a:lnTo>
                  <a:pt x="2877361" y="2650920"/>
                </a:lnTo>
                <a:lnTo>
                  <a:pt x="2934914" y="2644651"/>
                </a:lnTo>
                <a:lnTo>
                  <a:pt x="2985159" y="2638177"/>
                </a:lnTo>
                <a:lnTo>
                  <a:pt x="3041615" y="2630933"/>
                </a:lnTo>
                <a:lnTo>
                  <a:pt x="3107394" y="2622061"/>
                </a:lnTo>
                <a:lnTo>
                  <a:pt x="3161232" y="2614564"/>
                </a:lnTo>
                <a:lnTo>
                  <a:pt x="3198635" y="2608483"/>
                </a:lnTo>
                <a:moveTo>
                  <a:pt x="2191933" y="2767402"/>
                </a:moveTo>
                <a:lnTo>
                  <a:pt x="2214268" y="2838599"/>
                </a:lnTo>
                <a:lnTo>
                  <a:pt x="2226553" y="2892355"/>
                </a:lnTo>
                <a:moveTo>
                  <a:pt x="2245288" y="2976614"/>
                </a:moveTo>
                <a:lnTo>
                  <a:pt x="2245762" y="2979577"/>
                </a:lnTo>
                <a:moveTo>
                  <a:pt x="2228370" y="2894479"/>
                </a:moveTo>
                <a:lnTo>
                  <a:pt x="2233543" y="2917966"/>
                </a:lnTo>
                <a:lnTo>
                  <a:pt x="2236686" y="2931548"/>
                </a:lnTo>
                <a:lnTo>
                  <a:pt x="2242951" y="2970357"/>
                </a:lnTo>
                <a:moveTo>
                  <a:pt x="2247637" y="2991281"/>
                </a:moveTo>
                <a:lnTo>
                  <a:pt x="2269088" y="3126284"/>
                </a:lnTo>
                <a:moveTo>
                  <a:pt x="546987" y="3253373"/>
                </a:moveTo>
                <a:lnTo>
                  <a:pt x="556235" y="3246735"/>
                </a:lnTo>
                <a:lnTo>
                  <a:pt x="621351" y="3188372"/>
                </a:lnTo>
                <a:lnTo>
                  <a:pt x="672537" y="3142056"/>
                </a:lnTo>
                <a:lnTo>
                  <a:pt x="769172" y="3061316"/>
                </a:lnTo>
                <a:moveTo>
                  <a:pt x="778281" y="3054383"/>
                </a:moveTo>
                <a:lnTo>
                  <a:pt x="844731" y="3008157"/>
                </a:lnTo>
                <a:lnTo>
                  <a:pt x="986470" y="2915582"/>
                </a:lnTo>
                <a:moveTo>
                  <a:pt x="2200191" y="2742267"/>
                </a:moveTo>
                <a:lnTo>
                  <a:pt x="2172953" y="2649389"/>
                </a:lnTo>
                <a:lnTo>
                  <a:pt x="2162845" y="2620490"/>
                </a:lnTo>
                <a:moveTo>
                  <a:pt x="2160734" y="2614474"/>
                </a:moveTo>
                <a:lnTo>
                  <a:pt x="2136786" y="2546044"/>
                </a:lnTo>
                <a:lnTo>
                  <a:pt x="2133725" y="2533644"/>
                </a:lnTo>
                <a:moveTo>
                  <a:pt x="2130836" y="2522260"/>
                </a:moveTo>
                <a:lnTo>
                  <a:pt x="2102247" y="2411671"/>
                </a:lnTo>
                <a:lnTo>
                  <a:pt x="2081295" y="2309462"/>
                </a:lnTo>
                <a:lnTo>
                  <a:pt x="2072120" y="2264693"/>
                </a:lnTo>
                <a:lnTo>
                  <a:pt x="2061521" y="2216937"/>
                </a:lnTo>
                <a:lnTo>
                  <a:pt x="2058722" y="2206239"/>
                </a:lnTo>
                <a:lnTo>
                  <a:pt x="2040209" y="2129256"/>
                </a:lnTo>
                <a:moveTo>
                  <a:pt x="2321567" y="1847357"/>
                </a:moveTo>
                <a:lnTo>
                  <a:pt x="2322869" y="1847341"/>
                </a:lnTo>
                <a:lnTo>
                  <a:pt x="2349632" y="1847022"/>
                </a:lnTo>
                <a:lnTo>
                  <a:pt x="2386741" y="1846498"/>
                </a:lnTo>
                <a:lnTo>
                  <a:pt x="2416483" y="1844836"/>
                </a:lnTo>
                <a:lnTo>
                  <a:pt x="2468987" y="1841039"/>
                </a:lnTo>
                <a:lnTo>
                  <a:pt x="2485757" y="1839549"/>
                </a:lnTo>
                <a:moveTo>
                  <a:pt x="2497461" y="1838379"/>
                </a:moveTo>
                <a:lnTo>
                  <a:pt x="2529200" y="1834851"/>
                </a:lnTo>
                <a:lnTo>
                  <a:pt x="2636712" y="1824686"/>
                </a:lnTo>
                <a:moveTo>
                  <a:pt x="2648997" y="1823360"/>
                </a:moveTo>
                <a:lnTo>
                  <a:pt x="2717615" y="1815045"/>
                </a:lnTo>
                <a:moveTo>
                  <a:pt x="2729409" y="1813662"/>
                </a:moveTo>
                <a:lnTo>
                  <a:pt x="2833263" y="1801794"/>
                </a:lnTo>
                <a:lnTo>
                  <a:pt x="2876158" y="1796662"/>
                </a:lnTo>
                <a:moveTo>
                  <a:pt x="2887853" y="1795279"/>
                </a:moveTo>
                <a:lnTo>
                  <a:pt x="2998098" y="1782380"/>
                </a:lnTo>
                <a:lnTo>
                  <a:pt x="3105708" y="1769801"/>
                </a:lnTo>
                <a:moveTo>
                  <a:pt x="2314373" y="1852268"/>
                </a:moveTo>
                <a:lnTo>
                  <a:pt x="2314365" y="1856802"/>
                </a:lnTo>
                <a:lnTo>
                  <a:pt x="2314340" y="1863096"/>
                </a:lnTo>
                <a:lnTo>
                  <a:pt x="2315560" y="1879964"/>
                </a:lnTo>
                <a:lnTo>
                  <a:pt x="2315904" y="1884687"/>
                </a:lnTo>
                <a:moveTo>
                  <a:pt x="2331782" y="2010090"/>
                </a:moveTo>
                <a:lnTo>
                  <a:pt x="2337388" y="2062029"/>
                </a:lnTo>
                <a:moveTo>
                  <a:pt x="2338837" y="2073855"/>
                </a:moveTo>
                <a:lnTo>
                  <a:pt x="2342397" y="2099489"/>
                </a:lnTo>
                <a:lnTo>
                  <a:pt x="2346661" y="2143497"/>
                </a:lnTo>
                <a:lnTo>
                  <a:pt x="2352055" y="2161405"/>
                </a:lnTo>
                <a:moveTo>
                  <a:pt x="2354150" y="2173305"/>
                </a:moveTo>
                <a:lnTo>
                  <a:pt x="2358880" y="2274490"/>
                </a:lnTo>
                <a:moveTo>
                  <a:pt x="2359437" y="2286268"/>
                </a:moveTo>
                <a:lnTo>
                  <a:pt x="2361737" y="2335489"/>
                </a:lnTo>
                <a:lnTo>
                  <a:pt x="2376706" y="2389793"/>
                </a:lnTo>
                <a:moveTo>
                  <a:pt x="2309438" y="2013486"/>
                </a:moveTo>
                <a:lnTo>
                  <a:pt x="2322009" y="2101715"/>
                </a:lnTo>
                <a:lnTo>
                  <a:pt x="2325774" y="2128176"/>
                </a:lnTo>
                <a:lnTo>
                  <a:pt x="2330562" y="2163516"/>
                </a:lnTo>
                <a:moveTo>
                  <a:pt x="2316010" y="2008101"/>
                </a:moveTo>
                <a:lnTo>
                  <a:pt x="2326650" y="2006251"/>
                </a:lnTo>
                <a:moveTo>
                  <a:pt x="2900069" y="1320819"/>
                </a:moveTo>
                <a:lnTo>
                  <a:pt x="2859952" y="1328460"/>
                </a:lnTo>
                <a:lnTo>
                  <a:pt x="2834122" y="1333313"/>
                </a:lnTo>
                <a:lnTo>
                  <a:pt x="2814086" y="1336824"/>
                </a:lnTo>
                <a:lnTo>
                  <a:pt x="2795859" y="1339656"/>
                </a:lnTo>
                <a:lnTo>
                  <a:pt x="2769096" y="1343716"/>
                </a:lnTo>
                <a:moveTo>
                  <a:pt x="2760060" y="1345029"/>
                </a:moveTo>
                <a:lnTo>
                  <a:pt x="2664040" y="1358317"/>
                </a:lnTo>
                <a:lnTo>
                  <a:pt x="2603229" y="1366726"/>
                </a:lnTo>
                <a:moveTo>
                  <a:pt x="2227916" y="1416439"/>
                </a:moveTo>
                <a:lnTo>
                  <a:pt x="2222846" y="1417122"/>
                </a:lnTo>
                <a:lnTo>
                  <a:pt x="2212460" y="1418866"/>
                </a:lnTo>
                <a:lnTo>
                  <a:pt x="2186114" y="1423703"/>
                </a:lnTo>
                <a:lnTo>
                  <a:pt x="2183245" y="1424038"/>
                </a:lnTo>
                <a:moveTo>
                  <a:pt x="2171435" y="1425364"/>
                </a:moveTo>
                <a:lnTo>
                  <a:pt x="2162542" y="1426109"/>
                </a:lnTo>
                <a:lnTo>
                  <a:pt x="2151927" y="1426952"/>
                </a:lnTo>
                <a:lnTo>
                  <a:pt x="2063755" y="1433573"/>
                </a:lnTo>
                <a:lnTo>
                  <a:pt x="1955982" y="1440424"/>
                </a:lnTo>
                <a:lnTo>
                  <a:pt x="1803828" y="1449807"/>
                </a:lnTo>
                <a:moveTo>
                  <a:pt x="2281832" y="3124213"/>
                </a:moveTo>
                <a:lnTo>
                  <a:pt x="2260503" y="2989235"/>
                </a:lnTo>
                <a:moveTo>
                  <a:pt x="2258514" y="2977367"/>
                </a:moveTo>
                <a:lnTo>
                  <a:pt x="2257810" y="2973283"/>
                </a:lnTo>
                <a:moveTo>
                  <a:pt x="2257976" y="2966611"/>
                </a:moveTo>
                <a:lnTo>
                  <a:pt x="2251807" y="2931121"/>
                </a:lnTo>
                <a:lnTo>
                  <a:pt x="2248813" y="2915298"/>
                </a:lnTo>
                <a:lnTo>
                  <a:pt x="2243068" y="2890335"/>
                </a:lnTo>
                <a:moveTo>
                  <a:pt x="2243782" y="2888066"/>
                </a:moveTo>
                <a:lnTo>
                  <a:pt x="2225874" y="2833655"/>
                </a:lnTo>
                <a:lnTo>
                  <a:pt x="2205577" y="2763121"/>
                </a:lnTo>
                <a:moveTo>
                  <a:pt x="1172496" y="3058140"/>
                </a:moveTo>
                <a:lnTo>
                  <a:pt x="1203278" y="3039267"/>
                </a:lnTo>
                <a:lnTo>
                  <a:pt x="1261281" y="3004892"/>
                </a:lnTo>
                <a:lnTo>
                  <a:pt x="1321871" y="2968978"/>
                </a:lnTo>
                <a:lnTo>
                  <a:pt x="1328443" y="2965049"/>
                </a:lnTo>
                <a:lnTo>
                  <a:pt x="1333567" y="2962119"/>
                </a:lnTo>
                <a:lnTo>
                  <a:pt x="1338518" y="2959410"/>
                </a:lnTo>
                <a:lnTo>
                  <a:pt x="1341563" y="2957872"/>
                </a:lnTo>
                <a:lnTo>
                  <a:pt x="1345172" y="2956202"/>
                </a:lnTo>
                <a:lnTo>
                  <a:pt x="1352939" y="2952773"/>
                </a:lnTo>
                <a:lnTo>
                  <a:pt x="1360469" y="2949597"/>
                </a:lnTo>
                <a:lnTo>
                  <a:pt x="1365143" y="2947870"/>
                </a:lnTo>
                <a:moveTo>
                  <a:pt x="1410391" y="1492035"/>
                </a:moveTo>
                <a:lnTo>
                  <a:pt x="1497375" y="1484501"/>
                </a:lnTo>
                <a:moveTo>
                  <a:pt x="1509145" y="1483535"/>
                </a:moveTo>
                <a:lnTo>
                  <a:pt x="1509484" y="1483507"/>
                </a:lnTo>
                <a:lnTo>
                  <a:pt x="1566007" y="1479145"/>
                </a:lnTo>
                <a:lnTo>
                  <a:pt x="1621661" y="1474848"/>
                </a:lnTo>
                <a:lnTo>
                  <a:pt x="1778599" y="1462739"/>
                </a:lnTo>
                <a:moveTo>
                  <a:pt x="1792537" y="1471034"/>
                </a:moveTo>
                <a:lnTo>
                  <a:pt x="1812475" y="1515443"/>
                </a:lnTo>
                <a:lnTo>
                  <a:pt x="1821191" y="1534848"/>
                </a:lnTo>
                <a:moveTo>
                  <a:pt x="1826143" y="1545570"/>
                </a:moveTo>
                <a:lnTo>
                  <a:pt x="1832527" y="1559017"/>
                </a:lnTo>
                <a:lnTo>
                  <a:pt x="1844493" y="1583088"/>
                </a:lnTo>
                <a:lnTo>
                  <a:pt x="1849305" y="1590757"/>
                </a:lnTo>
                <a:lnTo>
                  <a:pt x="1852947" y="1596494"/>
                </a:lnTo>
                <a:lnTo>
                  <a:pt x="1858996" y="1604662"/>
                </a:lnTo>
                <a:lnTo>
                  <a:pt x="1866460" y="1613297"/>
                </a:lnTo>
                <a:lnTo>
                  <a:pt x="1874194" y="1620916"/>
                </a:lnTo>
                <a:lnTo>
                  <a:pt x="1874636" y="1621277"/>
                </a:lnTo>
                <a:moveTo>
                  <a:pt x="1882518" y="1629302"/>
                </a:moveTo>
                <a:lnTo>
                  <a:pt x="1902304" y="1644656"/>
                </a:lnTo>
                <a:lnTo>
                  <a:pt x="1914883" y="1654886"/>
                </a:lnTo>
                <a:lnTo>
                  <a:pt x="1919082" y="1658843"/>
                </a:lnTo>
                <a:lnTo>
                  <a:pt x="1923318" y="1663721"/>
                </a:lnTo>
                <a:lnTo>
                  <a:pt x="1925560" y="1666774"/>
                </a:lnTo>
                <a:lnTo>
                  <a:pt x="1926714" y="1668477"/>
                </a:lnTo>
                <a:lnTo>
                  <a:pt x="1930205" y="1676105"/>
                </a:lnTo>
                <a:lnTo>
                  <a:pt x="1933184" y="1682701"/>
                </a:lnTo>
                <a:moveTo>
                  <a:pt x="1804581" y="1460586"/>
                </a:moveTo>
                <a:lnTo>
                  <a:pt x="1959002" y="1449779"/>
                </a:lnTo>
                <a:lnTo>
                  <a:pt x="2066219" y="1442331"/>
                </a:lnTo>
                <a:lnTo>
                  <a:pt x="2153040" y="1435055"/>
                </a:lnTo>
                <a:lnTo>
                  <a:pt x="2160578" y="1434596"/>
                </a:lnTo>
                <a:lnTo>
                  <a:pt x="2168738" y="1434457"/>
                </a:lnTo>
                <a:lnTo>
                  <a:pt x="2176022" y="1434547"/>
                </a:lnTo>
                <a:lnTo>
                  <a:pt x="2181645" y="1434715"/>
                </a:lnTo>
                <a:moveTo>
                  <a:pt x="1777732" y="1451575"/>
                </a:moveTo>
                <a:lnTo>
                  <a:pt x="1565139" y="1468128"/>
                </a:lnTo>
                <a:lnTo>
                  <a:pt x="1530907" y="1470792"/>
                </a:lnTo>
                <a:moveTo>
                  <a:pt x="1519146" y="1471701"/>
                </a:moveTo>
                <a:lnTo>
                  <a:pt x="1514395" y="1472073"/>
                </a:lnTo>
                <a:lnTo>
                  <a:pt x="1502307" y="1473014"/>
                </a:lnTo>
                <a:lnTo>
                  <a:pt x="1409437" y="1481002"/>
                </a:lnTo>
                <a:moveTo>
                  <a:pt x="1404355" y="1475519"/>
                </a:moveTo>
                <a:lnTo>
                  <a:pt x="1375995" y="1149890"/>
                </a:lnTo>
                <a:moveTo>
                  <a:pt x="1374506" y="1132932"/>
                </a:moveTo>
                <a:lnTo>
                  <a:pt x="1357269" y="938067"/>
                </a:lnTo>
                <a:lnTo>
                  <a:pt x="1356140" y="929326"/>
                </a:lnTo>
                <a:moveTo>
                  <a:pt x="1391873" y="1482521"/>
                </a:moveTo>
                <a:lnTo>
                  <a:pt x="1150553" y="1503285"/>
                </a:lnTo>
                <a:moveTo>
                  <a:pt x="1128107" y="1505200"/>
                </a:moveTo>
                <a:lnTo>
                  <a:pt x="938603" y="1521291"/>
                </a:lnTo>
                <a:moveTo>
                  <a:pt x="926854" y="1522273"/>
                </a:moveTo>
                <a:lnTo>
                  <a:pt x="895008" y="1524888"/>
                </a:lnTo>
                <a:lnTo>
                  <a:pt x="878255" y="1526385"/>
                </a:lnTo>
                <a:lnTo>
                  <a:pt x="799908" y="1533068"/>
                </a:lnTo>
                <a:moveTo>
                  <a:pt x="1725956" y="1892126"/>
                </a:moveTo>
                <a:lnTo>
                  <a:pt x="1792472" y="1884531"/>
                </a:lnTo>
                <a:lnTo>
                  <a:pt x="1809455" y="1882731"/>
                </a:lnTo>
                <a:lnTo>
                  <a:pt x="1952667" y="1871567"/>
                </a:lnTo>
                <a:moveTo>
                  <a:pt x="1354421" y="916828"/>
                </a:moveTo>
                <a:lnTo>
                  <a:pt x="1353758" y="912359"/>
                </a:lnTo>
                <a:lnTo>
                  <a:pt x="1331783" y="749422"/>
                </a:lnTo>
                <a:lnTo>
                  <a:pt x="1316134" y="633341"/>
                </a:lnTo>
                <a:moveTo>
                  <a:pt x="1314374" y="621703"/>
                </a:moveTo>
                <a:lnTo>
                  <a:pt x="1310748" y="599973"/>
                </a:lnTo>
                <a:lnTo>
                  <a:pt x="1303325" y="555089"/>
                </a:lnTo>
                <a:moveTo>
                  <a:pt x="1935480" y="1685198"/>
                </a:moveTo>
                <a:lnTo>
                  <a:pt x="1940530" y="1702000"/>
                </a:lnTo>
                <a:lnTo>
                  <a:pt x="1947666" y="1725981"/>
                </a:lnTo>
                <a:lnTo>
                  <a:pt x="1951890" y="1743610"/>
                </a:lnTo>
                <a:lnTo>
                  <a:pt x="1954476" y="1760781"/>
                </a:lnTo>
                <a:lnTo>
                  <a:pt x="1961719" y="1841972"/>
                </a:lnTo>
                <a:lnTo>
                  <a:pt x="1964027" y="1867221"/>
                </a:lnTo>
                <a:lnTo>
                  <a:pt x="1965705" y="1886004"/>
                </a:lnTo>
                <a:lnTo>
                  <a:pt x="1971164" y="1946864"/>
                </a:lnTo>
                <a:moveTo>
                  <a:pt x="1967939" y="1969257"/>
                </a:moveTo>
                <a:lnTo>
                  <a:pt x="1969396" y="1976713"/>
                </a:lnTo>
                <a:lnTo>
                  <a:pt x="1972965" y="1989538"/>
                </a:lnTo>
                <a:lnTo>
                  <a:pt x="1976721" y="2000800"/>
                </a:lnTo>
                <a:lnTo>
                  <a:pt x="1981051" y="2010392"/>
                </a:lnTo>
                <a:moveTo>
                  <a:pt x="1169386" y="1967277"/>
                </a:moveTo>
                <a:lnTo>
                  <a:pt x="1183741" y="1965460"/>
                </a:lnTo>
                <a:lnTo>
                  <a:pt x="1186671" y="1965083"/>
                </a:lnTo>
                <a:moveTo>
                  <a:pt x="1198301" y="1963634"/>
                </a:moveTo>
                <a:lnTo>
                  <a:pt x="1310609" y="1949786"/>
                </a:lnTo>
                <a:lnTo>
                  <a:pt x="1331586" y="1946701"/>
                </a:lnTo>
                <a:lnTo>
                  <a:pt x="1482549" y="1925282"/>
                </a:lnTo>
                <a:moveTo>
                  <a:pt x="467278" y="326611"/>
                </a:moveTo>
                <a:lnTo>
                  <a:pt x="479939" y="408783"/>
                </a:lnTo>
                <a:moveTo>
                  <a:pt x="481916" y="420716"/>
                </a:moveTo>
                <a:lnTo>
                  <a:pt x="501072" y="528154"/>
                </a:lnTo>
                <a:lnTo>
                  <a:pt x="503417" y="541249"/>
                </a:lnTo>
                <a:moveTo>
                  <a:pt x="522883" y="660440"/>
                </a:moveTo>
                <a:lnTo>
                  <a:pt x="524954" y="674272"/>
                </a:lnTo>
                <a:lnTo>
                  <a:pt x="537452" y="784174"/>
                </a:lnTo>
                <a:moveTo>
                  <a:pt x="538888" y="795828"/>
                </a:moveTo>
                <a:lnTo>
                  <a:pt x="543545" y="830490"/>
                </a:lnTo>
                <a:moveTo>
                  <a:pt x="545108" y="842169"/>
                </a:moveTo>
                <a:lnTo>
                  <a:pt x="574990" y="1065704"/>
                </a:lnTo>
                <a:moveTo>
                  <a:pt x="577057" y="1079876"/>
                </a:moveTo>
                <a:lnTo>
                  <a:pt x="590577" y="1171800"/>
                </a:lnTo>
                <a:lnTo>
                  <a:pt x="591928" y="1181711"/>
                </a:lnTo>
                <a:lnTo>
                  <a:pt x="593147" y="1192867"/>
                </a:lnTo>
                <a:lnTo>
                  <a:pt x="594056" y="1203810"/>
                </a:lnTo>
                <a:lnTo>
                  <a:pt x="602641" y="1298668"/>
                </a:lnTo>
                <a:lnTo>
                  <a:pt x="619113" y="1464728"/>
                </a:lnTo>
                <a:moveTo>
                  <a:pt x="620430" y="1476996"/>
                </a:moveTo>
                <a:lnTo>
                  <a:pt x="627981" y="1541895"/>
                </a:lnTo>
                <a:moveTo>
                  <a:pt x="1284525" y="506965"/>
                </a:moveTo>
                <a:lnTo>
                  <a:pt x="1193235" y="520993"/>
                </a:lnTo>
                <a:lnTo>
                  <a:pt x="1118142" y="535054"/>
                </a:lnTo>
                <a:lnTo>
                  <a:pt x="1107290" y="535766"/>
                </a:lnTo>
                <a:lnTo>
                  <a:pt x="1095700" y="536011"/>
                </a:lnTo>
                <a:lnTo>
                  <a:pt x="1080584" y="535365"/>
                </a:lnTo>
                <a:moveTo>
                  <a:pt x="1069518" y="533883"/>
                </a:moveTo>
                <a:lnTo>
                  <a:pt x="1061072" y="532066"/>
                </a:lnTo>
                <a:lnTo>
                  <a:pt x="1045374" y="528482"/>
                </a:lnTo>
                <a:lnTo>
                  <a:pt x="1031059" y="524569"/>
                </a:lnTo>
                <a:lnTo>
                  <a:pt x="1017072" y="519757"/>
                </a:lnTo>
                <a:lnTo>
                  <a:pt x="1002487" y="512546"/>
                </a:lnTo>
                <a:lnTo>
                  <a:pt x="986658" y="503142"/>
                </a:lnTo>
                <a:lnTo>
                  <a:pt x="961630" y="490465"/>
                </a:lnTo>
                <a:moveTo>
                  <a:pt x="950270" y="486127"/>
                </a:moveTo>
                <a:lnTo>
                  <a:pt x="947062" y="485145"/>
                </a:lnTo>
                <a:lnTo>
                  <a:pt x="936135" y="482460"/>
                </a:lnTo>
                <a:lnTo>
                  <a:pt x="926486" y="480283"/>
                </a:lnTo>
                <a:lnTo>
                  <a:pt x="915560" y="478777"/>
                </a:lnTo>
                <a:lnTo>
                  <a:pt x="904633" y="478630"/>
                </a:lnTo>
                <a:lnTo>
                  <a:pt x="893748" y="478728"/>
                </a:lnTo>
                <a:lnTo>
                  <a:pt x="872411" y="480340"/>
                </a:lnTo>
                <a:lnTo>
                  <a:pt x="866600" y="481363"/>
                </a:lnTo>
                <a:moveTo>
                  <a:pt x="854994" y="483401"/>
                </a:moveTo>
                <a:lnTo>
                  <a:pt x="822166" y="489147"/>
                </a:lnTo>
                <a:lnTo>
                  <a:pt x="798464" y="493288"/>
                </a:lnTo>
                <a:lnTo>
                  <a:pt x="768640" y="498723"/>
                </a:lnTo>
                <a:moveTo>
                  <a:pt x="757067" y="500777"/>
                </a:moveTo>
                <a:lnTo>
                  <a:pt x="728904" y="505647"/>
                </a:lnTo>
                <a:lnTo>
                  <a:pt x="691762" y="512391"/>
                </a:lnTo>
                <a:lnTo>
                  <a:pt x="682449" y="514020"/>
                </a:lnTo>
                <a:moveTo>
                  <a:pt x="670843" y="516066"/>
                </a:moveTo>
                <a:lnTo>
                  <a:pt x="656585" y="518595"/>
                </a:lnTo>
                <a:moveTo>
                  <a:pt x="644947" y="520682"/>
                </a:moveTo>
                <a:lnTo>
                  <a:pt x="636607" y="522188"/>
                </a:lnTo>
                <a:lnTo>
                  <a:pt x="572670" y="533368"/>
                </a:lnTo>
                <a:lnTo>
                  <a:pt x="516131" y="543631"/>
                </a:lnTo>
                <a:moveTo>
                  <a:pt x="1290058" y="513438"/>
                </a:moveTo>
                <a:lnTo>
                  <a:pt x="1291376" y="524078"/>
                </a:lnTo>
                <a:lnTo>
                  <a:pt x="1291826" y="527573"/>
                </a:lnTo>
                <a:lnTo>
                  <a:pt x="1296172" y="554893"/>
                </a:lnTo>
                <a:lnTo>
                  <a:pt x="1303792" y="601029"/>
                </a:lnTo>
                <a:lnTo>
                  <a:pt x="1307761" y="627514"/>
                </a:lnTo>
                <a:moveTo>
                  <a:pt x="1348430" y="930349"/>
                </a:moveTo>
                <a:lnTo>
                  <a:pt x="1349641" y="939507"/>
                </a:lnTo>
                <a:lnTo>
                  <a:pt x="1367140" y="1133578"/>
                </a:lnTo>
                <a:moveTo>
                  <a:pt x="1368637" y="1150520"/>
                </a:moveTo>
                <a:lnTo>
                  <a:pt x="1381798" y="1303202"/>
                </a:lnTo>
                <a:moveTo>
                  <a:pt x="1382821" y="1314955"/>
                </a:moveTo>
                <a:lnTo>
                  <a:pt x="1390572" y="1402947"/>
                </a:lnTo>
                <a:lnTo>
                  <a:pt x="1397013" y="1476165"/>
                </a:lnTo>
                <a:moveTo>
                  <a:pt x="1640130" y="1096261"/>
                </a:moveTo>
                <a:lnTo>
                  <a:pt x="1602477" y="1105325"/>
                </a:lnTo>
                <a:lnTo>
                  <a:pt x="1572697" y="1111926"/>
                </a:lnTo>
                <a:lnTo>
                  <a:pt x="1557601" y="1114865"/>
                </a:lnTo>
                <a:lnTo>
                  <a:pt x="1542378" y="1117545"/>
                </a:lnTo>
                <a:lnTo>
                  <a:pt x="1515668" y="1121584"/>
                </a:lnTo>
                <a:lnTo>
                  <a:pt x="1501979" y="1123573"/>
                </a:lnTo>
                <a:moveTo>
                  <a:pt x="1295730" y="501121"/>
                </a:moveTo>
                <a:lnTo>
                  <a:pt x="1290819" y="447733"/>
                </a:lnTo>
                <a:lnTo>
                  <a:pt x="1288405" y="421428"/>
                </a:lnTo>
                <a:lnTo>
                  <a:pt x="1287521" y="410698"/>
                </a:lnTo>
                <a:lnTo>
                  <a:pt x="1287300" y="405681"/>
                </a:lnTo>
                <a:lnTo>
                  <a:pt x="1287185" y="400402"/>
                </a:lnTo>
                <a:lnTo>
                  <a:pt x="1287267" y="392439"/>
                </a:lnTo>
                <a:lnTo>
                  <a:pt x="1287406" y="381349"/>
                </a:lnTo>
                <a:lnTo>
                  <a:pt x="1287627" y="376831"/>
                </a:lnTo>
                <a:lnTo>
                  <a:pt x="1290704" y="314809"/>
                </a:lnTo>
                <a:lnTo>
                  <a:pt x="1291024" y="310602"/>
                </a:lnTo>
                <a:lnTo>
                  <a:pt x="1291286" y="307770"/>
                </a:lnTo>
                <a:lnTo>
                  <a:pt x="1291547" y="305298"/>
                </a:lnTo>
                <a:lnTo>
                  <a:pt x="1291989" y="302229"/>
                </a:lnTo>
                <a:lnTo>
                  <a:pt x="1292685" y="298571"/>
                </a:lnTo>
                <a:lnTo>
                  <a:pt x="1293594" y="294961"/>
                </a:lnTo>
                <a:lnTo>
                  <a:pt x="1294478" y="292146"/>
                </a:lnTo>
                <a:lnTo>
                  <a:pt x="1295509" y="289060"/>
                </a:lnTo>
                <a:lnTo>
                  <a:pt x="1297023" y="284845"/>
                </a:lnTo>
                <a:lnTo>
                  <a:pt x="1298513" y="280990"/>
                </a:lnTo>
                <a:lnTo>
                  <a:pt x="1299896" y="277782"/>
                </a:lnTo>
                <a:lnTo>
                  <a:pt x="1301647" y="273772"/>
                </a:lnTo>
                <a:lnTo>
                  <a:pt x="1303472" y="270015"/>
                </a:lnTo>
                <a:lnTo>
                  <a:pt x="1306525" y="264089"/>
                </a:lnTo>
                <a:lnTo>
                  <a:pt x="1309365" y="259261"/>
                </a:lnTo>
                <a:lnTo>
                  <a:pt x="1311771" y="255365"/>
                </a:lnTo>
                <a:lnTo>
                  <a:pt x="1313507" y="252909"/>
                </a:lnTo>
                <a:lnTo>
                  <a:pt x="1317247" y="248449"/>
                </a:lnTo>
                <a:lnTo>
                  <a:pt x="1321928" y="243145"/>
                </a:lnTo>
                <a:lnTo>
                  <a:pt x="1324842" y="240052"/>
                </a:lnTo>
                <a:lnTo>
                  <a:pt x="1326446" y="238439"/>
                </a:lnTo>
                <a:lnTo>
                  <a:pt x="1328599" y="236295"/>
                </a:lnTo>
                <a:lnTo>
                  <a:pt x="1333280" y="231932"/>
                </a:lnTo>
                <a:lnTo>
                  <a:pt x="1337684" y="228135"/>
                </a:lnTo>
                <a:lnTo>
                  <a:pt x="1342136" y="224566"/>
                </a:lnTo>
                <a:lnTo>
                  <a:pt x="1344272" y="222987"/>
                </a:lnTo>
                <a:lnTo>
                  <a:pt x="1346989" y="221211"/>
                </a:lnTo>
                <a:lnTo>
                  <a:pt x="1363980" y="210383"/>
                </a:lnTo>
                <a:moveTo>
                  <a:pt x="1374186" y="203974"/>
                </a:moveTo>
                <a:lnTo>
                  <a:pt x="1376781" y="202378"/>
                </a:lnTo>
                <a:lnTo>
                  <a:pt x="1382723" y="198581"/>
                </a:lnTo>
                <a:moveTo>
                  <a:pt x="509473" y="540169"/>
                </a:moveTo>
                <a:lnTo>
                  <a:pt x="487964" y="419636"/>
                </a:lnTo>
                <a:moveTo>
                  <a:pt x="486086" y="407903"/>
                </a:moveTo>
                <a:lnTo>
                  <a:pt x="474292" y="325170"/>
                </a:lnTo>
                <a:moveTo>
                  <a:pt x="177808" y="1092844"/>
                </a:moveTo>
                <a:lnTo>
                  <a:pt x="542223" y="1079127"/>
                </a:lnTo>
                <a:lnTo>
                  <a:pt x="550023" y="1078628"/>
                </a:lnTo>
                <a:lnTo>
                  <a:pt x="556988" y="1077948"/>
                </a:lnTo>
                <a:lnTo>
                  <a:pt x="564027" y="1077032"/>
                </a:lnTo>
                <a:lnTo>
                  <a:pt x="570337" y="1075919"/>
                </a:lnTo>
                <a:moveTo>
                  <a:pt x="1218861" y="596724"/>
                </a:moveTo>
                <a:lnTo>
                  <a:pt x="1200339" y="598361"/>
                </a:lnTo>
                <a:lnTo>
                  <a:pt x="1188963" y="598336"/>
                </a:lnTo>
                <a:moveTo>
                  <a:pt x="1177382" y="598107"/>
                </a:moveTo>
                <a:lnTo>
                  <a:pt x="1156135" y="597313"/>
                </a:lnTo>
                <a:lnTo>
                  <a:pt x="1130149" y="597362"/>
                </a:lnTo>
                <a:lnTo>
                  <a:pt x="1110801" y="598623"/>
                </a:lnTo>
                <a:lnTo>
                  <a:pt x="1095005" y="600587"/>
                </a:lnTo>
                <a:lnTo>
                  <a:pt x="1056947" y="607454"/>
                </a:lnTo>
                <a:lnTo>
                  <a:pt x="1043410" y="610482"/>
                </a:lnTo>
                <a:lnTo>
                  <a:pt x="1032901" y="612111"/>
                </a:lnTo>
                <a:lnTo>
                  <a:pt x="1022965" y="613052"/>
                </a:lnTo>
                <a:moveTo>
                  <a:pt x="1309422" y="639202"/>
                </a:moveTo>
                <a:lnTo>
                  <a:pt x="1324433" y="750265"/>
                </a:lnTo>
                <a:lnTo>
                  <a:pt x="1328836" y="782921"/>
                </a:lnTo>
                <a:lnTo>
                  <a:pt x="1346466" y="913448"/>
                </a:lnTo>
                <a:lnTo>
                  <a:pt x="1346948" y="917933"/>
                </a:lnTo>
                <a:moveTo>
                  <a:pt x="2294501" y="1849379"/>
                </a:moveTo>
                <a:lnTo>
                  <a:pt x="2295344" y="1849321"/>
                </a:lnTo>
                <a:lnTo>
                  <a:pt x="2305501" y="1848380"/>
                </a:lnTo>
                <a:lnTo>
                  <a:pt x="2309749" y="1847987"/>
                </a:lnTo>
                <a:moveTo>
                  <a:pt x="2309438" y="1841382"/>
                </a:moveTo>
                <a:lnTo>
                  <a:pt x="2304887" y="1841587"/>
                </a:lnTo>
                <a:lnTo>
                  <a:pt x="2294436" y="1842062"/>
                </a:lnTo>
                <a:lnTo>
                  <a:pt x="2294026" y="1842078"/>
                </a:lnTo>
                <a:moveTo>
                  <a:pt x="2286971" y="1837307"/>
                </a:moveTo>
                <a:lnTo>
                  <a:pt x="2285433" y="1828369"/>
                </a:lnTo>
                <a:lnTo>
                  <a:pt x="2276585" y="1777110"/>
                </a:lnTo>
                <a:lnTo>
                  <a:pt x="2262262" y="1684813"/>
                </a:lnTo>
                <a:lnTo>
                  <a:pt x="2257327" y="1634822"/>
                </a:lnTo>
                <a:moveTo>
                  <a:pt x="2256165" y="1623085"/>
                </a:moveTo>
                <a:lnTo>
                  <a:pt x="2251950" y="1580395"/>
                </a:lnTo>
                <a:lnTo>
                  <a:pt x="2238396" y="1443182"/>
                </a:lnTo>
                <a:moveTo>
                  <a:pt x="2237054" y="1431273"/>
                </a:moveTo>
                <a:lnTo>
                  <a:pt x="2235818" y="1421354"/>
                </a:lnTo>
                <a:moveTo>
                  <a:pt x="2280457" y="1842676"/>
                </a:moveTo>
                <a:lnTo>
                  <a:pt x="2277567" y="1842823"/>
                </a:lnTo>
                <a:lnTo>
                  <a:pt x="2241490" y="1844648"/>
                </a:lnTo>
                <a:lnTo>
                  <a:pt x="2221356" y="1845663"/>
                </a:lnTo>
                <a:lnTo>
                  <a:pt x="2194830" y="1846989"/>
                </a:lnTo>
                <a:lnTo>
                  <a:pt x="2045651" y="1855313"/>
                </a:lnTo>
                <a:lnTo>
                  <a:pt x="1982606" y="1860297"/>
                </a:lnTo>
                <a:moveTo>
                  <a:pt x="1599670" y="861550"/>
                </a:moveTo>
                <a:lnTo>
                  <a:pt x="1601847" y="880792"/>
                </a:lnTo>
                <a:moveTo>
                  <a:pt x="1651125" y="1086747"/>
                </a:moveTo>
                <a:lnTo>
                  <a:pt x="1650029" y="1073332"/>
                </a:lnTo>
                <a:lnTo>
                  <a:pt x="1627415" y="978842"/>
                </a:lnTo>
                <a:lnTo>
                  <a:pt x="1609483" y="903938"/>
                </a:lnTo>
                <a:lnTo>
                  <a:pt x="1607838" y="895368"/>
                </a:lnTo>
                <a:moveTo>
                  <a:pt x="1602436" y="896130"/>
                </a:moveTo>
                <a:lnTo>
                  <a:pt x="1603574" y="904216"/>
                </a:lnTo>
                <a:lnTo>
                  <a:pt x="1621448" y="979489"/>
                </a:lnTo>
                <a:lnTo>
                  <a:pt x="1644283" y="1075632"/>
                </a:lnTo>
                <a:lnTo>
                  <a:pt x="1644799" y="1087262"/>
                </a:lnTo>
                <a:moveTo>
                  <a:pt x="2689608" y="549017"/>
                </a:moveTo>
                <a:lnTo>
                  <a:pt x="2660414" y="549017"/>
                </a:lnTo>
                <a:lnTo>
                  <a:pt x="2653793" y="549066"/>
                </a:lnTo>
                <a:lnTo>
                  <a:pt x="2643161" y="549573"/>
                </a:lnTo>
                <a:lnTo>
                  <a:pt x="2626751" y="551202"/>
                </a:lnTo>
                <a:lnTo>
                  <a:pt x="2582244" y="557946"/>
                </a:lnTo>
                <a:lnTo>
                  <a:pt x="2473128" y="576001"/>
                </a:lnTo>
                <a:moveTo>
                  <a:pt x="1801892" y="896490"/>
                </a:moveTo>
                <a:lnTo>
                  <a:pt x="1722020" y="890220"/>
                </a:lnTo>
                <a:lnTo>
                  <a:pt x="1720522" y="890122"/>
                </a:lnTo>
                <a:moveTo>
                  <a:pt x="2660766" y="1973480"/>
                </a:moveTo>
                <a:lnTo>
                  <a:pt x="2621104" y="1979250"/>
                </a:lnTo>
                <a:lnTo>
                  <a:pt x="2621235" y="1990480"/>
                </a:lnTo>
                <a:lnTo>
                  <a:pt x="2621619" y="2023815"/>
                </a:lnTo>
                <a:moveTo>
                  <a:pt x="1950760" y="1014969"/>
                </a:moveTo>
                <a:lnTo>
                  <a:pt x="1938197" y="945351"/>
                </a:lnTo>
                <a:moveTo>
                  <a:pt x="1936585" y="933565"/>
                </a:moveTo>
                <a:lnTo>
                  <a:pt x="1936364" y="931282"/>
                </a:lnTo>
                <a:lnTo>
                  <a:pt x="1937018" y="919013"/>
                </a:lnTo>
                <a:lnTo>
                  <a:pt x="1937559" y="915257"/>
                </a:lnTo>
                <a:lnTo>
                  <a:pt x="1939678" y="902734"/>
                </a:lnTo>
                <a:lnTo>
                  <a:pt x="1937665" y="880112"/>
                </a:lnTo>
                <a:moveTo>
                  <a:pt x="1934309" y="869415"/>
                </a:moveTo>
                <a:lnTo>
                  <a:pt x="1927148" y="856132"/>
                </a:lnTo>
                <a:moveTo>
                  <a:pt x="2817376" y="3021302"/>
                </a:moveTo>
                <a:lnTo>
                  <a:pt x="2816321" y="2997730"/>
                </a:lnTo>
                <a:lnTo>
                  <a:pt x="2814839" y="2971106"/>
                </a:lnTo>
                <a:lnTo>
                  <a:pt x="2813055" y="2958436"/>
                </a:lnTo>
                <a:lnTo>
                  <a:pt x="2812048" y="2956513"/>
                </a:lnTo>
                <a:moveTo>
                  <a:pt x="935824" y="1996618"/>
                </a:moveTo>
                <a:lnTo>
                  <a:pt x="936144" y="1996536"/>
                </a:lnTo>
                <a:lnTo>
                  <a:pt x="953642" y="1994269"/>
                </a:lnTo>
                <a:lnTo>
                  <a:pt x="1067832" y="1979987"/>
                </a:lnTo>
                <a:lnTo>
                  <a:pt x="1157698" y="1968742"/>
                </a:lnTo>
                <a:moveTo>
                  <a:pt x="405256" y="2045602"/>
                </a:moveTo>
                <a:lnTo>
                  <a:pt x="360724" y="2051462"/>
                </a:lnTo>
                <a:moveTo>
                  <a:pt x="349012" y="2052944"/>
                </a:moveTo>
                <a:lnTo>
                  <a:pt x="297646" y="2059131"/>
                </a:lnTo>
                <a:moveTo>
                  <a:pt x="299004" y="2073209"/>
                </a:moveTo>
                <a:lnTo>
                  <a:pt x="323100" y="2070475"/>
                </a:lnTo>
                <a:moveTo>
                  <a:pt x="329754" y="2071040"/>
                </a:moveTo>
                <a:lnTo>
                  <a:pt x="406573" y="2062331"/>
                </a:lnTo>
                <a:moveTo>
                  <a:pt x="1185173" y="1953576"/>
                </a:moveTo>
                <a:lnTo>
                  <a:pt x="1182857" y="1953878"/>
                </a:lnTo>
                <a:lnTo>
                  <a:pt x="1066801" y="1968963"/>
                </a:lnTo>
                <a:lnTo>
                  <a:pt x="1018488" y="1975232"/>
                </a:lnTo>
                <a:moveTo>
                  <a:pt x="1006534" y="1975461"/>
                </a:moveTo>
                <a:lnTo>
                  <a:pt x="951694" y="1982553"/>
                </a:lnTo>
                <a:lnTo>
                  <a:pt x="936217" y="1984681"/>
                </a:lnTo>
                <a:moveTo>
                  <a:pt x="245028" y="2940422"/>
                </a:moveTo>
                <a:lnTo>
                  <a:pt x="267543" y="2916728"/>
                </a:lnTo>
                <a:lnTo>
                  <a:pt x="345402" y="2837584"/>
                </a:lnTo>
                <a:lnTo>
                  <a:pt x="359815" y="2823965"/>
                </a:lnTo>
                <a:lnTo>
                  <a:pt x="362713" y="2820806"/>
                </a:lnTo>
                <a:moveTo>
                  <a:pt x="882752" y="2739370"/>
                </a:moveTo>
                <a:lnTo>
                  <a:pt x="806796" y="2627660"/>
                </a:lnTo>
                <a:lnTo>
                  <a:pt x="805642" y="2625957"/>
                </a:lnTo>
                <a:lnTo>
                  <a:pt x="801304" y="2618039"/>
                </a:lnTo>
                <a:moveTo>
                  <a:pt x="792002" y="2598633"/>
                </a:moveTo>
                <a:lnTo>
                  <a:pt x="789093" y="2591656"/>
                </a:lnTo>
                <a:lnTo>
                  <a:pt x="751411" y="2499769"/>
                </a:lnTo>
                <a:lnTo>
                  <a:pt x="747258" y="2488261"/>
                </a:lnTo>
                <a:moveTo>
                  <a:pt x="743525" y="2476893"/>
                </a:moveTo>
                <a:lnTo>
                  <a:pt x="743276" y="2476050"/>
                </a:lnTo>
                <a:lnTo>
                  <a:pt x="741352" y="2469478"/>
                </a:lnTo>
                <a:lnTo>
                  <a:pt x="737661" y="2455220"/>
                </a:lnTo>
                <a:lnTo>
                  <a:pt x="734870" y="2443246"/>
                </a:lnTo>
                <a:lnTo>
                  <a:pt x="732775" y="2431788"/>
                </a:lnTo>
                <a:lnTo>
                  <a:pt x="729215" y="2408659"/>
                </a:lnTo>
                <a:lnTo>
                  <a:pt x="726031" y="2382967"/>
                </a:lnTo>
                <a:lnTo>
                  <a:pt x="720433" y="2324497"/>
                </a:lnTo>
                <a:lnTo>
                  <a:pt x="714794" y="2249298"/>
                </a:lnTo>
                <a:lnTo>
                  <a:pt x="714781" y="2249126"/>
                </a:lnTo>
                <a:moveTo>
                  <a:pt x="1108444" y="3071268"/>
                </a:moveTo>
                <a:lnTo>
                  <a:pt x="1093409" y="3050062"/>
                </a:lnTo>
                <a:lnTo>
                  <a:pt x="1090716" y="3045348"/>
                </a:lnTo>
                <a:lnTo>
                  <a:pt x="1071106" y="3018069"/>
                </a:lnTo>
                <a:lnTo>
                  <a:pt x="1064608" y="3009737"/>
                </a:lnTo>
                <a:lnTo>
                  <a:pt x="1050186" y="2988269"/>
                </a:lnTo>
                <a:lnTo>
                  <a:pt x="1009452" y="2928694"/>
                </a:lnTo>
                <a:lnTo>
                  <a:pt x="995833" y="2907840"/>
                </a:lnTo>
                <a:lnTo>
                  <a:pt x="889635" y="2749564"/>
                </a:lnTo>
                <a:moveTo>
                  <a:pt x="505438" y="552806"/>
                </a:moveTo>
                <a:lnTo>
                  <a:pt x="516680" y="618126"/>
                </a:lnTo>
                <a:lnTo>
                  <a:pt x="519454" y="641542"/>
                </a:lnTo>
                <a:lnTo>
                  <a:pt x="520629" y="647460"/>
                </a:lnTo>
                <a:moveTo>
                  <a:pt x="1494908" y="1923588"/>
                </a:moveTo>
                <a:lnTo>
                  <a:pt x="1578529" y="1912309"/>
                </a:lnTo>
                <a:moveTo>
                  <a:pt x="1591158" y="1910582"/>
                </a:moveTo>
                <a:lnTo>
                  <a:pt x="1706502" y="1894705"/>
                </a:lnTo>
                <a:moveTo>
                  <a:pt x="1943435" y="1677717"/>
                </a:moveTo>
                <a:lnTo>
                  <a:pt x="1939056" y="1668951"/>
                </a:lnTo>
                <a:lnTo>
                  <a:pt x="1936920" y="1665989"/>
                </a:lnTo>
                <a:lnTo>
                  <a:pt x="1931559" y="1658663"/>
                </a:lnTo>
                <a:lnTo>
                  <a:pt x="1926804" y="1653163"/>
                </a:lnTo>
                <a:lnTo>
                  <a:pt x="1921517" y="1648416"/>
                </a:lnTo>
                <a:lnTo>
                  <a:pt x="1904436" y="1634887"/>
                </a:lnTo>
                <a:lnTo>
                  <a:pt x="1887903" y="1622357"/>
                </a:lnTo>
                <a:moveTo>
                  <a:pt x="1976300" y="1856143"/>
                </a:moveTo>
                <a:lnTo>
                  <a:pt x="1967489" y="1759063"/>
                </a:lnTo>
                <a:lnTo>
                  <a:pt x="1964797" y="1741286"/>
                </a:lnTo>
                <a:lnTo>
                  <a:pt x="1960753" y="1722707"/>
                </a:lnTo>
                <a:lnTo>
                  <a:pt x="1956735" y="1706003"/>
                </a:lnTo>
                <a:lnTo>
                  <a:pt x="1953764" y="1696877"/>
                </a:lnTo>
                <a:lnTo>
                  <a:pt x="1951055" y="1690747"/>
                </a:lnTo>
                <a:lnTo>
                  <a:pt x="1950290" y="1688353"/>
                </a:lnTo>
                <a:moveTo>
                  <a:pt x="1946455" y="1680614"/>
                </a:moveTo>
                <a:lnTo>
                  <a:pt x="1944704" y="1677332"/>
                </a:lnTo>
                <a:moveTo>
                  <a:pt x="642038" y="1557757"/>
                </a:moveTo>
                <a:lnTo>
                  <a:pt x="646805" y="1557446"/>
                </a:lnTo>
                <a:lnTo>
                  <a:pt x="651871" y="1557118"/>
                </a:lnTo>
                <a:lnTo>
                  <a:pt x="667888" y="1556013"/>
                </a:lnTo>
                <a:lnTo>
                  <a:pt x="788990" y="1545075"/>
                </a:lnTo>
                <a:moveTo>
                  <a:pt x="237989" y="1594652"/>
                </a:moveTo>
                <a:lnTo>
                  <a:pt x="321872" y="1586501"/>
                </a:lnTo>
                <a:lnTo>
                  <a:pt x="397292" y="1579163"/>
                </a:lnTo>
                <a:moveTo>
                  <a:pt x="409102" y="1578103"/>
                </a:moveTo>
                <a:lnTo>
                  <a:pt x="492912" y="1570754"/>
                </a:lnTo>
                <a:lnTo>
                  <a:pt x="623684" y="1559287"/>
                </a:lnTo>
                <a:moveTo>
                  <a:pt x="622726" y="1548340"/>
                </a:moveTo>
                <a:lnTo>
                  <a:pt x="496742" y="1559385"/>
                </a:lnTo>
                <a:lnTo>
                  <a:pt x="404593" y="1567455"/>
                </a:lnTo>
                <a:moveTo>
                  <a:pt x="392856" y="1568540"/>
                </a:moveTo>
                <a:lnTo>
                  <a:pt x="323190" y="1575263"/>
                </a:lnTo>
                <a:lnTo>
                  <a:pt x="237613" y="1583513"/>
                </a:lnTo>
                <a:moveTo>
                  <a:pt x="1962660" y="1870347"/>
                </a:moveTo>
                <a:lnTo>
                  <a:pt x="1971377" y="1868923"/>
                </a:lnTo>
                <a:moveTo>
                  <a:pt x="933758" y="1533911"/>
                </a:moveTo>
                <a:lnTo>
                  <a:pt x="1129040" y="1516257"/>
                </a:lnTo>
                <a:moveTo>
                  <a:pt x="1962620" y="1965500"/>
                </a:moveTo>
                <a:lnTo>
                  <a:pt x="1944605" y="1967956"/>
                </a:lnTo>
                <a:lnTo>
                  <a:pt x="1920584" y="1970714"/>
                </a:lnTo>
                <a:lnTo>
                  <a:pt x="1898396" y="1972817"/>
                </a:lnTo>
                <a:moveTo>
                  <a:pt x="1890735" y="1973546"/>
                </a:moveTo>
                <a:lnTo>
                  <a:pt x="1880897" y="1974479"/>
                </a:lnTo>
                <a:lnTo>
                  <a:pt x="1843600" y="1977327"/>
                </a:lnTo>
                <a:lnTo>
                  <a:pt x="1821273" y="1978751"/>
                </a:lnTo>
                <a:lnTo>
                  <a:pt x="1809856" y="1979381"/>
                </a:lnTo>
                <a:lnTo>
                  <a:pt x="1777224" y="1981428"/>
                </a:lnTo>
                <a:lnTo>
                  <a:pt x="1738160" y="1983850"/>
                </a:lnTo>
                <a:moveTo>
                  <a:pt x="371061" y="2812056"/>
                </a:moveTo>
                <a:lnTo>
                  <a:pt x="442659" y="2740344"/>
                </a:lnTo>
                <a:lnTo>
                  <a:pt x="450532" y="2732921"/>
                </a:lnTo>
                <a:lnTo>
                  <a:pt x="460387" y="2724662"/>
                </a:lnTo>
                <a:lnTo>
                  <a:pt x="466975" y="2719375"/>
                </a:lnTo>
                <a:moveTo>
                  <a:pt x="476060" y="2712377"/>
                </a:moveTo>
                <a:lnTo>
                  <a:pt x="481625" y="2708211"/>
                </a:lnTo>
                <a:lnTo>
                  <a:pt x="490587" y="2702376"/>
                </a:lnTo>
                <a:lnTo>
                  <a:pt x="501833" y="2695591"/>
                </a:lnTo>
                <a:lnTo>
                  <a:pt x="512162" y="2689952"/>
                </a:lnTo>
                <a:lnTo>
                  <a:pt x="523497" y="2684542"/>
                </a:lnTo>
                <a:lnTo>
                  <a:pt x="538418" y="2678027"/>
                </a:lnTo>
                <a:lnTo>
                  <a:pt x="548468" y="2673935"/>
                </a:lnTo>
                <a:moveTo>
                  <a:pt x="561326" y="2668713"/>
                </a:moveTo>
                <a:lnTo>
                  <a:pt x="564927" y="2667248"/>
                </a:lnTo>
                <a:lnTo>
                  <a:pt x="569118" y="2665628"/>
                </a:lnTo>
                <a:lnTo>
                  <a:pt x="573153" y="2664318"/>
                </a:lnTo>
                <a:lnTo>
                  <a:pt x="579668" y="2662599"/>
                </a:lnTo>
                <a:lnTo>
                  <a:pt x="777430" y="2612265"/>
                </a:lnTo>
                <a:lnTo>
                  <a:pt x="778445" y="2612068"/>
                </a:lnTo>
                <a:lnTo>
                  <a:pt x="781612" y="2612142"/>
                </a:lnTo>
                <a:moveTo>
                  <a:pt x="805339" y="2612682"/>
                </a:moveTo>
                <a:lnTo>
                  <a:pt x="818557" y="2612985"/>
                </a:lnTo>
                <a:lnTo>
                  <a:pt x="819678" y="2612731"/>
                </a:lnTo>
                <a:lnTo>
                  <a:pt x="933565" y="2586238"/>
                </a:lnTo>
                <a:moveTo>
                  <a:pt x="945155" y="2583422"/>
                </a:moveTo>
                <a:lnTo>
                  <a:pt x="992690" y="2571342"/>
                </a:lnTo>
                <a:lnTo>
                  <a:pt x="1005614" y="2568510"/>
                </a:lnTo>
                <a:lnTo>
                  <a:pt x="1051627" y="2557347"/>
                </a:lnTo>
                <a:lnTo>
                  <a:pt x="1074249" y="2551855"/>
                </a:lnTo>
                <a:lnTo>
                  <a:pt x="1109909" y="2542017"/>
                </a:lnTo>
                <a:lnTo>
                  <a:pt x="1119329" y="2539152"/>
                </a:lnTo>
                <a:lnTo>
                  <a:pt x="1128201" y="2536124"/>
                </a:lnTo>
                <a:lnTo>
                  <a:pt x="1155325" y="2525893"/>
                </a:lnTo>
                <a:lnTo>
                  <a:pt x="1170515" y="2519771"/>
                </a:lnTo>
                <a:lnTo>
                  <a:pt x="1177333" y="2516768"/>
                </a:lnTo>
                <a:moveTo>
                  <a:pt x="332872" y="2842151"/>
                </a:moveTo>
                <a:lnTo>
                  <a:pt x="263672" y="2912374"/>
                </a:lnTo>
                <a:lnTo>
                  <a:pt x="240624" y="2935994"/>
                </a:lnTo>
                <a:moveTo>
                  <a:pt x="788057" y="1534075"/>
                </a:moveTo>
                <a:lnTo>
                  <a:pt x="666055" y="1544424"/>
                </a:lnTo>
                <a:lnTo>
                  <a:pt x="650652" y="1545856"/>
                </a:lnTo>
                <a:lnTo>
                  <a:pt x="641309" y="1546654"/>
                </a:lnTo>
                <a:moveTo>
                  <a:pt x="2598032" y="1384147"/>
                </a:moveTo>
                <a:lnTo>
                  <a:pt x="2598040" y="1384311"/>
                </a:lnTo>
                <a:moveTo>
                  <a:pt x="2599137" y="1395695"/>
                </a:moveTo>
                <a:lnTo>
                  <a:pt x="2606691" y="1458790"/>
                </a:lnTo>
                <a:moveTo>
                  <a:pt x="2607976" y="1470567"/>
                </a:moveTo>
                <a:lnTo>
                  <a:pt x="2615604" y="1547853"/>
                </a:lnTo>
                <a:moveTo>
                  <a:pt x="2616774" y="1559574"/>
                </a:moveTo>
                <a:lnTo>
                  <a:pt x="2620703" y="1598000"/>
                </a:lnTo>
                <a:moveTo>
                  <a:pt x="2621759" y="1609655"/>
                </a:moveTo>
                <a:lnTo>
                  <a:pt x="2625401" y="1654972"/>
                </a:lnTo>
                <a:moveTo>
                  <a:pt x="2626424" y="1666692"/>
                </a:moveTo>
                <a:lnTo>
                  <a:pt x="2640231" y="1813555"/>
                </a:lnTo>
                <a:moveTo>
                  <a:pt x="2596518" y="1373704"/>
                </a:moveTo>
                <a:lnTo>
                  <a:pt x="2598064" y="1384695"/>
                </a:lnTo>
                <a:moveTo>
                  <a:pt x="2153016" y="423000"/>
                </a:moveTo>
                <a:lnTo>
                  <a:pt x="2150626" y="422992"/>
                </a:lnTo>
                <a:lnTo>
                  <a:pt x="2142204" y="424170"/>
                </a:lnTo>
                <a:lnTo>
                  <a:pt x="2137580" y="426306"/>
                </a:lnTo>
                <a:lnTo>
                  <a:pt x="2132587" y="427910"/>
                </a:lnTo>
                <a:lnTo>
                  <a:pt x="2129919" y="428803"/>
                </a:lnTo>
                <a:moveTo>
                  <a:pt x="701698" y="2027768"/>
                </a:moveTo>
                <a:lnTo>
                  <a:pt x="708811" y="2027048"/>
                </a:lnTo>
                <a:lnTo>
                  <a:pt x="723797" y="2025395"/>
                </a:lnTo>
                <a:lnTo>
                  <a:pt x="805306" y="2015876"/>
                </a:lnTo>
                <a:moveTo>
                  <a:pt x="1600815" y="535136"/>
                </a:moveTo>
                <a:lnTo>
                  <a:pt x="1420748" y="569142"/>
                </a:lnTo>
                <a:lnTo>
                  <a:pt x="1414217" y="570133"/>
                </a:lnTo>
                <a:lnTo>
                  <a:pt x="1382338" y="575305"/>
                </a:lnTo>
                <a:moveTo>
                  <a:pt x="2878466" y="1891"/>
                </a:moveTo>
                <a:lnTo>
                  <a:pt x="2883876" y="24995"/>
                </a:lnTo>
                <a:lnTo>
                  <a:pt x="2889228" y="48207"/>
                </a:lnTo>
                <a:lnTo>
                  <a:pt x="2892338" y="63454"/>
                </a:lnTo>
                <a:lnTo>
                  <a:pt x="2894515" y="78899"/>
                </a:lnTo>
                <a:lnTo>
                  <a:pt x="2895759" y="89317"/>
                </a:lnTo>
                <a:lnTo>
                  <a:pt x="2897740" y="108445"/>
                </a:lnTo>
                <a:lnTo>
                  <a:pt x="2898771" y="118307"/>
                </a:lnTo>
                <a:lnTo>
                  <a:pt x="2906669" y="213632"/>
                </a:lnTo>
                <a:lnTo>
                  <a:pt x="2915934" y="325571"/>
                </a:lnTo>
                <a:lnTo>
                  <a:pt x="2918733" y="345902"/>
                </a:lnTo>
                <a:lnTo>
                  <a:pt x="2921843" y="376340"/>
                </a:lnTo>
                <a:lnTo>
                  <a:pt x="2924806" y="403660"/>
                </a:lnTo>
                <a:lnTo>
                  <a:pt x="2927458" y="433631"/>
                </a:lnTo>
                <a:moveTo>
                  <a:pt x="2928522" y="445393"/>
                </a:moveTo>
                <a:lnTo>
                  <a:pt x="2933924" y="504002"/>
                </a:lnTo>
                <a:moveTo>
                  <a:pt x="2935078" y="515697"/>
                </a:moveTo>
                <a:lnTo>
                  <a:pt x="2939317" y="556284"/>
                </a:lnTo>
                <a:lnTo>
                  <a:pt x="2943303" y="594113"/>
                </a:lnTo>
                <a:moveTo>
                  <a:pt x="2944580" y="605858"/>
                </a:moveTo>
                <a:lnTo>
                  <a:pt x="2954410" y="692941"/>
                </a:lnTo>
                <a:lnTo>
                  <a:pt x="2954483" y="694930"/>
                </a:lnTo>
                <a:moveTo>
                  <a:pt x="2955711" y="706609"/>
                </a:moveTo>
                <a:lnTo>
                  <a:pt x="2969944" y="788716"/>
                </a:lnTo>
                <a:lnTo>
                  <a:pt x="2975624" y="822780"/>
                </a:lnTo>
                <a:lnTo>
                  <a:pt x="2981402" y="857450"/>
                </a:lnTo>
                <a:lnTo>
                  <a:pt x="2986206" y="886251"/>
                </a:lnTo>
                <a:moveTo>
                  <a:pt x="589080" y="2435602"/>
                </a:moveTo>
                <a:lnTo>
                  <a:pt x="588720" y="2440341"/>
                </a:lnTo>
                <a:lnTo>
                  <a:pt x="582344" y="2531516"/>
                </a:lnTo>
                <a:lnTo>
                  <a:pt x="578939" y="2560604"/>
                </a:lnTo>
                <a:lnTo>
                  <a:pt x="576500" y="2576924"/>
                </a:lnTo>
                <a:lnTo>
                  <a:pt x="571418" y="2601215"/>
                </a:lnTo>
                <a:lnTo>
                  <a:pt x="565042" y="2624173"/>
                </a:lnTo>
                <a:lnTo>
                  <a:pt x="558797" y="2642711"/>
                </a:lnTo>
                <a:lnTo>
                  <a:pt x="552855" y="2658229"/>
                </a:lnTo>
                <a:moveTo>
                  <a:pt x="588891" y="1072866"/>
                </a:moveTo>
                <a:lnTo>
                  <a:pt x="591470" y="1072064"/>
                </a:lnTo>
                <a:lnTo>
                  <a:pt x="610147" y="1067489"/>
                </a:lnTo>
                <a:lnTo>
                  <a:pt x="649359" y="1057634"/>
                </a:lnTo>
                <a:lnTo>
                  <a:pt x="669525" y="1052544"/>
                </a:lnTo>
                <a:lnTo>
                  <a:pt x="691059" y="1047445"/>
                </a:lnTo>
                <a:lnTo>
                  <a:pt x="712035" y="1042788"/>
                </a:lnTo>
                <a:lnTo>
                  <a:pt x="722929" y="1040545"/>
                </a:lnTo>
                <a:moveTo>
                  <a:pt x="2995365" y="891612"/>
                </a:moveTo>
                <a:lnTo>
                  <a:pt x="2995062" y="889950"/>
                </a:lnTo>
                <a:lnTo>
                  <a:pt x="2984250" y="827576"/>
                </a:lnTo>
                <a:lnTo>
                  <a:pt x="2975125" y="774876"/>
                </a:lnTo>
                <a:lnTo>
                  <a:pt x="2963421" y="705275"/>
                </a:lnTo>
                <a:moveTo>
                  <a:pt x="2961465" y="693719"/>
                </a:moveTo>
                <a:lnTo>
                  <a:pt x="2961055" y="691312"/>
                </a:lnTo>
                <a:lnTo>
                  <a:pt x="2952323" y="604982"/>
                </a:lnTo>
                <a:moveTo>
                  <a:pt x="2951013" y="593188"/>
                </a:moveTo>
                <a:lnTo>
                  <a:pt x="2949523" y="580731"/>
                </a:lnTo>
                <a:moveTo>
                  <a:pt x="2948140" y="569011"/>
                </a:moveTo>
                <a:lnTo>
                  <a:pt x="2946602" y="555785"/>
                </a:lnTo>
                <a:lnTo>
                  <a:pt x="2942706" y="508880"/>
                </a:lnTo>
                <a:lnTo>
                  <a:pt x="2937337" y="443543"/>
                </a:lnTo>
                <a:moveTo>
                  <a:pt x="2936224" y="431888"/>
                </a:moveTo>
                <a:lnTo>
                  <a:pt x="2933228" y="404184"/>
                </a:lnTo>
                <a:lnTo>
                  <a:pt x="2922899" y="324327"/>
                </a:lnTo>
                <a:lnTo>
                  <a:pt x="2914207" y="213435"/>
                </a:lnTo>
                <a:lnTo>
                  <a:pt x="2905638" y="117603"/>
                </a:lnTo>
                <a:lnTo>
                  <a:pt x="2904599" y="107618"/>
                </a:lnTo>
                <a:lnTo>
                  <a:pt x="2903436" y="96569"/>
                </a:lnTo>
                <a:lnTo>
                  <a:pt x="2901047" y="76959"/>
                </a:lnTo>
                <a:lnTo>
                  <a:pt x="2898747" y="62039"/>
                </a:lnTo>
                <a:lnTo>
                  <a:pt x="2897478" y="54263"/>
                </a:lnTo>
                <a:lnTo>
                  <a:pt x="2894155" y="37698"/>
                </a:lnTo>
                <a:lnTo>
                  <a:pt x="2891119" y="23293"/>
                </a:lnTo>
                <a:lnTo>
                  <a:pt x="2889515" y="15551"/>
                </a:lnTo>
                <a:lnTo>
                  <a:pt x="2885545" y="0"/>
                </a:lnTo>
                <a:moveTo>
                  <a:pt x="2191655" y="989646"/>
                </a:moveTo>
                <a:lnTo>
                  <a:pt x="2198194" y="988557"/>
                </a:lnTo>
                <a:lnTo>
                  <a:pt x="2207942" y="987207"/>
                </a:lnTo>
                <a:lnTo>
                  <a:pt x="2211527" y="986626"/>
                </a:lnTo>
                <a:moveTo>
                  <a:pt x="2591296" y="1368347"/>
                </a:moveTo>
                <a:lnTo>
                  <a:pt x="2516277" y="1378361"/>
                </a:lnTo>
                <a:lnTo>
                  <a:pt x="2481042" y="1382772"/>
                </a:lnTo>
                <a:moveTo>
                  <a:pt x="2469379" y="1384282"/>
                </a:moveTo>
                <a:lnTo>
                  <a:pt x="2416663" y="1391349"/>
                </a:lnTo>
                <a:lnTo>
                  <a:pt x="2333926" y="1402431"/>
                </a:lnTo>
                <a:lnTo>
                  <a:pt x="2313579" y="1405140"/>
                </a:lnTo>
                <a:lnTo>
                  <a:pt x="2271020" y="1410734"/>
                </a:lnTo>
                <a:moveTo>
                  <a:pt x="2261951" y="1411954"/>
                </a:moveTo>
                <a:lnTo>
                  <a:pt x="2253570" y="1413104"/>
                </a:lnTo>
                <a:lnTo>
                  <a:pt x="2247170" y="1413849"/>
                </a:lnTo>
                <a:lnTo>
                  <a:pt x="2239600" y="1414859"/>
                </a:lnTo>
                <a:moveTo>
                  <a:pt x="2194748" y="1435337"/>
                </a:moveTo>
                <a:lnTo>
                  <a:pt x="2230261" y="1437322"/>
                </a:lnTo>
                <a:moveTo>
                  <a:pt x="2242284" y="1436876"/>
                </a:moveTo>
                <a:lnTo>
                  <a:pt x="2247367" y="1436168"/>
                </a:lnTo>
                <a:lnTo>
                  <a:pt x="2257270" y="1435030"/>
                </a:lnTo>
                <a:lnTo>
                  <a:pt x="2266633" y="1433622"/>
                </a:lnTo>
                <a:lnTo>
                  <a:pt x="2335530" y="1424767"/>
                </a:lnTo>
                <a:lnTo>
                  <a:pt x="2362752" y="1421075"/>
                </a:lnTo>
                <a:lnTo>
                  <a:pt x="2425486" y="1412555"/>
                </a:lnTo>
                <a:lnTo>
                  <a:pt x="2538751" y="1397643"/>
                </a:lnTo>
                <a:lnTo>
                  <a:pt x="2593862" y="1390433"/>
                </a:lnTo>
                <a:moveTo>
                  <a:pt x="1053632" y="2408953"/>
                </a:moveTo>
                <a:lnTo>
                  <a:pt x="1048476" y="2315085"/>
                </a:lnTo>
                <a:lnTo>
                  <a:pt x="1047977" y="2294534"/>
                </a:lnTo>
                <a:lnTo>
                  <a:pt x="1047158" y="2277813"/>
                </a:lnTo>
                <a:lnTo>
                  <a:pt x="1047379" y="2276790"/>
                </a:lnTo>
                <a:lnTo>
                  <a:pt x="1048206" y="2276029"/>
                </a:lnTo>
                <a:lnTo>
                  <a:pt x="1097886" y="2269268"/>
                </a:lnTo>
                <a:lnTo>
                  <a:pt x="1091649" y="2215013"/>
                </a:lnTo>
                <a:moveTo>
                  <a:pt x="1205381" y="2196868"/>
                </a:moveTo>
                <a:lnTo>
                  <a:pt x="1219589" y="2276814"/>
                </a:lnTo>
                <a:lnTo>
                  <a:pt x="1222528" y="2293159"/>
                </a:lnTo>
                <a:lnTo>
                  <a:pt x="1223076" y="2296236"/>
                </a:lnTo>
                <a:moveTo>
                  <a:pt x="2642580" y="1828942"/>
                </a:moveTo>
                <a:lnTo>
                  <a:pt x="2643325" y="1833345"/>
                </a:lnTo>
                <a:lnTo>
                  <a:pt x="2644839" y="1841931"/>
                </a:lnTo>
                <a:lnTo>
                  <a:pt x="2645977" y="1847693"/>
                </a:lnTo>
                <a:moveTo>
                  <a:pt x="1204292" y="2639192"/>
                </a:moveTo>
                <a:lnTo>
                  <a:pt x="1128242" y="2688503"/>
                </a:lnTo>
                <a:lnTo>
                  <a:pt x="1112143" y="2698889"/>
                </a:lnTo>
                <a:lnTo>
                  <a:pt x="1094162" y="2705470"/>
                </a:lnTo>
                <a:lnTo>
                  <a:pt x="1071515" y="2709120"/>
                </a:lnTo>
                <a:lnTo>
                  <a:pt x="961966" y="2727846"/>
                </a:lnTo>
                <a:lnTo>
                  <a:pt x="901392" y="2736112"/>
                </a:lnTo>
                <a:lnTo>
                  <a:pt x="891415" y="2740475"/>
                </a:lnTo>
                <a:moveTo>
                  <a:pt x="875341" y="2750026"/>
                </a:moveTo>
                <a:lnTo>
                  <a:pt x="802965" y="2801196"/>
                </a:lnTo>
                <a:lnTo>
                  <a:pt x="686115" y="2884792"/>
                </a:lnTo>
                <a:lnTo>
                  <a:pt x="672406" y="2894884"/>
                </a:lnTo>
                <a:moveTo>
                  <a:pt x="662421" y="2902242"/>
                </a:moveTo>
                <a:lnTo>
                  <a:pt x="655873" y="2907062"/>
                </a:lnTo>
                <a:lnTo>
                  <a:pt x="581206" y="2972890"/>
                </a:lnTo>
                <a:lnTo>
                  <a:pt x="515075" y="3031794"/>
                </a:lnTo>
                <a:lnTo>
                  <a:pt x="487060" y="3057125"/>
                </a:lnTo>
                <a:moveTo>
                  <a:pt x="477541" y="3065702"/>
                </a:moveTo>
                <a:lnTo>
                  <a:pt x="474112" y="3068780"/>
                </a:lnTo>
                <a:moveTo>
                  <a:pt x="782062" y="1442732"/>
                </a:moveTo>
                <a:lnTo>
                  <a:pt x="665744" y="1463749"/>
                </a:lnTo>
                <a:moveTo>
                  <a:pt x="654106" y="1465493"/>
                </a:moveTo>
                <a:lnTo>
                  <a:pt x="653516" y="1465583"/>
                </a:lnTo>
                <a:lnTo>
                  <a:pt x="646830" y="1466066"/>
                </a:lnTo>
                <a:lnTo>
                  <a:pt x="631615" y="1467997"/>
                </a:lnTo>
                <a:moveTo>
                  <a:pt x="618429" y="1334336"/>
                </a:moveTo>
                <a:lnTo>
                  <a:pt x="627383" y="1333100"/>
                </a:lnTo>
                <a:lnTo>
                  <a:pt x="632998" y="1332683"/>
                </a:lnTo>
                <a:moveTo>
                  <a:pt x="596102" y="1126057"/>
                </a:moveTo>
                <a:lnTo>
                  <a:pt x="602813" y="1125263"/>
                </a:lnTo>
                <a:lnTo>
                  <a:pt x="614959" y="1123814"/>
                </a:lnTo>
                <a:lnTo>
                  <a:pt x="618528" y="1123691"/>
                </a:lnTo>
                <a:lnTo>
                  <a:pt x="672938" y="1116956"/>
                </a:lnTo>
                <a:lnTo>
                  <a:pt x="736401" y="1102739"/>
                </a:lnTo>
                <a:moveTo>
                  <a:pt x="780000" y="1328443"/>
                </a:moveTo>
                <a:lnTo>
                  <a:pt x="786768" y="1437142"/>
                </a:lnTo>
                <a:moveTo>
                  <a:pt x="787472" y="1449214"/>
                </a:moveTo>
                <a:lnTo>
                  <a:pt x="790157" y="1498026"/>
                </a:lnTo>
                <a:lnTo>
                  <a:pt x="792252" y="1527744"/>
                </a:lnTo>
                <a:moveTo>
                  <a:pt x="1482230" y="1126482"/>
                </a:moveTo>
                <a:lnTo>
                  <a:pt x="1482070" y="1126511"/>
                </a:lnTo>
                <a:moveTo>
                  <a:pt x="1473072" y="1127702"/>
                </a:moveTo>
                <a:lnTo>
                  <a:pt x="1379645" y="1138309"/>
                </a:lnTo>
                <a:moveTo>
                  <a:pt x="1495685" y="1125819"/>
                </a:moveTo>
                <a:lnTo>
                  <a:pt x="1486110" y="1127227"/>
                </a:lnTo>
                <a:moveTo>
                  <a:pt x="1843625" y="447406"/>
                </a:moveTo>
                <a:lnTo>
                  <a:pt x="1846342" y="466468"/>
                </a:lnTo>
                <a:moveTo>
                  <a:pt x="1726308" y="489613"/>
                </a:moveTo>
                <a:lnTo>
                  <a:pt x="1723591" y="469349"/>
                </a:lnTo>
                <a:lnTo>
                  <a:pt x="1722388" y="457898"/>
                </a:lnTo>
                <a:lnTo>
                  <a:pt x="1720874" y="444034"/>
                </a:lnTo>
                <a:lnTo>
                  <a:pt x="1721152" y="439958"/>
                </a:lnTo>
                <a:lnTo>
                  <a:pt x="1722617" y="435514"/>
                </a:lnTo>
                <a:lnTo>
                  <a:pt x="1731890" y="420798"/>
                </a:lnTo>
                <a:lnTo>
                  <a:pt x="1742710" y="397284"/>
                </a:lnTo>
                <a:lnTo>
                  <a:pt x="1749782" y="376225"/>
                </a:lnTo>
                <a:lnTo>
                  <a:pt x="1751729" y="369334"/>
                </a:lnTo>
                <a:lnTo>
                  <a:pt x="1753866" y="359488"/>
                </a:lnTo>
                <a:lnTo>
                  <a:pt x="1751967" y="325637"/>
                </a:lnTo>
                <a:lnTo>
                  <a:pt x="1747113" y="307680"/>
                </a:lnTo>
                <a:lnTo>
                  <a:pt x="1741990" y="275646"/>
                </a:lnTo>
                <a:lnTo>
                  <a:pt x="1758997" y="272904"/>
                </a:lnTo>
                <a:lnTo>
                  <a:pt x="1752859" y="201764"/>
                </a:lnTo>
                <a:lnTo>
                  <a:pt x="1748153" y="201985"/>
                </a:lnTo>
                <a:lnTo>
                  <a:pt x="1742604" y="169632"/>
                </a:lnTo>
                <a:lnTo>
                  <a:pt x="1732111" y="99393"/>
                </a:lnTo>
                <a:lnTo>
                  <a:pt x="1727176" y="71721"/>
                </a:lnTo>
                <a:lnTo>
                  <a:pt x="1714670" y="73472"/>
                </a:lnTo>
                <a:moveTo>
                  <a:pt x="1603803" y="2143661"/>
                </a:moveTo>
                <a:lnTo>
                  <a:pt x="1599195" y="2142040"/>
                </a:lnTo>
                <a:lnTo>
                  <a:pt x="1586795" y="2140919"/>
                </a:lnTo>
                <a:lnTo>
                  <a:pt x="1501284" y="2150331"/>
                </a:lnTo>
                <a:moveTo>
                  <a:pt x="1489547" y="2151567"/>
                </a:moveTo>
                <a:lnTo>
                  <a:pt x="1362098" y="2164392"/>
                </a:lnTo>
                <a:lnTo>
                  <a:pt x="1338576" y="2167273"/>
                </a:lnTo>
                <a:lnTo>
                  <a:pt x="1293373" y="2175016"/>
                </a:lnTo>
                <a:moveTo>
                  <a:pt x="2075083" y="421346"/>
                </a:moveTo>
                <a:lnTo>
                  <a:pt x="2076286" y="437159"/>
                </a:lnTo>
                <a:moveTo>
                  <a:pt x="1541797" y="2572275"/>
                </a:moveTo>
                <a:lnTo>
                  <a:pt x="1629469" y="2490373"/>
                </a:lnTo>
                <a:lnTo>
                  <a:pt x="1678617" y="2448836"/>
                </a:lnTo>
                <a:lnTo>
                  <a:pt x="1720620" y="2418586"/>
                </a:lnTo>
                <a:lnTo>
                  <a:pt x="1774851" y="2383188"/>
                </a:lnTo>
                <a:lnTo>
                  <a:pt x="1881724" y="2322492"/>
                </a:lnTo>
                <a:lnTo>
                  <a:pt x="1907014" y="2308742"/>
                </a:lnTo>
                <a:lnTo>
                  <a:pt x="1911139" y="2306459"/>
                </a:lnTo>
                <a:moveTo>
                  <a:pt x="2154423" y="405542"/>
                </a:moveTo>
                <a:lnTo>
                  <a:pt x="2156944" y="418245"/>
                </a:lnTo>
                <a:moveTo>
                  <a:pt x="1597542" y="3060563"/>
                </a:moveTo>
                <a:lnTo>
                  <a:pt x="1570885" y="2903420"/>
                </a:lnTo>
                <a:moveTo>
                  <a:pt x="2065253" y="3012331"/>
                </a:moveTo>
                <a:lnTo>
                  <a:pt x="2063715" y="3023503"/>
                </a:lnTo>
                <a:lnTo>
                  <a:pt x="2061848" y="3037245"/>
                </a:lnTo>
                <a:lnTo>
                  <a:pt x="2060367" y="3057272"/>
                </a:lnTo>
                <a:lnTo>
                  <a:pt x="2056692" y="3068076"/>
                </a:lnTo>
                <a:lnTo>
                  <a:pt x="2051151" y="3075491"/>
                </a:lnTo>
                <a:lnTo>
                  <a:pt x="2036943" y="3084404"/>
                </a:lnTo>
                <a:lnTo>
                  <a:pt x="2025092" y="3091549"/>
                </a:lnTo>
                <a:lnTo>
                  <a:pt x="2017161" y="3101624"/>
                </a:lnTo>
                <a:lnTo>
                  <a:pt x="2013142" y="3108393"/>
                </a:lnTo>
                <a:lnTo>
                  <a:pt x="2008780" y="3121504"/>
                </a:lnTo>
                <a:lnTo>
                  <a:pt x="2008060" y="3134902"/>
                </a:lnTo>
                <a:lnTo>
                  <a:pt x="2009631" y="3145935"/>
                </a:lnTo>
                <a:lnTo>
                  <a:pt x="2013855" y="3164187"/>
                </a:lnTo>
                <a:moveTo>
                  <a:pt x="2003616" y="1998926"/>
                </a:moveTo>
                <a:lnTo>
                  <a:pt x="2007364" y="1998075"/>
                </a:lnTo>
                <a:lnTo>
                  <a:pt x="2120670" y="1983056"/>
                </a:lnTo>
                <a:lnTo>
                  <a:pt x="2101691" y="1889057"/>
                </a:lnTo>
                <a:lnTo>
                  <a:pt x="2074788" y="1789861"/>
                </a:lnTo>
                <a:lnTo>
                  <a:pt x="2061988" y="1724221"/>
                </a:lnTo>
                <a:lnTo>
                  <a:pt x="2048974" y="1682472"/>
                </a:lnTo>
                <a:lnTo>
                  <a:pt x="2045913" y="1672029"/>
                </a:lnTo>
                <a:lnTo>
                  <a:pt x="2029266" y="1611406"/>
                </a:lnTo>
                <a:lnTo>
                  <a:pt x="1999933" y="1554958"/>
                </a:lnTo>
                <a:lnTo>
                  <a:pt x="1974634" y="1490914"/>
                </a:lnTo>
                <a:lnTo>
                  <a:pt x="1967113" y="1452946"/>
                </a:lnTo>
                <a:lnTo>
                  <a:pt x="1956620" y="1414724"/>
                </a:lnTo>
                <a:lnTo>
                  <a:pt x="1939081" y="1372631"/>
                </a:lnTo>
                <a:lnTo>
                  <a:pt x="1933475" y="1360936"/>
                </a:lnTo>
                <a:lnTo>
                  <a:pt x="1928474" y="1354863"/>
                </a:lnTo>
                <a:lnTo>
                  <a:pt x="1922671" y="1350329"/>
                </a:lnTo>
                <a:lnTo>
                  <a:pt x="1916549" y="1348152"/>
                </a:lnTo>
                <a:lnTo>
                  <a:pt x="1908504" y="1346138"/>
                </a:lnTo>
                <a:lnTo>
                  <a:pt x="1895433" y="1343069"/>
                </a:lnTo>
                <a:lnTo>
                  <a:pt x="1886217" y="1339419"/>
                </a:lnTo>
                <a:lnTo>
                  <a:pt x="1879776" y="1336382"/>
                </a:lnTo>
                <a:lnTo>
                  <a:pt x="1877926" y="1335269"/>
                </a:lnTo>
                <a:moveTo>
                  <a:pt x="1855984" y="1721250"/>
                </a:moveTo>
                <a:lnTo>
                  <a:pt x="1857252" y="1728142"/>
                </a:lnTo>
                <a:lnTo>
                  <a:pt x="1858701" y="1742743"/>
                </a:lnTo>
                <a:lnTo>
                  <a:pt x="1863620" y="1864324"/>
                </a:lnTo>
                <a:moveTo>
                  <a:pt x="743423" y="2238323"/>
                </a:moveTo>
                <a:lnTo>
                  <a:pt x="729567" y="2240213"/>
                </a:lnTo>
                <a:lnTo>
                  <a:pt x="719925" y="2241376"/>
                </a:lnTo>
                <a:moveTo>
                  <a:pt x="1192008" y="1947945"/>
                </a:moveTo>
                <a:lnTo>
                  <a:pt x="1186753" y="1830890"/>
                </a:lnTo>
                <a:lnTo>
                  <a:pt x="1185116" y="1793266"/>
                </a:lnTo>
                <a:lnTo>
                  <a:pt x="1184944" y="1784467"/>
                </a:lnTo>
                <a:lnTo>
                  <a:pt x="1181523" y="1706330"/>
                </a:lnTo>
                <a:lnTo>
                  <a:pt x="1179633" y="1682308"/>
                </a:lnTo>
                <a:moveTo>
                  <a:pt x="1772903" y="451858"/>
                </a:moveTo>
                <a:lnTo>
                  <a:pt x="1774040" y="462474"/>
                </a:lnTo>
                <a:lnTo>
                  <a:pt x="1774957" y="470756"/>
                </a:lnTo>
                <a:lnTo>
                  <a:pt x="1775194" y="472909"/>
                </a:lnTo>
                <a:moveTo>
                  <a:pt x="621327" y="1169427"/>
                </a:moveTo>
                <a:lnTo>
                  <a:pt x="624355" y="1196133"/>
                </a:lnTo>
                <a:lnTo>
                  <a:pt x="633726" y="1275964"/>
                </a:lnTo>
                <a:lnTo>
                  <a:pt x="633816" y="1276734"/>
                </a:lnTo>
                <a:lnTo>
                  <a:pt x="634790" y="1284959"/>
                </a:lnTo>
                <a:lnTo>
                  <a:pt x="637728" y="1325112"/>
                </a:lnTo>
                <a:moveTo>
                  <a:pt x="562423" y="883247"/>
                </a:moveTo>
                <a:lnTo>
                  <a:pt x="572858" y="882699"/>
                </a:lnTo>
                <a:lnTo>
                  <a:pt x="584775" y="882134"/>
                </a:lnTo>
                <a:lnTo>
                  <a:pt x="753187" y="876479"/>
                </a:lnTo>
                <a:lnTo>
                  <a:pt x="749815" y="828853"/>
                </a:lnTo>
                <a:lnTo>
                  <a:pt x="709466" y="830261"/>
                </a:lnTo>
                <a:lnTo>
                  <a:pt x="708197" y="792751"/>
                </a:lnTo>
                <a:lnTo>
                  <a:pt x="597804" y="799405"/>
                </a:lnTo>
                <a:lnTo>
                  <a:pt x="589906" y="802351"/>
                </a:lnTo>
                <a:lnTo>
                  <a:pt x="583940" y="809767"/>
                </a:lnTo>
                <a:lnTo>
                  <a:pt x="580912" y="818811"/>
                </a:lnTo>
                <a:lnTo>
                  <a:pt x="580085" y="829974"/>
                </a:lnTo>
                <a:lnTo>
                  <a:pt x="577908" y="830277"/>
                </a:lnTo>
                <a:lnTo>
                  <a:pt x="564362" y="831857"/>
                </a:lnTo>
                <a:lnTo>
                  <a:pt x="556121" y="833289"/>
                </a:lnTo>
                <a:moveTo>
                  <a:pt x="2765528" y="1350263"/>
                </a:moveTo>
                <a:lnTo>
                  <a:pt x="2766772" y="1358685"/>
                </a:lnTo>
                <a:moveTo>
                  <a:pt x="2234230" y="1409601"/>
                </a:moveTo>
                <a:lnTo>
                  <a:pt x="2227143" y="1360379"/>
                </a:lnTo>
                <a:lnTo>
                  <a:pt x="2225088" y="1349019"/>
                </a:lnTo>
                <a:lnTo>
                  <a:pt x="2211150" y="1226890"/>
                </a:lnTo>
                <a:moveTo>
                  <a:pt x="1360191" y="923057"/>
                </a:moveTo>
                <a:lnTo>
                  <a:pt x="1438116" y="906933"/>
                </a:lnTo>
                <a:moveTo>
                  <a:pt x="1449566" y="904265"/>
                </a:moveTo>
                <a:lnTo>
                  <a:pt x="1452619" y="903348"/>
                </a:lnTo>
                <a:lnTo>
                  <a:pt x="1462816" y="900885"/>
                </a:lnTo>
                <a:moveTo>
                  <a:pt x="2768613" y="1370381"/>
                </a:moveTo>
                <a:lnTo>
                  <a:pt x="2774383" y="1411721"/>
                </a:lnTo>
                <a:lnTo>
                  <a:pt x="2777682" y="1444058"/>
                </a:lnTo>
                <a:moveTo>
                  <a:pt x="2778942" y="1456138"/>
                </a:moveTo>
                <a:lnTo>
                  <a:pt x="2787069" y="1531861"/>
                </a:lnTo>
                <a:moveTo>
                  <a:pt x="2787969" y="1541011"/>
                </a:moveTo>
                <a:lnTo>
                  <a:pt x="2810763" y="1793438"/>
                </a:lnTo>
                <a:moveTo>
                  <a:pt x="1370585" y="575763"/>
                </a:moveTo>
                <a:lnTo>
                  <a:pt x="1246123" y="593270"/>
                </a:lnTo>
                <a:lnTo>
                  <a:pt x="1230246" y="595447"/>
                </a:lnTo>
                <a:moveTo>
                  <a:pt x="1705364" y="1885972"/>
                </a:moveTo>
                <a:lnTo>
                  <a:pt x="1589815" y="1900990"/>
                </a:lnTo>
                <a:moveTo>
                  <a:pt x="1577269" y="1902627"/>
                </a:moveTo>
                <a:lnTo>
                  <a:pt x="1493582" y="1913504"/>
                </a:lnTo>
                <a:moveTo>
                  <a:pt x="1481256" y="1915084"/>
                </a:moveTo>
                <a:lnTo>
                  <a:pt x="1331856" y="1934015"/>
                </a:lnTo>
                <a:lnTo>
                  <a:pt x="1311526" y="1936274"/>
                </a:lnTo>
                <a:lnTo>
                  <a:pt x="1197802" y="1951881"/>
                </a:lnTo>
                <a:lnTo>
                  <a:pt x="1196869" y="1952012"/>
                </a:lnTo>
                <a:moveTo>
                  <a:pt x="1729468" y="1984971"/>
                </a:moveTo>
                <a:lnTo>
                  <a:pt x="1727708" y="1986207"/>
                </a:lnTo>
                <a:lnTo>
                  <a:pt x="1723526" y="1988278"/>
                </a:lnTo>
                <a:lnTo>
                  <a:pt x="1718975" y="1991003"/>
                </a:lnTo>
                <a:lnTo>
                  <a:pt x="1714932" y="1993901"/>
                </a:lnTo>
                <a:lnTo>
                  <a:pt x="1711584" y="1996716"/>
                </a:lnTo>
                <a:lnTo>
                  <a:pt x="1707459" y="2000792"/>
                </a:lnTo>
                <a:lnTo>
                  <a:pt x="1700298" y="2008052"/>
                </a:lnTo>
                <a:lnTo>
                  <a:pt x="1694831" y="2014280"/>
                </a:lnTo>
                <a:lnTo>
                  <a:pt x="1689830" y="2020369"/>
                </a:lnTo>
                <a:lnTo>
                  <a:pt x="1689773" y="2020443"/>
                </a:lnTo>
                <a:moveTo>
                  <a:pt x="1682014" y="2031639"/>
                </a:moveTo>
                <a:lnTo>
                  <a:pt x="1667797" y="2053779"/>
                </a:lnTo>
                <a:lnTo>
                  <a:pt x="1611242" y="2141827"/>
                </a:lnTo>
                <a:moveTo>
                  <a:pt x="1605088" y="2151935"/>
                </a:moveTo>
                <a:lnTo>
                  <a:pt x="1555825" y="2237095"/>
                </a:lnTo>
                <a:lnTo>
                  <a:pt x="1541437" y="2262041"/>
                </a:lnTo>
                <a:lnTo>
                  <a:pt x="1533490" y="2276201"/>
                </a:lnTo>
                <a:moveTo>
                  <a:pt x="2085264" y="1451399"/>
                </a:moveTo>
                <a:lnTo>
                  <a:pt x="2178502" y="1443157"/>
                </a:lnTo>
                <a:lnTo>
                  <a:pt x="2185451" y="1442069"/>
                </a:lnTo>
                <a:moveTo>
                  <a:pt x="2177111" y="1418113"/>
                </a:moveTo>
                <a:lnTo>
                  <a:pt x="2175384" y="1412801"/>
                </a:lnTo>
                <a:lnTo>
                  <a:pt x="2062397" y="1421272"/>
                </a:lnTo>
                <a:moveTo>
                  <a:pt x="2122520" y="431397"/>
                </a:moveTo>
                <a:lnTo>
                  <a:pt x="2111291" y="435514"/>
                </a:lnTo>
                <a:lnTo>
                  <a:pt x="2107436" y="436692"/>
                </a:lnTo>
                <a:lnTo>
                  <a:pt x="2103205" y="437748"/>
                </a:lnTo>
                <a:lnTo>
                  <a:pt x="2098646" y="438763"/>
                </a:lnTo>
                <a:lnTo>
                  <a:pt x="2094071" y="439622"/>
                </a:lnTo>
                <a:lnTo>
                  <a:pt x="2083865" y="440989"/>
                </a:lnTo>
                <a:moveTo>
                  <a:pt x="2072177" y="442553"/>
                </a:moveTo>
                <a:lnTo>
                  <a:pt x="2050971" y="445368"/>
                </a:lnTo>
                <a:moveTo>
                  <a:pt x="2043360" y="446293"/>
                </a:moveTo>
                <a:lnTo>
                  <a:pt x="2008035" y="450180"/>
                </a:lnTo>
                <a:lnTo>
                  <a:pt x="1987378" y="452456"/>
                </a:lnTo>
                <a:lnTo>
                  <a:pt x="1975232" y="453790"/>
                </a:lnTo>
                <a:lnTo>
                  <a:pt x="1955090" y="456466"/>
                </a:lnTo>
                <a:lnTo>
                  <a:pt x="1933499" y="459331"/>
                </a:lnTo>
                <a:lnTo>
                  <a:pt x="1860510" y="469856"/>
                </a:lnTo>
                <a:lnTo>
                  <a:pt x="1854093" y="470404"/>
                </a:lnTo>
                <a:moveTo>
                  <a:pt x="1842397" y="471558"/>
                </a:moveTo>
                <a:lnTo>
                  <a:pt x="1815282" y="474578"/>
                </a:lnTo>
                <a:moveTo>
                  <a:pt x="1807679" y="475233"/>
                </a:moveTo>
                <a:lnTo>
                  <a:pt x="1782642" y="476706"/>
                </a:lnTo>
                <a:moveTo>
                  <a:pt x="1771389" y="478041"/>
                </a:moveTo>
                <a:lnTo>
                  <a:pt x="1763196" y="479653"/>
                </a:lnTo>
                <a:lnTo>
                  <a:pt x="1760847" y="480054"/>
                </a:lnTo>
                <a:moveTo>
                  <a:pt x="1999450" y="2039079"/>
                </a:moveTo>
                <a:lnTo>
                  <a:pt x="2011047" y="2062839"/>
                </a:lnTo>
                <a:lnTo>
                  <a:pt x="2011481" y="2064287"/>
                </a:lnTo>
                <a:lnTo>
                  <a:pt x="2020402" y="2093580"/>
                </a:lnTo>
                <a:lnTo>
                  <a:pt x="2023324" y="2103172"/>
                </a:lnTo>
                <a:moveTo>
                  <a:pt x="2026475" y="2114769"/>
                </a:moveTo>
                <a:lnTo>
                  <a:pt x="2029757" y="2128413"/>
                </a:lnTo>
                <a:lnTo>
                  <a:pt x="2049122" y="2208940"/>
                </a:lnTo>
                <a:lnTo>
                  <a:pt x="2051691" y="2219777"/>
                </a:lnTo>
                <a:lnTo>
                  <a:pt x="2062708" y="2266371"/>
                </a:lnTo>
                <a:lnTo>
                  <a:pt x="2072611" y="2310895"/>
                </a:lnTo>
                <a:lnTo>
                  <a:pt x="2074608" y="2319881"/>
                </a:lnTo>
                <a:moveTo>
                  <a:pt x="3105234" y="1763196"/>
                </a:moveTo>
                <a:lnTo>
                  <a:pt x="2997411" y="1776005"/>
                </a:lnTo>
                <a:lnTo>
                  <a:pt x="2887133" y="1789100"/>
                </a:lnTo>
                <a:moveTo>
                  <a:pt x="2875445" y="1790458"/>
                </a:moveTo>
                <a:lnTo>
                  <a:pt x="2851309" y="1793208"/>
                </a:lnTo>
                <a:moveTo>
                  <a:pt x="2839606" y="1794575"/>
                </a:moveTo>
                <a:lnTo>
                  <a:pt x="2815674" y="1797415"/>
                </a:lnTo>
                <a:moveTo>
                  <a:pt x="2806745" y="1798471"/>
                </a:moveTo>
                <a:lnTo>
                  <a:pt x="2728730" y="1807744"/>
                </a:lnTo>
                <a:moveTo>
                  <a:pt x="2716920" y="1809152"/>
                </a:moveTo>
                <a:lnTo>
                  <a:pt x="2648260" y="1817312"/>
                </a:lnTo>
                <a:moveTo>
                  <a:pt x="2636106" y="1818638"/>
                </a:moveTo>
                <a:lnTo>
                  <a:pt x="2574665" y="1824776"/>
                </a:lnTo>
                <a:moveTo>
                  <a:pt x="2562928" y="1825922"/>
                </a:moveTo>
                <a:lnTo>
                  <a:pt x="2468037" y="1835064"/>
                </a:lnTo>
                <a:lnTo>
                  <a:pt x="2460049" y="1835588"/>
                </a:lnTo>
                <a:moveTo>
                  <a:pt x="2448296" y="1836382"/>
                </a:moveTo>
                <a:lnTo>
                  <a:pt x="2415787" y="1838673"/>
                </a:lnTo>
                <a:lnTo>
                  <a:pt x="2386323" y="1840376"/>
                </a:lnTo>
                <a:lnTo>
                  <a:pt x="2349035" y="1840769"/>
                </a:lnTo>
                <a:lnTo>
                  <a:pt x="2322238" y="1841039"/>
                </a:lnTo>
                <a:lnTo>
                  <a:pt x="2321485" y="1841047"/>
                </a:lnTo>
                <a:moveTo>
                  <a:pt x="1771127" y="1399493"/>
                </a:moveTo>
                <a:lnTo>
                  <a:pt x="1786841" y="1390392"/>
                </a:lnTo>
                <a:lnTo>
                  <a:pt x="1824760" y="1368384"/>
                </a:lnTo>
                <a:lnTo>
                  <a:pt x="1845778" y="1354683"/>
                </a:lnTo>
                <a:lnTo>
                  <a:pt x="1867966" y="1339312"/>
                </a:lnTo>
                <a:lnTo>
                  <a:pt x="1868530" y="1338870"/>
                </a:lnTo>
                <a:moveTo>
                  <a:pt x="695863" y="2058084"/>
                </a:moveTo>
                <a:lnTo>
                  <a:pt x="684004" y="2059352"/>
                </a:lnTo>
                <a:moveTo>
                  <a:pt x="676114" y="1983948"/>
                </a:moveTo>
                <a:lnTo>
                  <a:pt x="687425" y="1982672"/>
                </a:lnTo>
                <a:moveTo>
                  <a:pt x="2468667" y="2705601"/>
                </a:moveTo>
                <a:lnTo>
                  <a:pt x="2426521" y="2711176"/>
                </a:lnTo>
                <a:moveTo>
                  <a:pt x="2411941" y="2713863"/>
                </a:moveTo>
                <a:lnTo>
                  <a:pt x="2406596" y="2715322"/>
                </a:lnTo>
                <a:moveTo>
                  <a:pt x="2427778" y="2718745"/>
                </a:moveTo>
                <a:lnTo>
                  <a:pt x="2477142" y="2710569"/>
                </a:lnTo>
                <a:moveTo>
                  <a:pt x="2819570" y="2650584"/>
                </a:moveTo>
                <a:lnTo>
                  <a:pt x="2802104" y="2652377"/>
                </a:lnTo>
                <a:lnTo>
                  <a:pt x="2786132" y="2652950"/>
                </a:lnTo>
                <a:moveTo>
                  <a:pt x="707190" y="2185856"/>
                </a:moveTo>
                <a:lnTo>
                  <a:pt x="693686" y="2063142"/>
                </a:lnTo>
                <a:lnTo>
                  <a:pt x="684298" y="1977818"/>
                </a:lnTo>
                <a:lnTo>
                  <a:pt x="668298" y="1832441"/>
                </a:lnTo>
                <a:moveTo>
                  <a:pt x="2914907" y="1339832"/>
                </a:moveTo>
                <a:lnTo>
                  <a:pt x="2942804" y="1333117"/>
                </a:lnTo>
                <a:lnTo>
                  <a:pt x="2954770" y="1329966"/>
                </a:lnTo>
                <a:lnTo>
                  <a:pt x="3058590" y="130831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9E8E6D-9A0C-41F5-B655-96CA8441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958" y="2721567"/>
            <a:ext cx="957783" cy="1300788"/>
          </a:xfrm>
          <a:custGeom xmlns:a="http://schemas.openxmlformats.org/drawingml/2006/main">
            <a:pathLst>
              <a:path w="957783" h="1300788">
                <a:moveTo>
                  <a:pt x="0" y="1278804"/>
                </a:moveTo>
                <a:lnTo>
                  <a:pt x="105392" y="1267321"/>
                </a:lnTo>
                <a:lnTo>
                  <a:pt x="276055" y="1245305"/>
                </a:lnTo>
                <a:lnTo>
                  <a:pt x="294454" y="1256542"/>
                </a:lnTo>
                <a:moveTo>
                  <a:pt x="295804" y="1262804"/>
                </a:moveTo>
                <a:lnTo>
                  <a:pt x="283863" y="1280261"/>
                </a:lnTo>
                <a:lnTo>
                  <a:pt x="278486" y="1287210"/>
                </a:lnTo>
                <a:lnTo>
                  <a:pt x="273510" y="1292628"/>
                </a:lnTo>
                <a:lnTo>
                  <a:pt x="269516" y="1296736"/>
                </a:lnTo>
                <a:moveTo>
                  <a:pt x="273641" y="1300788"/>
                </a:moveTo>
                <a:lnTo>
                  <a:pt x="277283" y="1297080"/>
                </a:lnTo>
                <a:lnTo>
                  <a:pt x="282955" y="1290819"/>
                </a:lnTo>
                <a:lnTo>
                  <a:pt x="287432" y="1284812"/>
                </a:lnTo>
                <a:lnTo>
                  <a:pt x="289502" y="1281980"/>
                </a:lnTo>
                <a:moveTo>
                  <a:pt x="296394" y="1272167"/>
                </a:moveTo>
                <a:lnTo>
                  <a:pt x="318336" y="1239429"/>
                </a:lnTo>
                <a:lnTo>
                  <a:pt x="332266" y="1214785"/>
                </a:lnTo>
                <a:lnTo>
                  <a:pt x="378869" y="1131442"/>
                </a:lnTo>
                <a:moveTo>
                  <a:pt x="384794" y="1121555"/>
                </a:moveTo>
                <a:lnTo>
                  <a:pt x="443936" y="1030478"/>
                </a:lnTo>
                <a:lnTo>
                  <a:pt x="459175" y="1007030"/>
                </a:lnTo>
                <a:lnTo>
                  <a:pt x="463660" y="1001039"/>
                </a:lnTo>
                <a:lnTo>
                  <a:pt x="467957" y="995669"/>
                </a:lnTo>
                <a:lnTo>
                  <a:pt x="474554" y="988017"/>
                </a:lnTo>
                <a:lnTo>
                  <a:pt x="480946" y="981469"/>
                </a:lnTo>
                <a:lnTo>
                  <a:pt x="484195" y="978286"/>
                </a:lnTo>
                <a:lnTo>
                  <a:pt x="487535" y="975396"/>
                </a:lnTo>
                <a:lnTo>
                  <a:pt x="491029" y="972769"/>
                </a:lnTo>
                <a:lnTo>
                  <a:pt x="494328" y="970494"/>
                </a:lnTo>
                <a:lnTo>
                  <a:pt x="497904" y="968333"/>
                </a:lnTo>
                <a:lnTo>
                  <a:pt x="500720" y="964069"/>
                </a:lnTo>
                <a:moveTo>
                  <a:pt x="500753" y="955418"/>
                </a:moveTo>
                <a:lnTo>
                  <a:pt x="490546" y="873720"/>
                </a:lnTo>
                <a:moveTo>
                  <a:pt x="494540" y="868630"/>
                </a:moveTo>
                <a:lnTo>
                  <a:pt x="561056" y="861034"/>
                </a:lnTo>
                <a:lnTo>
                  <a:pt x="578039" y="859234"/>
                </a:lnTo>
                <a:lnTo>
                  <a:pt x="721251" y="848070"/>
                </a:lnTo>
                <a:moveTo>
                  <a:pt x="731245" y="846851"/>
                </a:moveTo>
                <a:lnTo>
                  <a:pt x="739961" y="845427"/>
                </a:lnTo>
                <a:moveTo>
                  <a:pt x="744884" y="832646"/>
                </a:moveTo>
                <a:lnTo>
                  <a:pt x="736073" y="735566"/>
                </a:lnTo>
                <a:lnTo>
                  <a:pt x="733381" y="717789"/>
                </a:lnTo>
                <a:lnTo>
                  <a:pt x="729338" y="699210"/>
                </a:lnTo>
                <a:lnTo>
                  <a:pt x="725319" y="682506"/>
                </a:lnTo>
                <a:lnTo>
                  <a:pt x="722348" y="673380"/>
                </a:lnTo>
                <a:lnTo>
                  <a:pt x="719639" y="667250"/>
                </a:lnTo>
                <a:lnTo>
                  <a:pt x="718874" y="664856"/>
                </a:lnTo>
                <a:moveTo>
                  <a:pt x="715039" y="657117"/>
                </a:moveTo>
                <a:lnTo>
                  <a:pt x="713288" y="653835"/>
                </a:lnTo>
                <a:moveTo>
                  <a:pt x="712019" y="654220"/>
                </a:moveTo>
                <a:lnTo>
                  <a:pt x="707640" y="645455"/>
                </a:lnTo>
                <a:lnTo>
                  <a:pt x="705504" y="642492"/>
                </a:lnTo>
                <a:lnTo>
                  <a:pt x="700143" y="635167"/>
                </a:lnTo>
                <a:lnTo>
                  <a:pt x="695388" y="629667"/>
                </a:lnTo>
                <a:lnTo>
                  <a:pt x="690101" y="624920"/>
                </a:lnTo>
                <a:lnTo>
                  <a:pt x="673020" y="611391"/>
                </a:lnTo>
                <a:lnTo>
                  <a:pt x="656487" y="598860"/>
                </a:lnTo>
                <a:moveTo>
                  <a:pt x="648131" y="591993"/>
                </a:moveTo>
                <a:lnTo>
                  <a:pt x="646707" y="590782"/>
                </a:lnTo>
                <a:lnTo>
                  <a:pt x="639431" y="583866"/>
                </a:lnTo>
                <a:lnTo>
                  <a:pt x="633767" y="577376"/>
                </a:lnTo>
                <a:lnTo>
                  <a:pt x="628464" y="570501"/>
                </a:lnTo>
                <a:lnTo>
                  <a:pt x="620246" y="557438"/>
                </a:lnTo>
                <a:lnTo>
                  <a:pt x="607192" y="532607"/>
                </a:lnTo>
                <a:lnTo>
                  <a:pt x="567833" y="444525"/>
                </a:lnTo>
                <a:moveTo>
                  <a:pt x="554787" y="418498"/>
                </a:moveTo>
                <a:lnTo>
                  <a:pt x="535569" y="383591"/>
                </a:lnTo>
                <a:moveTo>
                  <a:pt x="529889" y="373262"/>
                </a:moveTo>
                <a:lnTo>
                  <a:pt x="498428" y="316110"/>
                </a:lnTo>
                <a:moveTo>
                  <a:pt x="492306" y="304922"/>
                </a:moveTo>
                <a:lnTo>
                  <a:pt x="475086" y="273281"/>
                </a:lnTo>
                <a:lnTo>
                  <a:pt x="472704" y="268394"/>
                </a:lnTo>
                <a:lnTo>
                  <a:pt x="471951" y="266880"/>
                </a:lnTo>
                <a:lnTo>
                  <a:pt x="468825" y="260022"/>
                </a:lnTo>
                <a:lnTo>
                  <a:pt x="461606" y="241803"/>
                </a:lnTo>
                <a:lnTo>
                  <a:pt x="458259" y="231703"/>
                </a:lnTo>
                <a:lnTo>
                  <a:pt x="454829" y="219574"/>
                </a:lnTo>
                <a:lnTo>
                  <a:pt x="422451" y="81018"/>
                </a:lnTo>
                <a:moveTo>
                  <a:pt x="429114" y="72912"/>
                </a:moveTo>
                <a:lnTo>
                  <a:pt x="479002" y="59334"/>
                </a:lnTo>
                <a:lnTo>
                  <a:pt x="637986" y="17638"/>
                </a:lnTo>
                <a:moveTo>
                  <a:pt x="643916" y="14855"/>
                </a:moveTo>
                <a:lnTo>
                  <a:pt x="655227" y="12334"/>
                </a:lnTo>
                <a:lnTo>
                  <a:pt x="660252" y="11213"/>
                </a:lnTo>
                <a:moveTo>
                  <a:pt x="671710" y="8741"/>
                </a:moveTo>
                <a:lnTo>
                  <a:pt x="713525" y="0"/>
                </a:lnTo>
                <a:moveTo>
                  <a:pt x="718861" y="3601"/>
                </a:moveTo>
                <a:lnTo>
                  <a:pt x="726809" y="48141"/>
                </a:lnTo>
                <a:lnTo>
                  <a:pt x="735590" y="77990"/>
                </a:lnTo>
                <a:lnTo>
                  <a:pt x="737481" y="82688"/>
                </a:lnTo>
                <a:lnTo>
                  <a:pt x="739544" y="86715"/>
                </a:lnTo>
                <a:lnTo>
                  <a:pt x="741385" y="88867"/>
                </a:lnTo>
                <a:lnTo>
                  <a:pt x="743210" y="90136"/>
                </a:lnTo>
                <a:lnTo>
                  <a:pt x="745199" y="90807"/>
                </a:lnTo>
                <a:lnTo>
                  <a:pt x="748579" y="91102"/>
                </a:lnTo>
                <a:lnTo>
                  <a:pt x="753384" y="90889"/>
                </a:lnTo>
                <a:lnTo>
                  <a:pt x="791695" y="88278"/>
                </a:lnTo>
                <a:lnTo>
                  <a:pt x="846752" y="84628"/>
                </a:lnTo>
                <a:lnTo>
                  <a:pt x="957783" y="75936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BE4B49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EF52DC-123F-4136-8DC5-D22C08C3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70" y="2721567"/>
            <a:ext cx="964372" cy="1450597"/>
          </a:xfrm>
          <a:custGeom xmlns:a="http://schemas.openxmlformats.org/drawingml/2006/main">
            <a:pathLst>
              <a:path w="964372" h="1450597">
                <a:moveTo>
                  <a:pt x="6589" y="1278804"/>
                </a:moveTo>
                <a:lnTo>
                  <a:pt x="111980" y="1267321"/>
                </a:lnTo>
                <a:lnTo>
                  <a:pt x="282644" y="1245305"/>
                </a:lnTo>
                <a:lnTo>
                  <a:pt x="301042" y="1256542"/>
                </a:lnTo>
                <a:moveTo>
                  <a:pt x="302409" y="1254308"/>
                </a:moveTo>
                <a:lnTo>
                  <a:pt x="283217" y="1242588"/>
                </a:lnTo>
                <a:lnTo>
                  <a:pt x="111669" y="1264719"/>
                </a:lnTo>
                <a:lnTo>
                  <a:pt x="6302" y="1276202"/>
                </a:lnTo>
                <a:moveTo>
                  <a:pt x="0" y="1284214"/>
                </a:moveTo>
                <a:lnTo>
                  <a:pt x="9101" y="1354110"/>
                </a:lnTo>
                <a:moveTo>
                  <a:pt x="10795" y="1365748"/>
                </a:moveTo>
                <a:lnTo>
                  <a:pt x="23179" y="1443133"/>
                </a:lnTo>
                <a:moveTo>
                  <a:pt x="33966" y="1450597"/>
                </a:moveTo>
                <a:lnTo>
                  <a:pt x="218322" y="1349387"/>
                </a:lnTo>
                <a:lnTo>
                  <a:pt x="229796" y="1342619"/>
                </a:lnTo>
                <a:lnTo>
                  <a:pt x="238300" y="1337184"/>
                </a:lnTo>
                <a:lnTo>
                  <a:pt x="244569" y="1332887"/>
                </a:lnTo>
                <a:lnTo>
                  <a:pt x="250372" y="1328550"/>
                </a:lnTo>
                <a:lnTo>
                  <a:pt x="257427" y="1323041"/>
                </a:lnTo>
                <a:lnTo>
                  <a:pt x="263140" y="1317918"/>
                </a:lnTo>
                <a:lnTo>
                  <a:pt x="269532" y="1311780"/>
                </a:lnTo>
                <a:lnTo>
                  <a:pt x="271947" y="1309291"/>
                </a:lnTo>
                <a:moveTo>
                  <a:pt x="280229" y="1300788"/>
                </a:moveTo>
                <a:lnTo>
                  <a:pt x="283871" y="1297080"/>
                </a:lnTo>
                <a:lnTo>
                  <a:pt x="289543" y="1290819"/>
                </a:lnTo>
                <a:lnTo>
                  <a:pt x="294020" y="1284812"/>
                </a:lnTo>
                <a:lnTo>
                  <a:pt x="296091" y="1281980"/>
                </a:lnTo>
                <a:moveTo>
                  <a:pt x="302982" y="1272167"/>
                </a:moveTo>
                <a:lnTo>
                  <a:pt x="324925" y="1239429"/>
                </a:lnTo>
                <a:lnTo>
                  <a:pt x="338855" y="1214785"/>
                </a:lnTo>
                <a:lnTo>
                  <a:pt x="385457" y="1131442"/>
                </a:lnTo>
                <a:moveTo>
                  <a:pt x="391383" y="1121555"/>
                </a:moveTo>
                <a:lnTo>
                  <a:pt x="450524" y="1030478"/>
                </a:lnTo>
                <a:lnTo>
                  <a:pt x="465764" y="1007030"/>
                </a:lnTo>
                <a:lnTo>
                  <a:pt x="470249" y="1001039"/>
                </a:lnTo>
                <a:lnTo>
                  <a:pt x="474546" y="995669"/>
                </a:lnTo>
                <a:lnTo>
                  <a:pt x="481142" y="988017"/>
                </a:lnTo>
                <a:lnTo>
                  <a:pt x="487535" y="981469"/>
                </a:lnTo>
                <a:lnTo>
                  <a:pt x="490784" y="978286"/>
                </a:lnTo>
                <a:lnTo>
                  <a:pt x="494123" y="975396"/>
                </a:lnTo>
                <a:lnTo>
                  <a:pt x="497618" y="972769"/>
                </a:lnTo>
                <a:lnTo>
                  <a:pt x="500916" y="970494"/>
                </a:lnTo>
                <a:lnTo>
                  <a:pt x="504493" y="968333"/>
                </a:lnTo>
                <a:lnTo>
                  <a:pt x="507308" y="964069"/>
                </a:lnTo>
                <a:moveTo>
                  <a:pt x="507341" y="955418"/>
                </a:moveTo>
                <a:lnTo>
                  <a:pt x="497135" y="873720"/>
                </a:lnTo>
                <a:moveTo>
                  <a:pt x="501129" y="868630"/>
                </a:moveTo>
                <a:lnTo>
                  <a:pt x="567644" y="861034"/>
                </a:lnTo>
                <a:lnTo>
                  <a:pt x="584627" y="859234"/>
                </a:lnTo>
                <a:lnTo>
                  <a:pt x="727840" y="848070"/>
                </a:lnTo>
                <a:moveTo>
                  <a:pt x="737833" y="846851"/>
                </a:moveTo>
                <a:lnTo>
                  <a:pt x="746550" y="845427"/>
                </a:lnTo>
                <a:moveTo>
                  <a:pt x="751473" y="832646"/>
                </a:moveTo>
                <a:lnTo>
                  <a:pt x="742662" y="735566"/>
                </a:lnTo>
                <a:lnTo>
                  <a:pt x="739969" y="717789"/>
                </a:lnTo>
                <a:lnTo>
                  <a:pt x="735926" y="699210"/>
                </a:lnTo>
                <a:lnTo>
                  <a:pt x="731907" y="682506"/>
                </a:lnTo>
                <a:lnTo>
                  <a:pt x="728936" y="673380"/>
                </a:lnTo>
                <a:lnTo>
                  <a:pt x="726227" y="667250"/>
                </a:lnTo>
                <a:lnTo>
                  <a:pt x="725462" y="664856"/>
                </a:lnTo>
                <a:moveTo>
                  <a:pt x="721628" y="657117"/>
                </a:moveTo>
                <a:lnTo>
                  <a:pt x="719876" y="653835"/>
                </a:lnTo>
                <a:moveTo>
                  <a:pt x="718608" y="654220"/>
                </a:moveTo>
                <a:lnTo>
                  <a:pt x="714229" y="645455"/>
                </a:lnTo>
                <a:lnTo>
                  <a:pt x="712093" y="642492"/>
                </a:lnTo>
                <a:lnTo>
                  <a:pt x="706732" y="635167"/>
                </a:lnTo>
                <a:lnTo>
                  <a:pt x="701977" y="629667"/>
                </a:lnTo>
                <a:lnTo>
                  <a:pt x="696690" y="624920"/>
                </a:lnTo>
                <a:lnTo>
                  <a:pt x="679608" y="611391"/>
                </a:lnTo>
                <a:lnTo>
                  <a:pt x="663076" y="598860"/>
                </a:lnTo>
                <a:moveTo>
                  <a:pt x="654719" y="591993"/>
                </a:moveTo>
                <a:lnTo>
                  <a:pt x="653295" y="590782"/>
                </a:lnTo>
                <a:lnTo>
                  <a:pt x="646019" y="583866"/>
                </a:lnTo>
                <a:lnTo>
                  <a:pt x="640356" y="577376"/>
                </a:lnTo>
                <a:lnTo>
                  <a:pt x="635052" y="570501"/>
                </a:lnTo>
                <a:lnTo>
                  <a:pt x="626835" y="557438"/>
                </a:lnTo>
                <a:lnTo>
                  <a:pt x="613781" y="532607"/>
                </a:lnTo>
                <a:lnTo>
                  <a:pt x="574421" y="444525"/>
                </a:lnTo>
                <a:moveTo>
                  <a:pt x="561375" y="418498"/>
                </a:moveTo>
                <a:lnTo>
                  <a:pt x="542158" y="383591"/>
                </a:lnTo>
                <a:moveTo>
                  <a:pt x="536478" y="373262"/>
                </a:moveTo>
                <a:lnTo>
                  <a:pt x="505017" y="316110"/>
                </a:lnTo>
                <a:moveTo>
                  <a:pt x="498895" y="304922"/>
                </a:moveTo>
                <a:lnTo>
                  <a:pt x="481674" y="273281"/>
                </a:lnTo>
                <a:lnTo>
                  <a:pt x="479293" y="268394"/>
                </a:lnTo>
                <a:lnTo>
                  <a:pt x="478540" y="266880"/>
                </a:lnTo>
                <a:lnTo>
                  <a:pt x="475413" y="260022"/>
                </a:lnTo>
                <a:lnTo>
                  <a:pt x="468195" y="241803"/>
                </a:lnTo>
                <a:lnTo>
                  <a:pt x="464847" y="231703"/>
                </a:lnTo>
                <a:lnTo>
                  <a:pt x="461418" y="219574"/>
                </a:lnTo>
                <a:lnTo>
                  <a:pt x="429040" y="81018"/>
                </a:lnTo>
                <a:moveTo>
                  <a:pt x="435702" y="72912"/>
                </a:moveTo>
                <a:lnTo>
                  <a:pt x="485591" y="59334"/>
                </a:lnTo>
                <a:lnTo>
                  <a:pt x="644575" y="17638"/>
                </a:lnTo>
                <a:moveTo>
                  <a:pt x="650504" y="14855"/>
                </a:moveTo>
                <a:lnTo>
                  <a:pt x="661815" y="12334"/>
                </a:lnTo>
                <a:lnTo>
                  <a:pt x="666841" y="11213"/>
                </a:lnTo>
                <a:moveTo>
                  <a:pt x="678299" y="8741"/>
                </a:moveTo>
                <a:lnTo>
                  <a:pt x="720114" y="0"/>
                </a:lnTo>
                <a:moveTo>
                  <a:pt x="725450" y="3601"/>
                </a:moveTo>
                <a:lnTo>
                  <a:pt x="733397" y="48141"/>
                </a:lnTo>
                <a:lnTo>
                  <a:pt x="742179" y="77990"/>
                </a:lnTo>
                <a:lnTo>
                  <a:pt x="744070" y="82688"/>
                </a:lnTo>
                <a:lnTo>
                  <a:pt x="746132" y="86715"/>
                </a:lnTo>
                <a:lnTo>
                  <a:pt x="747974" y="88867"/>
                </a:lnTo>
                <a:lnTo>
                  <a:pt x="749799" y="90136"/>
                </a:lnTo>
                <a:lnTo>
                  <a:pt x="751788" y="90807"/>
                </a:lnTo>
                <a:lnTo>
                  <a:pt x="755168" y="91102"/>
                </a:lnTo>
                <a:lnTo>
                  <a:pt x="759972" y="90889"/>
                </a:lnTo>
                <a:lnTo>
                  <a:pt x="798284" y="88278"/>
                </a:lnTo>
                <a:lnTo>
                  <a:pt x="853341" y="84628"/>
                </a:lnTo>
                <a:lnTo>
                  <a:pt x="964372" y="759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429937-C7E2-4E20-BF1E-58724F55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3155233"/>
            <a:ext cx="573995" cy="839899"/>
          </a:xfrm>
          <a:custGeom xmlns:a="http://schemas.openxmlformats.org/drawingml/2006/main">
            <a:pathLst>
              <a:path w="573995" h="839899">
                <a:moveTo>
                  <a:pt x="0" y="839899"/>
                </a:moveTo>
                <a:lnTo>
                  <a:pt x="12755" y="821234"/>
                </a:lnTo>
                <a:moveTo>
                  <a:pt x="25511" y="802570"/>
                </a:moveTo>
                <a:lnTo>
                  <a:pt x="38266" y="783905"/>
                </a:lnTo>
                <a:moveTo>
                  <a:pt x="51022" y="765241"/>
                </a:moveTo>
                <a:lnTo>
                  <a:pt x="63777" y="746577"/>
                </a:lnTo>
                <a:moveTo>
                  <a:pt x="76533" y="727912"/>
                </a:moveTo>
                <a:lnTo>
                  <a:pt x="89288" y="709248"/>
                </a:lnTo>
                <a:moveTo>
                  <a:pt x="102044" y="690583"/>
                </a:moveTo>
                <a:lnTo>
                  <a:pt x="114799" y="671919"/>
                </a:lnTo>
                <a:moveTo>
                  <a:pt x="127554" y="653255"/>
                </a:moveTo>
                <a:lnTo>
                  <a:pt x="140310" y="634590"/>
                </a:lnTo>
                <a:moveTo>
                  <a:pt x="153065" y="615926"/>
                </a:moveTo>
                <a:lnTo>
                  <a:pt x="165821" y="597261"/>
                </a:lnTo>
                <a:moveTo>
                  <a:pt x="178576" y="578597"/>
                </a:moveTo>
                <a:lnTo>
                  <a:pt x="191332" y="559932"/>
                </a:lnTo>
                <a:moveTo>
                  <a:pt x="204087" y="541268"/>
                </a:moveTo>
                <a:lnTo>
                  <a:pt x="216842" y="522604"/>
                </a:lnTo>
                <a:moveTo>
                  <a:pt x="229598" y="503939"/>
                </a:moveTo>
                <a:lnTo>
                  <a:pt x="242353" y="485275"/>
                </a:lnTo>
                <a:moveTo>
                  <a:pt x="255109" y="466610"/>
                </a:moveTo>
                <a:lnTo>
                  <a:pt x="267864" y="447946"/>
                </a:lnTo>
                <a:moveTo>
                  <a:pt x="280620" y="429282"/>
                </a:moveTo>
                <a:lnTo>
                  <a:pt x="293375" y="410617"/>
                </a:lnTo>
                <a:moveTo>
                  <a:pt x="306131" y="391953"/>
                </a:moveTo>
                <a:lnTo>
                  <a:pt x="318886" y="373288"/>
                </a:lnTo>
                <a:moveTo>
                  <a:pt x="331641" y="354624"/>
                </a:moveTo>
                <a:lnTo>
                  <a:pt x="344397" y="335959"/>
                </a:lnTo>
                <a:moveTo>
                  <a:pt x="357152" y="317295"/>
                </a:moveTo>
                <a:lnTo>
                  <a:pt x="369908" y="298631"/>
                </a:lnTo>
                <a:moveTo>
                  <a:pt x="382663" y="279966"/>
                </a:moveTo>
                <a:lnTo>
                  <a:pt x="395419" y="261302"/>
                </a:lnTo>
                <a:moveTo>
                  <a:pt x="408174" y="242637"/>
                </a:moveTo>
                <a:lnTo>
                  <a:pt x="420930" y="223973"/>
                </a:lnTo>
                <a:moveTo>
                  <a:pt x="433685" y="205309"/>
                </a:moveTo>
                <a:lnTo>
                  <a:pt x="446440" y="186644"/>
                </a:lnTo>
                <a:moveTo>
                  <a:pt x="459196" y="167980"/>
                </a:moveTo>
                <a:lnTo>
                  <a:pt x="471951" y="149315"/>
                </a:lnTo>
                <a:moveTo>
                  <a:pt x="484707" y="130651"/>
                </a:moveTo>
                <a:lnTo>
                  <a:pt x="497462" y="111986"/>
                </a:lnTo>
                <a:moveTo>
                  <a:pt x="510218" y="93322"/>
                </a:moveTo>
                <a:lnTo>
                  <a:pt x="522973" y="74658"/>
                </a:lnTo>
                <a:moveTo>
                  <a:pt x="535729" y="55993"/>
                </a:moveTo>
                <a:lnTo>
                  <a:pt x="548484" y="37329"/>
                </a:lnTo>
                <a:moveTo>
                  <a:pt x="561239" y="18664"/>
                </a:moveTo>
                <a:lnTo>
                  <a:pt x="573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AFE519-C6ED-4941-8F4C-EFD88CC0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2765617"/>
            <a:ext cx="677990" cy="1229515"/>
          </a:xfrm>
          <a:custGeom xmlns:a="http://schemas.openxmlformats.org/drawingml/2006/main">
            <a:pathLst>
              <a:path w="677990" h="1229515">
                <a:moveTo>
                  <a:pt x="0" y="1229515"/>
                </a:moveTo>
                <a:lnTo>
                  <a:pt x="15066" y="1202192"/>
                </a:lnTo>
                <a:moveTo>
                  <a:pt x="30133" y="1174870"/>
                </a:moveTo>
                <a:lnTo>
                  <a:pt x="45199" y="1147547"/>
                </a:lnTo>
                <a:moveTo>
                  <a:pt x="60266" y="1120224"/>
                </a:moveTo>
                <a:lnTo>
                  <a:pt x="75332" y="1092902"/>
                </a:lnTo>
                <a:moveTo>
                  <a:pt x="90399" y="1065579"/>
                </a:moveTo>
                <a:lnTo>
                  <a:pt x="105465" y="1038257"/>
                </a:lnTo>
                <a:moveTo>
                  <a:pt x="120532" y="1010934"/>
                </a:moveTo>
                <a:lnTo>
                  <a:pt x="135598" y="983612"/>
                </a:lnTo>
                <a:moveTo>
                  <a:pt x="150665" y="956289"/>
                </a:moveTo>
                <a:lnTo>
                  <a:pt x="165731" y="928967"/>
                </a:lnTo>
                <a:moveTo>
                  <a:pt x="180797" y="901644"/>
                </a:moveTo>
                <a:lnTo>
                  <a:pt x="195864" y="874322"/>
                </a:lnTo>
                <a:moveTo>
                  <a:pt x="210930" y="846999"/>
                </a:moveTo>
                <a:lnTo>
                  <a:pt x="225997" y="819676"/>
                </a:lnTo>
                <a:moveTo>
                  <a:pt x="241063" y="792354"/>
                </a:moveTo>
                <a:lnTo>
                  <a:pt x="256130" y="765031"/>
                </a:lnTo>
                <a:moveTo>
                  <a:pt x="271196" y="737709"/>
                </a:moveTo>
                <a:lnTo>
                  <a:pt x="286263" y="710386"/>
                </a:lnTo>
                <a:moveTo>
                  <a:pt x="301329" y="683064"/>
                </a:moveTo>
                <a:lnTo>
                  <a:pt x="316396" y="655741"/>
                </a:lnTo>
                <a:moveTo>
                  <a:pt x="331462" y="628419"/>
                </a:moveTo>
                <a:lnTo>
                  <a:pt x="346528" y="601096"/>
                </a:lnTo>
                <a:moveTo>
                  <a:pt x="361595" y="573774"/>
                </a:moveTo>
                <a:lnTo>
                  <a:pt x="376661" y="546451"/>
                </a:lnTo>
                <a:moveTo>
                  <a:pt x="391728" y="519128"/>
                </a:moveTo>
                <a:lnTo>
                  <a:pt x="406794" y="491806"/>
                </a:lnTo>
                <a:moveTo>
                  <a:pt x="421861" y="464483"/>
                </a:moveTo>
                <a:lnTo>
                  <a:pt x="436927" y="437161"/>
                </a:lnTo>
                <a:moveTo>
                  <a:pt x="451994" y="409838"/>
                </a:moveTo>
                <a:lnTo>
                  <a:pt x="467060" y="382516"/>
                </a:lnTo>
                <a:moveTo>
                  <a:pt x="482127" y="355193"/>
                </a:moveTo>
                <a:lnTo>
                  <a:pt x="497193" y="327871"/>
                </a:lnTo>
                <a:moveTo>
                  <a:pt x="512259" y="300548"/>
                </a:moveTo>
                <a:lnTo>
                  <a:pt x="527326" y="273225"/>
                </a:lnTo>
                <a:moveTo>
                  <a:pt x="542392" y="245903"/>
                </a:moveTo>
                <a:lnTo>
                  <a:pt x="557459" y="218580"/>
                </a:lnTo>
                <a:moveTo>
                  <a:pt x="572525" y="191258"/>
                </a:moveTo>
                <a:lnTo>
                  <a:pt x="587592" y="163935"/>
                </a:lnTo>
                <a:moveTo>
                  <a:pt x="602658" y="136613"/>
                </a:moveTo>
                <a:lnTo>
                  <a:pt x="617725" y="109290"/>
                </a:lnTo>
                <a:moveTo>
                  <a:pt x="632791" y="81968"/>
                </a:moveTo>
                <a:lnTo>
                  <a:pt x="647858" y="54645"/>
                </a:lnTo>
                <a:moveTo>
                  <a:pt x="662924" y="27323"/>
                </a:moveTo>
                <a:lnTo>
                  <a:pt x="6779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623FE8-E172-4C0C-8C10-F1F146E9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2765617"/>
            <a:ext cx="677990" cy="1229515"/>
          </a:xfrm>
          <a:custGeom xmlns:a="http://schemas.openxmlformats.org/drawingml/2006/main">
            <a:pathLst>
              <a:path w="677990" h="1229515">
                <a:moveTo>
                  <a:pt x="677990" y="0"/>
                </a:moveTo>
                <a:lnTo>
                  <a:pt x="0" y="122951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54E9EB-0242-494C-A4BC-EE0496F9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946" y="39570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3A2BA6-C9D1-42F0-8C7D-8AF97997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121" y="376653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E3CBE9-6BFC-45CD-BA3F-C209034F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937" y="27275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B0B368-53A6-4A53-85D8-0139788E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37" y="279419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7687B2-42B2-4323-B6CB-9939D64C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344" y="397067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E8D7130-B94A-446D-8DEA-CE73299E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69" y="378017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1B591C-0A8D-4963-9525-160A4230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941" y="311713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7A67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2324D77-274F-4492-A1DE-0BD9395A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716" y="304093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CA7559-E00E-4C5E-86D0-3A130C9E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6355298-DDC5-4FD5-B311-B8EB8B90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018FA0-8184-406E-9D0A-5520BB33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Meshed urban network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2EE81A0-051B-45CB-8B03-6543577F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Amsterdam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4C58D47-D604-4112-B820-850877E8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762" y="2200035"/>
            <a:ext cx="18685" cy="18660"/>
          </a:xfrm>
          <a:custGeom xmlns:a="http://schemas.openxmlformats.org/drawingml/2006/main">
            <a:pathLst>
              <a:path w="18685" h="18660">
                <a:moveTo>
                  <a:pt x="7146" y="221"/>
                </a:moveTo>
                <a:lnTo>
                  <a:pt x="10308" y="0"/>
                </a:lnTo>
                <a:lnTo>
                  <a:pt x="13358" y="848"/>
                </a:lnTo>
                <a:lnTo>
                  <a:pt x="15954" y="2646"/>
                </a:lnTo>
                <a:lnTo>
                  <a:pt x="17801" y="5211"/>
                </a:lnTo>
                <a:lnTo>
                  <a:pt x="18685" y="8249"/>
                </a:lnTo>
                <a:lnTo>
                  <a:pt x="18507" y="11405"/>
                </a:lnTo>
                <a:lnTo>
                  <a:pt x="17285" y="14316"/>
                </a:lnTo>
                <a:lnTo>
                  <a:pt x="15161" y="16658"/>
                </a:lnTo>
                <a:lnTo>
                  <a:pt x="12379" y="18162"/>
                </a:lnTo>
                <a:lnTo>
                  <a:pt x="9404" y="18660"/>
                </a:lnTo>
                <a:lnTo>
                  <a:pt x="6430" y="18184"/>
                </a:lnTo>
                <a:lnTo>
                  <a:pt x="3755" y="16797"/>
                </a:lnTo>
                <a:lnTo>
                  <a:pt x="1662" y="14631"/>
                </a:lnTo>
                <a:lnTo>
                  <a:pt x="369" y="11923"/>
                </a:lnTo>
                <a:lnTo>
                  <a:pt x="0" y="8936"/>
                </a:lnTo>
                <a:lnTo>
                  <a:pt x="602" y="5987"/>
                </a:lnTo>
                <a:lnTo>
                  <a:pt x="2111" y="3388"/>
                </a:lnTo>
                <a:lnTo>
                  <a:pt x="4372" y="1396"/>
                </a:lnTo>
                <a:lnTo>
                  <a:pt x="7146" y="2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724EFDE-8F3E-4228-A895-65B64010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017" y="2077359"/>
            <a:ext cx="152981" cy="49399"/>
          </a:xfrm>
          <a:custGeom xmlns:a="http://schemas.openxmlformats.org/drawingml/2006/main">
            <a:pathLst>
              <a:path w="152981" h="49399">
                <a:moveTo>
                  <a:pt x="0" y="49399"/>
                </a:moveTo>
                <a:lnTo>
                  <a:pt x="49947" y="34194"/>
                </a:lnTo>
                <a:lnTo>
                  <a:pt x="1529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3051ADC-E4E5-416E-8511-D4DAEEEC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849" y="1846065"/>
            <a:ext cx="152428" cy="163684"/>
          </a:xfrm>
          <a:custGeom xmlns:a="http://schemas.openxmlformats.org/drawingml/2006/main">
            <a:pathLst>
              <a:path w="152428" h="163684">
                <a:moveTo>
                  <a:pt x="148566" y="0"/>
                </a:moveTo>
                <a:lnTo>
                  <a:pt x="152428" y="15036"/>
                </a:lnTo>
                <a:lnTo>
                  <a:pt x="145692" y="34107"/>
                </a:lnTo>
                <a:lnTo>
                  <a:pt x="102282" y="83399"/>
                </a:lnTo>
                <a:lnTo>
                  <a:pt x="36237" y="138785"/>
                </a:lnTo>
                <a:lnTo>
                  <a:pt x="0" y="16368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B0DC4A8-2E48-48DC-8200-8F5068D9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988" y="2345727"/>
            <a:ext cx="117087" cy="66922"/>
          </a:xfrm>
          <a:custGeom xmlns:a="http://schemas.openxmlformats.org/drawingml/2006/main">
            <a:pathLst>
              <a:path w="117087" h="66922">
                <a:moveTo>
                  <a:pt x="117087" y="66922"/>
                </a:moveTo>
                <a:lnTo>
                  <a:pt x="85576" y="625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FFED74F-F77D-453E-A919-DB4A7B8C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933" y="2081901"/>
            <a:ext cx="249955" cy="131607"/>
          </a:xfrm>
          <a:custGeom xmlns:a="http://schemas.openxmlformats.org/drawingml/2006/main">
            <a:pathLst>
              <a:path w="249955" h="131607">
                <a:moveTo>
                  <a:pt x="249955" y="0"/>
                </a:moveTo>
                <a:lnTo>
                  <a:pt x="238899" y="13501"/>
                </a:lnTo>
                <a:lnTo>
                  <a:pt x="198031" y="73419"/>
                </a:lnTo>
                <a:lnTo>
                  <a:pt x="171208" y="90845"/>
                </a:lnTo>
                <a:lnTo>
                  <a:pt x="125700" y="99293"/>
                </a:lnTo>
                <a:lnTo>
                  <a:pt x="88741" y="103534"/>
                </a:lnTo>
                <a:lnTo>
                  <a:pt x="59096" y="107935"/>
                </a:lnTo>
                <a:lnTo>
                  <a:pt x="0" y="13160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FBF7741-D493-4C6D-92A7-56510465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935" y="2405229"/>
            <a:ext cx="166387" cy="155100"/>
          </a:xfrm>
          <a:custGeom xmlns:a="http://schemas.openxmlformats.org/drawingml/2006/main">
            <a:pathLst>
              <a:path w="166387" h="155100">
                <a:moveTo>
                  <a:pt x="166387" y="155100"/>
                </a:moveTo>
                <a:lnTo>
                  <a:pt x="128074" y="139286"/>
                </a:lnTo>
                <a:lnTo>
                  <a:pt x="104415" y="125303"/>
                </a:lnTo>
                <a:lnTo>
                  <a:pt x="84228" y="108889"/>
                </a:lnTo>
                <a:lnTo>
                  <a:pt x="66621" y="90467"/>
                </a:lnTo>
                <a:lnTo>
                  <a:pt x="21872" y="2631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9D0013-2620-478D-84D8-C602EE5E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583" y="3314227"/>
            <a:ext cx="280244" cy="71421"/>
          </a:xfrm>
          <a:custGeom xmlns:a="http://schemas.openxmlformats.org/drawingml/2006/main">
            <a:pathLst>
              <a:path w="280244" h="71421">
                <a:moveTo>
                  <a:pt x="0" y="71421"/>
                </a:moveTo>
                <a:lnTo>
                  <a:pt x="43935" y="61775"/>
                </a:lnTo>
                <a:lnTo>
                  <a:pt x="209907" y="19673"/>
                </a:lnTo>
                <a:lnTo>
                  <a:pt x="280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878E7E7-A69B-4A61-8CC8-C8AA7FB7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35" y="2487693"/>
            <a:ext cx="1353046" cy="821828"/>
          </a:xfrm>
          <a:custGeom xmlns:a="http://schemas.openxmlformats.org/drawingml/2006/main">
            <a:pathLst>
              <a:path w="1353046" h="821828">
                <a:moveTo>
                  <a:pt x="0" y="821828"/>
                </a:moveTo>
                <a:lnTo>
                  <a:pt x="9868" y="814917"/>
                </a:lnTo>
                <a:lnTo>
                  <a:pt x="147060" y="709227"/>
                </a:lnTo>
                <a:lnTo>
                  <a:pt x="237100" y="638550"/>
                </a:lnTo>
                <a:lnTo>
                  <a:pt x="313733" y="579130"/>
                </a:lnTo>
                <a:lnTo>
                  <a:pt x="565411" y="381781"/>
                </a:lnTo>
                <a:lnTo>
                  <a:pt x="673639" y="295525"/>
                </a:lnTo>
                <a:lnTo>
                  <a:pt x="759615" y="230391"/>
                </a:lnTo>
                <a:lnTo>
                  <a:pt x="780131" y="218804"/>
                </a:lnTo>
                <a:lnTo>
                  <a:pt x="843347" y="194736"/>
                </a:lnTo>
                <a:lnTo>
                  <a:pt x="946836" y="157158"/>
                </a:lnTo>
                <a:lnTo>
                  <a:pt x="1130402" y="85935"/>
                </a:lnTo>
                <a:lnTo>
                  <a:pt x="1157038" y="78026"/>
                </a:lnTo>
                <a:lnTo>
                  <a:pt x="1166284" y="68214"/>
                </a:lnTo>
                <a:lnTo>
                  <a:pt x="1214164" y="52667"/>
                </a:lnTo>
                <a:lnTo>
                  <a:pt x="13530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ABB3B7A-1C36-4930-9930-EBA00A2C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75" y="3153618"/>
            <a:ext cx="82065" cy="129104"/>
          </a:xfrm>
          <a:custGeom xmlns:a="http://schemas.openxmlformats.org/drawingml/2006/main">
            <a:pathLst>
              <a:path w="82065" h="129104">
                <a:moveTo>
                  <a:pt x="32590" y="129104"/>
                </a:moveTo>
                <a:lnTo>
                  <a:pt x="75233" y="87215"/>
                </a:lnTo>
                <a:lnTo>
                  <a:pt x="82065" y="794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806FE94-398A-4375-A1B7-C2355950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342" y="3228407"/>
            <a:ext cx="136307" cy="110290"/>
          </a:xfrm>
          <a:custGeom xmlns:a="http://schemas.openxmlformats.org/drawingml/2006/main">
            <a:pathLst>
              <a:path w="136307" h="110290">
                <a:moveTo>
                  <a:pt x="0" y="0"/>
                </a:moveTo>
                <a:lnTo>
                  <a:pt x="56423" y="54315"/>
                </a:lnTo>
                <a:lnTo>
                  <a:pt x="114103" y="110290"/>
                </a:lnTo>
                <a:lnTo>
                  <a:pt x="136307" y="8807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ED5EE64-D692-4DF2-A2DF-1569533B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693" y="4593684"/>
            <a:ext cx="103694" cy="109480"/>
          </a:xfrm>
          <a:custGeom xmlns:a="http://schemas.openxmlformats.org/drawingml/2006/main">
            <a:pathLst>
              <a:path w="103694" h="109480">
                <a:moveTo>
                  <a:pt x="101761" y="0"/>
                </a:moveTo>
                <a:lnTo>
                  <a:pt x="103206" y="56408"/>
                </a:lnTo>
                <a:lnTo>
                  <a:pt x="103694" y="106091"/>
                </a:lnTo>
                <a:lnTo>
                  <a:pt x="61574" y="107200"/>
                </a:lnTo>
                <a:lnTo>
                  <a:pt x="0" y="1094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1113402-6006-45EF-8024-004EB81C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794" y="4499607"/>
            <a:ext cx="203023" cy="84739"/>
          </a:xfrm>
          <a:custGeom xmlns:a="http://schemas.openxmlformats.org/drawingml/2006/main">
            <a:pathLst>
              <a:path w="203023" h="84739">
                <a:moveTo>
                  <a:pt x="0" y="0"/>
                </a:moveTo>
                <a:lnTo>
                  <a:pt x="15520" y="5849"/>
                </a:lnTo>
                <a:lnTo>
                  <a:pt x="52313" y="21623"/>
                </a:lnTo>
                <a:lnTo>
                  <a:pt x="142609" y="63431"/>
                </a:lnTo>
                <a:lnTo>
                  <a:pt x="155339" y="67541"/>
                </a:lnTo>
                <a:lnTo>
                  <a:pt x="170235" y="71311"/>
                </a:lnTo>
                <a:lnTo>
                  <a:pt x="203023" y="8473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D09F83A-D9DD-44A6-B51A-FC1E5AC6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077" y="4830846"/>
            <a:ext cx="127305" cy="39530"/>
          </a:xfrm>
          <a:custGeom xmlns:a="http://schemas.openxmlformats.org/drawingml/2006/main">
            <a:pathLst>
              <a:path w="127305" h="39530">
                <a:moveTo>
                  <a:pt x="281" y="39530"/>
                </a:moveTo>
                <a:lnTo>
                  <a:pt x="0" y="29843"/>
                </a:lnTo>
                <a:lnTo>
                  <a:pt x="14890" y="5599"/>
                </a:lnTo>
                <a:lnTo>
                  <a:pt x="29875" y="161"/>
                </a:lnTo>
                <a:lnTo>
                  <a:pt x="94196" y="0"/>
                </a:lnTo>
                <a:lnTo>
                  <a:pt x="111918" y="13864"/>
                </a:lnTo>
                <a:lnTo>
                  <a:pt x="127305" y="395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ADDED53-6E32-47F3-A164-7D8854E0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544" y="4405900"/>
            <a:ext cx="416730" cy="464476"/>
          </a:xfrm>
          <a:custGeom xmlns:a="http://schemas.openxmlformats.org/drawingml/2006/main">
            <a:pathLst>
              <a:path w="416730" h="464476">
                <a:moveTo>
                  <a:pt x="127113" y="464476"/>
                </a:moveTo>
                <a:lnTo>
                  <a:pt x="204362" y="372102"/>
                </a:lnTo>
                <a:lnTo>
                  <a:pt x="203561" y="359881"/>
                </a:lnTo>
                <a:lnTo>
                  <a:pt x="96079" y="275486"/>
                </a:lnTo>
                <a:lnTo>
                  <a:pt x="3115" y="200299"/>
                </a:lnTo>
                <a:lnTo>
                  <a:pt x="0" y="186600"/>
                </a:lnTo>
                <a:lnTo>
                  <a:pt x="97596" y="91371"/>
                </a:lnTo>
                <a:lnTo>
                  <a:pt x="186112" y="5606"/>
                </a:lnTo>
                <a:lnTo>
                  <a:pt x="194942" y="0"/>
                </a:lnTo>
                <a:lnTo>
                  <a:pt x="238750" y="4224"/>
                </a:lnTo>
                <a:lnTo>
                  <a:pt x="327653" y="61596"/>
                </a:lnTo>
                <a:lnTo>
                  <a:pt x="362680" y="73217"/>
                </a:lnTo>
                <a:lnTo>
                  <a:pt x="402883" y="76933"/>
                </a:lnTo>
                <a:lnTo>
                  <a:pt x="416730" y="8410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0CDB88-A32D-464D-82BE-D90FB8E5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61" y="3215111"/>
            <a:ext cx="206987" cy="407850"/>
          </a:xfrm>
          <a:custGeom xmlns:a="http://schemas.openxmlformats.org/drawingml/2006/main">
            <a:pathLst>
              <a:path w="206987" h="407850">
                <a:moveTo>
                  <a:pt x="149351" y="175430"/>
                </a:moveTo>
                <a:lnTo>
                  <a:pt x="150587" y="176617"/>
                </a:lnTo>
                <a:lnTo>
                  <a:pt x="150668" y="176697"/>
                </a:lnTo>
                <a:lnTo>
                  <a:pt x="154823" y="180859"/>
                </a:lnTo>
                <a:lnTo>
                  <a:pt x="156030" y="180945"/>
                </a:lnTo>
                <a:lnTo>
                  <a:pt x="164629" y="181708"/>
                </a:lnTo>
                <a:lnTo>
                  <a:pt x="206987" y="221987"/>
                </a:lnTo>
                <a:lnTo>
                  <a:pt x="202932" y="233072"/>
                </a:lnTo>
                <a:lnTo>
                  <a:pt x="202560" y="233136"/>
                </a:lnTo>
                <a:lnTo>
                  <a:pt x="192954" y="241280"/>
                </a:lnTo>
                <a:lnTo>
                  <a:pt x="192325" y="240705"/>
                </a:lnTo>
                <a:lnTo>
                  <a:pt x="191425" y="241686"/>
                </a:lnTo>
                <a:lnTo>
                  <a:pt x="188654" y="244647"/>
                </a:lnTo>
                <a:lnTo>
                  <a:pt x="185162" y="248429"/>
                </a:lnTo>
                <a:lnTo>
                  <a:pt x="181091" y="252855"/>
                </a:lnTo>
                <a:lnTo>
                  <a:pt x="179118" y="255003"/>
                </a:lnTo>
                <a:lnTo>
                  <a:pt x="179735" y="255578"/>
                </a:lnTo>
                <a:lnTo>
                  <a:pt x="177530" y="257796"/>
                </a:lnTo>
                <a:lnTo>
                  <a:pt x="177332" y="258102"/>
                </a:lnTo>
                <a:lnTo>
                  <a:pt x="177269" y="258486"/>
                </a:lnTo>
                <a:lnTo>
                  <a:pt x="177309" y="258931"/>
                </a:lnTo>
                <a:lnTo>
                  <a:pt x="177559" y="259316"/>
                </a:lnTo>
                <a:lnTo>
                  <a:pt x="178173" y="260174"/>
                </a:lnTo>
                <a:lnTo>
                  <a:pt x="184516" y="268986"/>
                </a:lnTo>
                <a:lnTo>
                  <a:pt x="184604" y="269549"/>
                </a:lnTo>
                <a:lnTo>
                  <a:pt x="184608" y="270332"/>
                </a:lnTo>
                <a:lnTo>
                  <a:pt x="184410" y="271266"/>
                </a:lnTo>
                <a:lnTo>
                  <a:pt x="184029" y="271841"/>
                </a:lnTo>
                <a:lnTo>
                  <a:pt x="176068" y="279532"/>
                </a:lnTo>
                <a:lnTo>
                  <a:pt x="175491" y="280085"/>
                </a:lnTo>
                <a:lnTo>
                  <a:pt x="154301" y="300434"/>
                </a:lnTo>
                <a:lnTo>
                  <a:pt x="111443" y="341900"/>
                </a:lnTo>
                <a:lnTo>
                  <a:pt x="102075" y="350849"/>
                </a:lnTo>
                <a:lnTo>
                  <a:pt x="94200" y="358218"/>
                </a:lnTo>
                <a:lnTo>
                  <a:pt x="82397" y="369354"/>
                </a:lnTo>
                <a:lnTo>
                  <a:pt x="57495" y="392798"/>
                </a:lnTo>
                <a:lnTo>
                  <a:pt x="50251" y="399613"/>
                </a:lnTo>
                <a:lnTo>
                  <a:pt x="49268" y="400595"/>
                </a:lnTo>
                <a:lnTo>
                  <a:pt x="48735" y="401748"/>
                </a:lnTo>
                <a:lnTo>
                  <a:pt x="48566" y="403164"/>
                </a:lnTo>
                <a:lnTo>
                  <a:pt x="48798" y="404096"/>
                </a:lnTo>
                <a:lnTo>
                  <a:pt x="49541" y="406044"/>
                </a:lnTo>
                <a:lnTo>
                  <a:pt x="49738" y="406512"/>
                </a:lnTo>
                <a:lnTo>
                  <a:pt x="46382" y="407850"/>
                </a:lnTo>
                <a:lnTo>
                  <a:pt x="46172" y="407300"/>
                </a:lnTo>
                <a:lnTo>
                  <a:pt x="45045" y="404360"/>
                </a:lnTo>
                <a:lnTo>
                  <a:pt x="44749" y="403731"/>
                </a:lnTo>
                <a:lnTo>
                  <a:pt x="43901" y="402897"/>
                </a:lnTo>
                <a:lnTo>
                  <a:pt x="39250" y="398111"/>
                </a:lnTo>
                <a:lnTo>
                  <a:pt x="41064" y="394601"/>
                </a:lnTo>
                <a:lnTo>
                  <a:pt x="67487" y="368129"/>
                </a:lnTo>
                <a:lnTo>
                  <a:pt x="67871" y="368101"/>
                </a:lnTo>
                <a:lnTo>
                  <a:pt x="68175" y="367993"/>
                </a:lnTo>
                <a:lnTo>
                  <a:pt x="68480" y="367720"/>
                </a:lnTo>
                <a:lnTo>
                  <a:pt x="78595" y="358124"/>
                </a:lnTo>
                <a:lnTo>
                  <a:pt x="84128" y="352857"/>
                </a:lnTo>
                <a:lnTo>
                  <a:pt x="84137" y="352574"/>
                </a:lnTo>
                <a:lnTo>
                  <a:pt x="103413" y="334272"/>
                </a:lnTo>
                <a:lnTo>
                  <a:pt x="104153" y="333569"/>
                </a:lnTo>
                <a:lnTo>
                  <a:pt x="111568" y="326722"/>
                </a:lnTo>
                <a:lnTo>
                  <a:pt x="117434" y="321182"/>
                </a:lnTo>
                <a:lnTo>
                  <a:pt x="122552" y="316264"/>
                </a:lnTo>
                <a:lnTo>
                  <a:pt x="126615" y="312339"/>
                </a:lnTo>
                <a:lnTo>
                  <a:pt x="126836" y="311859"/>
                </a:lnTo>
                <a:lnTo>
                  <a:pt x="126946" y="311374"/>
                </a:lnTo>
                <a:lnTo>
                  <a:pt x="126877" y="310865"/>
                </a:lnTo>
                <a:lnTo>
                  <a:pt x="126699" y="310460"/>
                </a:lnTo>
                <a:lnTo>
                  <a:pt x="126398" y="310077"/>
                </a:lnTo>
                <a:lnTo>
                  <a:pt x="129794" y="310423"/>
                </a:lnTo>
                <a:lnTo>
                  <a:pt x="130502" y="296195"/>
                </a:lnTo>
                <a:lnTo>
                  <a:pt x="133607" y="293170"/>
                </a:lnTo>
                <a:lnTo>
                  <a:pt x="134928" y="291896"/>
                </a:lnTo>
                <a:lnTo>
                  <a:pt x="139703" y="287287"/>
                </a:lnTo>
                <a:lnTo>
                  <a:pt x="145766" y="281414"/>
                </a:lnTo>
                <a:lnTo>
                  <a:pt x="151723" y="275708"/>
                </a:lnTo>
                <a:lnTo>
                  <a:pt x="157588" y="269959"/>
                </a:lnTo>
                <a:lnTo>
                  <a:pt x="163245" y="264334"/>
                </a:lnTo>
                <a:lnTo>
                  <a:pt x="167190" y="260403"/>
                </a:lnTo>
                <a:lnTo>
                  <a:pt x="168388" y="259315"/>
                </a:lnTo>
                <a:lnTo>
                  <a:pt x="169306" y="258562"/>
                </a:lnTo>
                <a:lnTo>
                  <a:pt x="170476" y="257674"/>
                </a:lnTo>
                <a:lnTo>
                  <a:pt x="171625" y="256833"/>
                </a:lnTo>
                <a:lnTo>
                  <a:pt x="172740" y="256211"/>
                </a:lnTo>
                <a:lnTo>
                  <a:pt x="173631" y="255714"/>
                </a:lnTo>
                <a:lnTo>
                  <a:pt x="174293" y="255232"/>
                </a:lnTo>
                <a:lnTo>
                  <a:pt x="176646" y="252691"/>
                </a:lnTo>
                <a:lnTo>
                  <a:pt x="177281" y="253285"/>
                </a:lnTo>
                <a:lnTo>
                  <a:pt x="179249" y="251137"/>
                </a:lnTo>
                <a:lnTo>
                  <a:pt x="183197" y="246714"/>
                </a:lnTo>
                <a:lnTo>
                  <a:pt x="186767" y="242948"/>
                </a:lnTo>
                <a:lnTo>
                  <a:pt x="189516" y="239960"/>
                </a:lnTo>
                <a:lnTo>
                  <a:pt x="190449" y="238952"/>
                </a:lnTo>
                <a:lnTo>
                  <a:pt x="189969" y="238527"/>
                </a:lnTo>
                <a:lnTo>
                  <a:pt x="200372" y="228294"/>
                </a:lnTo>
                <a:lnTo>
                  <a:pt x="164434" y="195522"/>
                </a:lnTo>
                <a:lnTo>
                  <a:pt x="150257" y="182429"/>
                </a:lnTo>
                <a:lnTo>
                  <a:pt x="148333" y="180986"/>
                </a:lnTo>
                <a:lnTo>
                  <a:pt x="147201" y="180169"/>
                </a:lnTo>
                <a:lnTo>
                  <a:pt x="147156" y="180134"/>
                </a:lnTo>
                <a:lnTo>
                  <a:pt x="145961" y="178845"/>
                </a:lnTo>
                <a:lnTo>
                  <a:pt x="144726" y="177703"/>
                </a:lnTo>
                <a:lnTo>
                  <a:pt x="142018" y="174869"/>
                </a:lnTo>
                <a:lnTo>
                  <a:pt x="117917" y="152548"/>
                </a:lnTo>
                <a:lnTo>
                  <a:pt x="51563" y="91511"/>
                </a:lnTo>
                <a:lnTo>
                  <a:pt x="22217" y="65304"/>
                </a:lnTo>
                <a:lnTo>
                  <a:pt x="17403" y="60905"/>
                </a:lnTo>
                <a:lnTo>
                  <a:pt x="13937" y="57882"/>
                </a:lnTo>
                <a:lnTo>
                  <a:pt x="0" y="45400"/>
                </a:lnTo>
                <a:lnTo>
                  <a:pt x="10583" y="34771"/>
                </a:lnTo>
                <a:lnTo>
                  <a:pt x="20318" y="25002"/>
                </a:lnTo>
                <a:lnTo>
                  <a:pt x="26117" y="19037"/>
                </a:lnTo>
                <a:lnTo>
                  <a:pt x="34243" y="10650"/>
                </a:lnTo>
                <a:lnTo>
                  <a:pt x="42625" y="1983"/>
                </a:lnTo>
                <a:lnTo>
                  <a:pt x="44522" y="138"/>
                </a:lnTo>
                <a:lnTo>
                  <a:pt x="45249" y="0"/>
                </a:lnTo>
                <a:lnTo>
                  <a:pt x="46047" y="216"/>
                </a:lnTo>
                <a:lnTo>
                  <a:pt x="46514" y="549"/>
                </a:lnTo>
                <a:lnTo>
                  <a:pt x="46887" y="1168"/>
                </a:lnTo>
                <a:lnTo>
                  <a:pt x="47256" y="2442"/>
                </a:lnTo>
                <a:lnTo>
                  <a:pt x="47044" y="3496"/>
                </a:lnTo>
                <a:lnTo>
                  <a:pt x="46688" y="4571"/>
                </a:lnTo>
                <a:lnTo>
                  <a:pt x="45186" y="6223"/>
                </a:lnTo>
                <a:lnTo>
                  <a:pt x="41137" y="10421"/>
                </a:lnTo>
                <a:lnTo>
                  <a:pt x="33617" y="18336"/>
                </a:lnTo>
                <a:lnTo>
                  <a:pt x="30492" y="21416"/>
                </a:lnTo>
                <a:lnTo>
                  <a:pt x="29517" y="22726"/>
                </a:lnTo>
                <a:lnTo>
                  <a:pt x="24103" y="28445"/>
                </a:lnTo>
                <a:lnTo>
                  <a:pt x="21602" y="31308"/>
                </a:lnTo>
                <a:lnTo>
                  <a:pt x="17434" y="35654"/>
                </a:lnTo>
                <a:lnTo>
                  <a:pt x="12568" y="45020"/>
                </a:lnTo>
                <a:lnTo>
                  <a:pt x="49499" y="79989"/>
                </a:lnTo>
                <a:lnTo>
                  <a:pt x="73490" y="103024"/>
                </a:lnTo>
                <a:lnTo>
                  <a:pt x="144001" y="170599"/>
                </a:lnTo>
                <a:lnTo>
                  <a:pt x="148149" y="174269"/>
                </a:lnTo>
                <a:lnTo>
                  <a:pt x="149351" y="1754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D40752F-A170-4321-8E87-D9660D04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649" y="3108990"/>
            <a:ext cx="64589" cy="62264"/>
          </a:xfrm>
          <a:custGeom xmlns:a="http://schemas.openxmlformats.org/drawingml/2006/main">
            <a:pathLst>
              <a:path w="64589" h="62264">
                <a:moveTo>
                  <a:pt x="1694" y="760"/>
                </a:moveTo>
                <a:lnTo>
                  <a:pt x="3554" y="0"/>
                </a:lnTo>
                <a:lnTo>
                  <a:pt x="6838" y="2882"/>
                </a:lnTo>
                <a:lnTo>
                  <a:pt x="26755" y="22434"/>
                </a:lnTo>
                <a:lnTo>
                  <a:pt x="27790" y="22570"/>
                </a:lnTo>
                <a:lnTo>
                  <a:pt x="29151" y="22980"/>
                </a:lnTo>
                <a:lnTo>
                  <a:pt x="30159" y="23536"/>
                </a:lnTo>
                <a:lnTo>
                  <a:pt x="31138" y="24266"/>
                </a:lnTo>
                <a:lnTo>
                  <a:pt x="31338" y="24470"/>
                </a:lnTo>
                <a:lnTo>
                  <a:pt x="31826" y="24977"/>
                </a:lnTo>
                <a:lnTo>
                  <a:pt x="32379" y="25645"/>
                </a:lnTo>
                <a:lnTo>
                  <a:pt x="32892" y="26478"/>
                </a:lnTo>
                <a:lnTo>
                  <a:pt x="33271" y="27306"/>
                </a:lnTo>
                <a:lnTo>
                  <a:pt x="33587" y="28254"/>
                </a:lnTo>
                <a:lnTo>
                  <a:pt x="33665" y="29108"/>
                </a:lnTo>
                <a:lnTo>
                  <a:pt x="56721" y="51519"/>
                </a:lnTo>
                <a:lnTo>
                  <a:pt x="64589" y="59142"/>
                </a:lnTo>
                <a:lnTo>
                  <a:pt x="61593" y="62264"/>
                </a:lnTo>
                <a:lnTo>
                  <a:pt x="54195" y="54893"/>
                </a:lnTo>
                <a:lnTo>
                  <a:pt x="50809" y="51750"/>
                </a:lnTo>
                <a:lnTo>
                  <a:pt x="27934" y="29608"/>
                </a:lnTo>
                <a:lnTo>
                  <a:pt x="27980" y="29452"/>
                </a:lnTo>
                <a:lnTo>
                  <a:pt x="27997" y="29269"/>
                </a:lnTo>
                <a:lnTo>
                  <a:pt x="27986" y="29060"/>
                </a:lnTo>
                <a:lnTo>
                  <a:pt x="27935" y="28833"/>
                </a:lnTo>
                <a:lnTo>
                  <a:pt x="27853" y="28663"/>
                </a:lnTo>
                <a:lnTo>
                  <a:pt x="27731" y="28502"/>
                </a:lnTo>
                <a:lnTo>
                  <a:pt x="27610" y="28341"/>
                </a:lnTo>
                <a:lnTo>
                  <a:pt x="27460" y="28181"/>
                </a:lnTo>
                <a:lnTo>
                  <a:pt x="27301" y="28058"/>
                </a:lnTo>
                <a:lnTo>
                  <a:pt x="27165" y="27970"/>
                </a:lnTo>
                <a:lnTo>
                  <a:pt x="27018" y="27892"/>
                </a:lnTo>
                <a:lnTo>
                  <a:pt x="26877" y="27851"/>
                </a:lnTo>
                <a:lnTo>
                  <a:pt x="26703" y="27819"/>
                </a:lnTo>
                <a:lnTo>
                  <a:pt x="26531" y="27823"/>
                </a:lnTo>
                <a:lnTo>
                  <a:pt x="26320" y="27856"/>
                </a:lnTo>
                <a:lnTo>
                  <a:pt x="26176" y="27915"/>
                </a:lnTo>
                <a:lnTo>
                  <a:pt x="3799" y="6251"/>
                </a:lnTo>
                <a:lnTo>
                  <a:pt x="0" y="2682"/>
                </a:lnTo>
                <a:lnTo>
                  <a:pt x="1694" y="7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D1034D1-D946-4936-B5E2-52EC81AE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767" y="4457661"/>
            <a:ext cx="19615" cy="30267"/>
          </a:xfrm>
          <a:custGeom xmlns:a="http://schemas.openxmlformats.org/drawingml/2006/main">
            <a:pathLst>
              <a:path w="19615" h="30267">
                <a:moveTo>
                  <a:pt x="0" y="24012"/>
                </a:moveTo>
                <a:lnTo>
                  <a:pt x="5854" y="0"/>
                </a:lnTo>
                <a:lnTo>
                  <a:pt x="19615" y="3805"/>
                </a:lnTo>
                <a:lnTo>
                  <a:pt x="12392" y="30267"/>
                </a:lnTo>
                <a:lnTo>
                  <a:pt x="3318" y="27922"/>
                </a:lnTo>
                <a:lnTo>
                  <a:pt x="0" y="240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88C961A-AC18-444B-B71E-2C802F5C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63" y="4227611"/>
            <a:ext cx="110680" cy="85330"/>
          </a:xfrm>
          <a:custGeom xmlns:a="http://schemas.openxmlformats.org/drawingml/2006/main">
            <a:pathLst>
              <a:path w="110680" h="85330">
                <a:moveTo>
                  <a:pt x="94694" y="72199"/>
                </a:moveTo>
                <a:lnTo>
                  <a:pt x="82766" y="61159"/>
                </a:lnTo>
                <a:lnTo>
                  <a:pt x="70930" y="49625"/>
                </a:lnTo>
                <a:lnTo>
                  <a:pt x="59035" y="38375"/>
                </a:lnTo>
                <a:lnTo>
                  <a:pt x="47710" y="27575"/>
                </a:lnTo>
                <a:lnTo>
                  <a:pt x="36094" y="16499"/>
                </a:lnTo>
                <a:lnTo>
                  <a:pt x="29896" y="10681"/>
                </a:lnTo>
                <a:lnTo>
                  <a:pt x="28657" y="9858"/>
                </a:lnTo>
                <a:lnTo>
                  <a:pt x="27424" y="9235"/>
                </a:lnTo>
                <a:lnTo>
                  <a:pt x="26396" y="9171"/>
                </a:lnTo>
                <a:lnTo>
                  <a:pt x="25317" y="9309"/>
                </a:lnTo>
                <a:lnTo>
                  <a:pt x="24350" y="9636"/>
                </a:lnTo>
                <a:lnTo>
                  <a:pt x="23578" y="10176"/>
                </a:lnTo>
                <a:lnTo>
                  <a:pt x="22320" y="11330"/>
                </a:lnTo>
                <a:lnTo>
                  <a:pt x="14344" y="19586"/>
                </a:lnTo>
                <a:lnTo>
                  <a:pt x="8737" y="24582"/>
                </a:lnTo>
                <a:lnTo>
                  <a:pt x="8353" y="24820"/>
                </a:lnTo>
                <a:lnTo>
                  <a:pt x="7874" y="25060"/>
                </a:lnTo>
                <a:lnTo>
                  <a:pt x="7331" y="25221"/>
                </a:lnTo>
                <a:lnTo>
                  <a:pt x="6753" y="25309"/>
                </a:lnTo>
                <a:lnTo>
                  <a:pt x="6060" y="25273"/>
                </a:lnTo>
                <a:lnTo>
                  <a:pt x="5015" y="24991"/>
                </a:lnTo>
                <a:lnTo>
                  <a:pt x="4121" y="24742"/>
                </a:lnTo>
                <a:lnTo>
                  <a:pt x="3379" y="24315"/>
                </a:lnTo>
                <a:lnTo>
                  <a:pt x="2910" y="23900"/>
                </a:lnTo>
                <a:lnTo>
                  <a:pt x="2179" y="22407"/>
                </a:lnTo>
                <a:lnTo>
                  <a:pt x="1648" y="21128"/>
                </a:lnTo>
                <a:lnTo>
                  <a:pt x="1305" y="19352"/>
                </a:lnTo>
                <a:lnTo>
                  <a:pt x="1111" y="17745"/>
                </a:lnTo>
                <a:lnTo>
                  <a:pt x="0" y="11243"/>
                </a:lnTo>
                <a:lnTo>
                  <a:pt x="934" y="10280"/>
                </a:lnTo>
                <a:lnTo>
                  <a:pt x="1271" y="10380"/>
                </a:lnTo>
                <a:lnTo>
                  <a:pt x="5068" y="11518"/>
                </a:lnTo>
                <a:lnTo>
                  <a:pt x="5130" y="11534"/>
                </a:lnTo>
                <a:lnTo>
                  <a:pt x="6659" y="11994"/>
                </a:lnTo>
                <a:lnTo>
                  <a:pt x="9619" y="8536"/>
                </a:lnTo>
                <a:lnTo>
                  <a:pt x="13385" y="5183"/>
                </a:lnTo>
                <a:lnTo>
                  <a:pt x="15627" y="3074"/>
                </a:lnTo>
                <a:lnTo>
                  <a:pt x="20361" y="278"/>
                </a:lnTo>
                <a:lnTo>
                  <a:pt x="22448" y="687"/>
                </a:lnTo>
                <a:lnTo>
                  <a:pt x="24674" y="72"/>
                </a:lnTo>
                <a:lnTo>
                  <a:pt x="25325" y="0"/>
                </a:lnTo>
                <a:lnTo>
                  <a:pt x="26235" y="440"/>
                </a:lnTo>
                <a:lnTo>
                  <a:pt x="28516" y="1664"/>
                </a:lnTo>
                <a:lnTo>
                  <a:pt x="32978" y="5543"/>
                </a:lnTo>
                <a:lnTo>
                  <a:pt x="43819" y="14954"/>
                </a:lnTo>
                <a:lnTo>
                  <a:pt x="49561" y="19983"/>
                </a:lnTo>
                <a:lnTo>
                  <a:pt x="49263" y="20328"/>
                </a:lnTo>
                <a:lnTo>
                  <a:pt x="49584" y="22114"/>
                </a:lnTo>
                <a:lnTo>
                  <a:pt x="51080" y="22766"/>
                </a:lnTo>
                <a:lnTo>
                  <a:pt x="51875" y="23902"/>
                </a:lnTo>
                <a:lnTo>
                  <a:pt x="54517" y="24870"/>
                </a:lnTo>
                <a:lnTo>
                  <a:pt x="54818" y="24625"/>
                </a:lnTo>
                <a:lnTo>
                  <a:pt x="58556" y="28159"/>
                </a:lnTo>
                <a:lnTo>
                  <a:pt x="68210" y="38667"/>
                </a:lnTo>
                <a:lnTo>
                  <a:pt x="67910" y="40169"/>
                </a:lnTo>
                <a:lnTo>
                  <a:pt x="68754" y="40857"/>
                </a:lnTo>
                <a:lnTo>
                  <a:pt x="68771" y="41494"/>
                </a:lnTo>
                <a:lnTo>
                  <a:pt x="71247" y="43942"/>
                </a:lnTo>
                <a:lnTo>
                  <a:pt x="72514" y="44373"/>
                </a:lnTo>
                <a:lnTo>
                  <a:pt x="73650" y="44306"/>
                </a:lnTo>
                <a:lnTo>
                  <a:pt x="76791" y="47620"/>
                </a:lnTo>
                <a:lnTo>
                  <a:pt x="81507" y="51856"/>
                </a:lnTo>
                <a:lnTo>
                  <a:pt x="88321" y="57741"/>
                </a:lnTo>
                <a:lnTo>
                  <a:pt x="92422" y="61293"/>
                </a:lnTo>
                <a:lnTo>
                  <a:pt x="92907" y="63384"/>
                </a:lnTo>
                <a:lnTo>
                  <a:pt x="93455" y="64271"/>
                </a:lnTo>
                <a:lnTo>
                  <a:pt x="94882" y="64433"/>
                </a:lnTo>
                <a:lnTo>
                  <a:pt x="95334" y="66079"/>
                </a:lnTo>
                <a:lnTo>
                  <a:pt x="96569" y="66793"/>
                </a:lnTo>
                <a:lnTo>
                  <a:pt x="97081" y="67790"/>
                </a:lnTo>
                <a:lnTo>
                  <a:pt x="98930" y="67668"/>
                </a:lnTo>
                <a:lnTo>
                  <a:pt x="101218" y="69975"/>
                </a:lnTo>
                <a:lnTo>
                  <a:pt x="104234" y="74239"/>
                </a:lnTo>
                <a:lnTo>
                  <a:pt x="110069" y="81096"/>
                </a:lnTo>
                <a:lnTo>
                  <a:pt x="110680" y="82446"/>
                </a:lnTo>
                <a:lnTo>
                  <a:pt x="108101" y="85330"/>
                </a:lnTo>
                <a:lnTo>
                  <a:pt x="94694" y="721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767DFD3-55A7-4465-8177-47F84F64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87" y="3478098"/>
            <a:ext cx="349995" cy="690149"/>
          </a:xfrm>
          <a:custGeom xmlns:a="http://schemas.openxmlformats.org/drawingml/2006/main">
            <a:pathLst>
              <a:path w="349995" h="690149">
                <a:moveTo>
                  <a:pt x="349250" y="624836"/>
                </a:moveTo>
                <a:lnTo>
                  <a:pt x="320331" y="654714"/>
                </a:lnTo>
                <a:lnTo>
                  <a:pt x="305207" y="670195"/>
                </a:lnTo>
                <a:lnTo>
                  <a:pt x="304968" y="670629"/>
                </a:lnTo>
                <a:lnTo>
                  <a:pt x="304814" y="671116"/>
                </a:lnTo>
                <a:lnTo>
                  <a:pt x="304814" y="671744"/>
                </a:lnTo>
                <a:lnTo>
                  <a:pt x="305283" y="673435"/>
                </a:lnTo>
                <a:lnTo>
                  <a:pt x="305701" y="674881"/>
                </a:lnTo>
                <a:lnTo>
                  <a:pt x="305713" y="675318"/>
                </a:lnTo>
                <a:lnTo>
                  <a:pt x="305659" y="675821"/>
                </a:lnTo>
                <a:lnTo>
                  <a:pt x="305257" y="676405"/>
                </a:lnTo>
                <a:lnTo>
                  <a:pt x="302586" y="678955"/>
                </a:lnTo>
                <a:lnTo>
                  <a:pt x="302746" y="679123"/>
                </a:lnTo>
                <a:lnTo>
                  <a:pt x="297915" y="684144"/>
                </a:lnTo>
                <a:lnTo>
                  <a:pt x="297669" y="683905"/>
                </a:lnTo>
                <a:lnTo>
                  <a:pt x="291740" y="689802"/>
                </a:lnTo>
                <a:lnTo>
                  <a:pt x="291275" y="689951"/>
                </a:lnTo>
                <a:lnTo>
                  <a:pt x="290581" y="690052"/>
                </a:lnTo>
                <a:lnTo>
                  <a:pt x="289334" y="690149"/>
                </a:lnTo>
                <a:lnTo>
                  <a:pt x="288111" y="690136"/>
                </a:lnTo>
                <a:lnTo>
                  <a:pt x="286808" y="689998"/>
                </a:lnTo>
                <a:lnTo>
                  <a:pt x="285111" y="689570"/>
                </a:lnTo>
                <a:lnTo>
                  <a:pt x="283876" y="689066"/>
                </a:lnTo>
                <a:lnTo>
                  <a:pt x="282188" y="688136"/>
                </a:lnTo>
                <a:lnTo>
                  <a:pt x="280942" y="687204"/>
                </a:lnTo>
                <a:lnTo>
                  <a:pt x="229601" y="638864"/>
                </a:lnTo>
                <a:lnTo>
                  <a:pt x="204064" y="614234"/>
                </a:lnTo>
                <a:lnTo>
                  <a:pt x="179014" y="589628"/>
                </a:lnTo>
                <a:lnTo>
                  <a:pt x="162184" y="572836"/>
                </a:lnTo>
                <a:lnTo>
                  <a:pt x="145486" y="555958"/>
                </a:lnTo>
                <a:lnTo>
                  <a:pt x="133047" y="542910"/>
                </a:lnTo>
                <a:lnTo>
                  <a:pt x="130412" y="540138"/>
                </a:lnTo>
                <a:lnTo>
                  <a:pt x="126250" y="535759"/>
                </a:lnTo>
                <a:lnTo>
                  <a:pt x="122663" y="532029"/>
                </a:lnTo>
                <a:lnTo>
                  <a:pt x="98842" y="505978"/>
                </a:lnTo>
                <a:lnTo>
                  <a:pt x="82857" y="488215"/>
                </a:lnTo>
                <a:lnTo>
                  <a:pt x="67218" y="470644"/>
                </a:lnTo>
                <a:lnTo>
                  <a:pt x="51313" y="452323"/>
                </a:lnTo>
                <a:lnTo>
                  <a:pt x="36354" y="434688"/>
                </a:lnTo>
                <a:lnTo>
                  <a:pt x="21181" y="416412"/>
                </a:lnTo>
                <a:lnTo>
                  <a:pt x="13441" y="407328"/>
                </a:lnTo>
                <a:lnTo>
                  <a:pt x="8001" y="400623"/>
                </a:lnTo>
                <a:lnTo>
                  <a:pt x="6432" y="398279"/>
                </a:lnTo>
                <a:lnTo>
                  <a:pt x="4916" y="395432"/>
                </a:lnTo>
                <a:lnTo>
                  <a:pt x="3686" y="392814"/>
                </a:lnTo>
                <a:lnTo>
                  <a:pt x="2572" y="389537"/>
                </a:lnTo>
                <a:lnTo>
                  <a:pt x="1718" y="386618"/>
                </a:lnTo>
                <a:lnTo>
                  <a:pt x="675" y="381609"/>
                </a:lnTo>
                <a:lnTo>
                  <a:pt x="313" y="378913"/>
                </a:lnTo>
                <a:lnTo>
                  <a:pt x="80" y="376888"/>
                </a:lnTo>
                <a:lnTo>
                  <a:pt x="0" y="374513"/>
                </a:lnTo>
                <a:lnTo>
                  <a:pt x="116" y="372369"/>
                </a:lnTo>
                <a:lnTo>
                  <a:pt x="423" y="370093"/>
                </a:lnTo>
                <a:lnTo>
                  <a:pt x="927" y="367866"/>
                </a:lnTo>
                <a:lnTo>
                  <a:pt x="1764" y="365175"/>
                </a:lnTo>
                <a:lnTo>
                  <a:pt x="2918" y="362621"/>
                </a:lnTo>
                <a:lnTo>
                  <a:pt x="5829" y="357141"/>
                </a:lnTo>
                <a:lnTo>
                  <a:pt x="6589" y="355755"/>
                </a:lnTo>
                <a:lnTo>
                  <a:pt x="6929" y="355117"/>
                </a:lnTo>
                <a:lnTo>
                  <a:pt x="7166" y="354391"/>
                </a:lnTo>
                <a:lnTo>
                  <a:pt x="12744" y="348485"/>
                </a:lnTo>
                <a:lnTo>
                  <a:pt x="13306" y="348234"/>
                </a:lnTo>
                <a:lnTo>
                  <a:pt x="13910" y="347862"/>
                </a:lnTo>
                <a:lnTo>
                  <a:pt x="18105" y="343706"/>
                </a:lnTo>
                <a:lnTo>
                  <a:pt x="33362" y="328032"/>
                </a:lnTo>
                <a:lnTo>
                  <a:pt x="48513" y="312351"/>
                </a:lnTo>
                <a:lnTo>
                  <a:pt x="258865" y="95014"/>
                </a:lnTo>
                <a:lnTo>
                  <a:pt x="261595" y="93037"/>
                </a:lnTo>
                <a:lnTo>
                  <a:pt x="261948" y="92663"/>
                </a:lnTo>
                <a:lnTo>
                  <a:pt x="262364" y="92361"/>
                </a:lnTo>
                <a:lnTo>
                  <a:pt x="265069" y="89437"/>
                </a:lnTo>
                <a:lnTo>
                  <a:pt x="267818" y="86476"/>
                </a:lnTo>
                <a:lnTo>
                  <a:pt x="268222" y="86128"/>
                </a:lnTo>
                <a:lnTo>
                  <a:pt x="269113" y="85066"/>
                </a:lnTo>
                <a:lnTo>
                  <a:pt x="291524" y="61402"/>
                </a:lnTo>
                <a:lnTo>
                  <a:pt x="312221" y="39605"/>
                </a:lnTo>
                <a:lnTo>
                  <a:pt x="322506" y="28727"/>
                </a:lnTo>
                <a:lnTo>
                  <a:pt x="332885" y="17855"/>
                </a:lnTo>
                <a:lnTo>
                  <a:pt x="343677" y="6535"/>
                </a:lnTo>
                <a:lnTo>
                  <a:pt x="349995" y="0"/>
                </a:lnTo>
                <a:lnTo>
                  <a:pt x="349995" y="5550"/>
                </a:lnTo>
                <a:lnTo>
                  <a:pt x="349007" y="6620"/>
                </a:lnTo>
                <a:lnTo>
                  <a:pt x="345487" y="10585"/>
                </a:lnTo>
                <a:lnTo>
                  <a:pt x="339477" y="17988"/>
                </a:lnTo>
                <a:lnTo>
                  <a:pt x="333462" y="25199"/>
                </a:lnTo>
                <a:lnTo>
                  <a:pt x="327659" y="32032"/>
                </a:lnTo>
                <a:lnTo>
                  <a:pt x="321801" y="38875"/>
                </a:lnTo>
                <a:lnTo>
                  <a:pt x="315270" y="45982"/>
                </a:lnTo>
                <a:lnTo>
                  <a:pt x="308273" y="53192"/>
                </a:lnTo>
                <a:lnTo>
                  <a:pt x="303529" y="57682"/>
                </a:lnTo>
                <a:lnTo>
                  <a:pt x="300434" y="60616"/>
                </a:lnTo>
                <a:lnTo>
                  <a:pt x="292107" y="67990"/>
                </a:lnTo>
                <a:lnTo>
                  <a:pt x="285271" y="73912"/>
                </a:lnTo>
                <a:lnTo>
                  <a:pt x="270347" y="86982"/>
                </a:lnTo>
                <a:lnTo>
                  <a:pt x="269247" y="87950"/>
                </a:lnTo>
                <a:lnTo>
                  <a:pt x="268893" y="88296"/>
                </a:lnTo>
                <a:lnTo>
                  <a:pt x="264047" y="93336"/>
                </a:lnTo>
                <a:lnTo>
                  <a:pt x="263710" y="93682"/>
                </a:lnTo>
                <a:lnTo>
                  <a:pt x="262647" y="94812"/>
                </a:lnTo>
                <a:lnTo>
                  <a:pt x="261998" y="95559"/>
                </a:lnTo>
                <a:lnTo>
                  <a:pt x="259612" y="98747"/>
                </a:lnTo>
                <a:lnTo>
                  <a:pt x="250623" y="110319"/>
                </a:lnTo>
                <a:lnTo>
                  <a:pt x="249872" y="111241"/>
                </a:lnTo>
                <a:lnTo>
                  <a:pt x="241512" y="121521"/>
                </a:lnTo>
                <a:lnTo>
                  <a:pt x="235108" y="128825"/>
                </a:lnTo>
                <a:lnTo>
                  <a:pt x="228505" y="136170"/>
                </a:lnTo>
                <a:lnTo>
                  <a:pt x="218405" y="146251"/>
                </a:lnTo>
                <a:lnTo>
                  <a:pt x="209073" y="154425"/>
                </a:lnTo>
                <a:lnTo>
                  <a:pt x="199485" y="163235"/>
                </a:lnTo>
                <a:lnTo>
                  <a:pt x="193972" y="168165"/>
                </a:lnTo>
                <a:lnTo>
                  <a:pt x="188434" y="173433"/>
                </a:lnTo>
                <a:lnTo>
                  <a:pt x="178010" y="184150"/>
                </a:lnTo>
                <a:lnTo>
                  <a:pt x="171903" y="190881"/>
                </a:lnTo>
                <a:lnTo>
                  <a:pt x="167103" y="196384"/>
                </a:lnTo>
                <a:lnTo>
                  <a:pt x="158461" y="206999"/>
                </a:lnTo>
                <a:lnTo>
                  <a:pt x="134925" y="231604"/>
                </a:lnTo>
                <a:lnTo>
                  <a:pt x="111513" y="256031"/>
                </a:lnTo>
                <a:lnTo>
                  <a:pt x="86576" y="282076"/>
                </a:lnTo>
                <a:lnTo>
                  <a:pt x="74316" y="294892"/>
                </a:lnTo>
                <a:lnTo>
                  <a:pt x="61817" y="307304"/>
                </a:lnTo>
                <a:lnTo>
                  <a:pt x="37062" y="331421"/>
                </a:lnTo>
                <a:lnTo>
                  <a:pt x="29695" y="338605"/>
                </a:lnTo>
                <a:lnTo>
                  <a:pt x="13167" y="354732"/>
                </a:lnTo>
                <a:lnTo>
                  <a:pt x="11478" y="356435"/>
                </a:lnTo>
                <a:lnTo>
                  <a:pt x="10784" y="357200"/>
                </a:lnTo>
                <a:lnTo>
                  <a:pt x="10112" y="358138"/>
                </a:lnTo>
                <a:lnTo>
                  <a:pt x="9371" y="359424"/>
                </a:lnTo>
                <a:lnTo>
                  <a:pt x="8763" y="360916"/>
                </a:lnTo>
                <a:lnTo>
                  <a:pt x="7634" y="365218"/>
                </a:lnTo>
                <a:lnTo>
                  <a:pt x="7193" y="367507"/>
                </a:lnTo>
                <a:lnTo>
                  <a:pt x="6812" y="370150"/>
                </a:lnTo>
                <a:lnTo>
                  <a:pt x="6518" y="373756"/>
                </a:lnTo>
                <a:lnTo>
                  <a:pt x="6581" y="377771"/>
                </a:lnTo>
                <a:lnTo>
                  <a:pt x="6972" y="379892"/>
                </a:lnTo>
                <a:lnTo>
                  <a:pt x="7688" y="383070"/>
                </a:lnTo>
                <a:lnTo>
                  <a:pt x="9665" y="388391"/>
                </a:lnTo>
                <a:lnTo>
                  <a:pt x="11172" y="391348"/>
                </a:lnTo>
                <a:lnTo>
                  <a:pt x="12576" y="393751"/>
                </a:lnTo>
                <a:lnTo>
                  <a:pt x="14277" y="396256"/>
                </a:lnTo>
                <a:lnTo>
                  <a:pt x="16404" y="399014"/>
                </a:lnTo>
                <a:lnTo>
                  <a:pt x="26645" y="411064"/>
                </a:lnTo>
                <a:lnTo>
                  <a:pt x="47977" y="436454"/>
                </a:lnTo>
                <a:lnTo>
                  <a:pt x="69947" y="461918"/>
                </a:lnTo>
                <a:lnTo>
                  <a:pt x="86768" y="481134"/>
                </a:lnTo>
                <a:lnTo>
                  <a:pt x="90614" y="485385"/>
                </a:lnTo>
                <a:lnTo>
                  <a:pt x="104066" y="500246"/>
                </a:lnTo>
                <a:lnTo>
                  <a:pt x="121737" y="519511"/>
                </a:lnTo>
                <a:lnTo>
                  <a:pt x="126470" y="524577"/>
                </a:lnTo>
                <a:lnTo>
                  <a:pt x="128411" y="526656"/>
                </a:lnTo>
                <a:lnTo>
                  <a:pt x="131995" y="530486"/>
                </a:lnTo>
                <a:lnTo>
                  <a:pt x="134005" y="532637"/>
                </a:lnTo>
                <a:lnTo>
                  <a:pt x="139237" y="538226"/>
                </a:lnTo>
                <a:lnTo>
                  <a:pt x="157119" y="556594"/>
                </a:lnTo>
                <a:lnTo>
                  <a:pt x="175295" y="575154"/>
                </a:lnTo>
                <a:lnTo>
                  <a:pt x="192549" y="592153"/>
                </a:lnTo>
                <a:lnTo>
                  <a:pt x="208132" y="607385"/>
                </a:lnTo>
                <a:lnTo>
                  <a:pt x="224053" y="622717"/>
                </a:lnTo>
                <a:lnTo>
                  <a:pt x="239837" y="637970"/>
                </a:lnTo>
                <a:lnTo>
                  <a:pt x="255947" y="653279"/>
                </a:lnTo>
                <a:lnTo>
                  <a:pt x="268476" y="665085"/>
                </a:lnTo>
                <a:lnTo>
                  <a:pt x="270231" y="666441"/>
                </a:lnTo>
                <a:lnTo>
                  <a:pt x="271689" y="667340"/>
                </a:lnTo>
                <a:lnTo>
                  <a:pt x="273384" y="668324"/>
                </a:lnTo>
                <a:lnTo>
                  <a:pt x="274914" y="669002"/>
                </a:lnTo>
                <a:lnTo>
                  <a:pt x="276487" y="669607"/>
                </a:lnTo>
                <a:lnTo>
                  <a:pt x="278363" y="670094"/>
                </a:lnTo>
                <a:lnTo>
                  <a:pt x="280667" y="670506"/>
                </a:lnTo>
                <a:lnTo>
                  <a:pt x="282658" y="670690"/>
                </a:lnTo>
                <a:lnTo>
                  <a:pt x="284130" y="670659"/>
                </a:lnTo>
                <a:lnTo>
                  <a:pt x="285379" y="670626"/>
                </a:lnTo>
                <a:lnTo>
                  <a:pt x="286914" y="670439"/>
                </a:lnTo>
                <a:lnTo>
                  <a:pt x="288939" y="670020"/>
                </a:lnTo>
                <a:lnTo>
                  <a:pt x="290392" y="669681"/>
                </a:lnTo>
                <a:lnTo>
                  <a:pt x="292314" y="668937"/>
                </a:lnTo>
                <a:lnTo>
                  <a:pt x="294427" y="668061"/>
                </a:lnTo>
                <a:lnTo>
                  <a:pt x="296606" y="666927"/>
                </a:lnTo>
                <a:lnTo>
                  <a:pt x="298231" y="665718"/>
                </a:lnTo>
                <a:lnTo>
                  <a:pt x="301239" y="663050"/>
                </a:lnTo>
                <a:lnTo>
                  <a:pt x="320550" y="643322"/>
                </a:lnTo>
                <a:lnTo>
                  <a:pt x="331872" y="631733"/>
                </a:lnTo>
                <a:lnTo>
                  <a:pt x="342745" y="621121"/>
                </a:lnTo>
                <a:lnTo>
                  <a:pt x="349995" y="614157"/>
                </a:lnTo>
                <a:lnTo>
                  <a:pt x="349995" y="624067"/>
                </a:lnTo>
                <a:lnTo>
                  <a:pt x="349250" y="6248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0C8C042-B662-4488-BA2A-666D301D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743" y="3514505"/>
            <a:ext cx="50352" cy="49156"/>
          </a:xfrm>
          <a:custGeom xmlns:a="http://schemas.openxmlformats.org/drawingml/2006/main">
            <a:pathLst>
              <a:path w="50352" h="49156">
                <a:moveTo>
                  <a:pt x="45964" y="47913"/>
                </a:moveTo>
                <a:lnTo>
                  <a:pt x="46098" y="47919"/>
                </a:lnTo>
                <a:lnTo>
                  <a:pt x="46054" y="47528"/>
                </a:lnTo>
                <a:lnTo>
                  <a:pt x="46156" y="46123"/>
                </a:lnTo>
                <a:lnTo>
                  <a:pt x="46259" y="44744"/>
                </a:lnTo>
                <a:lnTo>
                  <a:pt x="46215" y="43908"/>
                </a:lnTo>
                <a:lnTo>
                  <a:pt x="45703" y="43138"/>
                </a:lnTo>
                <a:lnTo>
                  <a:pt x="40098" y="37740"/>
                </a:lnTo>
                <a:lnTo>
                  <a:pt x="39561" y="37262"/>
                </a:lnTo>
                <a:lnTo>
                  <a:pt x="39020" y="37040"/>
                </a:lnTo>
                <a:lnTo>
                  <a:pt x="38578" y="36997"/>
                </a:lnTo>
                <a:lnTo>
                  <a:pt x="38143" y="37018"/>
                </a:lnTo>
                <a:lnTo>
                  <a:pt x="37651" y="37186"/>
                </a:lnTo>
                <a:lnTo>
                  <a:pt x="35214" y="38863"/>
                </a:lnTo>
                <a:lnTo>
                  <a:pt x="34481" y="39401"/>
                </a:lnTo>
                <a:lnTo>
                  <a:pt x="33765" y="39758"/>
                </a:lnTo>
                <a:lnTo>
                  <a:pt x="32849" y="39946"/>
                </a:lnTo>
                <a:lnTo>
                  <a:pt x="31951" y="39942"/>
                </a:lnTo>
                <a:lnTo>
                  <a:pt x="18187" y="38587"/>
                </a:lnTo>
                <a:lnTo>
                  <a:pt x="16586" y="38393"/>
                </a:lnTo>
                <a:lnTo>
                  <a:pt x="15729" y="38461"/>
                </a:lnTo>
                <a:lnTo>
                  <a:pt x="14936" y="38646"/>
                </a:lnTo>
                <a:lnTo>
                  <a:pt x="14374" y="38898"/>
                </a:lnTo>
                <a:lnTo>
                  <a:pt x="13669" y="39427"/>
                </a:lnTo>
                <a:lnTo>
                  <a:pt x="13079" y="40126"/>
                </a:lnTo>
                <a:lnTo>
                  <a:pt x="12726" y="40891"/>
                </a:lnTo>
                <a:lnTo>
                  <a:pt x="12721" y="41775"/>
                </a:lnTo>
                <a:lnTo>
                  <a:pt x="12592" y="43199"/>
                </a:lnTo>
                <a:lnTo>
                  <a:pt x="12471" y="44533"/>
                </a:lnTo>
                <a:lnTo>
                  <a:pt x="12482" y="45133"/>
                </a:lnTo>
                <a:lnTo>
                  <a:pt x="12510" y="45579"/>
                </a:lnTo>
                <a:lnTo>
                  <a:pt x="12826" y="46545"/>
                </a:lnTo>
                <a:lnTo>
                  <a:pt x="5965" y="45917"/>
                </a:lnTo>
                <a:lnTo>
                  <a:pt x="7001" y="45015"/>
                </a:lnTo>
                <a:lnTo>
                  <a:pt x="7131" y="44055"/>
                </a:lnTo>
                <a:lnTo>
                  <a:pt x="7257" y="42704"/>
                </a:lnTo>
                <a:lnTo>
                  <a:pt x="7381" y="41298"/>
                </a:lnTo>
                <a:lnTo>
                  <a:pt x="7513" y="40365"/>
                </a:lnTo>
                <a:lnTo>
                  <a:pt x="7506" y="39892"/>
                </a:lnTo>
                <a:lnTo>
                  <a:pt x="7250" y="39297"/>
                </a:lnTo>
                <a:lnTo>
                  <a:pt x="6895" y="38760"/>
                </a:lnTo>
                <a:lnTo>
                  <a:pt x="6476" y="38316"/>
                </a:lnTo>
                <a:lnTo>
                  <a:pt x="5948" y="37938"/>
                </a:lnTo>
                <a:lnTo>
                  <a:pt x="4819" y="37659"/>
                </a:lnTo>
                <a:lnTo>
                  <a:pt x="3620" y="37481"/>
                </a:lnTo>
                <a:lnTo>
                  <a:pt x="2664" y="37379"/>
                </a:lnTo>
                <a:lnTo>
                  <a:pt x="2080" y="37231"/>
                </a:lnTo>
                <a:lnTo>
                  <a:pt x="1481" y="36946"/>
                </a:lnTo>
                <a:lnTo>
                  <a:pt x="918" y="36560"/>
                </a:lnTo>
                <a:lnTo>
                  <a:pt x="485" y="36007"/>
                </a:lnTo>
                <a:lnTo>
                  <a:pt x="123" y="35169"/>
                </a:lnTo>
                <a:lnTo>
                  <a:pt x="0" y="34335"/>
                </a:lnTo>
                <a:lnTo>
                  <a:pt x="2541" y="5083"/>
                </a:lnTo>
                <a:lnTo>
                  <a:pt x="2617" y="3751"/>
                </a:lnTo>
                <a:lnTo>
                  <a:pt x="2837" y="3226"/>
                </a:lnTo>
                <a:lnTo>
                  <a:pt x="3411" y="2345"/>
                </a:lnTo>
                <a:lnTo>
                  <a:pt x="4093" y="1589"/>
                </a:lnTo>
                <a:lnTo>
                  <a:pt x="4906" y="903"/>
                </a:lnTo>
                <a:lnTo>
                  <a:pt x="5953" y="419"/>
                </a:lnTo>
                <a:lnTo>
                  <a:pt x="7121" y="79"/>
                </a:lnTo>
                <a:lnTo>
                  <a:pt x="8363" y="0"/>
                </a:lnTo>
                <a:lnTo>
                  <a:pt x="9787" y="71"/>
                </a:lnTo>
                <a:lnTo>
                  <a:pt x="11193" y="489"/>
                </a:lnTo>
                <a:lnTo>
                  <a:pt x="12208" y="1109"/>
                </a:lnTo>
                <a:lnTo>
                  <a:pt x="27122" y="17144"/>
                </a:lnTo>
                <a:lnTo>
                  <a:pt x="32289" y="22645"/>
                </a:lnTo>
                <a:lnTo>
                  <a:pt x="37333" y="28158"/>
                </a:lnTo>
                <a:lnTo>
                  <a:pt x="47500" y="38982"/>
                </a:lnTo>
                <a:lnTo>
                  <a:pt x="47896" y="39381"/>
                </a:lnTo>
                <a:lnTo>
                  <a:pt x="48384" y="39888"/>
                </a:lnTo>
                <a:lnTo>
                  <a:pt x="49090" y="40843"/>
                </a:lnTo>
                <a:lnTo>
                  <a:pt x="50233" y="44001"/>
                </a:lnTo>
                <a:lnTo>
                  <a:pt x="50317" y="44400"/>
                </a:lnTo>
                <a:lnTo>
                  <a:pt x="50352" y="44681"/>
                </a:lnTo>
                <a:lnTo>
                  <a:pt x="50317" y="45046"/>
                </a:lnTo>
                <a:lnTo>
                  <a:pt x="50209" y="46452"/>
                </a:lnTo>
                <a:lnTo>
                  <a:pt x="50107" y="47830"/>
                </a:lnTo>
                <a:lnTo>
                  <a:pt x="50064" y="48323"/>
                </a:lnTo>
                <a:lnTo>
                  <a:pt x="50087" y="48778"/>
                </a:lnTo>
                <a:lnTo>
                  <a:pt x="50254" y="49156"/>
                </a:lnTo>
                <a:lnTo>
                  <a:pt x="45667" y="48886"/>
                </a:lnTo>
                <a:lnTo>
                  <a:pt x="45964" y="4791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F9209C4-35B6-4AD5-88F1-EA9E355F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683" y="2842222"/>
            <a:ext cx="495898" cy="502409"/>
          </a:xfrm>
          <a:custGeom xmlns:a="http://schemas.openxmlformats.org/drawingml/2006/main">
            <a:pathLst>
              <a:path w="495898" h="502409">
                <a:moveTo>
                  <a:pt x="7600" y="482569"/>
                </a:moveTo>
                <a:lnTo>
                  <a:pt x="16983" y="475888"/>
                </a:lnTo>
                <a:lnTo>
                  <a:pt x="18142" y="474828"/>
                </a:lnTo>
                <a:lnTo>
                  <a:pt x="19761" y="472972"/>
                </a:lnTo>
                <a:lnTo>
                  <a:pt x="40393" y="454558"/>
                </a:lnTo>
                <a:lnTo>
                  <a:pt x="40820" y="454246"/>
                </a:lnTo>
                <a:lnTo>
                  <a:pt x="63383" y="440063"/>
                </a:lnTo>
                <a:lnTo>
                  <a:pt x="64696" y="440783"/>
                </a:lnTo>
                <a:lnTo>
                  <a:pt x="104227" y="400059"/>
                </a:lnTo>
                <a:lnTo>
                  <a:pt x="157786" y="344329"/>
                </a:lnTo>
                <a:lnTo>
                  <a:pt x="160458" y="341425"/>
                </a:lnTo>
                <a:lnTo>
                  <a:pt x="172559" y="329032"/>
                </a:lnTo>
                <a:lnTo>
                  <a:pt x="175555" y="325910"/>
                </a:lnTo>
                <a:lnTo>
                  <a:pt x="179246" y="322314"/>
                </a:lnTo>
                <a:lnTo>
                  <a:pt x="180568" y="323572"/>
                </a:lnTo>
                <a:lnTo>
                  <a:pt x="180769" y="323375"/>
                </a:lnTo>
                <a:lnTo>
                  <a:pt x="182172" y="322008"/>
                </a:lnTo>
                <a:lnTo>
                  <a:pt x="184009" y="320210"/>
                </a:lnTo>
                <a:lnTo>
                  <a:pt x="187287" y="317007"/>
                </a:lnTo>
                <a:lnTo>
                  <a:pt x="188543" y="315798"/>
                </a:lnTo>
                <a:lnTo>
                  <a:pt x="189723" y="314646"/>
                </a:lnTo>
                <a:lnTo>
                  <a:pt x="190505" y="313887"/>
                </a:lnTo>
                <a:lnTo>
                  <a:pt x="192582" y="311873"/>
                </a:lnTo>
                <a:lnTo>
                  <a:pt x="196116" y="308436"/>
                </a:lnTo>
                <a:lnTo>
                  <a:pt x="199649" y="304989"/>
                </a:lnTo>
                <a:lnTo>
                  <a:pt x="199850" y="304793"/>
                </a:lnTo>
                <a:lnTo>
                  <a:pt x="198534" y="303535"/>
                </a:lnTo>
                <a:lnTo>
                  <a:pt x="204991" y="296794"/>
                </a:lnTo>
                <a:lnTo>
                  <a:pt x="215561" y="285736"/>
                </a:lnTo>
                <a:lnTo>
                  <a:pt x="220230" y="280956"/>
                </a:lnTo>
                <a:lnTo>
                  <a:pt x="221244" y="281950"/>
                </a:lnTo>
                <a:lnTo>
                  <a:pt x="224177" y="278792"/>
                </a:lnTo>
                <a:lnTo>
                  <a:pt x="227316" y="275411"/>
                </a:lnTo>
                <a:lnTo>
                  <a:pt x="226188" y="274312"/>
                </a:lnTo>
                <a:lnTo>
                  <a:pt x="231614" y="268656"/>
                </a:lnTo>
                <a:lnTo>
                  <a:pt x="248487" y="250524"/>
                </a:lnTo>
                <a:lnTo>
                  <a:pt x="279323" y="219129"/>
                </a:lnTo>
                <a:lnTo>
                  <a:pt x="285996" y="212338"/>
                </a:lnTo>
                <a:lnTo>
                  <a:pt x="293305" y="204919"/>
                </a:lnTo>
                <a:lnTo>
                  <a:pt x="294611" y="206196"/>
                </a:lnTo>
                <a:lnTo>
                  <a:pt x="297945" y="202809"/>
                </a:lnTo>
                <a:lnTo>
                  <a:pt x="302663" y="198010"/>
                </a:lnTo>
                <a:lnTo>
                  <a:pt x="304661" y="195980"/>
                </a:lnTo>
                <a:lnTo>
                  <a:pt x="306003" y="194632"/>
                </a:lnTo>
                <a:lnTo>
                  <a:pt x="305074" y="193673"/>
                </a:lnTo>
                <a:lnTo>
                  <a:pt x="315815" y="182583"/>
                </a:lnTo>
                <a:lnTo>
                  <a:pt x="327085" y="171041"/>
                </a:lnTo>
                <a:lnTo>
                  <a:pt x="369476" y="128004"/>
                </a:lnTo>
                <a:lnTo>
                  <a:pt x="390708" y="106485"/>
                </a:lnTo>
                <a:lnTo>
                  <a:pt x="411967" y="84938"/>
                </a:lnTo>
                <a:lnTo>
                  <a:pt x="412860" y="85798"/>
                </a:lnTo>
                <a:lnTo>
                  <a:pt x="424912" y="73478"/>
                </a:lnTo>
                <a:lnTo>
                  <a:pt x="423898" y="72485"/>
                </a:lnTo>
                <a:lnTo>
                  <a:pt x="495898" y="0"/>
                </a:lnTo>
                <a:lnTo>
                  <a:pt x="495898" y="8729"/>
                </a:lnTo>
                <a:lnTo>
                  <a:pt x="427746" y="76226"/>
                </a:lnTo>
                <a:lnTo>
                  <a:pt x="426744" y="75251"/>
                </a:lnTo>
                <a:lnTo>
                  <a:pt x="414647" y="87535"/>
                </a:lnTo>
                <a:lnTo>
                  <a:pt x="415511" y="88377"/>
                </a:lnTo>
                <a:lnTo>
                  <a:pt x="361887" y="142627"/>
                </a:lnTo>
                <a:lnTo>
                  <a:pt x="308605" y="197250"/>
                </a:lnTo>
                <a:lnTo>
                  <a:pt x="307734" y="196362"/>
                </a:lnTo>
                <a:lnTo>
                  <a:pt x="306392" y="197710"/>
                </a:lnTo>
                <a:lnTo>
                  <a:pt x="304432" y="199720"/>
                </a:lnTo>
                <a:lnTo>
                  <a:pt x="299758" y="204509"/>
                </a:lnTo>
                <a:lnTo>
                  <a:pt x="296398" y="207951"/>
                </a:lnTo>
                <a:lnTo>
                  <a:pt x="297715" y="209246"/>
                </a:lnTo>
                <a:lnTo>
                  <a:pt x="289776" y="217083"/>
                </a:lnTo>
                <a:lnTo>
                  <a:pt x="264198" y="244420"/>
                </a:lnTo>
                <a:lnTo>
                  <a:pt x="242510" y="266661"/>
                </a:lnTo>
                <a:lnTo>
                  <a:pt x="238832" y="270521"/>
                </a:lnTo>
                <a:lnTo>
                  <a:pt x="235204" y="274398"/>
                </a:lnTo>
                <a:lnTo>
                  <a:pt x="230911" y="278867"/>
                </a:lnTo>
                <a:lnTo>
                  <a:pt x="230012" y="277999"/>
                </a:lnTo>
                <a:lnTo>
                  <a:pt x="226798" y="281282"/>
                </a:lnTo>
                <a:lnTo>
                  <a:pt x="223747" y="284397"/>
                </a:lnTo>
                <a:lnTo>
                  <a:pt x="224727" y="285372"/>
                </a:lnTo>
                <a:lnTo>
                  <a:pt x="219974" y="290163"/>
                </a:lnTo>
                <a:lnTo>
                  <a:pt x="209244" y="301281"/>
                </a:lnTo>
                <a:lnTo>
                  <a:pt x="202913" y="307708"/>
                </a:lnTo>
                <a:lnTo>
                  <a:pt x="201625" y="306485"/>
                </a:lnTo>
                <a:lnTo>
                  <a:pt x="201424" y="306682"/>
                </a:lnTo>
                <a:lnTo>
                  <a:pt x="197863" y="310129"/>
                </a:lnTo>
                <a:lnTo>
                  <a:pt x="194339" y="313530"/>
                </a:lnTo>
                <a:lnTo>
                  <a:pt x="192263" y="315562"/>
                </a:lnTo>
                <a:lnTo>
                  <a:pt x="191437" y="316376"/>
                </a:lnTo>
                <a:lnTo>
                  <a:pt x="190300" y="317482"/>
                </a:lnTo>
                <a:lnTo>
                  <a:pt x="189659" y="318100"/>
                </a:lnTo>
                <a:lnTo>
                  <a:pt x="189050" y="318690"/>
                </a:lnTo>
                <a:lnTo>
                  <a:pt x="185772" y="321884"/>
                </a:lnTo>
                <a:lnTo>
                  <a:pt x="183934" y="323664"/>
                </a:lnTo>
                <a:lnTo>
                  <a:pt x="182531" y="325022"/>
                </a:lnTo>
                <a:lnTo>
                  <a:pt x="182325" y="325219"/>
                </a:lnTo>
                <a:lnTo>
                  <a:pt x="183612" y="326414"/>
                </a:lnTo>
                <a:lnTo>
                  <a:pt x="175818" y="334502"/>
                </a:lnTo>
                <a:lnTo>
                  <a:pt x="171525" y="338952"/>
                </a:lnTo>
                <a:lnTo>
                  <a:pt x="171193" y="338633"/>
                </a:lnTo>
                <a:lnTo>
                  <a:pt x="170857" y="338988"/>
                </a:lnTo>
                <a:lnTo>
                  <a:pt x="171183" y="339298"/>
                </a:lnTo>
                <a:lnTo>
                  <a:pt x="168952" y="341608"/>
                </a:lnTo>
                <a:lnTo>
                  <a:pt x="168620" y="341289"/>
                </a:lnTo>
                <a:lnTo>
                  <a:pt x="168300" y="341625"/>
                </a:lnTo>
                <a:lnTo>
                  <a:pt x="168632" y="341944"/>
                </a:lnTo>
                <a:lnTo>
                  <a:pt x="166385" y="344273"/>
                </a:lnTo>
                <a:lnTo>
                  <a:pt x="166076" y="343971"/>
                </a:lnTo>
                <a:lnTo>
                  <a:pt x="165788" y="344261"/>
                </a:lnTo>
                <a:lnTo>
                  <a:pt x="166103" y="344563"/>
                </a:lnTo>
                <a:lnTo>
                  <a:pt x="163840" y="346909"/>
                </a:lnTo>
                <a:lnTo>
                  <a:pt x="163525" y="346608"/>
                </a:lnTo>
                <a:lnTo>
                  <a:pt x="163210" y="346935"/>
                </a:lnTo>
                <a:lnTo>
                  <a:pt x="163525" y="347237"/>
                </a:lnTo>
                <a:lnTo>
                  <a:pt x="162282" y="348518"/>
                </a:lnTo>
                <a:lnTo>
                  <a:pt x="161250" y="349584"/>
                </a:lnTo>
                <a:lnTo>
                  <a:pt x="160947" y="349300"/>
                </a:lnTo>
                <a:lnTo>
                  <a:pt x="160654" y="349609"/>
                </a:lnTo>
                <a:lnTo>
                  <a:pt x="160958" y="349892"/>
                </a:lnTo>
                <a:lnTo>
                  <a:pt x="158705" y="352230"/>
                </a:lnTo>
                <a:lnTo>
                  <a:pt x="158402" y="351937"/>
                </a:lnTo>
                <a:lnTo>
                  <a:pt x="158082" y="352274"/>
                </a:lnTo>
                <a:lnTo>
                  <a:pt x="158385" y="352557"/>
                </a:lnTo>
                <a:lnTo>
                  <a:pt x="156133" y="354894"/>
                </a:lnTo>
                <a:lnTo>
                  <a:pt x="155829" y="354602"/>
                </a:lnTo>
                <a:lnTo>
                  <a:pt x="155525" y="354920"/>
                </a:lnTo>
                <a:lnTo>
                  <a:pt x="155828" y="355203"/>
                </a:lnTo>
                <a:lnTo>
                  <a:pt x="152578" y="358578"/>
                </a:lnTo>
                <a:lnTo>
                  <a:pt x="152377" y="358374"/>
                </a:lnTo>
                <a:lnTo>
                  <a:pt x="147493" y="363478"/>
                </a:lnTo>
                <a:lnTo>
                  <a:pt x="144373" y="366731"/>
                </a:lnTo>
                <a:lnTo>
                  <a:pt x="139279" y="371677"/>
                </a:lnTo>
                <a:lnTo>
                  <a:pt x="139591" y="372088"/>
                </a:lnTo>
                <a:lnTo>
                  <a:pt x="139310" y="372414"/>
                </a:lnTo>
                <a:lnTo>
                  <a:pt x="139204" y="372626"/>
                </a:lnTo>
                <a:lnTo>
                  <a:pt x="139106" y="372929"/>
                </a:lnTo>
                <a:lnTo>
                  <a:pt x="139083" y="373313"/>
                </a:lnTo>
                <a:lnTo>
                  <a:pt x="139139" y="373748"/>
                </a:lnTo>
                <a:lnTo>
                  <a:pt x="139385" y="374188"/>
                </a:lnTo>
                <a:lnTo>
                  <a:pt x="140076" y="375436"/>
                </a:lnTo>
                <a:lnTo>
                  <a:pt x="140267" y="375886"/>
                </a:lnTo>
                <a:lnTo>
                  <a:pt x="140369" y="376594"/>
                </a:lnTo>
                <a:lnTo>
                  <a:pt x="140376" y="377240"/>
                </a:lnTo>
                <a:lnTo>
                  <a:pt x="140247" y="377845"/>
                </a:lnTo>
                <a:lnTo>
                  <a:pt x="140052" y="378297"/>
                </a:lnTo>
                <a:lnTo>
                  <a:pt x="139840" y="378694"/>
                </a:lnTo>
                <a:lnTo>
                  <a:pt x="139586" y="379010"/>
                </a:lnTo>
                <a:lnTo>
                  <a:pt x="122989" y="395795"/>
                </a:lnTo>
                <a:lnTo>
                  <a:pt x="106592" y="412356"/>
                </a:lnTo>
                <a:lnTo>
                  <a:pt x="79655" y="439464"/>
                </a:lnTo>
                <a:lnTo>
                  <a:pt x="69598" y="449497"/>
                </a:lnTo>
                <a:lnTo>
                  <a:pt x="60627" y="458427"/>
                </a:lnTo>
                <a:lnTo>
                  <a:pt x="52173" y="466841"/>
                </a:lnTo>
                <a:lnTo>
                  <a:pt x="46202" y="472803"/>
                </a:lnTo>
                <a:lnTo>
                  <a:pt x="40172" y="478675"/>
                </a:lnTo>
                <a:lnTo>
                  <a:pt x="25060" y="493662"/>
                </a:lnTo>
                <a:lnTo>
                  <a:pt x="22000" y="496686"/>
                </a:lnTo>
                <a:lnTo>
                  <a:pt x="20994" y="497833"/>
                </a:lnTo>
                <a:lnTo>
                  <a:pt x="19598" y="499482"/>
                </a:lnTo>
                <a:lnTo>
                  <a:pt x="17449" y="500259"/>
                </a:lnTo>
                <a:lnTo>
                  <a:pt x="16126" y="499994"/>
                </a:lnTo>
                <a:lnTo>
                  <a:pt x="15065" y="499968"/>
                </a:lnTo>
                <a:lnTo>
                  <a:pt x="11535" y="501438"/>
                </a:lnTo>
                <a:lnTo>
                  <a:pt x="9943" y="502409"/>
                </a:lnTo>
                <a:lnTo>
                  <a:pt x="0" y="490187"/>
                </a:lnTo>
                <a:lnTo>
                  <a:pt x="7600" y="4825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168A0A6-5EFF-4C2D-A931-20A4D5F8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929" y="3621623"/>
            <a:ext cx="299927" cy="280974"/>
          </a:xfrm>
          <a:custGeom xmlns:a="http://schemas.openxmlformats.org/drawingml/2006/main">
            <a:pathLst>
              <a:path w="299927" h="280974">
                <a:moveTo>
                  <a:pt x="106" y="278756"/>
                </a:moveTo>
                <a:lnTo>
                  <a:pt x="132" y="278272"/>
                </a:lnTo>
                <a:lnTo>
                  <a:pt x="262" y="276229"/>
                </a:lnTo>
                <a:lnTo>
                  <a:pt x="351" y="275616"/>
                </a:lnTo>
                <a:lnTo>
                  <a:pt x="26803" y="248634"/>
                </a:lnTo>
                <a:lnTo>
                  <a:pt x="26987" y="248438"/>
                </a:lnTo>
                <a:lnTo>
                  <a:pt x="27134" y="248298"/>
                </a:lnTo>
                <a:lnTo>
                  <a:pt x="30666" y="244742"/>
                </a:lnTo>
                <a:lnTo>
                  <a:pt x="34290" y="241075"/>
                </a:lnTo>
                <a:lnTo>
                  <a:pt x="34442" y="240926"/>
                </a:lnTo>
                <a:lnTo>
                  <a:pt x="34626" y="240739"/>
                </a:lnTo>
                <a:lnTo>
                  <a:pt x="35435" y="239897"/>
                </a:lnTo>
                <a:lnTo>
                  <a:pt x="39714" y="235466"/>
                </a:lnTo>
                <a:lnTo>
                  <a:pt x="40908" y="234223"/>
                </a:lnTo>
                <a:lnTo>
                  <a:pt x="43230" y="231775"/>
                </a:lnTo>
                <a:lnTo>
                  <a:pt x="52490" y="222074"/>
                </a:lnTo>
                <a:lnTo>
                  <a:pt x="55291" y="219175"/>
                </a:lnTo>
                <a:lnTo>
                  <a:pt x="56942" y="217474"/>
                </a:lnTo>
                <a:lnTo>
                  <a:pt x="63273" y="210948"/>
                </a:lnTo>
                <a:lnTo>
                  <a:pt x="79421" y="194268"/>
                </a:lnTo>
                <a:lnTo>
                  <a:pt x="83330" y="190229"/>
                </a:lnTo>
                <a:lnTo>
                  <a:pt x="87285" y="186235"/>
                </a:lnTo>
                <a:lnTo>
                  <a:pt x="95091" y="178531"/>
                </a:lnTo>
                <a:lnTo>
                  <a:pt x="95761" y="179187"/>
                </a:lnTo>
                <a:lnTo>
                  <a:pt x="95946" y="178991"/>
                </a:lnTo>
                <a:lnTo>
                  <a:pt x="96092" y="178841"/>
                </a:lnTo>
                <a:lnTo>
                  <a:pt x="99644" y="175203"/>
                </a:lnTo>
                <a:lnTo>
                  <a:pt x="103196" y="171556"/>
                </a:lnTo>
                <a:lnTo>
                  <a:pt x="103331" y="171416"/>
                </a:lnTo>
                <a:lnTo>
                  <a:pt x="103527" y="171220"/>
                </a:lnTo>
                <a:lnTo>
                  <a:pt x="102628" y="170342"/>
                </a:lnTo>
                <a:lnTo>
                  <a:pt x="147807" y="123924"/>
                </a:lnTo>
                <a:lnTo>
                  <a:pt x="148052" y="123699"/>
                </a:lnTo>
                <a:lnTo>
                  <a:pt x="148269" y="123466"/>
                </a:lnTo>
                <a:lnTo>
                  <a:pt x="148452" y="123233"/>
                </a:lnTo>
                <a:lnTo>
                  <a:pt x="148656" y="122909"/>
                </a:lnTo>
                <a:lnTo>
                  <a:pt x="148825" y="122567"/>
                </a:lnTo>
                <a:lnTo>
                  <a:pt x="148934" y="122264"/>
                </a:lnTo>
                <a:lnTo>
                  <a:pt x="149020" y="121943"/>
                </a:lnTo>
                <a:lnTo>
                  <a:pt x="149078" y="121577"/>
                </a:lnTo>
                <a:lnTo>
                  <a:pt x="149101" y="121203"/>
                </a:lnTo>
                <a:lnTo>
                  <a:pt x="149076" y="120875"/>
                </a:lnTo>
                <a:lnTo>
                  <a:pt x="149028" y="120531"/>
                </a:lnTo>
                <a:lnTo>
                  <a:pt x="148958" y="120241"/>
                </a:lnTo>
                <a:lnTo>
                  <a:pt x="148861" y="119952"/>
                </a:lnTo>
                <a:lnTo>
                  <a:pt x="148784" y="119754"/>
                </a:lnTo>
                <a:lnTo>
                  <a:pt x="148694" y="119547"/>
                </a:lnTo>
                <a:lnTo>
                  <a:pt x="148612" y="119394"/>
                </a:lnTo>
                <a:lnTo>
                  <a:pt x="148524" y="119232"/>
                </a:lnTo>
                <a:lnTo>
                  <a:pt x="148368" y="119000"/>
                </a:lnTo>
                <a:lnTo>
                  <a:pt x="148229" y="118830"/>
                </a:lnTo>
                <a:lnTo>
                  <a:pt x="148052" y="118662"/>
                </a:lnTo>
                <a:lnTo>
                  <a:pt x="179279" y="86524"/>
                </a:lnTo>
                <a:lnTo>
                  <a:pt x="179462" y="86692"/>
                </a:lnTo>
                <a:lnTo>
                  <a:pt x="179729" y="86904"/>
                </a:lnTo>
                <a:lnTo>
                  <a:pt x="180002" y="87070"/>
                </a:lnTo>
                <a:lnTo>
                  <a:pt x="180307" y="87225"/>
                </a:lnTo>
                <a:lnTo>
                  <a:pt x="180544" y="87319"/>
                </a:lnTo>
                <a:lnTo>
                  <a:pt x="180870" y="87429"/>
                </a:lnTo>
                <a:lnTo>
                  <a:pt x="181184" y="87494"/>
                </a:lnTo>
                <a:lnTo>
                  <a:pt x="181476" y="87541"/>
                </a:lnTo>
                <a:lnTo>
                  <a:pt x="181755" y="87551"/>
                </a:lnTo>
                <a:lnTo>
                  <a:pt x="182011" y="87535"/>
                </a:lnTo>
                <a:lnTo>
                  <a:pt x="182284" y="87510"/>
                </a:lnTo>
                <a:lnTo>
                  <a:pt x="182550" y="87466"/>
                </a:lnTo>
                <a:lnTo>
                  <a:pt x="182816" y="87396"/>
                </a:lnTo>
                <a:lnTo>
                  <a:pt x="183043" y="87326"/>
                </a:lnTo>
                <a:lnTo>
                  <a:pt x="183297" y="87228"/>
                </a:lnTo>
                <a:lnTo>
                  <a:pt x="183534" y="87103"/>
                </a:lnTo>
                <a:lnTo>
                  <a:pt x="183765" y="86969"/>
                </a:lnTo>
                <a:lnTo>
                  <a:pt x="183956" y="86837"/>
                </a:lnTo>
                <a:lnTo>
                  <a:pt x="184153" y="86677"/>
                </a:lnTo>
                <a:lnTo>
                  <a:pt x="184316" y="86527"/>
                </a:lnTo>
                <a:lnTo>
                  <a:pt x="194664" y="75603"/>
                </a:lnTo>
                <a:lnTo>
                  <a:pt x="195573" y="76453"/>
                </a:lnTo>
                <a:lnTo>
                  <a:pt x="195872" y="76154"/>
                </a:lnTo>
                <a:lnTo>
                  <a:pt x="198262" y="73722"/>
                </a:lnTo>
                <a:lnTo>
                  <a:pt x="200040" y="71980"/>
                </a:lnTo>
                <a:lnTo>
                  <a:pt x="204764" y="67127"/>
                </a:lnTo>
                <a:lnTo>
                  <a:pt x="205052" y="66837"/>
                </a:lnTo>
                <a:lnTo>
                  <a:pt x="204514" y="66323"/>
                </a:lnTo>
                <a:lnTo>
                  <a:pt x="210040" y="60401"/>
                </a:lnTo>
                <a:lnTo>
                  <a:pt x="211507" y="58294"/>
                </a:lnTo>
                <a:lnTo>
                  <a:pt x="212528" y="56181"/>
                </a:lnTo>
                <a:lnTo>
                  <a:pt x="215258" y="50607"/>
                </a:lnTo>
                <a:lnTo>
                  <a:pt x="217865" y="45245"/>
                </a:lnTo>
                <a:lnTo>
                  <a:pt x="222649" y="35308"/>
                </a:lnTo>
                <a:lnTo>
                  <a:pt x="216668" y="21868"/>
                </a:lnTo>
                <a:lnTo>
                  <a:pt x="216458" y="21527"/>
                </a:lnTo>
                <a:lnTo>
                  <a:pt x="215167" y="18720"/>
                </a:lnTo>
                <a:lnTo>
                  <a:pt x="213594" y="15164"/>
                </a:lnTo>
                <a:lnTo>
                  <a:pt x="210853" y="9015"/>
                </a:lnTo>
                <a:lnTo>
                  <a:pt x="208849" y="4542"/>
                </a:lnTo>
                <a:lnTo>
                  <a:pt x="207550" y="1643"/>
                </a:lnTo>
                <a:lnTo>
                  <a:pt x="207413" y="1337"/>
                </a:lnTo>
                <a:lnTo>
                  <a:pt x="210770" y="0"/>
                </a:lnTo>
                <a:lnTo>
                  <a:pt x="210900" y="306"/>
                </a:lnTo>
                <a:lnTo>
                  <a:pt x="212151" y="3270"/>
                </a:lnTo>
                <a:lnTo>
                  <a:pt x="214255" y="7914"/>
                </a:lnTo>
                <a:lnTo>
                  <a:pt x="216828" y="13629"/>
                </a:lnTo>
                <a:lnTo>
                  <a:pt x="218436" y="17239"/>
                </a:lnTo>
                <a:lnTo>
                  <a:pt x="219743" y="20019"/>
                </a:lnTo>
                <a:lnTo>
                  <a:pt x="219884" y="20307"/>
                </a:lnTo>
                <a:lnTo>
                  <a:pt x="221389" y="23619"/>
                </a:lnTo>
                <a:lnTo>
                  <a:pt x="222383" y="25733"/>
                </a:lnTo>
                <a:lnTo>
                  <a:pt x="225405" y="28394"/>
                </a:lnTo>
                <a:lnTo>
                  <a:pt x="227217" y="28983"/>
                </a:lnTo>
                <a:lnTo>
                  <a:pt x="228230" y="29102"/>
                </a:lnTo>
                <a:lnTo>
                  <a:pt x="229231" y="28802"/>
                </a:lnTo>
                <a:lnTo>
                  <a:pt x="234784" y="26577"/>
                </a:lnTo>
                <a:lnTo>
                  <a:pt x="242445" y="23486"/>
                </a:lnTo>
                <a:lnTo>
                  <a:pt x="247257" y="21545"/>
                </a:lnTo>
                <a:lnTo>
                  <a:pt x="249150" y="20994"/>
                </a:lnTo>
                <a:lnTo>
                  <a:pt x="251409" y="20760"/>
                </a:lnTo>
                <a:lnTo>
                  <a:pt x="253781" y="20797"/>
                </a:lnTo>
                <a:lnTo>
                  <a:pt x="255982" y="21112"/>
                </a:lnTo>
                <a:lnTo>
                  <a:pt x="258033" y="21686"/>
                </a:lnTo>
                <a:lnTo>
                  <a:pt x="259848" y="22385"/>
                </a:lnTo>
                <a:lnTo>
                  <a:pt x="261656" y="23457"/>
                </a:lnTo>
                <a:lnTo>
                  <a:pt x="273522" y="30810"/>
                </a:lnTo>
                <a:lnTo>
                  <a:pt x="299133" y="46505"/>
                </a:lnTo>
                <a:lnTo>
                  <a:pt x="299927" y="46994"/>
                </a:lnTo>
                <a:lnTo>
                  <a:pt x="299698" y="47401"/>
                </a:lnTo>
                <a:lnTo>
                  <a:pt x="297166" y="52041"/>
                </a:lnTo>
                <a:lnTo>
                  <a:pt x="296202" y="51466"/>
                </a:lnTo>
                <a:lnTo>
                  <a:pt x="295171" y="50856"/>
                </a:lnTo>
                <a:lnTo>
                  <a:pt x="289184" y="47271"/>
                </a:lnTo>
                <a:lnTo>
                  <a:pt x="282259" y="43612"/>
                </a:lnTo>
                <a:lnTo>
                  <a:pt x="270401" y="37197"/>
                </a:lnTo>
                <a:lnTo>
                  <a:pt x="262127" y="32772"/>
                </a:lnTo>
                <a:lnTo>
                  <a:pt x="255954" y="29912"/>
                </a:lnTo>
                <a:lnTo>
                  <a:pt x="254613" y="29429"/>
                </a:lnTo>
                <a:lnTo>
                  <a:pt x="253107" y="29223"/>
                </a:lnTo>
                <a:lnTo>
                  <a:pt x="252083" y="29305"/>
                </a:lnTo>
                <a:lnTo>
                  <a:pt x="250802" y="29603"/>
                </a:lnTo>
                <a:lnTo>
                  <a:pt x="249280" y="30035"/>
                </a:lnTo>
                <a:lnTo>
                  <a:pt x="248021" y="30533"/>
                </a:lnTo>
                <a:lnTo>
                  <a:pt x="245930" y="32046"/>
                </a:lnTo>
                <a:lnTo>
                  <a:pt x="243489" y="33787"/>
                </a:lnTo>
                <a:lnTo>
                  <a:pt x="241938" y="35058"/>
                </a:lnTo>
                <a:lnTo>
                  <a:pt x="237016" y="38942"/>
                </a:lnTo>
                <a:lnTo>
                  <a:pt x="234266" y="42732"/>
                </a:lnTo>
                <a:lnTo>
                  <a:pt x="229931" y="46482"/>
                </a:lnTo>
                <a:lnTo>
                  <a:pt x="227767" y="48798"/>
                </a:lnTo>
                <a:lnTo>
                  <a:pt x="220850" y="55923"/>
                </a:lnTo>
                <a:lnTo>
                  <a:pt x="219356" y="57457"/>
                </a:lnTo>
                <a:lnTo>
                  <a:pt x="213569" y="63650"/>
                </a:lnTo>
                <a:lnTo>
                  <a:pt x="207925" y="69566"/>
                </a:lnTo>
                <a:lnTo>
                  <a:pt x="207278" y="68955"/>
                </a:lnTo>
                <a:lnTo>
                  <a:pt x="206990" y="69254"/>
                </a:lnTo>
                <a:lnTo>
                  <a:pt x="202155" y="74119"/>
                </a:lnTo>
                <a:lnTo>
                  <a:pt x="198122" y="78317"/>
                </a:lnTo>
                <a:lnTo>
                  <a:pt x="197874" y="78633"/>
                </a:lnTo>
                <a:lnTo>
                  <a:pt x="198612" y="79333"/>
                </a:lnTo>
                <a:lnTo>
                  <a:pt x="183387" y="95196"/>
                </a:lnTo>
                <a:lnTo>
                  <a:pt x="149097" y="130904"/>
                </a:lnTo>
                <a:lnTo>
                  <a:pt x="106831" y="174411"/>
                </a:lnTo>
                <a:lnTo>
                  <a:pt x="105943" y="173560"/>
                </a:lnTo>
                <a:lnTo>
                  <a:pt x="105748" y="173757"/>
                </a:lnTo>
                <a:lnTo>
                  <a:pt x="105618" y="173897"/>
                </a:lnTo>
                <a:lnTo>
                  <a:pt x="102055" y="177553"/>
                </a:lnTo>
                <a:lnTo>
                  <a:pt x="98509" y="181181"/>
                </a:lnTo>
                <a:lnTo>
                  <a:pt x="98362" y="181331"/>
                </a:lnTo>
                <a:lnTo>
                  <a:pt x="98178" y="181518"/>
                </a:lnTo>
                <a:lnTo>
                  <a:pt x="98905" y="182228"/>
                </a:lnTo>
                <a:lnTo>
                  <a:pt x="94559" y="187262"/>
                </a:lnTo>
                <a:lnTo>
                  <a:pt x="86781" y="195175"/>
                </a:lnTo>
                <a:lnTo>
                  <a:pt x="62628" y="219827"/>
                </a:lnTo>
                <a:lnTo>
                  <a:pt x="50583" y="232199"/>
                </a:lnTo>
                <a:lnTo>
                  <a:pt x="38469" y="244489"/>
                </a:lnTo>
                <a:lnTo>
                  <a:pt x="38290" y="244667"/>
                </a:lnTo>
                <a:lnTo>
                  <a:pt x="38138" y="244826"/>
                </a:lnTo>
                <a:lnTo>
                  <a:pt x="34582" y="248500"/>
                </a:lnTo>
                <a:lnTo>
                  <a:pt x="31040" y="252101"/>
                </a:lnTo>
                <a:lnTo>
                  <a:pt x="30899" y="252242"/>
                </a:lnTo>
                <a:lnTo>
                  <a:pt x="30709" y="252438"/>
                </a:lnTo>
                <a:lnTo>
                  <a:pt x="3010" y="280974"/>
                </a:lnTo>
                <a:lnTo>
                  <a:pt x="2644" y="280865"/>
                </a:lnTo>
                <a:lnTo>
                  <a:pt x="2063" y="280817"/>
                </a:lnTo>
                <a:lnTo>
                  <a:pt x="1723" y="280817"/>
                </a:lnTo>
                <a:lnTo>
                  <a:pt x="0" y="279187"/>
                </a:lnTo>
                <a:lnTo>
                  <a:pt x="106" y="278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9AC1A22-3CA0-4131-8BA7-2BC244FD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06" y="4058978"/>
            <a:ext cx="317885" cy="231175"/>
          </a:xfrm>
          <a:custGeom xmlns:a="http://schemas.openxmlformats.org/drawingml/2006/main">
            <a:pathLst>
              <a:path w="317885" h="231175">
                <a:moveTo>
                  <a:pt x="309065" y="209092"/>
                </a:moveTo>
                <a:lnTo>
                  <a:pt x="301789" y="216801"/>
                </a:lnTo>
                <a:lnTo>
                  <a:pt x="294782" y="223519"/>
                </a:lnTo>
                <a:lnTo>
                  <a:pt x="291211" y="227067"/>
                </a:lnTo>
                <a:lnTo>
                  <a:pt x="289785" y="228189"/>
                </a:lnTo>
                <a:lnTo>
                  <a:pt x="288806" y="228917"/>
                </a:lnTo>
                <a:lnTo>
                  <a:pt x="289009" y="229221"/>
                </a:lnTo>
                <a:lnTo>
                  <a:pt x="287473" y="230000"/>
                </a:lnTo>
                <a:lnTo>
                  <a:pt x="285842" y="230553"/>
                </a:lnTo>
                <a:lnTo>
                  <a:pt x="283930" y="231033"/>
                </a:lnTo>
                <a:lnTo>
                  <a:pt x="282192" y="231152"/>
                </a:lnTo>
                <a:lnTo>
                  <a:pt x="281312" y="231175"/>
                </a:lnTo>
                <a:lnTo>
                  <a:pt x="280037" y="231100"/>
                </a:lnTo>
                <a:lnTo>
                  <a:pt x="278968" y="230956"/>
                </a:lnTo>
                <a:lnTo>
                  <a:pt x="277034" y="230616"/>
                </a:lnTo>
                <a:lnTo>
                  <a:pt x="272014" y="229611"/>
                </a:lnTo>
                <a:lnTo>
                  <a:pt x="269548" y="229012"/>
                </a:lnTo>
                <a:lnTo>
                  <a:pt x="257046" y="225703"/>
                </a:lnTo>
                <a:lnTo>
                  <a:pt x="231266" y="218895"/>
                </a:lnTo>
                <a:lnTo>
                  <a:pt x="214969" y="214548"/>
                </a:lnTo>
                <a:lnTo>
                  <a:pt x="200998" y="210540"/>
                </a:lnTo>
                <a:lnTo>
                  <a:pt x="183621" y="205629"/>
                </a:lnTo>
                <a:lnTo>
                  <a:pt x="165681" y="200734"/>
                </a:lnTo>
                <a:lnTo>
                  <a:pt x="119742" y="188242"/>
                </a:lnTo>
                <a:lnTo>
                  <a:pt x="102523" y="183601"/>
                </a:lnTo>
                <a:lnTo>
                  <a:pt x="94409" y="181422"/>
                </a:lnTo>
                <a:lnTo>
                  <a:pt x="87767" y="179650"/>
                </a:lnTo>
                <a:lnTo>
                  <a:pt x="81973" y="178074"/>
                </a:lnTo>
                <a:lnTo>
                  <a:pt x="76888" y="176761"/>
                </a:lnTo>
                <a:lnTo>
                  <a:pt x="72280" y="175508"/>
                </a:lnTo>
                <a:lnTo>
                  <a:pt x="68149" y="174188"/>
                </a:lnTo>
                <a:lnTo>
                  <a:pt x="64085" y="172612"/>
                </a:lnTo>
                <a:lnTo>
                  <a:pt x="60339" y="170853"/>
                </a:lnTo>
                <a:lnTo>
                  <a:pt x="57229" y="169315"/>
                </a:lnTo>
                <a:lnTo>
                  <a:pt x="54761" y="167969"/>
                </a:lnTo>
                <a:lnTo>
                  <a:pt x="53679" y="167369"/>
                </a:lnTo>
                <a:lnTo>
                  <a:pt x="52793" y="166774"/>
                </a:lnTo>
                <a:lnTo>
                  <a:pt x="47803" y="163154"/>
                </a:lnTo>
                <a:lnTo>
                  <a:pt x="43696" y="159993"/>
                </a:lnTo>
                <a:lnTo>
                  <a:pt x="39684" y="156411"/>
                </a:lnTo>
                <a:lnTo>
                  <a:pt x="35667" y="152829"/>
                </a:lnTo>
                <a:lnTo>
                  <a:pt x="33695" y="150650"/>
                </a:lnTo>
                <a:lnTo>
                  <a:pt x="32942" y="149832"/>
                </a:lnTo>
                <a:lnTo>
                  <a:pt x="32612" y="149377"/>
                </a:lnTo>
                <a:lnTo>
                  <a:pt x="32356" y="149001"/>
                </a:lnTo>
                <a:lnTo>
                  <a:pt x="32267" y="148803"/>
                </a:lnTo>
                <a:lnTo>
                  <a:pt x="32625" y="148210"/>
                </a:lnTo>
                <a:lnTo>
                  <a:pt x="29516" y="145424"/>
                </a:lnTo>
                <a:lnTo>
                  <a:pt x="25121" y="141306"/>
                </a:lnTo>
                <a:lnTo>
                  <a:pt x="20977" y="137773"/>
                </a:lnTo>
                <a:lnTo>
                  <a:pt x="16832" y="134258"/>
                </a:lnTo>
                <a:lnTo>
                  <a:pt x="11210" y="128642"/>
                </a:lnTo>
                <a:lnTo>
                  <a:pt x="7198" y="124650"/>
                </a:lnTo>
                <a:lnTo>
                  <a:pt x="3659" y="120399"/>
                </a:lnTo>
                <a:lnTo>
                  <a:pt x="1985" y="118312"/>
                </a:lnTo>
                <a:lnTo>
                  <a:pt x="1578" y="117494"/>
                </a:lnTo>
                <a:lnTo>
                  <a:pt x="1201" y="116293"/>
                </a:lnTo>
                <a:lnTo>
                  <a:pt x="429" y="113299"/>
                </a:lnTo>
                <a:lnTo>
                  <a:pt x="121" y="111777"/>
                </a:lnTo>
                <a:lnTo>
                  <a:pt x="0" y="110395"/>
                </a:lnTo>
                <a:lnTo>
                  <a:pt x="113" y="109208"/>
                </a:lnTo>
                <a:lnTo>
                  <a:pt x="388" y="108208"/>
                </a:lnTo>
                <a:lnTo>
                  <a:pt x="762" y="107160"/>
                </a:lnTo>
                <a:lnTo>
                  <a:pt x="1496" y="105601"/>
                </a:lnTo>
                <a:lnTo>
                  <a:pt x="1985" y="104713"/>
                </a:lnTo>
                <a:lnTo>
                  <a:pt x="3056" y="102999"/>
                </a:lnTo>
                <a:lnTo>
                  <a:pt x="3655" y="102446"/>
                </a:lnTo>
                <a:lnTo>
                  <a:pt x="4853" y="101348"/>
                </a:lnTo>
                <a:lnTo>
                  <a:pt x="6415" y="99877"/>
                </a:lnTo>
                <a:lnTo>
                  <a:pt x="11141" y="95087"/>
                </a:lnTo>
                <a:lnTo>
                  <a:pt x="14975" y="91168"/>
                </a:lnTo>
                <a:lnTo>
                  <a:pt x="16413" y="89855"/>
                </a:lnTo>
                <a:lnTo>
                  <a:pt x="17723" y="88754"/>
                </a:lnTo>
                <a:lnTo>
                  <a:pt x="18968" y="87728"/>
                </a:lnTo>
                <a:lnTo>
                  <a:pt x="20306" y="86226"/>
                </a:lnTo>
                <a:lnTo>
                  <a:pt x="23011" y="83285"/>
                </a:lnTo>
                <a:lnTo>
                  <a:pt x="29963" y="75976"/>
                </a:lnTo>
                <a:lnTo>
                  <a:pt x="35235" y="70534"/>
                </a:lnTo>
                <a:lnTo>
                  <a:pt x="41022" y="64487"/>
                </a:lnTo>
                <a:lnTo>
                  <a:pt x="47279" y="58126"/>
                </a:lnTo>
                <a:lnTo>
                  <a:pt x="55728" y="49402"/>
                </a:lnTo>
                <a:lnTo>
                  <a:pt x="63264" y="41614"/>
                </a:lnTo>
                <a:lnTo>
                  <a:pt x="67942" y="36725"/>
                </a:lnTo>
                <a:lnTo>
                  <a:pt x="73610" y="31054"/>
                </a:lnTo>
                <a:lnTo>
                  <a:pt x="79201" y="25440"/>
                </a:lnTo>
                <a:lnTo>
                  <a:pt x="84564" y="19840"/>
                </a:lnTo>
                <a:lnTo>
                  <a:pt x="89931" y="14177"/>
                </a:lnTo>
                <a:lnTo>
                  <a:pt x="94720" y="9231"/>
                </a:lnTo>
                <a:lnTo>
                  <a:pt x="99508" y="4704"/>
                </a:lnTo>
                <a:lnTo>
                  <a:pt x="101116" y="3285"/>
                </a:lnTo>
                <a:lnTo>
                  <a:pt x="102655" y="2206"/>
                </a:lnTo>
                <a:lnTo>
                  <a:pt x="104384" y="1340"/>
                </a:lnTo>
                <a:lnTo>
                  <a:pt x="106244" y="580"/>
                </a:lnTo>
                <a:lnTo>
                  <a:pt x="108324" y="142"/>
                </a:lnTo>
                <a:lnTo>
                  <a:pt x="110228" y="0"/>
                </a:lnTo>
                <a:lnTo>
                  <a:pt x="111942" y="18"/>
                </a:lnTo>
                <a:lnTo>
                  <a:pt x="113273" y="137"/>
                </a:lnTo>
                <a:lnTo>
                  <a:pt x="114533" y="322"/>
                </a:lnTo>
                <a:lnTo>
                  <a:pt x="115509" y="515"/>
                </a:lnTo>
                <a:lnTo>
                  <a:pt x="116497" y="971"/>
                </a:lnTo>
                <a:lnTo>
                  <a:pt x="117882" y="1863"/>
                </a:lnTo>
                <a:lnTo>
                  <a:pt x="119192" y="2867"/>
                </a:lnTo>
                <a:lnTo>
                  <a:pt x="120511" y="4180"/>
                </a:lnTo>
                <a:lnTo>
                  <a:pt x="128633" y="12088"/>
                </a:lnTo>
                <a:lnTo>
                  <a:pt x="135750" y="19121"/>
                </a:lnTo>
                <a:lnTo>
                  <a:pt x="136614" y="19936"/>
                </a:lnTo>
                <a:lnTo>
                  <a:pt x="136809" y="19931"/>
                </a:lnTo>
                <a:lnTo>
                  <a:pt x="142527" y="25353"/>
                </a:lnTo>
                <a:lnTo>
                  <a:pt x="150924" y="33309"/>
                </a:lnTo>
                <a:lnTo>
                  <a:pt x="157826" y="39819"/>
                </a:lnTo>
                <a:lnTo>
                  <a:pt x="177831" y="59589"/>
                </a:lnTo>
                <a:lnTo>
                  <a:pt x="180300" y="62028"/>
                </a:lnTo>
                <a:lnTo>
                  <a:pt x="180859" y="62687"/>
                </a:lnTo>
                <a:lnTo>
                  <a:pt x="181218" y="63369"/>
                </a:lnTo>
                <a:lnTo>
                  <a:pt x="181542" y="64454"/>
                </a:lnTo>
                <a:lnTo>
                  <a:pt x="181552" y="65428"/>
                </a:lnTo>
                <a:lnTo>
                  <a:pt x="181553" y="65674"/>
                </a:lnTo>
                <a:lnTo>
                  <a:pt x="181679" y="65807"/>
                </a:lnTo>
                <a:lnTo>
                  <a:pt x="180956" y="66519"/>
                </a:lnTo>
                <a:lnTo>
                  <a:pt x="180853" y="66640"/>
                </a:lnTo>
                <a:lnTo>
                  <a:pt x="180602" y="66419"/>
                </a:lnTo>
                <a:lnTo>
                  <a:pt x="180514" y="66494"/>
                </a:lnTo>
                <a:lnTo>
                  <a:pt x="180320" y="66509"/>
                </a:lnTo>
                <a:lnTo>
                  <a:pt x="179866" y="66439"/>
                </a:lnTo>
                <a:lnTo>
                  <a:pt x="178447" y="66176"/>
                </a:lnTo>
                <a:lnTo>
                  <a:pt x="177621" y="65952"/>
                </a:lnTo>
                <a:lnTo>
                  <a:pt x="176950" y="65697"/>
                </a:lnTo>
                <a:lnTo>
                  <a:pt x="176168" y="65235"/>
                </a:lnTo>
                <a:lnTo>
                  <a:pt x="157857" y="47661"/>
                </a:lnTo>
                <a:lnTo>
                  <a:pt x="130119" y="20729"/>
                </a:lnTo>
                <a:lnTo>
                  <a:pt x="115960" y="7171"/>
                </a:lnTo>
                <a:lnTo>
                  <a:pt x="115163" y="6800"/>
                </a:lnTo>
                <a:lnTo>
                  <a:pt x="114049" y="6456"/>
                </a:lnTo>
                <a:lnTo>
                  <a:pt x="112795" y="6262"/>
                </a:lnTo>
                <a:lnTo>
                  <a:pt x="111592" y="6130"/>
                </a:lnTo>
                <a:lnTo>
                  <a:pt x="110321" y="6201"/>
                </a:lnTo>
                <a:lnTo>
                  <a:pt x="109091" y="6306"/>
                </a:lnTo>
                <a:lnTo>
                  <a:pt x="107808" y="6732"/>
                </a:lnTo>
                <a:lnTo>
                  <a:pt x="106406" y="7298"/>
                </a:lnTo>
                <a:lnTo>
                  <a:pt x="105036" y="8018"/>
                </a:lnTo>
                <a:lnTo>
                  <a:pt x="104103" y="8789"/>
                </a:lnTo>
                <a:lnTo>
                  <a:pt x="97423" y="15635"/>
                </a:lnTo>
                <a:lnTo>
                  <a:pt x="66736" y="47760"/>
                </a:lnTo>
                <a:lnTo>
                  <a:pt x="60764" y="53959"/>
                </a:lnTo>
                <a:lnTo>
                  <a:pt x="18003" y="98411"/>
                </a:lnTo>
                <a:lnTo>
                  <a:pt x="16497" y="100947"/>
                </a:lnTo>
                <a:lnTo>
                  <a:pt x="15257" y="103631"/>
                </a:lnTo>
                <a:lnTo>
                  <a:pt x="14893" y="104633"/>
                </a:lnTo>
                <a:lnTo>
                  <a:pt x="14557" y="106018"/>
                </a:lnTo>
                <a:lnTo>
                  <a:pt x="14436" y="107159"/>
                </a:lnTo>
                <a:lnTo>
                  <a:pt x="14418" y="108581"/>
                </a:lnTo>
                <a:lnTo>
                  <a:pt x="14551" y="110836"/>
                </a:lnTo>
                <a:lnTo>
                  <a:pt x="14818" y="112268"/>
                </a:lnTo>
                <a:lnTo>
                  <a:pt x="15228" y="113615"/>
                </a:lnTo>
                <a:lnTo>
                  <a:pt x="15749" y="114949"/>
                </a:lnTo>
                <a:lnTo>
                  <a:pt x="16438" y="116306"/>
                </a:lnTo>
                <a:lnTo>
                  <a:pt x="17558" y="117506"/>
                </a:lnTo>
                <a:lnTo>
                  <a:pt x="24363" y="124566"/>
                </a:lnTo>
                <a:lnTo>
                  <a:pt x="32397" y="132522"/>
                </a:lnTo>
                <a:lnTo>
                  <a:pt x="40982" y="140846"/>
                </a:lnTo>
                <a:lnTo>
                  <a:pt x="51869" y="150740"/>
                </a:lnTo>
                <a:lnTo>
                  <a:pt x="57070" y="155620"/>
                </a:lnTo>
                <a:lnTo>
                  <a:pt x="58715" y="157033"/>
                </a:lnTo>
                <a:lnTo>
                  <a:pt x="60846" y="158489"/>
                </a:lnTo>
                <a:lnTo>
                  <a:pt x="65130" y="161171"/>
                </a:lnTo>
                <a:lnTo>
                  <a:pt x="71322" y="164685"/>
                </a:lnTo>
                <a:lnTo>
                  <a:pt x="78837" y="168866"/>
                </a:lnTo>
                <a:lnTo>
                  <a:pt x="83984" y="171061"/>
                </a:lnTo>
                <a:lnTo>
                  <a:pt x="87914" y="172395"/>
                </a:lnTo>
                <a:lnTo>
                  <a:pt x="101897" y="176221"/>
                </a:lnTo>
                <a:lnTo>
                  <a:pt x="129483" y="183838"/>
                </a:lnTo>
                <a:lnTo>
                  <a:pt x="157551" y="191287"/>
                </a:lnTo>
                <a:lnTo>
                  <a:pt x="161249" y="192290"/>
                </a:lnTo>
                <a:lnTo>
                  <a:pt x="180869" y="197441"/>
                </a:lnTo>
                <a:lnTo>
                  <a:pt x="190348" y="199939"/>
                </a:lnTo>
                <a:lnTo>
                  <a:pt x="200052" y="202485"/>
                </a:lnTo>
                <a:lnTo>
                  <a:pt x="220992" y="207947"/>
                </a:lnTo>
                <a:lnTo>
                  <a:pt x="232004" y="210814"/>
                </a:lnTo>
                <a:lnTo>
                  <a:pt x="252733" y="216527"/>
                </a:lnTo>
                <a:lnTo>
                  <a:pt x="261707" y="219120"/>
                </a:lnTo>
                <a:lnTo>
                  <a:pt x="264528" y="219646"/>
                </a:lnTo>
                <a:lnTo>
                  <a:pt x="267076" y="219796"/>
                </a:lnTo>
                <a:lnTo>
                  <a:pt x="269945" y="219428"/>
                </a:lnTo>
                <a:lnTo>
                  <a:pt x="272958" y="218819"/>
                </a:lnTo>
                <a:lnTo>
                  <a:pt x="275778" y="217851"/>
                </a:lnTo>
                <a:lnTo>
                  <a:pt x="277915" y="216601"/>
                </a:lnTo>
                <a:lnTo>
                  <a:pt x="280061" y="214449"/>
                </a:lnTo>
                <a:lnTo>
                  <a:pt x="299650" y="192939"/>
                </a:lnTo>
                <a:lnTo>
                  <a:pt x="299442" y="188481"/>
                </a:lnTo>
                <a:lnTo>
                  <a:pt x="299145" y="187186"/>
                </a:lnTo>
                <a:lnTo>
                  <a:pt x="298568" y="185243"/>
                </a:lnTo>
                <a:lnTo>
                  <a:pt x="297945" y="183639"/>
                </a:lnTo>
                <a:lnTo>
                  <a:pt x="297336" y="182535"/>
                </a:lnTo>
                <a:lnTo>
                  <a:pt x="296617" y="181524"/>
                </a:lnTo>
                <a:lnTo>
                  <a:pt x="286237" y="171819"/>
                </a:lnTo>
                <a:lnTo>
                  <a:pt x="274205" y="160463"/>
                </a:lnTo>
                <a:lnTo>
                  <a:pt x="262074" y="148891"/>
                </a:lnTo>
                <a:lnTo>
                  <a:pt x="257578" y="144557"/>
                </a:lnTo>
                <a:lnTo>
                  <a:pt x="253838" y="140940"/>
                </a:lnTo>
                <a:lnTo>
                  <a:pt x="250306" y="137582"/>
                </a:lnTo>
                <a:lnTo>
                  <a:pt x="248094" y="135392"/>
                </a:lnTo>
                <a:lnTo>
                  <a:pt x="246401" y="133615"/>
                </a:lnTo>
                <a:lnTo>
                  <a:pt x="242386" y="129296"/>
                </a:lnTo>
                <a:lnTo>
                  <a:pt x="238415" y="125184"/>
                </a:lnTo>
                <a:lnTo>
                  <a:pt x="237628" y="121844"/>
                </a:lnTo>
                <a:lnTo>
                  <a:pt x="237867" y="121583"/>
                </a:lnTo>
                <a:lnTo>
                  <a:pt x="237627" y="121361"/>
                </a:lnTo>
                <a:lnTo>
                  <a:pt x="238434" y="120484"/>
                </a:lnTo>
                <a:lnTo>
                  <a:pt x="238675" y="120705"/>
                </a:lnTo>
                <a:lnTo>
                  <a:pt x="238821" y="120555"/>
                </a:lnTo>
                <a:lnTo>
                  <a:pt x="244490" y="125787"/>
                </a:lnTo>
                <a:lnTo>
                  <a:pt x="255847" y="136360"/>
                </a:lnTo>
                <a:lnTo>
                  <a:pt x="276143" y="155292"/>
                </a:lnTo>
                <a:lnTo>
                  <a:pt x="292924" y="170711"/>
                </a:lnTo>
                <a:lnTo>
                  <a:pt x="292791" y="171771"/>
                </a:lnTo>
                <a:lnTo>
                  <a:pt x="301307" y="181253"/>
                </a:lnTo>
                <a:lnTo>
                  <a:pt x="311078" y="192150"/>
                </a:lnTo>
                <a:lnTo>
                  <a:pt x="311193" y="192912"/>
                </a:lnTo>
                <a:lnTo>
                  <a:pt x="311404" y="193690"/>
                </a:lnTo>
                <a:lnTo>
                  <a:pt x="311877" y="194698"/>
                </a:lnTo>
                <a:lnTo>
                  <a:pt x="312481" y="195602"/>
                </a:lnTo>
                <a:lnTo>
                  <a:pt x="313307" y="196436"/>
                </a:lnTo>
                <a:lnTo>
                  <a:pt x="314206" y="197086"/>
                </a:lnTo>
                <a:lnTo>
                  <a:pt x="315132" y="197507"/>
                </a:lnTo>
                <a:lnTo>
                  <a:pt x="315983" y="197822"/>
                </a:lnTo>
                <a:lnTo>
                  <a:pt x="316587" y="198097"/>
                </a:lnTo>
                <a:lnTo>
                  <a:pt x="317167" y="198701"/>
                </a:lnTo>
                <a:lnTo>
                  <a:pt x="317619" y="199527"/>
                </a:lnTo>
                <a:lnTo>
                  <a:pt x="317885" y="200321"/>
                </a:lnTo>
                <a:lnTo>
                  <a:pt x="317870" y="201187"/>
                </a:lnTo>
                <a:lnTo>
                  <a:pt x="317631" y="202068"/>
                </a:lnTo>
                <a:lnTo>
                  <a:pt x="317062" y="203112"/>
                </a:lnTo>
                <a:lnTo>
                  <a:pt x="316276" y="203990"/>
                </a:lnTo>
                <a:lnTo>
                  <a:pt x="315454" y="204531"/>
                </a:lnTo>
                <a:lnTo>
                  <a:pt x="314526" y="204893"/>
                </a:lnTo>
                <a:lnTo>
                  <a:pt x="313376" y="205297"/>
                </a:lnTo>
                <a:lnTo>
                  <a:pt x="312546" y="205765"/>
                </a:lnTo>
                <a:lnTo>
                  <a:pt x="311652" y="206518"/>
                </a:lnTo>
                <a:lnTo>
                  <a:pt x="309065" y="2090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2532D35-1ABE-4AF7-B5ED-D6CCD955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9" y="3196114"/>
            <a:ext cx="26757" cy="29139"/>
          </a:xfrm>
          <a:custGeom xmlns:a="http://schemas.openxmlformats.org/drawingml/2006/main">
            <a:pathLst>
              <a:path w="26757" h="29139">
                <a:moveTo>
                  <a:pt x="22233" y="23006"/>
                </a:moveTo>
                <a:lnTo>
                  <a:pt x="16269" y="10859"/>
                </a:lnTo>
                <a:lnTo>
                  <a:pt x="12410" y="8184"/>
                </a:lnTo>
                <a:lnTo>
                  <a:pt x="6094" y="7479"/>
                </a:lnTo>
                <a:lnTo>
                  <a:pt x="2233" y="5341"/>
                </a:lnTo>
                <a:lnTo>
                  <a:pt x="957" y="3717"/>
                </a:lnTo>
                <a:lnTo>
                  <a:pt x="0" y="2978"/>
                </a:lnTo>
                <a:lnTo>
                  <a:pt x="2012" y="0"/>
                </a:lnTo>
                <a:lnTo>
                  <a:pt x="3903" y="824"/>
                </a:lnTo>
                <a:lnTo>
                  <a:pt x="5873" y="1081"/>
                </a:lnTo>
                <a:lnTo>
                  <a:pt x="8630" y="1955"/>
                </a:lnTo>
                <a:lnTo>
                  <a:pt x="10750" y="3046"/>
                </a:lnTo>
                <a:lnTo>
                  <a:pt x="14159" y="4121"/>
                </a:lnTo>
                <a:lnTo>
                  <a:pt x="16970" y="4729"/>
                </a:lnTo>
                <a:lnTo>
                  <a:pt x="18458" y="5527"/>
                </a:lnTo>
                <a:lnTo>
                  <a:pt x="20186" y="6729"/>
                </a:lnTo>
                <a:lnTo>
                  <a:pt x="21865" y="7968"/>
                </a:lnTo>
                <a:lnTo>
                  <a:pt x="22990" y="10206"/>
                </a:lnTo>
                <a:lnTo>
                  <a:pt x="23590" y="13059"/>
                </a:lnTo>
                <a:lnTo>
                  <a:pt x="25434" y="18193"/>
                </a:lnTo>
                <a:lnTo>
                  <a:pt x="26757" y="20526"/>
                </a:lnTo>
                <a:lnTo>
                  <a:pt x="22809" y="29139"/>
                </a:lnTo>
                <a:lnTo>
                  <a:pt x="22233" y="230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71B918C-68E6-433D-8812-ABB3D5DC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971" y="3297208"/>
            <a:ext cx="156459" cy="203910"/>
          </a:xfrm>
          <a:custGeom xmlns:a="http://schemas.openxmlformats.org/drawingml/2006/main">
            <a:pathLst>
              <a:path w="156459" h="203910">
                <a:moveTo>
                  <a:pt x="11334" y="50655"/>
                </a:moveTo>
                <a:lnTo>
                  <a:pt x="14923" y="43017"/>
                </a:lnTo>
                <a:lnTo>
                  <a:pt x="16436" y="40135"/>
                </a:lnTo>
                <a:lnTo>
                  <a:pt x="19129" y="35026"/>
                </a:lnTo>
                <a:lnTo>
                  <a:pt x="22029" y="30003"/>
                </a:lnTo>
                <a:lnTo>
                  <a:pt x="24196" y="26320"/>
                </a:lnTo>
                <a:lnTo>
                  <a:pt x="25941" y="23359"/>
                </a:lnTo>
                <a:lnTo>
                  <a:pt x="26471" y="23363"/>
                </a:lnTo>
                <a:lnTo>
                  <a:pt x="28457" y="19576"/>
                </a:lnTo>
                <a:lnTo>
                  <a:pt x="30033" y="16546"/>
                </a:lnTo>
                <a:lnTo>
                  <a:pt x="29575" y="16540"/>
                </a:lnTo>
                <a:lnTo>
                  <a:pt x="30785" y="14221"/>
                </a:lnTo>
                <a:lnTo>
                  <a:pt x="32448" y="11299"/>
                </a:lnTo>
                <a:lnTo>
                  <a:pt x="34077" y="8605"/>
                </a:lnTo>
                <a:lnTo>
                  <a:pt x="35247" y="6861"/>
                </a:lnTo>
                <a:lnTo>
                  <a:pt x="36600" y="5104"/>
                </a:lnTo>
                <a:lnTo>
                  <a:pt x="38194" y="3367"/>
                </a:lnTo>
                <a:lnTo>
                  <a:pt x="41496" y="0"/>
                </a:lnTo>
                <a:lnTo>
                  <a:pt x="44527" y="2807"/>
                </a:lnTo>
                <a:lnTo>
                  <a:pt x="44343" y="3021"/>
                </a:lnTo>
                <a:lnTo>
                  <a:pt x="40410" y="7616"/>
                </a:lnTo>
                <a:lnTo>
                  <a:pt x="38612" y="9659"/>
                </a:lnTo>
                <a:lnTo>
                  <a:pt x="28635" y="28361"/>
                </a:lnTo>
                <a:lnTo>
                  <a:pt x="22654" y="39660"/>
                </a:lnTo>
                <a:lnTo>
                  <a:pt x="16711" y="51086"/>
                </a:lnTo>
                <a:lnTo>
                  <a:pt x="10446" y="62984"/>
                </a:lnTo>
                <a:lnTo>
                  <a:pt x="9567" y="64538"/>
                </a:lnTo>
                <a:lnTo>
                  <a:pt x="9377" y="64953"/>
                </a:lnTo>
                <a:lnTo>
                  <a:pt x="9350" y="65400"/>
                </a:lnTo>
                <a:lnTo>
                  <a:pt x="9434" y="65844"/>
                </a:lnTo>
                <a:lnTo>
                  <a:pt x="9580" y="66305"/>
                </a:lnTo>
                <a:lnTo>
                  <a:pt x="10022" y="66757"/>
                </a:lnTo>
                <a:lnTo>
                  <a:pt x="12409" y="68006"/>
                </a:lnTo>
                <a:lnTo>
                  <a:pt x="15198" y="69462"/>
                </a:lnTo>
                <a:lnTo>
                  <a:pt x="23703" y="74236"/>
                </a:lnTo>
                <a:lnTo>
                  <a:pt x="31043" y="78832"/>
                </a:lnTo>
                <a:lnTo>
                  <a:pt x="36523" y="82284"/>
                </a:lnTo>
                <a:lnTo>
                  <a:pt x="42911" y="86932"/>
                </a:lnTo>
                <a:lnTo>
                  <a:pt x="51012" y="93257"/>
                </a:lnTo>
                <a:lnTo>
                  <a:pt x="59289" y="100132"/>
                </a:lnTo>
                <a:lnTo>
                  <a:pt x="67022" y="107332"/>
                </a:lnTo>
                <a:lnTo>
                  <a:pt x="75300" y="115519"/>
                </a:lnTo>
                <a:lnTo>
                  <a:pt x="83704" y="124240"/>
                </a:lnTo>
                <a:lnTo>
                  <a:pt x="92452" y="133307"/>
                </a:lnTo>
                <a:lnTo>
                  <a:pt x="101439" y="142732"/>
                </a:lnTo>
                <a:lnTo>
                  <a:pt x="110499" y="152191"/>
                </a:lnTo>
                <a:lnTo>
                  <a:pt x="111279" y="153018"/>
                </a:lnTo>
                <a:lnTo>
                  <a:pt x="119641" y="161822"/>
                </a:lnTo>
                <a:lnTo>
                  <a:pt x="128802" y="171497"/>
                </a:lnTo>
                <a:lnTo>
                  <a:pt x="136174" y="179362"/>
                </a:lnTo>
                <a:lnTo>
                  <a:pt x="144733" y="188243"/>
                </a:lnTo>
                <a:lnTo>
                  <a:pt x="151521" y="195349"/>
                </a:lnTo>
                <a:lnTo>
                  <a:pt x="155774" y="199808"/>
                </a:lnTo>
                <a:lnTo>
                  <a:pt x="156240" y="200342"/>
                </a:lnTo>
                <a:lnTo>
                  <a:pt x="156459" y="200838"/>
                </a:lnTo>
                <a:lnTo>
                  <a:pt x="156418" y="201376"/>
                </a:lnTo>
                <a:lnTo>
                  <a:pt x="156222" y="201755"/>
                </a:lnTo>
                <a:lnTo>
                  <a:pt x="154397" y="203634"/>
                </a:lnTo>
                <a:lnTo>
                  <a:pt x="153942" y="203910"/>
                </a:lnTo>
                <a:lnTo>
                  <a:pt x="153416" y="203843"/>
                </a:lnTo>
                <a:lnTo>
                  <a:pt x="152959" y="203654"/>
                </a:lnTo>
                <a:lnTo>
                  <a:pt x="150757" y="201609"/>
                </a:lnTo>
                <a:lnTo>
                  <a:pt x="146183" y="197021"/>
                </a:lnTo>
                <a:lnTo>
                  <a:pt x="136366" y="186562"/>
                </a:lnTo>
                <a:lnTo>
                  <a:pt x="126548" y="176093"/>
                </a:lnTo>
                <a:lnTo>
                  <a:pt x="118046" y="167065"/>
                </a:lnTo>
                <a:lnTo>
                  <a:pt x="116732" y="165670"/>
                </a:lnTo>
                <a:lnTo>
                  <a:pt x="114189" y="162978"/>
                </a:lnTo>
                <a:lnTo>
                  <a:pt x="112180" y="160864"/>
                </a:lnTo>
                <a:lnTo>
                  <a:pt x="106957" y="155346"/>
                </a:lnTo>
                <a:lnTo>
                  <a:pt x="104473" y="152753"/>
                </a:lnTo>
                <a:lnTo>
                  <a:pt x="97186" y="145141"/>
                </a:lnTo>
                <a:lnTo>
                  <a:pt x="93191" y="140948"/>
                </a:lnTo>
                <a:lnTo>
                  <a:pt x="87407" y="134880"/>
                </a:lnTo>
                <a:lnTo>
                  <a:pt x="85789" y="133193"/>
                </a:lnTo>
                <a:lnTo>
                  <a:pt x="77562" y="124640"/>
                </a:lnTo>
                <a:lnTo>
                  <a:pt x="72640" y="119734"/>
                </a:lnTo>
                <a:lnTo>
                  <a:pt x="71276" y="118377"/>
                </a:lnTo>
                <a:lnTo>
                  <a:pt x="69144" y="116220"/>
                </a:lnTo>
                <a:lnTo>
                  <a:pt x="65957" y="113008"/>
                </a:lnTo>
                <a:lnTo>
                  <a:pt x="65499" y="112573"/>
                </a:lnTo>
                <a:lnTo>
                  <a:pt x="60985" y="108312"/>
                </a:lnTo>
                <a:lnTo>
                  <a:pt x="55830" y="103695"/>
                </a:lnTo>
                <a:lnTo>
                  <a:pt x="50721" y="99295"/>
                </a:lnTo>
                <a:lnTo>
                  <a:pt x="45635" y="95158"/>
                </a:lnTo>
                <a:lnTo>
                  <a:pt x="40674" y="91319"/>
                </a:lnTo>
                <a:lnTo>
                  <a:pt x="34758" y="87013"/>
                </a:lnTo>
                <a:lnTo>
                  <a:pt x="29409" y="83466"/>
                </a:lnTo>
                <a:lnTo>
                  <a:pt x="24235" y="80206"/>
                </a:lnTo>
                <a:lnTo>
                  <a:pt x="19068" y="77174"/>
                </a:lnTo>
                <a:lnTo>
                  <a:pt x="13929" y="74414"/>
                </a:lnTo>
                <a:lnTo>
                  <a:pt x="8163" y="71343"/>
                </a:lnTo>
                <a:lnTo>
                  <a:pt x="6785" y="70259"/>
                </a:lnTo>
                <a:lnTo>
                  <a:pt x="4381" y="69239"/>
                </a:lnTo>
                <a:lnTo>
                  <a:pt x="2397" y="69092"/>
                </a:lnTo>
                <a:lnTo>
                  <a:pt x="130" y="66073"/>
                </a:lnTo>
                <a:lnTo>
                  <a:pt x="0" y="62643"/>
                </a:lnTo>
                <a:lnTo>
                  <a:pt x="1087" y="61985"/>
                </a:lnTo>
                <a:lnTo>
                  <a:pt x="5162" y="62724"/>
                </a:lnTo>
                <a:lnTo>
                  <a:pt x="10900" y="51568"/>
                </a:lnTo>
                <a:lnTo>
                  <a:pt x="11334" y="506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31CCB07-8D56-40A0-A94C-2664BC8D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835" y="3307306"/>
            <a:ext cx="55742" cy="33220"/>
          </a:xfrm>
          <a:custGeom xmlns:a="http://schemas.openxmlformats.org/drawingml/2006/main">
            <a:pathLst>
              <a:path w="55742" h="33220">
                <a:moveTo>
                  <a:pt x="0" y="1245"/>
                </a:moveTo>
                <a:lnTo>
                  <a:pt x="1250" y="0"/>
                </a:lnTo>
                <a:lnTo>
                  <a:pt x="32448" y="29928"/>
                </a:lnTo>
                <a:lnTo>
                  <a:pt x="36308" y="26182"/>
                </a:lnTo>
                <a:lnTo>
                  <a:pt x="39562" y="23108"/>
                </a:lnTo>
                <a:lnTo>
                  <a:pt x="54571" y="7978"/>
                </a:lnTo>
                <a:lnTo>
                  <a:pt x="55742" y="9441"/>
                </a:lnTo>
                <a:lnTo>
                  <a:pt x="32307" y="33220"/>
                </a:lnTo>
                <a:lnTo>
                  <a:pt x="30786" y="31603"/>
                </a:lnTo>
                <a:lnTo>
                  <a:pt x="0" y="12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9C8E958-75BD-44F1-96FC-7F3EAD10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249" y="4129640"/>
            <a:ext cx="47934" cy="46232"/>
          </a:xfrm>
          <a:custGeom xmlns:a="http://schemas.openxmlformats.org/drawingml/2006/main">
            <a:pathLst>
              <a:path w="47934" h="46232">
                <a:moveTo>
                  <a:pt x="46296" y="45578"/>
                </a:moveTo>
                <a:lnTo>
                  <a:pt x="43015" y="45374"/>
                </a:lnTo>
                <a:lnTo>
                  <a:pt x="29006" y="31793"/>
                </a:lnTo>
                <a:lnTo>
                  <a:pt x="1021" y="4668"/>
                </a:lnTo>
                <a:lnTo>
                  <a:pt x="444" y="2479"/>
                </a:lnTo>
                <a:lnTo>
                  <a:pt x="314" y="1981"/>
                </a:lnTo>
                <a:lnTo>
                  <a:pt x="121" y="1240"/>
                </a:lnTo>
                <a:lnTo>
                  <a:pt x="240" y="1109"/>
                </a:lnTo>
                <a:lnTo>
                  <a:pt x="0" y="888"/>
                </a:lnTo>
                <a:lnTo>
                  <a:pt x="835" y="0"/>
                </a:lnTo>
                <a:lnTo>
                  <a:pt x="1076" y="230"/>
                </a:lnTo>
                <a:lnTo>
                  <a:pt x="1234" y="71"/>
                </a:lnTo>
                <a:lnTo>
                  <a:pt x="2085" y="185"/>
                </a:lnTo>
                <a:lnTo>
                  <a:pt x="2897" y="528"/>
                </a:lnTo>
                <a:lnTo>
                  <a:pt x="3635" y="982"/>
                </a:lnTo>
                <a:lnTo>
                  <a:pt x="4447" y="1734"/>
                </a:lnTo>
                <a:lnTo>
                  <a:pt x="17846" y="14612"/>
                </a:lnTo>
                <a:lnTo>
                  <a:pt x="34145" y="30171"/>
                </a:lnTo>
                <a:lnTo>
                  <a:pt x="44423" y="40017"/>
                </a:lnTo>
                <a:lnTo>
                  <a:pt x="45872" y="41417"/>
                </a:lnTo>
                <a:lnTo>
                  <a:pt x="46711" y="42743"/>
                </a:lnTo>
                <a:lnTo>
                  <a:pt x="47613" y="44149"/>
                </a:lnTo>
                <a:lnTo>
                  <a:pt x="47819" y="44945"/>
                </a:lnTo>
                <a:lnTo>
                  <a:pt x="47688" y="45076"/>
                </a:lnTo>
                <a:lnTo>
                  <a:pt x="47934" y="45315"/>
                </a:lnTo>
                <a:lnTo>
                  <a:pt x="47038" y="46232"/>
                </a:lnTo>
                <a:lnTo>
                  <a:pt x="46296" y="4557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641F83F-691C-4D4D-BD8E-7BCB439C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844" y="3174328"/>
            <a:ext cx="33363" cy="20207"/>
          </a:xfrm>
          <a:custGeom xmlns:a="http://schemas.openxmlformats.org/drawingml/2006/main">
            <a:pathLst>
              <a:path w="33363" h="20207">
                <a:moveTo>
                  <a:pt x="22102" y="14473"/>
                </a:moveTo>
                <a:lnTo>
                  <a:pt x="13809" y="6588"/>
                </a:lnTo>
                <a:lnTo>
                  <a:pt x="0" y="5408"/>
                </a:lnTo>
                <a:lnTo>
                  <a:pt x="1817" y="1178"/>
                </a:lnTo>
                <a:lnTo>
                  <a:pt x="7830" y="553"/>
                </a:lnTo>
                <a:lnTo>
                  <a:pt x="13198" y="0"/>
                </a:lnTo>
                <a:lnTo>
                  <a:pt x="16209" y="3099"/>
                </a:lnTo>
                <a:lnTo>
                  <a:pt x="27217" y="11157"/>
                </a:lnTo>
                <a:lnTo>
                  <a:pt x="33363" y="17588"/>
                </a:lnTo>
                <a:lnTo>
                  <a:pt x="29104" y="20207"/>
                </a:lnTo>
                <a:lnTo>
                  <a:pt x="22102" y="144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41ECC75-774D-444F-862E-C06A27A4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778" y="2896252"/>
            <a:ext cx="133464" cy="78632"/>
          </a:xfrm>
          <a:custGeom xmlns:a="http://schemas.openxmlformats.org/drawingml/2006/main">
            <a:pathLst>
              <a:path w="133464" h="78632">
                <a:moveTo>
                  <a:pt x="54024" y="63455"/>
                </a:moveTo>
                <a:lnTo>
                  <a:pt x="58765" y="60689"/>
                </a:lnTo>
                <a:lnTo>
                  <a:pt x="65200" y="55119"/>
                </a:lnTo>
                <a:lnTo>
                  <a:pt x="69485" y="50070"/>
                </a:lnTo>
                <a:lnTo>
                  <a:pt x="70345" y="45867"/>
                </a:lnTo>
                <a:lnTo>
                  <a:pt x="75391" y="36216"/>
                </a:lnTo>
                <a:lnTo>
                  <a:pt x="83430" y="26969"/>
                </a:lnTo>
                <a:lnTo>
                  <a:pt x="89432" y="21028"/>
                </a:lnTo>
                <a:lnTo>
                  <a:pt x="94674" y="18459"/>
                </a:lnTo>
                <a:lnTo>
                  <a:pt x="98666" y="21360"/>
                </a:lnTo>
                <a:lnTo>
                  <a:pt x="96467" y="22593"/>
                </a:lnTo>
                <a:lnTo>
                  <a:pt x="91032" y="26524"/>
                </a:lnTo>
                <a:lnTo>
                  <a:pt x="88394" y="28452"/>
                </a:lnTo>
                <a:lnTo>
                  <a:pt x="87118" y="31245"/>
                </a:lnTo>
                <a:lnTo>
                  <a:pt x="86307" y="34363"/>
                </a:lnTo>
                <a:lnTo>
                  <a:pt x="85913" y="37434"/>
                </a:lnTo>
                <a:lnTo>
                  <a:pt x="87056" y="40583"/>
                </a:lnTo>
                <a:lnTo>
                  <a:pt x="91778" y="43720"/>
                </a:lnTo>
                <a:lnTo>
                  <a:pt x="94691" y="43771"/>
                </a:lnTo>
                <a:lnTo>
                  <a:pt x="99818" y="42125"/>
                </a:lnTo>
                <a:lnTo>
                  <a:pt x="102442" y="39688"/>
                </a:lnTo>
                <a:lnTo>
                  <a:pt x="103384" y="37541"/>
                </a:lnTo>
                <a:lnTo>
                  <a:pt x="105360" y="34201"/>
                </a:lnTo>
                <a:lnTo>
                  <a:pt x="105313" y="30677"/>
                </a:lnTo>
                <a:lnTo>
                  <a:pt x="105299" y="27626"/>
                </a:lnTo>
                <a:lnTo>
                  <a:pt x="105777" y="24990"/>
                </a:lnTo>
                <a:lnTo>
                  <a:pt x="105392" y="22659"/>
                </a:lnTo>
                <a:lnTo>
                  <a:pt x="103570" y="20812"/>
                </a:lnTo>
                <a:lnTo>
                  <a:pt x="101332" y="20534"/>
                </a:lnTo>
                <a:lnTo>
                  <a:pt x="107368" y="14000"/>
                </a:lnTo>
                <a:lnTo>
                  <a:pt x="116677" y="11032"/>
                </a:lnTo>
                <a:lnTo>
                  <a:pt x="122728" y="7840"/>
                </a:lnTo>
                <a:lnTo>
                  <a:pt x="124267" y="6115"/>
                </a:lnTo>
                <a:lnTo>
                  <a:pt x="126699" y="4193"/>
                </a:lnTo>
                <a:lnTo>
                  <a:pt x="129941" y="0"/>
                </a:lnTo>
                <a:lnTo>
                  <a:pt x="133464" y="1857"/>
                </a:lnTo>
                <a:lnTo>
                  <a:pt x="130532" y="5969"/>
                </a:lnTo>
                <a:lnTo>
                  <a:pt x="127934" y="13233"/>
                </a:lnTo>
                <a:lnTo>
                  <a:pt x="124894" y="22157"/>
                </a:lnTo>
                <a:lnTo>
                  <a:pt x="119669" y="33233"/>
                </a:lnTo>
                <a:lnTo>
                  <a:pt x="106018" y="49304"/>
                </a:lnTo>
                <a:lnTo>
                  <a:pt x="97843" y="55302"/>
                </a:lnTo>
                <a:lnTo>
                  <a:pt x="89207" y="58598"/>
                </a:lnTo>
                <a:lnTo>
                  <a:pt x="77911" y="62364"/>
                </a:lnTo>
                <a:lnTo>
                  <a:pt x="65914" y="64491"/>
                </a:lnTo>
                <a:lnTo>
                  <a:pt x="55278" y="67703"/>
                </a:lnTo>
                <a:lnTo>
                  <a:pt x="52118" y="69043"/>
                </a:lnTo>
                <a:lnTo>
                  <a:pt x="49232" y="70230"/>
                </a:lnTo>
                <a:lnTo>
                  <a:pt x="46401" y="71606"/>
                </a:lnTo>
                <a:lnTo>
                  <a:pt x="43359" y="73207"/>
                </a:lnTo>
                <a:lnTo>
                  <a:pt x="41686" y="74089"/>
                </a:lnTo>
                <a:lnTo>
                  <a:pt x="40000" y="74844"/>
                </a:lnTo>
                <a:lnTo>
                  <a:pt x="39376" y="75106"/>
                </a:lnTo>
                <a:lnTo>
                  <a:pt x="38396" y="75569"/>
                </a:lnTo>
                <a:lnTo>
                  <a:pt x="37622" y="75862"/>
                </a:lnTo>
                <a:lnTo>
                  <a:pt x="36761" y="76204"/>
                </a:lnTo>
                <a:lnTo>
                  <a:pt x="35262" y="76662"/>
                </a:lnTo>
                <a:lnTo>
                  <a:pt x="33706" y="77113"/>
                </a:lnTo>
                <a:lnTo>
                  <a:pt x="33363" y="77195"/>
                </a:lnTo>
                <a:lnTo>
                  <a:pt x="32925" y="77288"/>
                </a:lnTo>
                <a:lnTo>
                  <a:pt x="32113" y="77391"/>
                </a:lnTo>
                <a:lnTo>
                  <a:pt x="31024" y="77566"/>
                </a:lnTo>
                <a:lnTo>
                  <a:pt x="29624" y="77757"/>
                </a:lnTo>
                <a:lnTo>
                  <a:pt x="26357" y="78234"/>
                </a:lnTo>
                <a:lnTo>
                  <a:pt x="23878" y="78563"/>
                </a:lnTo>
                <a:lnTo>
                  <a:pt x="22313" y="78632"/>
                </a:lnTo>
                <a:lnTo>
                  <a:pt x="21554" y="78615"/>
                </a:lnTo>
                <a:lnTo>
                  <a:pt x="20793" y="78544"/>
                </a:lnTo>
                <a:lnTo>
                  <a:pt x="20015" y="78437"/>
                </a:lnTo>
                <a:lnTo>
                  <a:pt x="19265" y="78320"/>
                </a:lnTo>
                <a:lnTo>
                  <a:pt x="17788" y="77921"/>
                </a:lnTo>
                <a:lnTo>
                  <a:pt x="16374" y="77385"/>
                </a:lnTo>
                <a:lnTo>
                  <a:pt x="14873" y="76723"/>
                </a:lnTo>
                <a:lnTo>
                  <a:pt x="14138" y="76350"/>
                </a:lnTo>
                <a:lnTo>
                  <a:pt x="13403" y="75987"/>
                </a:lnTo>
                <a:lnTo>
                  <a:pt x="11949" y="75187"/>
                </a:lnTo>
                <a:lnTo>
                  <a:pt x="10542" y="74286"/>
                </a:lnTo>
                <a:lnTo>
                  <a:pt x="9348" y="73406"/>
                </a:lnTo>
                <a:lnTo>
                  <a:pt x="8208" y="72489"/>
                </a:lnTo>
                <a:lnTo>
                  <a:pt x="7128" y="71497"/>
                </a:lnTo>
                <a:lnTo>
                  <a:pt x="6124" y="70430"/>
                </a:lnTo>
                <a:lnTo>
                  <a:pt x="4910" y="68995"/>
                </a:lnTo>
                <a:lnTo>
                  <a:pt x="4396" y="68326"/>
                </a:lnTo>
                <a:lnTo>
                  <a:pt x="3630" y="67180"/>
                </a:lnTo>
                <a:lnTo>
                  <a:pt x="3147" y="66418"/>
                </a:lnTo>
                <a:lnTo>
                  <a:pt x="2679" y="65574"/>
                </a:lnTo>
                <a:lnTo>
                  <a:pt x="1848" y="63875"/>
                </a:lnTo>
                <a:lnTo>
                  <a:pt x="1015" y="61474"/>
                </a:lnTo>
                <a:lnTo>
                  <a:pt x="354" y="59032"/>
                </a:lnTo>
                <a:lnTo>
                  <a:pt x="43" y="56498"/>
                </a:lnTo>
                <a:lnTo>
                  <a:pt x="0" y="54022"/>
                </a:lnTo>
                <a:lnTo>
                  <a:pt x="2743" y="50161"/>
                </a:lnTo>
                <a:lnTo>
                  <a:pt x="6490" y="49689"/>
                </a:lnTo>
                <a:lnTo>
                  <a:pt x="9737" y="49513"/>
                </a:lnTo>
                <a:lnTo>
                  <a:pt x="12240" y="50513"/>
                </a:lnTo>
                <a:lnTo>
                  <a:pt x="14671" y="53064"/>
                </a:lnTo>
                <a:lnTo>
                  <a:pt x="20499" y="58777"/>
                </a:lnTo>
                <a:lnTo>
                  <a:pt x="20910" y="59349"/>
                </a:lnTo>
                <a:lnTo>
                  <a:pt x="21454" y="60556"/>
                </a:lnTo>
                <a:lnTo>
                  <a:pt x="22263" y="62055"/>
                </a:lnTo>
                <a:lnTo>
                  <a:pt x="23356" y="62910"/>
                </a:lnTo>
                <a:lnTo>
                  <a:pt x="24935" y="63971"/>
                </a:lnTo>
                <a:lnTo>
                  <a:pt x="26522" y="64749"/>
                </a:lnTo>
                <a:lnTo>
                  <a:pt x="28469" y="65400"/>
                </a:lnTo>
                <a:lnTo>
                  <a:pt x="30318" y="65925"/>
                </a:lnTo>
                <a:lnTo>
                  <a:pt x="33368" y="66756"/>
                </a:lnTo>
                <a:lnTo>
                  <a:pt x="34757" y="66984"/>
                </a:lnTo>
                <a:lnTo>
                  <a:pt x="36262" y="67154"/>
                </a:lnTo>
                <a:lnTo>
                  <a:pt x="38245" y="67056"/>
                </a:lnTo>
                <a:lnTo>
                  <a:pt x="39928" y="66794"/>
                </a:lnTo>
                <a:lnTo>
                  <a:pt x="41869" y="66570"/>
                </a:lnTo>
                <a:lnTo>
                  <a:pt x="43268" y="66114"/>
                </a:lnTo>
                <a:lnTo>
                  <a:pt x="46880" y="65810"/>
                </a:lnTo>
                <a:lnTo>
                  <a:pt x="51267" y="64474"/>
                </a:lnTo>
                <a:lnTo>
                  <a:pt x="54024" y="634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A60328F-DDDD-482E-B468-FE9FD3D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183" y="3111672"/>
            <a:ext cx="111662" cy="115446"/>
          </a:xfrm>
          <a:custGeom xmlns:a="http://schemas.openxmlformats.org/drawingml/2006/main">
            <a:pathLst>
              <a:path w="111662" h="115446">
                <a:moveTo>
                  <a:pt x="42225" y="111953"/>
                </a:moveTo>
                <a:lnTo>
                  <a:pt x="40886" y="113228"/>
                </a:lnTo>
                <a:lnTo>
                  <a:pt x="38659" y="115446"/>
                </a:lnTo>
                <a:lnTo>
                  <a:pt x="35151" y="113399"/>
                </a:lnTo>
                <a:lnTo>
                  <a:pt x="35677" y="111573"/>
                </a:lnTo>
                <a:lnTo>
                  <a:pt x="36016" y="110079"/>
                </a:lnTo>
                <a:lnTo>
                  <a:pt x="36245" y="108187"/>
                </a:lnTo>
                <a:lnTo>
                  <a:pt x="36253" y="106411"/>
                </a:lnTo>
                <a:lnTo>
                  <a:pt x="36047" y="104977"/>
                </a:lnTo>
                <a:lnTo>
                  <a:pt x="35698" y="103802"/>
                </a:lnTo>
                <a:lnTo>
                  <a:pt x="35071" y="102863"/>
                </a:lnTo>
                <a:lnTo>
                  <a:pt x="26246" y="89481"/>
                </a:lnTo>
                <a:lnTo>
                  <a:pt x="26026" y="89177"/>
                </a:lnTo>
                <a:lnTo>
                  <a:pt x="25180" y="88016"/>
                </a:lnTo>
                <a:lnTo>
                  <a:pt x="25025" y="87837"/>
                </a:lnTo>
                <a:lnTo>
                  <a:pt x="23954" y="86600"/>
                </a:lnTo>
                <a:lnTo>
                  <a:pt x="23811" y="86440"/>
                </a:lnTo>
                <a:lnTo>
                  <a:pt x="21612" y="84331"/>
                </a:lnTo>
                <a:lnTo>
                  <a:pt x="19650" y="82898"/>
                </a:lnTo>
                <a:lnTo>
                  <a:pt x="18513" y="82091"/>
                </a:lnTo>
                <a:lnTo>
                  <a:pt x="15740" y="79778"/>
                </a:lnTo>
                <a:lnTo>
                  <a:pt x="13060" y="77400"/>
                </a:lnTo>
                <a:lnTo>
                  <a:pt x="10567" y="75089"/>
                </a:lnTo>
                <a:lnTo>
                  <a:pt x="5226" y="70167"/>
                </a:lnTo>
                <a:lnTo>
                  <a:pt x="1457" y="66069"/>
                </a:lnTo>
                <a:lnTo>
                  <a:pt x="882" y="65419"/>
                </a:lnTo>
                <a:lnTo>
                  <a:pt x="603" y="65017"/>
                </a:lnTo>
                <a:lnTo>
                  <a:pt x="346" y="64577"/>
                </a:lnTo>
                <a:lnTo>
                  <a:pt x="185" y="64172"/>
                </a:lnTo>
                <a:lnTo>
                  <a:pt x="53" y="63629"/>
                </a:lnTo>
                <a:lnTo>
                  <a:pt x="5" y="63065"/>
                </a:lnTo>
                <a:lnTo>
                  <a:pt x="0" y="62473"/>
                </a:lnTo>
                <a:lnTo>
                  <a:pt x="27" y="62035"/>
                </a:lnTo>
                <a:lnTo>
                  <a:pt x="119" y="61705"/>
                </a:lnTo>
                <a:lnTo>
                  <a:pt x="307" y="61226"/>
                </a:lnTo>
                <a:lnTo>
                  <a:pt x="995" y="59823"/>
                </a:lnTo>
                <a:lnTo>
                  <a:pt x="1491" y="58999"/>
                </a:lnTo>
                <a:lnTo>
                  <a:pt x="2301" y="57766"/>
                </a:lnTo>
                <a:lnTo>
                  <a:pt x="3047" y="56881"/>
                </a:lnTo>
                <a:lnTo>
                  <a:pt x="11991" y="46750"/>
                </a:lnTo>
                <a:lnTo>
                  <a:pt x="17913" y="40033"/>
                </a:lnTo>
                <a:lnTo>
                  <a:pt x="25676" y="32266"/>
                </a:lnTo>
                <a:lnTo>
                  <a:pt x="44038" y="13885"/>
                </a:lnTo>
                <a:lnTo>
                  <a:pt x="46175" y="12872"/>
                </a:lnTo>
                <a:lnTo>
                  <a:pt x="46766" y="12218"/>
                </a:lnTo>
                <a:lnTo>
                  <a:pt x="46997" y="12103"/>
                </a:lnTo>
                <a:lnTo>
                  <a:pt x="47235" y="12042"/>
                </a:lnTo>
                <a:lnTo>
                  <a:pt x="47510" y="12080"/>
                </a:lnTo>
                <a:lnTo>
                  <a:pt x="47731" y="12220"/>
                </a:lnTo>
                <a:lnTo>
                  <a:pt x="47872" y="12080"/>
                </a:lnTo>
                <a:lnTo>
                  <a:pt x="48990" y="10902"/>
                </a:lnTo>
                <a:lnTo>
                  <a:pt x="49993" y="9846"/>
                </a:lnTo>
                <a:lnTo>
                  <a:pt x="50118" y="9715"/>
                </a:lnTo>
                <a:lnTo>
                  <a:pt x="49977" y="9446"/>
                </a:lnTo>
                <a:lnTo>
                  <a:pt x="49962" y="9091"/>
                </a:lnTo>
                <a:lnTo>
                  <a:pt x="50083" y="8805"/>
                </a:lnTo>
                <a:lnTo>
                  <a:pt x="50744" y="8104"/>
                </a:lnTo>
                <a:lnTo>
                  <a:pt x="50527" y="7891"/>
                </a:lnTo>
                <a:lnTo>
                  <a:pt x="57466" y="0"/>
                </a:lnTo>
                <a:lnTo>
                  <a:pt x="61266" y="3569"/>
                </a:lnTo>
                <a:lnTo>
                  <a:pt x="54254" y="11481"/>
                </a:lnTo>
                <a:lnTo>
                  <a:pt x="54065" y="11304"/>
                </a:lnTo>
                <a:lnTo>
                  <a:pt x="53506" y="11874"/>
                </a:lnTo>
                <a:lnTo>
                  <a:pt x="53221" y="12073"/>
                </a:lnTo>
                <a:lnTo>
                  <a:pt x="53094" y="12122"/>
                </a:lnTo>
                <a:lnTo>
                  <a:pt x="52932" y="12127"/>
                </a:lnTo>
                <a:lnTo>
                  <a:pt x="52720" y="12096"/>
                </a:lnTo>
                <a:lnTo>
                  <a:pt x="52499" y="11965"/>
                </a:lnTo>
                <a:lnTo>
                  <a:pt x="52363" y="12105"/>
                </a:lnTo>
                <a:lnTo>
                  <a:pt x="51342" y="13144"/>
                </a:lnTo>
                <a:lnTo>
                  <a:pt x="50213" y="14294"/>
                </a:lnTo>
                <a:lnTo>
                  <a:pt x="50088" y="14434"/>
                </a:lnTo>
                <a:lnTo>
                  <a:pt x="50223" y="14667"/>
                </a:lnTo>
                <a:lnTo>
                  <a:pt x="50284" y="14875"/>
                </a:lnTo>
                <a:lnTo>
                  <a:pt x="50282" y="15030"/>
                </a:lnTo>
                <a:lnTo>
                  <a:pt x="50264" y="15158"/>
                </a:lnTo>
                <a:lnTo>
                  <a:pt x="50216" y="15260"/>
                </a:lnTo>
                <a:lnTo>
                  <a:pt x="50157" y="15343"/>
                </a:lnTo>
                <a:lnTo>
                  <a:pt x="49798" y="15690"/>
                </a:lnTo>
                <a:lnTo>
                  <a:pt x="49445" y="16045"/>
                </a:lnTo>
                <a:lnTo>
                  <a:pt x="47172" y="17199"/>
                </a:lnTo>
                <a:lnTo>
                  <a:pt x="13365" y="53108"/>
                </a:lnTo>
                <a:lnTo>
                  <a:pt x="12699" y="53854"/>
                </a:lnTo>
                <a:lnTo>
                  <a:pt x="11743" y="55237"/>
                </a:lnTo>
                <a:lnTo>
                  <a:pt x="11093" y="56356"/>
                </a:lnTo>
                <a:lnTo>
                  <a:pt x="10603" y="57645"/>
                </a:lnTo>
                <a:lnTo>
                  <a:pt x="10425" y="58906"/>
                </a:lnTo>
                <a:lnTo>
                  <a:pt x="10375" y="60201"/>
                </a:lnTo>
                <a:lnTo>
                  <a:pt x="10346" y="60994"/>
                </a:lnTo>
                <a:lnTo>
                  <a:pt x="10603" y="62235"/>
                </a:lnTo>
                <a:lnTo>
                  <a:pt x="10927" y="63092"/>
                </a:lnTo>
                <a:lnTo>
                  <a:pt x="11446" y="64144"/>
                </a:lnTo>
                <a:lnTo>
                  <a:pt x="12074" y="65102"/>
                </a:lnTo>
                <a:lnTo>
                  <a:pt x="12717" y="65786"/>
                </a:lnTo>
                <a:lnTo>
                  <a:pt x="23670" y="76360"/>
                </a:lnTo>
                <a:lnTo>
                  <a:pt x="23890" y="76664"/>
                </a:lnTo>
                <a:lnTo>
                  <a:pt x="24294" y="77373"/>
                </a:lnTo>
                <a:lnTo>
                  <a:pt x="24832" y="78315"/>
                </a:lnTo>
                <a:lnTo>
                  <a:pt x="25729" y="80368"/>
                </a:lnTo>
                <a:lnTo>
                  <a:pt x="26861" y="82032"/>
                </a:lnTo>
                <a:lnTo>
                  <a:pt x="27320" y="82703"/>
                </a:lnTo>
                <a:lnTo>
                  <a:pt x="27059" y="82983"/>
                </a:lnTo>
                <a:lnTo>
                  <a:pt x="27220" y="83133"/>
                </a:lnTo>
                <a:lnTo>
                  <a:pt x="28426" y="84249"/>
                </a:lnTo>
                <a:lnTo>
                  <a:pt x="29616" y="85365"/>
                </a:lnTo>
                <a:lnTo>
                  <a:pt x="29805" y="85542"/>
                </a:lnTo>
                <a:lnTo>
                  <a:pt x="30158" y="85159"/>
                </a:lnTo>
                <a:lnTo>
                  <a:pt x="30722" y="84561"/>
                </a:lnTo>
                <a:lnTo>
                  <a:pt x="31555" y="84420"/>
                </a:lnTo>
                <a:lnTo>
                  <a:pt x="32398" y="84480"/>
                </a:lnTo>
                <a:lnTo>
                  <a:pt x="33101" y="84680"/>
                </a:lnTo>
                <a:lnTo>
                  <a:pt x="33701" y="85010"/>
                </a:lnTo>
                <a:lnTo>
                  <a:pt x="34254" y="85441"/>
                </a:lnTo>
                <a:lnTo>
                  <a:pt x="37042" y="88354"/>
                </a:lnTo>
                <a:lnTo>
                  <a:pt x="44063" y="96210"/>
                </a:lnTo>
                <a:lnTo>
                  <a:pt x="46382" y="98252"/>
                </a:lnTo>
                <a:lnTo>
                  <a:pt x="47333" y="98983"/>
                </a:lnTo>
                <a:lnTo>
                  <a:pt x="48284" y="99513"/>
                </a:lnTo>
                <a:lnTo>
                  <a:pt x="49394" y="99902"/>
                </a:lnTo>
                <a:lnTo>
                  <a:pt x="52746" y="100723"/>
                </a:lnTo>
                <a:lnTo>
                  <a:pt x="53865" y="100885"/>
                </a:lnTo>
                <a:lnTo>
                  <a:pt x="55258" y="100829"/>
                </a:lnTo>
                <a:lnTo>
                  <a:pt x="56610" y="100465"/>
                </a:lnTo>
                <a:lnTo>
                  <a:pt x="57825" y="99832"/>
                </a:lnTo>
                <a:lnTo>
                  <a:pt x="58848" y="99067"/>
                </a:lnTo>
                <a:lnTo>
                  <a:pt x="61361" y="96677"/>
                </a:lnTo>
                <a:lnTo>
                  <a:pt x="76855" y="82016"/>
                </a:lnTo>
                <a:lnTo>
                  <a:pt x="84576" y="74541"/>
                </a:lnTo>
                <a:lnTo>
                  <a:pt x="91812" y="67088"/>
                </a:lnTo>
                <a:lnTo>
                  <a:pt x="95169" y="63528"/>
                </a:lnTo>
                <a:lnTo>
                  <a:pt x="97289" y="61649"/>
                </a:lnTo>
                <a:lnTo>
                  <a:pt x="98870" y="59649"/>
                </a:lnTo>
                <a:lnTo>
                  <a:pt x="99871" y="57864"/>
                </a:lnTo>
                <a:lnTo>
                  <a:pt x="108276" y="49068"/>
                </a:lnTo>
                <a:lnTo>
                  <a:pt x="111662" y="52211"/>
                </a:lnTo>
                <a:lnTo>
                  <a:pt x="106896" y="57130"/>
                </a:lnTo>
                <a:lnTo>
                  <a:pt x="103573" y="60534"/>
                </a:lnTo>
                <a:lnTo>
                  <a:pt x="101835" y="62475"/>
                </a:lnTo>
                <a:lnTo>
                  <a:pt x="100277" y="64521"/>
                </a:lnTo>
                <a:lnTo>
                  <a:pt x="99509" y="65826"/>
                </a:lnTo>
                <a:lnTo>
                  <a:pt x="97128" y="68130"/>
                </a:lnTo>
                <a:lnTo>
                  <a:pt x="74180" y="91060"/>
                </a:lnTo>
                <a:lnTo>
                  <a:pt x="64984" y="100333"/>
                </a:lnTo>
                <a:lnTo>
                  <a:pt x="54898" y="109884"/>
                </a:lnTo>
                <a:lnTo>
                  <a:pt x="53859" y="110877"/>
                </a:lnTo>
                <a:lnTo>
                  <a:pt x="52869" y="111614"/>
                </a:lnTo>
                <a:lnTo>
                  <a:pt x="51667" y="112120"/>
                </a:lnTo>
                <a:lnTo>
                  <a:pt x="50652" y="112357"/>
                </a:lnTo>
                <a:lnTo>
                  <a:pt x="49716" y="112382"/>
                </a:lnTo>
                <a:lnTo>
                  <a:pt x="48833" y="112314"/>
                </a:lnTo>
                <a:lnTo>
                  <a:pt x="48052" y="112116"/>
                </a:lnTo>
                <a:lnTo>
                  <a:pt x="47082" y="111714"/>
                </a:lnTo>
                <a:lnTo>
                  <a:pt x="46435" y="111303"/>
                </a:lnTo>
                <a:lnTo>
                  <a:pt x="45649" y="110678"/>
                </a:lnTo>
                <a:lnTo>
                  <a:pt x="45130" y="110054"/>
                </a:lnTo>
                <a:lnTo>
                  <a:pt x="42225" y="11195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A3470FF-B7D3-4465-8A0E-6DDAAC8F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717" y="3242837"/>
            <a:ext cx="71552" cy="52225"/>
          </a:xfrm>
          <a:custGeom xmlns:a="http://schemas.openxmlformats.org/drawingml/2006/main">
            <a:pathLst>
              <a:path w="71552" h="52225">
                <a:moveTo>
                  <a:pt x="11159" y="17734"/>
                </a:moveTo>
                <a:lnTo>
                  <a:pt x="8732" y="15194"/>
                </a:lnTo>
                <a:lnTo>
                  <a:pt x="0" y="6518"/>
                </a:lnTo>
                <a:lnTo>
                  <a:pt x="4025" y="3697"/>
                </a:lnTo>
                <a:lnTo>
                  <a:pt x="6774" y="7249"/>
                </a:lnTo>
                <a:lnTo>
                  <a:pt x="11489" y="11076"/>
                </a:lnTo>
                <a:lnTo>
                  <a:pt x="13688" y="13814"/>
                </a:lnTo>
                <a:lnTo>
                  <a:pt x="15325" y="13515"/>
                </a:lnTo>
                <a:lnTo>
                  <a:pt x="21888" y="7174"/>
                </a:lnTo>
                <a:lnTo>
                  <a:pt x="26475" y="967"/>
                </a:lnTo>
                <a:lnTo>
                  <a:pt x="27919" y="1147"/>
                </a:lnTo>
                <a:lnTo>
                  <a:pt x="29590" y="0"/>
                </a:lnTo>
                <a:lnTo>
                  <a:pt x="31963" y="2196"/>
                </a:lnTo>
                <a:lnTo>
                  <a:pt x="31368" y="3705"/>
                </a:lnTo>
                <a:lnTo>
                  <a:pt x="32919" y="6242"/>
                </a:lnTo>
                <a:lnTo>
                  <a:pt x="71552" y="41582"/>
                </a:lnTo>
                <a:lnTo>
                  <a:pt x="60156" y="52225"/>
                </a:lnTo>
                <a:lnTo>
                  <a:pt x="56859" y="46793"/>
                </a:lnTo>
                <a:lnTo>
                  <a:pt x="55550" y="45616"/>
                </a:lnTo>
                <a:lnTo>
                  <a:pt x="22180" y="13724"/>
                </a:lnTo>
                <a:lnTo>
                  <a:pt x="14696" y="21302"/>
                </a:lnTo>
                <a:lnTo>
                  <a:pt x="11159" y="1773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1230DA2-7D43-4A94-A5C6-E30F04EC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958" y="3547707"/>
            <a:ext cx="309372" cy="293112"/>
          </a:xfrm>
          <a:custGeom xmlns:a="http://schemas.openxmlformats.org/drawingml/2006/main">
            <a:pathLst>
              <a:path w="309372" h="293112">
                <a:moveTo>
                  <a:pt x="8838" y="44433"/>
                </a:moveTo>
                <a:lnTo>
                  <a:pt x="5655" y="47652"/>
                </a:lnTo>
                <a:lnTo>
                  <a:pt x="5502" y="47956"/>
                </a:lnTo>
                <a:lnTo>
                  <a:pt x="5320" y="48480"/>
                </a:lnTo>
                <a:lnTo>
                  <a:pt x="5227" y="49148"/>
                </a:lnTo>
                <a:lnTo>
                  <a:pt x="5229" y="49849"/>
                </a:lnTo>
                <a:lnTo>
                  <a:pt x="5422" y="50609"/>
                </a:lnTo>
                <a:lnTo>
                  <a:pt x="5712" y="51230"/>
                </a:lnTo>
                <a:lnTo>
                  <a:pt x="6150" y="51783"/>
                </a:lnTo>
                <a:lnTo>
                  <a:pt x="10890" y="56730"/>
                </a:lnTo>
                <a:lnTo>
                  <a:pt x="15811" y="62010"/>
                </a:lnTo>
                <a:lnTo>
                  <a:pt x="44604" y="92230"/>
                </a:lnTo>
                <a:lnTo>
                  <a:pt x="59204" y="107544"/>
                </a:lnTo>
                <a:lnTo>
                  <a:pt x="70217" y="119091"/>
                </a:lnTo>
                <a:lnTo>
                  <a:pt x="96498" y="146691"/>
                </a:lnTo>
                <a:lnTo>
                  <a:pt x="118736" y="169772"/>
                </a:lnTo>
                <a:lnTo>
                  <a:pt x="135563" y="186356"/>
                </a:lnTo>
                <a:lnTo>
                  <a:pt x="160234" y="210883"/>
                </a:lnTo>
                <a:lnTo>
                  <a:pt x="167763" y="218333"/>
                </a:lnTo>
                <a:lnTo>
                  <a:pt x="176680" y="227195"/>
                </a:lnTo>
                <a:lnTo>
                  <a:pt x="186826" y="237372"/>
                </a:lnTo>
                <a:lnTo>
                  <a:pt x="188133" y="238676"/>
                </a:lnTo>
                <a:lnTo>
                  <a:pt x="197149" y="247699"/>
                </a:lnTo>
                <a:lnTo>
                  <a:pt x="207662" y="258239"/>
                </a:lnTo>
                <a:lnTo>
                  <a:pt x="218190" y="268743"/>
                </a:lnTo>
                <a:lnTo>
                  <a:pt x="228741" y="279246"/>
                </a:lnTo>
                <a:lnTo>
                  <a:pt x="230787" y="281687"/>
                </a:lnTo>
                <a:lnTo>
                  <a:pt x="235297" y="285948"/>
                </a:lnTo>
                <a:lnTo>
                  <a:pt x="236351" y="286985"/>
                </a:lnTo>
                <a:lnTo>
                  <a:pt x="236727" y="287084"/>
                </a:lnTo>
                <a:lnTo>
                  <a:pt x="237181" y="287136"/>
                </a:lnTo>
                <a:lnTo>
                  <a:pt x="237643" y="286914"/>
                </a:lnTo>
                <a:lnTo>
                  <a:pt x="238080" y="286547"/>
                </a:lnTo>
                <a:lnTo>
                  <a:pt x="249123" y="274967"/>
                </a:lnTo>
                <a:lnTo>
                  <a:pt x="255682" y="268424"/>
                </a:lnTo>
                <a:lnTo>
                  <a:pt x="258937" y="265596"/>
                </a:lnTo>
                <a:lnTo>
                  <a:pt x="259122" y="265409"/>
                </a:lnTo>
                <a:lnTo>
                  <a:pt x="260278" y="264230"/>
                </a:lnTo>
                <a:lnTo>
                  <a:pt x="261430" y="263061"/>
                </a:lnTo>
                <a:lnTo>
                  <a:pt x="261625" y="262855"/>
                </a:lnTo>
                <a:lnTo>
                  <a:pt x="272053" y="252466"/>
                </a:lnTo>
                <a:lnTo>
                  <a:pt x="273131" y="251453"/>
                </a:lnTo>
                <a:lnTo>
                  <a:pt x="273999" y="250983"/>
                </a:lnTo>
                <a:lnTo>
                  <a:pt x="274923" y="250695"/>
                </a:lnTo>
                <a:lnTo>
                  <a:pt x="275898" y="250650"/>
                </a:lnTo>
                <a:lnTo>
                  <a:pt x="276759" y="250718"/>
                </a:lnTo>
                <a:lnTo>
                  <a:pt x="277611" y="251051"/>
                </a:lnTo>
                <a:lnTo>
                  <a:pt x="278125" y="251502"/>
                </a:lnTo>
                <a:lnTo>
                  <a:pt x="295010" y="267501"/>
                </a:lnTo>
                <a:lnTo>
                  <a:pt x="294228" y="268305"/>
                </a:lnTo>
                <a:lnTo>
                  <a:pt x="294566" y="268633"/>
                </a:lnTo>
                <a:lnTo>
                  <a:pt x="296576" y="270583"/>
                </a:lnTo>
                <a:lnTo>
                  <a:pt x="300058" y="273952"/>
                </a:lnTo>
                <a:lnTo>
                  <a:pt x="303328" y="277125"/>
                </a:lnTo>
                <a:lnTo>
                  <a:pt x="303695" y="277480"/>
                </a:lnTo>
                <a:lnTo>
                  <a:pt x="304197" y="276865"/>
                </a:lnTo>
                <a:lnTo>
                  <a:pt x="304692" y="277435"/>
                </a:lnTo>
                <a:lnTo>
                  <a:pt x="305603" y="278139"/>
                </a:lnTo>
                <a:lnTo>
                  <a:pt x="306565" y="278624"/>
                </a:lnTo>
                <a:lnTo>
                  <a:pt x="307310" y="278941"/>
                </a:lnTo>
                <a:lnTo>
                  <a:pt x="308350" y="279049"/>
                </a:lnTo>
                <a:lnTo>
                  <a:pt x="309372" y="278876"/>
                </a:lnTo>
                <a:lnTo>
                  <a:pt x="303795" y="284782"/>
                </a:lnTo>
                <a:lnTo>
                  <a:pt x="303696" y="283364"/>
                </a:lnTo>
                <a:lnTo>
                  <a:pt x="303162" y="281975"/>
                </a:lnTo>
                <a:lnTo>
                  <a:pt x="302402" y="280684"/>
                </a:lnTo>
                <a:lnTo>
                  <a:pt x="301849" y="279396"/>
                </a:lnTo>
                <a:lnTo>
                  <a:pt x="301483" y="279042"/>
                </a:lnTo>
                <a:lnTo>
                  <a:pt x="298247" y="275904"/>
                </a:lnTo>
                <a:lnTo>
                  <a:pt x="294719" y="272482"/>
                </a:lnTo>
                <a:lnTo>
                  <a:pt x="292714" y="270541"/>
                </a:lnTo>
                <a:lnTo>
                  <a:pt x="292376" y="270213"/>
                </a:lnTo>
                <a:lnTo>
                  <a:pt x="291682" y="270933"/>
                </a:lnTo>
                <a:lnTo>
                  <a:pt x="277156" y="257211"/>
                </a:lnTo>
                <a:lnTo>
                  <a:pt x="276653" y="256979"/>
                </a:lnTo>
                <a:lnTo>
                  <a:pt x="276091" y="256812"/>
                </a:lnTo>
                <a:lnTo>
                  <a:pt x="275367" y="256849"/>
                </a:lnTo>
                <a:lnTo>
                  <a:pt x="274858" y="257018"/>
                </a:lnTo>
                <a:lnTo>
                  <a:pt x="274261" y="257444"/>
                </a:lnTo>
                <a:lnTo>
                  <a:pt x="273065" y="258186"/>
                </a:lnTo>
                <a:lnTo>
                  <a:pt x="265030" y="266489"/>
                </a:lnTo>
                <a:lnTo>
                  <a:pt x="263896" y="267658"/>
                </a:lnTo>
                <a:lnTo>
                  <a:pt x="262712" y="268883"/>
                </a:lnTo>
                <a:lnTo>
                  <a:pt x="251811" y="280342"/>
                </a:lnTo>
                <a:lnTo>
                  <a:pt x="240759" y="291814"/>
                </a:lnTo>
                <a:lnTo>
                  <a:pt x="240190" y="292257"/>
                </a:lnTo>
                <a:lnTo>
                  <a:pt x="239460" y="292677"/>
                </a:lnTo>
                <a:lnTo>
                  <a:pt x="238625" y="292964"/>
                </a:lnTo>
                <a:lnTo>
                  <a:pt x="237753" y="293105"/>
                </a:lnTo>
                <a:lnTo>
                  <a:pt x="237178" y="293112"/>
                </a:lnTo>
                <a:lnTo>
                  <a:pt x="236063" y="292905"/>
                </a:lnTo>
                <a:lnTo>
                  <a:pt x="235044" y="292558"/>
                </a:lnTo>
                <a:lnTo>
                  <a:pt x="234270" y="292005"/>
                </a:lnTo>
                <a:lnTo>
                  <a:pt x="233021" y="290763"/>
                </a:lnTo>
                <a:lnTo>
                  <a:pt x="221479" y="279075"/>
                </a:lnTo>
                <a:lnTo>
                  <a:pt x="216249" y="273777"/>
                </a:lnTo>
                <a:lnTo>
                  <a:pt x="210726" y="268323"/>
                </a:lnTo>
                <a:lnTo>
                  <a:pt x="205113" y="262670"/>
                </a:lnTo>
                <a:lnTo>
                  <a:pt x="199444" y="256992"/>
                </a:lnTo>
                <a:lnTo>
                  <a:pt x="176358" y="233725"/>
                </a:lnTo>
                <a:lnTo>
                  <a:pt x="165327" y="222588"/>
                </a:lnTo>
                <a:lnTo>
                  <a:pt x="160290" y="217804"/>
                </a:lnTo>
                <a:lnTo>
                  <a:pt x="154906" y="212765"/>
                </a:lnTo>
                <a:lnTo>
                  <a:pt x="149441" y="207391"/>
                </a:lnTo>
                <a:lnTo>
                  <a:pt x="143963" y="201762"/>
                </a:lnTo>
                <a:lnTo>
                  <a:pt x="138506" y="196069"/>
                </a:lnTo>
                <a:lnTo>
                  <a:pt x="134271" y="191856"/>
                </a:lnTo>
                <a:lnTo>
                  <a:pt x="130764" y="194664"/>
                </a:lnTo>
                <a:lnTo>
                  <a:pt x="130324" y="194912"/>
                </a:lnTo>
                <a:lnTo>
                  <a:pt x="129884" y="194933"/>
                </a:lnTo>
                <a:lnTo>
                  <a:pt x="129404" y="194909"/>
                </a:lnTo>
                <a:lnTo>
                  <a:pt x="128942" y="194740"/>
                </a:lnTo>
                <a:lnTo>
                  <a:pt x="128465" y="194424"/>
                </a:lnTo>
                <a:lnTo>
                  <a:pt x="128089" y="193915"/>
                </a:lnTo>
                <a:lnTo>
                  <a:pt x="127930" y="193200"/>
                </a:lnTo>
                <a:lnTo>
                  <a:pt x="127918" y="192745"/>
                </a:lnTo>
                <a:lnTo>
                  <a:pt x="128047" y="192368"/>
                </a:lnTo>
                <a:lnTo>
                  <a:pt x="130787" y="188414"/>
                </a:lnTo>
                <a:lnTo>
                  <a:pt x="120508" y="178259"/>
                </a:lnTo>
                <a:lnTo>
                  <a:pt x="109206" y="166984"/>
                </a:lnTo>
                <a:lnTo>
                  <a:pt x="103959" y="161622"/>
                </a:lnTo>
                <a:lnTo>
                  <a:pt x="90574" y="147569"/>
                </a:lnTo>
                <a:lnTo>
                  <a:pt x="78439" y="134730"/>
                </a:lnTo>
                <a:lnTo>
                  <a:pt x="73467" y="129462"/>
                </a:lnTo>
                <a:lnTo>
                  <a:pt x="68166" y="123974"/>
                </a:lnTo>
                <a:lnTo>
                  <a:pt x="62730" y="118216"/>
                </a:lnTo>
                <a:lnTo>
                  <a:pt x="60710" y="116102"/>
                </a:lnTo>
                <a:lnTo>
                  <a:pt x="55608" y="110746"/>
                </a:lnTo>
                <a:lnTo>
                  <a:pt x="41158" y="95610"/>
                </a:lnTo>
                <a:lnTo>
                  <a:pt x="35946" y="90101"/>
                </a:lnTo>
                <a:lnTo>
                  <a:pt x="30810" y="84728"/>
                </a:lnTo>
                <a:lnTo>
                  <a:pt x="20158" y="73553"/>
                </a:lnTo>
                <a:lnTo>
                  <a:pt x="3862" y="56562"/>
                </a:lnTo>
                <a:lnTo>
                  <a:pt x="0" y="51674"/>
                </a:lnTo>
                <a:lnTo>
                  <a:pt x="616" y="46329"/>
                </a:lnTo>
                <a:lnTo>
                  <a:pt x="4877" y="41679"/>
                </a:lnTo>
                <a:lnTo>
                  <a:pt x="10938" y="35925"/>
                </a:lnTo>
                <a:lnTo>
                  <a:pt x="12049" y="34729"/>
                </a:lnTo>
                <a:lnTo>
                  <a:pt x="13145" y="33552"/>
                </a:lnTo>
                <a:lnTo>
                  <a:pt x="13492" y="33169"/>
                </a:lnTo>
                <a:lnTo>
                  <a:pt x="18449" y="28273"/>
                </a:lnTo>
                <a:lnTo>
                  <a:pt x="23954" y="22816"/>
                </a:lnTo>
                <a:lnTo>
                  <a:pt x="27668" y="19620"/>
                </a:lnTo>
                <a:lnTo>
                  <a:pt x="29149" y="18287"/>
                </a:lnTo>
                <a:lnTo>
                  <a:pt x="29588" y="17592"/>
                </a:lnTo>
                <a:lnTo>
                  <a:pt x="29864" y="16856"/>
                </a:lnTo>
                <a:lnTo>
                  <a:pt x="29938" y="16271"/>
                </a:lnTo>
                <a:lnTo>
                  <a:pt x="29923" y="15507"/>
                </a:lnTo>
                <a:lnTo>
                  <a:pt x="29789" y="14672"/>
                </a:lnTo>
                <a:lnTo>
                  <a:pt x="29573" y="13867"/>
                </a:lnTo>
                <a:lnTo>
                  <a:pt x="29067" y="13107"/>
                </a:lnTo>
                <a:lnTo>
                  <a:pt x="28369" y="12251"/>
                </a:lnTo>
                <a:lnTo>
                  <a:pt x="22687" y="6035"/>
                </a:lnTo>
                <a:lnTo>
                  <a:pt x="19869" y="2886"/>
                </a:lnTo>
                <a:lnTo>
                  <a:pt x="19744" y="2598"/>
                </a:lnTo>
                <a:lnTo>
                  <a:pt x="19788" y="2132"/>
                </a:lnTo>
                <a:lnTo>
                  <a:pt x="19995" y="1543"/>
                </a:lnTo>
                <a:lnTo>
                  <a:pt x="20254" y="999"/>
                </a:lnTo>
                <a:lnTo>
                  <a:pt x="20474" y="675"/>
                </a:lnTo>
                <a:lnTo>
                  <a:pt x="20807" y="411"/>
                </a:lnTo>
                <a:lnTo>
                  <a:pt x="21187" y="209"/>
                </a:lnTo>
                <a:lnTo>
                  <a:pt x="21658" y="106"/>
                </a:lnTo>
                <a:lnTo>
                  <a:pt x="22226" y="45"/>
                </a:lnTo>
                <a:lnTo>
                  <a:pt x="22883" y="0"/>
                </a:lnTo>
                <a:lnTo>
                  <a:pt x="23303" y="71"/>
                </a:lnTo>
                <a:lnTo>
                  <a:pt x="23687" y="443"/>
                </a:lnTo>
                <a:lnTo>
                  <a:pt x="34991" y="11846"/>
                </a:lnTo>
                <a:lnTo>
                  <a:pt x="35641" y="12804"/>
                </a:lnTo>
                <a:lnTo>
                  <a:pt x="35970" y="13615"/>
                </a:lnTo>
                <a:lnTo>
                  <a:pt x="36167" y="14721"/>
                </a:lnTo>
                <a:lnTo>
                  <a:pt x="36175" y="15641"/>
                </a:lnTo>
                <a:lnTo>
                  <a:pt x="36019" y="16519"/>
                </a:lnTo>
                <a:lnTo>
                  <a:pt x="35746" y="17364"/>
                </a:lnTo>
                <a:lnTo>
                  <a:pt x="35325" y="18077"/>
                </a:lnTo>
                <a:lnTo>
                  <a:pt x="34828" y="18710"/>
                </a:lnTo>
                <a:lnTo>
                  <a:pt x="34095" y="19449"/>
                </a:lnTo>
                <a:lnTo>
                  <a:pt x="25593" y="27800"/>
                </a:lnTo>
                <a:lnTo>
                  <a:pt x="19554" y="33727"/>
                </a:lnTo>
                <a:lnTo>
                  <a:pt x="16814" y="36442"/>
                </a:lnTo>
                <a:lnTo>
                  <a:pt x="16352" y="36901"/>
                </a:lnTo>
                <a:lnTo>
                  <a:pt x="15135" y="38099"/>
                </a:lnTo>
                <a:lnTo>
                  <a:pt x="14076" y="39166"/>
                </a:lnTo>
                <a:lnTo>
                  <a:pt x="8838" y="444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C676E21-75C2-4425-BD98-33B64E82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597" y="3669024"/>
            <a:ext cx="183787" cy="331278"/>
          </a:xfrm>
          <a:custGeom xmlns:a="http://schemas.openxmlformats.org/drawingml/2006/main">
            <a:pathLst>
              <a:path w="183787" h="331278">
                <a:moveTo>
                  <a:pt x="40251" y="4908"/>
                </a:moveTo>
                <a:lnTo>
                  <a:pt x="47701" y="10039"/>
                </a:lnTo>
                <a:lnTo>
                  <a:pt x="54088" y="14650"/>
                </a:lnTo>
                <a:lnTo>
                  <a:pt x="59589" y="19049"/>
                </a:lnTo>
                <a:lnTo>
                  <a:pt x="66890" y="25486"/>
                </a:lnTo>
                <a:lnTo>
                  <a:pt x="82233" y="39778"/>
                </a:lnTo>
                <a:lnTo>
                  <a:pt x="109186" y="65447"/>
                </a:lnTo>
                <a:lnTo>
                  <a:pt x="115032" y="71048"/>
                </a:lnTo>
                <a:lnTo>
                  <a:pt x="120807" y="76560"/>
                </a:lnTo>
                <a:lnTo>
                  <a:pt x="126605" y="82034"/>
                </a:lnTo>
                <a:lnTo>
                  <a:pt x="132237" y="87404"/>
                </a:lnTo>
                <a:lnTo>
                  <a:pt x="137761" y="92676"/>
                </a:lnTo>
                <a:lnTo>
                  <a:pt x="143048" y="97627"/>
                </a:lnTo>
                <a:lnTo>
                  <a:pt x="147985" y="102423"/>
                </a:lnTo>
                <a:lnTo>
                  <a:pt x="152351" y="106770"/>
                </a:lnTo>
                <a:lnTo>
                  <a:pt x="154930" y="108295"/>
                </a:lnTo>
                <a:lnTo>
                  <a:pt x="155284" y="107539"/>
                </a:lnTo>
                <a:lnTo>
                  <a:pt x="157582" y="106066"/>
                </a:lnTo>
                <a:lnTo>
                  <a:pt x="158189" y="106022"/>
                </a:lnTo>
                <a:lnTo>
                  <a:pt x="158862" y="106159"/>
                </a:lnTo>
                <a:lnTo>
                  <a:pt x="159365" y="106592"/>
                </a:lnTo>
                <a:lnTo>
                  <a:pt x="159729" y="107092"/>
                </a:lnTo>
                <a:lnTo>
                  <a:pt x="159859" y="107763"/>
                </a:lnTo>
                <a:lnTo>
                  <a:pt x="159819" y="108566"/>
                </a:lnTo>
                <a:lnTo>
                  <a:pt x="158338" y="110992"/>
                </a:lnTo>
                <a:lnTo>
                  <a:pt x="158346" y="111283"/>
                </a:lnTo>
                <a:lnTo>
                  <a:pt x="157743" y="111900"/>
                </a:lnTo>
                <a:lnTo>
                  <a:pt x="180945" y="134272"/>
                </a:lnTo>
                <a:lnTo>
                  <a:pt x="182159" y="135432"/>
                </a:lnTo>
                <a:lnTo>
                  <a:pt x="182836" y="136362"/>
                </a:lnTo>
                <a:lnTo>
                  <a:pt x="183351" y="137468"/>
                </a:lnTo>
                <a:lnTo>
                  <a:pt x="183699" y="138598"/>
                </a:lnTo>
                <a:lnTo>
                  <a:pt x="183787" y="139807"/>
                </a:lnTo>
                <a:lnTo>
                  <a:pt x="183710" y="141084"/>
                </a:lnTo>
                <a:lnTo>
                  <a:pt x="183368" y="142268"/>
                </a:lnTo>
                <a:lnTo>
                  <a:pt x="182854" y="143302"/>
                </a:lnTo>
                <a:lnTo>
                  <a:pt x="182111" y="144297"/>
                </a:lnTo>
                <a:lnTo>
                  <a:pt x="179767" y="146782"/>
                </a:lnTo>
                <a:lnTo>
                  <a:pt x="177175" y="149584"/>
                </a:lnTo>
                <a:lnTo>
                  <a:pt x="174890" y="151958"/>
                </a:lnTo>
                <a:lnTo>
                  <a:pt x="175486" y="152535"/>
                </a:lnTo>
                <a:lnTo>
                  <a:pt x="173727" y="154367"/>
                </a:lnTo>
                <a:lnTo>
                  <a:pt x="170611" y="157602"/>
                </a:lnTo>
                <a:lnTo>
                  <a:pt x="160577" y="167907"/>
                </a:lnTo>
                <a:lnTo>
                  <a:pt x="151696" y="177144"/>
                </a:lnTo>
                <a:lnTo>
                  <a:pt x="143797" y="185297"/>
                </a:lnTo>
                <a:lnTo>
                  <a:pt x="127077" y="202248"/>
                </a:lnTo>
                <a:lnTo>
                  <a:pt x="126344" y="201539"/>
                </a:lnTo>
                <a:lnTo>
                  <a:pt x="126046" y="201847"/>
                </a:lnTo>
                <a:lnTo>
                  <a:pt x="124330" y="203624"/>
                </a:lnTo>
                <a:lnTo>
                  <a:pt x="122858" y="205130"/>
                </a:lnTo>
                <a:lnTo>
                  <a:pt x="121447" y="206579"/>
                </a:lnTo>
                <a:lnTo>
                  <a:pt x="118422" y="209702"/>
                </a:lnTo>
                <a:lnTo>
                  <a:pt x="119127" y="210385"/>
                </a:lnTo>
                <a:lnTo>
                  <a:pt x="112860" y="216819"/>
                </a:lnTo>
                <a:lnTo>
                  <a:pt x="92801" y="237593"/>
                </a:lnTo>
                <a:lnTo>
                  <a:pt x="56740" y="274880"/>
                </a:lnTo>
                <a:lnTo>
                  <a:pt x="47821" y="284172"/>
                </a:lnTo>
                <a:lnTo>
                  <a:pt x="26892" y="305625"/>
                </a:lnTo>
                <a:lnTo>
                  <a:pt x="26325" y="305075"/>
                </a:lnTo>
                <a:lnTo>
                  <a:pt x="26048" y="305356"/>
                </a:lnTo>
                <a:lnTo>
                  <a:pt x="25342" y="306094"/>
                </a:lnTo>
                <a:lnTo>
                  <a:pt x="24648" y="306823"/>
                </a:lnTo>
                <a:lnTo>
                  <a:pt x="24387" y="307094"/>
                </a:lnTo>
                <a:lnTo>
                  <a:pt x="24960" y="307644"/>
                </a:lnTo>
                <a:lnTo>
                  <a:pt x="7237" y="326142"/>
                </a:lnTo>
                <a:lnTo>
                  <a:pt x="6586" y="326834"/>
                </a:lnTo>
                <a:lnTo>
                  <a:pt x="6237" y="327535"/>
                </a:lnTo>
                <a:lnTo>
                  <a:pt x="5954" y="328235"/>
                </a:lnTo>
                <a:lnTo>
                  <a:pt x="5927" y="328882"/>
                </a:lnTo>
                <a:lnTo>
                  <a:pt x="6018" y="329809"/>
                </a:lnTo>
                <a:lnTo>
                  <a:pt x="6282" y="330686"/>
                </a:lnTo>
                <a:lnTo>
                  <a:pt x="6615" y="331278"/>
                </a:lnTo>
                <a:lnTo>
                  <a:pt x="0" y="323785"/>
                </a:lnTo>
                <a:lnTo>
                  <a:pt x="660" y="323840"/>
                </a:lnTo>
                <a:lnTo>
                  <a:pt x="1629" y="323778"/>
                </a:lnTo>
                <a:lnTo>
                  <a:pt x="2556" y="323398"/>
                </a:lnTo>
                <a:lnTo>
                  <a:pt x="3414" y="322719"/>
                </a:lnTo>
                <a:lnTo>
                  <a:pt x="4143" y="322035"/>
                </a:lnTo>
                <a:lnTo>
                  <a:pt x="18433" y="307244"/>
                </a:lnTo>
                <a:lnTo>
                  <a:pt x="21370" y="304205"/>
                </a:lnTo>
                <a:lnTo>
                  <a:pt x="22005" y="304799"/>
                </a:lnTo>
                <a:lnTo>
                  <a:pt x="22271" y="304527"/>
                </a:lnTo>
                <a:lnTo>
                  <a:pt x="23005" y="303788"/>
                </a:lnTo>
                <a:lnTo>
                  <a:pt x="23695" y="303096"/>
                </a:lnTo>
                <a:lnTo>
                  <a:pt x="23972" y="302815"/>
                </a:lnTo>
                <a:lnTo>
                  <a:pt x="23325" y="302186"/>
                </a:lnTo>
                <a:lnTo>
                  <a:pt x="54130" y="270322"/>
                </a:lnTo>
                <a:lnTo>
                  <a:pt x="115582" y="206963"/>
                </a:lnTo>
                <a:lnTo>
                  <a:pt x="116223" y="207575"/>
                </a:lnTo>
                <a:lnTo>
                  <a:pt x="120649" y="203021"/>
                </a:lnTo>
                <a:lnTo>
                  <a:pt x="123847" y="199729"/>
                </a:lnTo>
                <a:lnTo>
                  <a:pt x="124145" y="199421"/>
                </a:lnTo>
                <a:lnTo>
                  <a:pt x="123561" y="198853"/>
                </a:lnTo>
                <a:lnTo>
                  <a:pt x="128023" y="194216"/>
                </a:lnTo>
                <a:lnTo>
                  <a:pt x="133784" y="188260"/>
                </a:lnTo>
                <a:lnTo>
                  <a:pt x="139500" y="182351"/>
                </a:lnTo>
                <a:lnTo>
                  <a:pt x="145190" y="176479"/>
                </a:lnTo>
                <a:lnTo>
                  <a:pt x="150886" y="170634"/>
                </a:lnTo>
                <a:lnTo>
                  <a:pt x="156444" y="164811"/>
                </a:lnTo>
                <a:lnTo>
                  <a:pt x="161751" y="159250"/>
                </a:lnTo>
                <a:lnTo>
                  <a:pt x="166813" y="154087"/>
                </a:lnTo>
                <a:lnTo>
                  <a:pt x="169999" y="150777"/>
                </a:lnTo>
                <a:lnTo>
                  <a:pt x="171552" y="149169"/>
                </a:lnTo>
                <a:lnTo>
                  <a:pt x="171753" y="148963"/>
                </a:lnTo>
                <a:lnTo>
                  <a:pt x="176289" y="144379"/>
                </a:lnTo>
                <a:lnTo>
                  <a:pt x="176861" y="143435"/>
                </a:lnTo>
                <a:lnTo>
                  <a:pt x="177389" y="142118"/>
                </a:lnTo>
                <a:lnTo>
                  <a:pt x="177581" y="140319"/>
                </a:lnTo>
                <a:lnTo>
                  <a:pt x="177593" y="139298"/>
                </a:lnTo>
                <a:lnTo>
                  <a:pt x="177325" y="138039"/>
                </a:lnTo>
                <a:lnTo>
                  <a:pt x="176909" y="136884"/>
                </a:lnTo>
                <a:lnTo>
                  <a:pt x="176229" y="135855"/>
                </a:lnTo>
                <a:lnTo>
                  <a:pt x="175488" y="135055"/>
                </a:lnTo>
                <a:lnTo>
                  <a:pt x="169716" y="129498"/>
                </a:lnTo>
                <a:lnTo>
                  <a:pt x="163978" y="123921"/>
                </a:lnTo>
                <a:lnTo>
                  <a:pt x="158233" y="118345"/>
                </a:lnTo>
                <a:lnTo>
                  <a:pt x="152496" y="112814"/>
                </a:lnTo>
                <a:lnTo>
                  <a:pt x="146748" y="107302"/>
                </a:lnTo>
                <a:lnTo>
                  <a:pt x="141033" y="101789"/>
                </a:lnTo>
                <a:lnTo>
                  <a:pt x="135391" y="96265"/>
                </a:lnTo>
                <a:lnTo>
                  <a:pt x="129742" y="90686"/>
                </a:lnTo>
                <a:lnTo>
                  <a:pt x="118442" y="79683"/>
                </a:lnTo>
                <a:lnTo>
                  <a:pt x="106806" y="68426"/>
                </a:lnTo>
                <a:lnTo>
                  <a:pt x="95193" y="57213"/>
                </a:lnTo>
                <a:lnTo>
                  <a:pt x="83182" y="45883"/>
                </a:lnTo>
                <a:lnTo>
                  <a:pt x="71006" y="34248"/>
                </a:lnTo>
                <a:lnTo>
                  <a:pt x="64453" y="28465"/>
                </a:lnTo>
                <a:lnTo>
                  <a:pt x="58141" y="23323"/>
                </a:lnTo>
                <a:lnTo>
                  <a:pt x="52534" y="18927"/>
                </a:lnTo>
                <a:lnTo>
                  <a:pt x="49381" y="16579"/>
                </a:lnTo>
                <a:lnTo>
                  <a:pt x="43718" y="12549"/>
                </a:lnTo>
                <a:lnTo>
                  <a:pt x="38879" y="9335"/>
                </a:lnTo>
                <a:lnTo>
                  <a:pt x="35913" y="7520"/>
                </a:lnTo>
                <a:lnTo>
                  <a:pt x="34533" y="6582"/>
                </a:lnTo>
                <a:lnTo>
                  <a:pt x="33492" y="6063"/>
                </a:lnTo>
                <a:lnTo>
                  <a:pt x="31930" y="5422"/>
                </a:lnTo>
                <a:lnTo>
                  <a:pt x="30498" y="4640"/>
                </a:lnTo>
                <a:lnTo>
                  <a:pt x="33030" y="0"/>
                </a:lnTo>
                <a:lnTo>
                  <a:pt x="40251" y="49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D20F05C-292D-4B2A-B347-3CD9B268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019" y="4421536"/>
            <a:ext cx="22030" cy="34476"/>
          </a:xfrm>
          <a:custGeom xmlns:a="http://schemas.openxmlformats.org/drawingml/2006/main">
            <a:pathLst>
              <a:path w="22030" h="34476">
                <a:moveTo>
                  <a:pt x="0" y="30750"/>
                </a:moveTo>
                <a:lnTo>
                  <a:pt x="8163" y="0"/>
                </a:lnTo>
                <a:lnTo>
                  <a:pt x="22030" y="3838"/>
                </a:lnTo>
                <a:lnTo>
                  <a:pt x="13635" y="34476"/>
                </a:lnTo>
                <a:lnTo>
                  <a:pt x="0" y="3075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5BEB354-408D-408D-8851-BE8D7B65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682" y="3923648"/>
            <a:ext cx="400097" cy="315888"/>
          </a:xfrm>
          <a:custGeom xmlns:a="http://schemas.openxmlformats.org/drawingml/2006/main">
            <a:pathLst>
              <a:path w="400097" h="315888">
                <a:moveTo>
                  <a:pt x="398467" y="315888"/>
                </a:moveTo>
                <a:lnTo>
                  <a:pt x="393956" y="310161"/>
                </a:lnTo>
                <a:lnTo>
                  <a:pt x="385840" y="299822"/>
                </a:lnTo>
                <a:lnTo>
                  <a:pt x="377669" y="289501"/>
                </a:lnTo>
                <a:lnTo>
                  <a:pt x="369752" y="279503"/>
                </a:lnTo>
                <a:lnTo>
                  <a:pt x="362438" y="270316"/>
                </a:lnTo>
                <a:lnTo>
                  <a:pt x="356008" y="262108"/>
                </a:lnTo>
                <a:lnTo>
                  <a:pt x="352242" y="257099"/>
                </a:lnTo>
                <a:lnTo>
                  <a:pt x="343985" y="246891"/>
                </a:lnTo>
                <a:lnTo>
                  <a:pt x="335741" y="236773"/>
                </a:lnTo>
                <a:lnTo>
                  <a:pt x="327616" y="226706"/>
                </a:lnTo>
                <a:lnTo>
                  <a:pt x="319122" y="216167"/>
                </a:lnTo>
                <a:lnTo>
                  <a:pt x="310590" y="205483"/>
                </a:lnTo>
                <a:lnTo>
                  <a:pt x="303978" y="197526"/>
                </a:lnTo>
                <a:lnTo>
                  <a:pt x="300582" y="193655"/>
                </a:lnTo>
                <a:lnTo>
                  <a:pt x="297156" y="190075"/>
                </a:lnTo>
                <a:lnTo>
                  <a:pt x="288937" y="182143"/>
                </a:lnTo>
                <a:lnTo>
                  <a:pt x="276916" y="170523"/>
                </a:lnTo>
                <a:lnTo>
                  <a:pt x="264899" y="158848"/>
                </a:lnTo>
                <a:lnTo>
                  <a:pt x="252838" y="147229"/>
                </a:lnTo>
                <a:lnTo>
                  <a:pt x="240705" y="135594"/>
                </a:lnTo>
                <a:lnTo>
                  <a:pt x="228531" y="123896"/>
                </a:lnTo>
                <a:lnTo>
                  <a:pt x="216402" y="112206"/>
                </a:lnTo>
                <a:lnTo>
                  <a:pt x="204340" y="100514"/>
                </a:lnTo>
                <a:lnTo>
                  <a:pt x="192301" y="88821"/>
                </a:lnTo>
                <a:lnTo>
                  <a:pt x="180206" y="77166"/>
                </a:lnTo>
                <a:lnTo>
                  <a:pt x="168050" y="65495"/>
                </a:lnTo>
                <a:lnTo>
                  <a:pt x="155900" y="53823"/>
                </a:lnTo>
                <a:lnTo>
                  <a:pt x="143767" y="42188"/>
                </a:lnTo>
                <a:lnTo>
                  <a:pt x="131787" y="30639"/>
                </a:lnTo>
                <a:lnTo>
                  <a:pt x="119751" y="19074"/>
                </a:lnTo>
                <a:lnTo>
                  <a:pt x="107653" y="7474"/>
                </a:lnTo>
                <a:lnTo>
                  <a:pt x="106452" y="6558"/>
                </a:lnTo>
                <a:lnTo>
                  <a:pt x="105428" y="6039"/>
                </a:lnTo>
                <a:lnTo>
                  <a:pt x="104075" y="5702"/>
                </a:lnTo>
                <a:lnTo>
                  <a:pt x="102873" y="5625"/>
                </a:lnTo>
                <a:lnTo>
                  <a:pt x="101737" y="5691"/>
                </a:lnTo>
                <a:lnTo>
                  <a:pt x="100451" y="6008"/>
                </a:lnTo>
                <a:lnTo>
                  <a:pt x="99070" y="6719"/>
                </a:lnTo>
                <a:lnTo>
                  <a:pt x="98028" y="7621"/>
                </a:lnTo>
                <a:lnTo>
                  <a:pt x="96321" y="9498"/>
                </a:lnTo>
                <a:lnTo>
                  <a:pt x="84432" y="21793"/>
                </a:lnTo>
                <a:lnTo>
                  <a:pt x="72477" y="34145"/>
                </a:lnTo>
                <a:lnTo>
                  <a:pt x="60478" y="46516"/>
                </a:lnTo>
                <a:lnTo>
                  <a:pt x="48483" y="58869"/>
                </a:lnTo>
                <a:lnTo>
                  <a:pt x="36563" y="71247"/>
                </a:lnTo>
                <a:lnTo>
                  <a:pt x="24635" y="83598"/>
                </a:lnTo>
                <a:lnTo>
                  <a:pt x="12639" y="95878"/>
                </a:lnTo>
                <a:lnTo>
                  <a:pt x="5779" y="103057"/>
                </a:lnTo>
                <a:lnTo>
                  <a:pt x="5373" y="106055"/>
                </a:lnTo>
                <a:lnTo>
                  <a:pt x="8497" y="109588"/>
                </a:lnTo>
                <a:lnTo>
                  <a:pt x="13709" y="114878"/>
                </a:lnTo>
                <a:lnTo>
                  <a:pt x="25668" y="126464"/>
                </a:lnTo>
                <a:lnTo>
                  <a:pt x="37650" y="138104"/>
                </a:lnTo>
                <a:lnTo>
                  <a:pt x="49598" y="149727"/>
                </a:lnTo>
                <a:lnTo>
                  <a:pt x="61370" y="161226"/>
                </a:lnTo>
                <a:lnTo>
                  <a:pt x="72998" y="172776"/>
                </a:lnTo>
                <a:lnTo>
                  <a:pt x="73860" y="174957"/>
                </a:lnTo>
                <a:lnTo>
                  <a:pt x="74013" y="175472"/>
                </a:lnTo>
                <a:lnTo>
                  <a:pt x="74004" y="175745"/>
                </a:lnTo>
                <a:lnTo>
                  <a:pt x="74239" y="175985"/>
                </a:lnTo>
                <a:lnTo>
                  <a:pt x="73347" y="176838"/>
                </a:lnTo>
                <a:lnTo>
                  <a:pt x="73157" y="176633"/>
                </a:lnTo>
                <a:lnTo>
                  <a:pt x="72954" y="176757"/>
                </a:lnTo>
                <a:lnTo>
                  <a:pt x="72448" y="176825"/>
                </a:lnTo>
                <a:lnTo>
                  <a:pt x="71421" y="176816"/>
                </a:lnTo>
                <a:lnTo>
                  <a:pt x="70459" y="176523"/>
                </a:lnTo>
                <a:lnTo>
                  <a:pt x="69529" y="175947"/>
                </a:lnTo>
                <a:lnTo>
                  <a:pt x="67206" y="173795"/>
                </a:lnTo>
                <a:lnTo>
                  <a:pt x="55613" y="162719"/>
                </a:lnTo>
                <a:lnTo>
                  <a:pt x="44477" y="152049"/>
                </a:lnTo>
                <a:lnTo>
                  <a:pt x="34284" y="142220"/>
                </a:lnTo>
                <a:lnTo>
                  <a:pt x="34334" y="142000"/>
                </a:lnTo>
                <a:lnTo>
                  <a:pt x="25137" y="133118"/>
                </a:lnTo>
                <a:lnTo>
                  <a:pt x="15902" y="124302"/>
                </a:lnTo>
                <a:lnTo>
                  <a:pt x="6919" y="115679"/>
                </a:lnTo>
                <a:lnTo>
                  <a:pt x="4886" y="113738"/>
                </a:lnTo>
                <a:lnTo>
                  <a:pt x="3402" y="112056"/>
                </a:lnTo>
                <a:lnTo>
                  <a:pt x="2386" y="110553"/>
                </a:lnTo>
                <a:lnTo>
                  <a:pt x="1656" y="109115"/>
                </a:lnTo>
                <a:lnTo>
                  <a:pt x="1022" y="107756"/>
                </a:lnTo>
                <a:lnTo>
                  <a:pt x="445" y="106406"/>
                </a:lnTo>
                <a:lnTo>
                  <a:pt x="109" y="105094"/>
                </a:lnTo>
                <a:lnTo>
                  <a:pt x="0" y="103730"/>
                </a:lnTo>
                <a:lnTo>
                  <a:pt x="75" y="102353"/>
                </a:lnTo>
                <a:lnTo>
                  <a:pt x="375" y="101070"/>
                </a:lnTo>
                <a:lnTo>
                  <a:pt x="1084" y="99621"/>
                </a:lnTo>
                <a:lnTo>
                  <a:pt x="3336" y="97038"/>
                </a:lnTo>
                <a:lnTo>
                  <a:pt x="6229" y="94009"/>
                </a:lnTo>
                <a:lnTo>
                  <a:pt x="16058" y="83736"/>
                </a:lnTo>
                <a:lnTo>
                  <a:pt x="17149" y="82587"/>
                </a:lnTo>
                <a:lnTo>
                  <a:pt x="17309" y="82318"/>
                </a:lnTo>
                <a:lnTo>
                  <a:pt x="17221" y="81929"/>
                </a:lnTo>
                <a:lnTo>
                  <a:pt x="17027" y="81561"/>
                </a:lnTo>
                <a:lnTo>
                  <a:pt x="18993" y="79568"/>
                </a:lnTo>
                <a:lnTo>
                  <a:pt x="19412" y="79785"/>
                </a:lnTo>
                <a:lnTo>
                  <a:pt x="19801" y="79729"/>
                </a:lnTo>
                <a:lnTo>
                  <a:pt x="19965" y="79597"/>
                </a:lnTo>
                <a:lnTo>
                  <a:pt x="26520" y="72891"/>
                </a:lnTo>
                <a:lnTo>
                  <a:pt x="36332" y="62628"/>
                </a:lnTo>
                <a:lnTo>
                  <a:pt x="42082" y="56672"/>
                </a:lnTo>
                <a:lnTo>
                  <a:pt x="46382" y="52258"/>
                </a:lnTo>
                <a:lnTo>
                  <a:pt x="46762" y="51865"/>
                </a:lnTo>
                <a:lnTo>
                  <a:pt x="47374" y="52404"/>
                </a:lnTo>
                <a:lnTo>
                  <a:pt x="48670" y="51240"/>
                </a:lnTo>
                <a:lnTo>
                  <a:pt x="60597" y="39071"/>
                </a:lnTo>
                <a:lnTo>
                  <a:pt x="72538" y="26847"/>
                </a:lnTo>
                <a:lnTo>
                  <a:pt x="83773" y="15298"/>
                </a:lnTo>
                <a:lnTo>
                  <a:pt x="91439" y="7406"/>
                </a:lnTo>
                <a:lnTo>
                  <a:pt x="96458" y="2107"/>
                </a:lnTo>
                <a:lnTo>
                  <a:pt x="97787" y="669"/>
                </a:lnTo>
                <a:lnTo>
                  <a:pt x="99059" y="52"/>
                </a:lnTo>
                <a:lnTo>
                  <a:pt x="100313" y="0"/>
                </a:lnTo>
                <a:lnTo>
                  <a:pt x="103605" y="12"/>
                </a:lnTo>
                <a:lnTo>
                  <a:pt x="105006" y="48"/>
                </a:lnTo>
                <a:lnTo>
                  <a:pt x="106537" y="544"/>
                </a:lnTo>
                <a:lnTo>
                  <a:pt x="107782" y="994"/>
                </a:lnTo>
                <a:lnTo>
                  <a:pt x="108766" y="1496"/>
                </a:lnTo>
                <a:lnTo>
                  <a:pt x="109491" y="1923"/>
                </a:lnTo>
                <a:lnTo>
                  <a:pt x="112225" y="4218"/>
                </a:lnTo>
                <a:lnTo>
                  <a:pt x="119734" y="11523"/>
                </a:lnTo>
                <a:lnTo>
                  <a:pt x="126744" y="18313"/>
                </a:lnTo>
                <a:lnTo>
                  <a:pt x="127014" y="17969"/>
                </a:lnTo>
                <a:lnTo>
                  <a:pt x="128954" y="19821"/>
                </a:lnTo>
                <a:lnTo>
                  <a:pt x="140450" y="30799"/>
                </a:lnTo>
                <a:lnTo>
                  <a:pt x="151831" y="41672"/>
                </a:lnTo>
                <a:lnTo>
                  <a:pt x="162949" y="52269"/>
                </a:lnTo>
                <a:lnTo>
                  <a:pt x="173989" y="62886"/>
                </a:lnTo>
                <a:lnTo>
                  <a:pt x="184887" y="73215"/>
                </a:lnTo>
                <a:lnTo>
                  <a:pt x="195627" y="83249"/>
                </a:lnTo>
                <a:lnTo>
                  <a:pt x="206102" y="92952"/>
                </a:lnTo>
                <a:lnTo>
                  <a:pt x="216086" y="102659"/>
                </a:lnTo>
                <a:lnTo>
                  <a:pt x="225880" y="112162"/>
                </a:lnTo>
                <a:lnTo>
                  <a:pt x="235518" y="121477"/>
                </a:lnTo>
                <a:lnTo>
                  <a:pt x="245093" y="130494"/>
                </a:lnTo>
                <a:lnTo>
                  <a:pt x="254346" y="139128"/>
                </a:lnTo>
                <a:lnTo>
                  <a:pt x="263000" y="147303"/>
                </a:lnTo>
                <a:lnTo>
                  <a:pt x="271003" y="154914"/>
                </a:lnTo>
                <a:lnTo>
                  <a:pt x="273401" y="157163"/>
                </a:lnTo>
                <a:lnTo>
                  <a:pt x="274612" y="158433"/>
                </a:lnTo>
                <a:lnTo>
                  <a:pt x="277932" y="162207"/>
                </a:lnTo>
                <a:lnTo>
                  <a:pt x="285191" y="169309"/>
                </a:lnTo>
                <a:lnTo>
                  <a:pt x="290285" y="174319"/>
                </a:lnTo>
                <a:lnTo>
                  <a:pt x="295382" y="179657"/>
                </a:lnTo>
                <a:lnTo>
                  <a:pt x="299705" y="184651"/>
                </a:lnTo>
                <a:lnTo>
                  <a:pt x="301055" y="186091"/>
                </a:lnTo>
                <a:lnTo>
                  <a:pt x="302028" y="186793"/>
                </a:lnTo>
                <a:lnTo>
                  <a:pt x="307425" y="192096"/>
                </a:lnTo>
                <a:lnTo>
                  <a:pt x="312213" y="197770"/>
                </a:lnTo>
                <a:lnTo>
                  <a:pt x="318758" y="205283"/>
                </a:lnTo>
                <a:lnTo>
                  <a:pt x="324785" y="212436"/>
                </a:lnTo>
                <a:lnTo>
                  <a:pt x="331588" y="221244"/>
                </a:lnTo>
                <a:lnTo>
                  <a:pt x="338132" y="229595"/>
                </a:lnTo>
                <a:lnTo>
                  <a:pt x="343974" y="236698"/>
                </a:lnTo>
                <a:lnTo>
                  <a:pt x="347939" y="241611"/>
                </a:lnTo>
                <a:lnTo>
                  <a:pt x="350726" y="245080"/>
                </a:lnTo>
                <a:lnTo>
                  <a:pt x="355952" y="252309"/>
                </a:lnTo>
                <a:lnTo>
                  <a:pt x="358915" y="256902"/>
                </a:lnTo>
                <a:lnTo>
                  <a:pt x="360968" y="259799"/>
                </a:lnTo>
                <a:lnTo>
                  <a:pt x="366598" y="267736"/>
                </a:lnTo>
                <a:lnTo>
                  <a:pt x="374330" y="278560"/>
                </a:lnTo>
                <a:lnTo>
                  <a:pt x="382061" y="289338"/>
                </a:lnTo>
                <a:lnTo>
                  <a:pt x="389606" y="300021"/>
                </a:lnTo>
                <a:lnTo>
                  <a:pt x="396921" y="310455"/>
                </a:lnTo>
                <a:lnTo>
                  <a:pt x="400097" y="313841"/>
                </a:lnTo>
                <a:lnTo>
                  <a:pt x="399391" y="314761"/>
                </a:lnTo>
                <a:lnTo>
                  <a:pt x="400062" y="314625"/>
                </a:lnTo>
                <a:lnTo>
                  <a:pt x="399089" y="315380"/>
                </a:lnTo>
                <a:lnTo>
                  <a:pt x="398467" y="31588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474CD9C-42DB-4389-B258-0DA9705E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15" y="4163700"/>
            <a:ext cx="297224" cy="534195"/>
          </a:xfrm>
          <a:custGeom xmlns:a="http://schemas.openxmlformats.org/drawingml/2006/main">
            <a:pathLst>
              <a:path w="297224" h="534195">
                <a:moveTo>
                  <a:pt x="113811" y="238025"/>
                </a:moveTo>
                <a:lnTo>
                  <a:pt x="91537" y="200634"/>
                </a:lnTo>
                <a:lnTo>
                  <a:pt x="68294" y="159971"/>
                </a:lnTo>
                <a:lnTo>
                  <a:pt x="59221" y="143981"/>
                </a:lnTo>
                <a:lnTo>
                  <a:pt x="53356" y="133206"/>
                </a:lnTo>
                <a:lnTo>
                  <a:pt x="23036" y="77274"/>
                </a:lnTo>
                <a:lnTo>
                  <a:pt x="1150" y="33869"/>
                </a:lnTo>
                <a:lnTo>
                  <a:pt x="0" y="29637"/>
                </a:lnTo>
                <a:lnTo>
                  <a:pt x="3120" y="24654"/>
                </a:lnTo>
                <a:lnTo>
                  <a:pt x="16889" y="17074"/>
                </a:lnTo>
                <a:lnTo>
                  <a:pt x="51322" y="0"/>
                </a:lnTo>
                <a:lnTo>
                  <a:pt x="53978" y="5695"/>
                </a:lnTo>
                <a:lnTo>
                  <a:pt x="51553" y="6789"/>
                </a:lnTo>
                <a:lnTo>
                  <a:pt x="44815" y="9819"/>
                </a:lnTo>
                <a:lnTo>
                  <a:pt x="26909" y="20205"/>
                </a:lnTo>
                <a:lnTo>
                  <a:pt x="9687" y="29899"/>
                </a:lnTo>
                <a:lnTo>
                  <a:pt x="26713" y="64296"/>
                </a:lnTo>
                <a:lnTo>
                  <a:pt x="28780" y="68778"/>
                </a:lnTo>
                <a:lnTo>
                  <a:pt x="43918" y="100128"/>
                </a:lnTo>
                <a:lnTo>
                  <a:pt x="54281" y="117861"/>
                </a:lnTo>
                <a:lnTo>
                  <a:pt x="61699" y="130552"/>
                </a:lnTo>
                <a:lnTo>
                  <a:pt x="78793" y="159710"/>
                </a:lnTo>
                <a:lnTo>
                  <a:pt x="95216" y="188139"/>
                </a:lnTo>
                <a:lnTo>
                  <a:pt x="115298" y="223457"/>
                </a:lnTo>
                <a:lnTo>
                  <a:pt x="127614" y="244717"/>
                </a:lnTo>
                <a:lnTo>
                  <a:pt x="136334" y="259160"/>
                </a:lnTo>
                <a:lnTo>
                  <a:pt x="172547" y="322149"/>
                </a:lnTo>
                <a:lnTo>
                  <a:pt x="173364" y="323311"/>
                </a:lnTo>
                <a:lnTo>
                  <a:pt x="202329" y="306163"/>
                </a:lnTo>
                <a:lnTo>
                  <a:pt x="205321" y="311448"/>
                </a:lnTo>
                <a:lnTo>
                  <a:pt x="184674" y="323302"/>
                </a:lnTo>
                <a:lnTo>
                  <a:pt x="176143" y="328147"/>
                </a:lnTo>
                <a:lnTo>
                  <a:pt x="179500" y="333923"/>
                </a:lnTo>
                <a:lnTo>
                  <a:pt x="180682" y="335768"/>
                </a:lnTo>
                <a:lnTo>
                  <a:pt x="239246" y="434114"/>
                </a:lnTo>
                <a:lnTo>
                  <a:pt x="276808" y="496930"/>
                </a:lnTo>
                <a:lnTo>
                  <a:pt x="292224" y="522233"/>
                </a:lnTo>
                <a:lnTo>
                  <a:pt x="297224" y="533140"/>
                </a:lnTo>
                <a:lnTo>
                  <a:pt x="293865" y="534195"/>
                </a:lnTo>
                <a:lnTo>
                  <a:pt x="290295" y="530683"/>
                </a:lnTo>
                <a:lnTo>
                  <a:pt x="280755" y="516290"/>
                </a:lnTo>
                <a:lnTo>
                  <a:pt x="186187" y="359614"/>
                </a:lnTo>
                <a:lnTo>
                  <a:pt x="173485" y="337271"/>
                </a:lnTo>
                <a:lnTo>
                  <a:pt x="170306" y="331681"/>
                </a:lnTo>
                <a:lnTo>
                  <a:pt x="113811" y="2380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13EEE60-A6D6-4FBD-9371-ED78804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70" y="3824670"/>
            <a:ext cx="240059" cy="261820"/>
          </a:xfrm>
          <a:custGeom xmlns:a="http://schemas.openxmlformats.org/drawingml/2006/main">
            <a:pathLst>
              <a:path w="240059" h="261820">
                <a:moveTo>
                  <a:pt x="185380" y="140132"/>
                </a:moveTo>
                <a:lnTo>
                  <a:pt x="185719" y="139859"/>
                </a:lnTo>
                <a:lnTo>
                  <a:pt x="189657" y="135892"/>
                </a:lnTo>
                <a:lnTo>
                  <a:pt x="193727" y="131794"/>
                </a:lnTo>
                <a:lnTo>
                  <a:pt x="197955" y="127609"/>
                </a:lnTo>
                <a:lnTo>
                  <a:pt x="197949" y="128211"/>
                </a:lnTo>
                <a:lnTo>
                  <a:pt x="198365" y="127689"/>
                </a:lnTo>
                <a:lnTo>
                  <a:pt x="198588" y="127265"/>
                </a:lnTo>
                <a:lnTo>
                  <a:pt x="198653" y="126789"/>
                </a:lnTo>
                <a:lnTo>
                  <a:pt x="198664" y="126142"/>
                </a:lnTo>
                <a:lnTo>
                  <a:pt x="198445" y="125474"/>
                </a:lnTo>
                <a:lnTo>
                  <a:pt x="197972" y="124876"/>
                </a:lnTo>
                <a:lnTo>
                  <a:pt x="151260" y="80160"/>
                </a:lnTo>
                <a:lnTo>
                  <a:pt x="151065" y="79109"/>
                </a:lnTo>
                <a:lnTo>
                  <a:pt x="148918" y="77044"/>
                </a:lnTo>
                <a:lnTo>
                  <a:pt x="148033" y="76912"/>
                </a:lnTo>
                <a:lnTo>
                  <a:pt x="136811" y="66336"/>
                </a:lnTo>
                <a:lnTo>
                  <a:pt x="131156" y="60967"/>
                </a:lnTo>
                <a:lnTo>
                  <a:pt x="130824" y="59400"/>
                </a:lnTo>
                <a:lnTo>
                  <a:pt x="130635" y="58603"/>
                </a:lnTo>
                <a:lnTo>
                  <a:pt x="130434" y="57953"/>
                </a:lnTo>
                <a:lnTo>
                  <a:pt x="131454" y="56906"/>
                </a:lnTo>
                <a:lnTo>
                  <a:pt x="131867" y="57295"/>
                </a:lnTo>
                <a:lnTo>
                  <a:pt x="179275" y="102667"/>
                </a:lnTo>
                <a:lnTo>
                  <a:pt x="197894" y="120488"/>
                </a:lnTo>
                <a:lnTo>
                  <a:pt x="198633" y="119749"/>
                </a:lnTo>
                <a:lnTo>
                  <a:pt x="199312" y="120313"/>
                </a:lnTo>
                <a:lnTo>
                  <a:pt x="199974" y="120660"/>
                </a:lnTo>
                <a:lnTo>
                  <a:pt x="200727" y="120895"/>
                </a:lnTo>
                <a:lnTo>
                  <a:pt x="201486" y="120893"/>
                </a:lnTo>
                <a:lnTo>
                  <a:pt x="202176" y="120820"/>
                </a:lnTo>
                <a:lnTo>
                  <a:pt x="202928" y="120581"/>
                </a:lnTo>
                <a:lnTo>
                  <a:pt x="203693" y="120160"/>
                </a:lnTo>
                <a:lnTo>
                  <a:pt x="211401" y="112567"/>
                </a:lnTo>
                <a:lnTo>
                  <a:pt x="216239" y="107802"/>
                </a:lnTo>
                <a:lnTo>
                  <a:pt x="220320" y="103548"/>
                </a:lnTo>
                <a:lnTo>
                  <a:pt x="225393" y="98804"/>
                </a:lnTo>
                <a:lnTo>
                  <a:pt x="227877" y="96333"/>
                </a:lnTo>
                <a:lnTo>
                  <a:pt x="229274" y="94765"/>
                </a:lnTo>
                <a:lnTo>
                  <a:pt x="232113" y="91611"/>
                </a:lnTo>
                <a:lnTo>
                  <a:pt x="232762" y="90819"/>
                </a:lnTo>
                <a:lnTo>
                  <a:pt x="233134" y="90126"/>
                </a:lnTo>
                <a:lnTo>
                  <a:pt x="233431" y="89335"/>
                </a:lnTo>
                <a:lnTo>
                  <a:pt x="233588" y="88529"/>
                </a:lnTo>
                <a:lnTo>
                  <a:pt x="233620" y="87845"/>
                </a:lnTo>
                <a:lnTo>
                  <a:pt x="233593" y="87272"/>
                </a:lnTo>
                <a:lnTo>
                  <a:pt x="233527" y="86882"/>
                </a:lnTo>
                <a:lnTo>
                  <a:pt x="233187" y="85862"/>
                </a:lnTo>
                <a:lnTo>
                  <a:pt x="233727" y="85392"/>
                </a:lnTo>
                <a:lnTo>
                  <a:pt x="233802" y="85280"/>
                </a:lnTo>
                <a:lnTo>
                  <a:pt x="226747" y="75759"/>
                </a:lnTo>
                <a:lnTo>
                  <a:pt x="196401" y="35944"/>
                </a:lnTo>
                <a:lnTo>
                  <a:pt x="185853" y="22198"/>
                </a:lnTo>
                <a:lnTo>
                  <a:pt x="182090" y="17270"/>
                </a:lnTo>
                <a:lnTo>
                  <a:pt x="180405" y="14984"/>
                </a:lnTo>
                <a:lnTo>
                  <a:pt x="179253" y="13612"/>
                </a:lnTo>
                <a:lnTo>
                  <a:pt x="177962" y="12480"/>
                </a:lnTo>
                <a:lnTo>
                  <a:pt x="176512" y="11462"/>
                </a:lnTo>
                <a:lnTo>
                  <a:pt x="175069" y="10690"/>
                </a:lnTo>
                <a:lnTo>
                  <a:pt x="174536" y="9930"/>
                </a:lnTo>
                <a:lnTo>
                  <a:pt x="173514" y="8445"/>
                </a:lnTo>
                <a:lnTo>
                  <a:pt x="173129" y="8018"/>
                </a:lnTo>
                <a:lnTo>
                  <a:pt x="172737" y="7774"/>
                </a:lnTo>
                <a:lnTo>
                  <a:pt x="171381" y="7345"/>
                </a:lnTo>
                <a:lnTo>
                  <a:pt x="170227" y="7139"/>
                </a:lnTo>
                <a:lnTo>
                  <a:pt x="169108" y="7014"/>
                </a:lnTo>
                <a:lnTo>
                  <a:pt x="168192" y="7002"/>
                </a:lnTo>
                <a:lnTo>
                  <a:pt x="166939" y="7273"/>
                </a:lnTo>
                <a:lnTo>
                  <a:pt x="165736" y="7560"/>
                </a:lnTo>
                <a:lnTo>
                  <a:pt x="164425" y="8187"/>
                </a:lnTo>
                <a:lnTo>
                  <a:pt x="162349" y="9608"/>
                </a:lnTo>
                <a:lnTo>
                  <a:pt x="159648" y="11684"/>
                </a:lnTo>
                <a:lnTo>
                  <a:pt x="154058" y="16297"/>
                </a:lnTo>
                <a:lnTo>
                  <a:pt x="152850" y="17422"/>
                </a:lnTo>
                <a:lnTo>
                  <a:pt x="143818" y="26617"/>
                </a:lnTo>
                <a:lnTo>
                  <a:pt x="130489" y="40153"/>
                </a:lnTo>
                <a:lnTo>
                  <a:pt x="124579" y="46796"/>
                </a:lnTo>
                <a:lnTo>
                  <a:pt x="124380" y="47038"/>
                </a:lnTo>
                <a:lnTo>
                  <a:pt x="124116" y="49905"/>
                </a:lnTo>
                <a:lnTo>
                  <a:pt x="124092" y="51300"/>
                </a:lnTo>
                <a:lnTo>
                  <a:pt x="121865" y="49811"/>
                </a:lnTo>
                <a:lnTo>
                  <a:pt x="121624" y="47485"/>
                </a:lnTo>
                <a:lnTo>
                  <a:pt x="122963" y="44134"/>
                </a:lnTo>
                <a:lnTo>
                  <a:pt x="165537" y="1371"/>
                </a:lnTo>
                <a:lnTo>
                  <a:pt x="166601" y="268"/>
                </a:lnTo>
                <a:lnTo>
                  <a:pt x="168446" y="0"/>
                </a:lnTo>
                <a:lnTo>
                  <a:pt x="169720" y="467"/>
                </a:lnTo>
                <a:lnTo>
                  <a:pt x="171725" y="1598"/>
                </a:lnTo>
                <a:lnTo>
                  <a:pt x="173927" y="2586"/>
                </a:lnTo>
                <a:lnTo>
                  <a:pt x="175142" y="2745"/>
                </a:lnTo>
                <a:lnTo>
                  <a:pt x="177160" y="2691"/>
                </a:lnTo>
                <a:lnTo>
                  <a:pt x="177396" y="2548"/>
                </a:lnTo>
                <a:lnTo>
                  <a:pt x="214962" y="52864"/>
                </a:lnTo>
                <a:lnTo>
                  <a:pt x="230218" y="73280"/>
                </a:lnTo>
                <a:lnTo>
                  <a:pt x="230869" y="72789"/>
                </a:lnTo>
                <a:lnTo>
                  <a:pt x="236358" y="80093"/>
                </a:lnTo>
                <a:lnTo>
                  <a:pt x="238279" y="82647"/>
                </a:lnTo>
                <a:lnTo>
                  <a:pt x="239151" y="83780"/>
                </a:lnTo>
                <a:lnTo>
                  <a:pt x="239591" y="85007"/>
                </a:lnTo>
                <a:lnTo>
                  <a:pt x="239928" y="86337"/>
                </a:lnTo>
                <a:lnTo>
                  <a:pt x="240059" y="87700"/>
                </a:lnTo>
                <a:lnTo>
                  <a:pt x="240055" y="89003"/>
                </a:lnTo>
                <a:lnTo>
                  <a:pt x="239925" y="90391"/>
                </a:lnTo>
                <a:lnTo>
                  <a:pt x="239567" y="91812"/>
                </a:lnTo>
                <a:lnTo>
                  <a:pt x="239043" y="93101"/>
                </a:lnTo>
                <a:lnTo>
                  <a:pt x="238456" y="94292"/>
                </a:lnTo>
                <a:lnTo>
                  <a:pt x="237774" y="95294"/>
                </a:lnTo>
                <a:lnTo>
                  <a:pt x="224988" y="108060"/>
                </a:lnTo>
                <a:lnTo>
                  <a:pt x="208519" y="124768"/>
                </a:lnTo>
                <a:lnTo>
                  <a:pt x="197678" y="135605"/>
                </a:lnTo>
                <a:lnTo>
                  <a:pt x="197422" y="135858"/>
                </a:lnTo>
                <a:lnTo>
                  <a:pt x="195827" y="137731"/>
                </a:lnTo>
                <a:lnTo>
                  <a:pt x="193927" y="139913"/>
                </a:lnTo>
                <a:lnTo>
                  <a:pt x="192070" y="142049"/>
                </a:lnTo>
                <a:lnTo>
                  <a:pt x="190463" y="143923"/>
                </a:lnTo>
                <a:lnTo>
                  <a:pt x="190208" y="144194"/>
                </a:lnTo>
                <a:lnTo>
                  <a:pt x="181761" y="153154"/>
                </a:lnTo>
                <a:lnTo>
                  <a:pt x="176498" y="158724"/>
                </a:lnTo>
                <a:lnTo>
                  <a:pt x="169171" y="166379"/>
                </a:lnTo>
                <a:lnTo>
                  <a:pt x="168953" y="166166"/>
                </a:lnTo>
                <a:lnTo>
                  <a:pt x="168676" y="166456"/>
                </a:lnTo>
                <a:lnTo>
                  <a:pt x="168894" y="166660"/>
                </a:lnTo>
                <a:lnTo>
                  <a:pt x="167145" y="168455"/>
                </a:lnTo>
                <a:lnTo>
                  <a:pt x="166928" y="168243"/>
                </a:lnTo>
                <a:lnTo>
                  <a:pt x="166607" y="168570"/>
                </a:lnTo>
                <a:lnTo>
                  <a:pt x="166825" y="168783"/>
                </a:lnTo>
                <a:lnTo>
                  <a:pt x="130946" y="205574"/>
                </a:lnTo>
                <a:lnTo>
                  <a:pt x="130598" y="205929"/>
                </a:lnTo>
                <a:lnTo>
                  <a:pt x="130251" y="206285"/>
                </a:lnTo>
                <a:lnTo>
                  <a:pt x="120975" y="215768"/>
                </a:lnTo>
                <a:lnTo>
                  <a:pt x="111605" y="225500"/>
                </a:lnTo>
                <a:lnTo>
                  <a:pt x="102341" y="235239"/>
                </a:lnTo>
                <a:lnTo>
                  <a:pt x="86856" y="251428"/>
                </a:lnTo>
                <a:lnTo>
                  <a:pt x="77250" y="260893"/>
                </a:lnTo>
                <a:lnTo>
                  <a:pt x="76876" y="261286"/>
                </a:lnTo>
                <a:lnTo>
                  <a:pt x="76479" y="261469"/>
                </a:lnTo>
                <a:lnTo>
                  <a:pt x="75901" y="261576"/>
                </a:lnTo>
                <a:lnTo>
                  <a:pt x="75426" y="261525"/>
                </a:lnTo>
                <a:lnTo>
                  <a:pt x="75025" y="261344"/>
                </a:lnTo>
                <a:lnTo>
                  <a:pt x="74945" y="261273"/>
                </a:lnTo>
                <a:lnTo>
                  <a:pt x="74471" y="260849"/>
                </a:lnTo>
                <a:lnTo>
                  <a:pt x="74287" y="260671"/>
                </a:lnTo>
                <a:lnTo>
                  <a:pt x="73213" y="261820"/>
                </a:lnTo>
                <a:lnTo>
                  <a:pt x="72521" y="261174"/>
                </a:lnTo>
                <a:lnTo>
                  <a:pt x="71869" y="260563"/>
                </a:lnTo>
                <a:lnTo>
                  <a:pt x="73009" y="259385"/>
                </a:lnTo>
                <a:lnTo>
                  <a:pt x="72780" y="259163"/>
                </a:lnTo>
                <a:lnTo>
                  <a:pt x="72508" y="259444"/>
                </a:lnTo>
                <a:lnTo>
                  <a:pt x="71655" y="258619"/>
                </a:lnTo>
                <a:lnTo>
                  <a:pt x="65018" y="252192"/>
                </a:lnTo>
                <a:lnTo>
                  <a:pt x="64724" y="251636"/>
                </a:lnTo>
                <a:lnTo>
                  <a:pt x="64552" y="251048"/>
                </a:lnTo>
                <a:lnTo>
                  <a:pt x="64473" y="250394"/>
                </a:lnTo>
                <a:lnTo>
                  <a:pt x="64520" y="249837"/>
                </a:lnTo>
                <a:lnTo>
                  <a:pt x="64673" y="249305"/>
                </a:lnTo>
                <a:lnTo>
                  <a:pt x="64995" y="248823"/>
                </a:lnTo>
                <a:lnTo>
                  <a:pt x="65420" y="248229"/>
                </a:lnTo>
                <a:lnTo>
                  <a:pt x="66766" y="246426"/>
                </a:lnTo>
                <a:lnTo>
                  <a:pt x="67163" y="245613"/>
                </a:lnTo>
                <a:lnTo>
                  <a:pt x="67399" y="244642"/>
                </a:lnTo>
                <a:lnTo>
                  <a:pt x="67400" y="243621"/>
                </a:lnTo>
                <a:lnTo>
                  <a:pt x="67214" y="242506"/>
                </a:lnTo>
                <a:lnTo>
                  <a:pt x="66765" y="241580"/>
                </a:lnTo>
                <a:lnTo>
                  <a:pt x="66215" y="240829"/>
                </a:lnTo>
                <a:lnTo>
                  <a:pt x="65408" y="240067"/>
                </a:lnTo>
                <a:lnTo>
                  <a:pt x="55935" y="231047"/>
                </a:lnTo>
                <a:lnTo>
                  <a:pt x="49992" y="225340"/>
                </a:lnTo>
                <a:lnTo>
                  <a:pt x="44003" y="219606"/>
                </a:lnTo>
                <a:lnTo>
                  <a:pt x="672" y="177968"/>
                </a:lnTo>
                <a:lnTo>
                  <a:pt x="259" y="175893"/>
                </a:lnTo>
                <a:lnTo>
                  <a:pt x="2" y="173349"/>
                </a:lnTo>
                <a:lnTo>
                  <a:pt x="0" y="171391"/>
                </a:lnTo>
                <a:lnTo>
                  <a:pt x="89" y="170141"/>
                </a:lnTo>
                <a:lnTo>
                  <a:pt x="358" y="169132"/>
                </a:lnTo>
                <a:lnTo>
                  <a:pt x="830" y="168208"/>
                </a:lnTo>
                <a:lnTo>
                  <a:pt x="1562" y="167196"/>
                </a:lnTo>
                <a:lnTo>
                  <a:pt x="11053" y="157616"/>
                </a:lnTo>
                <a:lnTo>
                  <a:pt x="21205" y="147070"/>
                </a:lnTo>
                <a:lnTo>
                  <a:pt x="32046" y="135833"/>
                </a:lnTo>
                <a:lnTo>
                  <a:pt x="44268" y="123210"/>
                </a:lnTo>
                <a:lnTo>
                  <a:pt x="55212" y="112043"/>
                </a:lnTo>
                <a:lnTo>
                  <a:pt x="66205" y="100856"/>
                </a:lnTo>
                <a:lnTo>
                  <a:pt x="76865" y="89914"/>
                </a:lnTo>
                <a:lnTo>
                  <a:pt x="95434" y="71202"/>
                </a:lnTo>
                <a:lnTo>
                  <a:pt x="96098" y="70574"/>
                </a:lnTo>
                <a:lnTo>
                  <a:pt x="96670" y="70285"/>
                </a:lnTo>
                <a:lnTo>
                  <a:pt x="97303" y="70141"/>
                </a:lnTo>
                <a:lnTo>
                  <a:pt x="97988" y="70122"/>
                </a:lnTo>
                <a:lnTo>
                  <a:pt x="98574" y="70107"/>
                </a:lnTo>
                <a:lnTo>
                  <a:pt x="99698" y="70232"/>
                </a:lnTo>
                <a:lnTo>
                  <a:pt x="100796" y="70612"/>
                </a:lnTo>
                <a:lnTo>
                  <a:pt x="101633" y="71218"/>
                </a:lnTo>
                <a:lnTo>
                  <a:pt x="102439" y="71962"/>
                </a:lnTo>
                <a:lnTo>
                  <a:pt x="102914" y="72815"/>
                </a:lnTo>
                <a:lnTo>
                  <a:pt x="103269" y="73570"/>
                </a:lnTo>
                <a:lnTo>
                  <a:pt x="102213" y="74582"/>
                </a:lnTo>
                <a:lnTo>
                  <a:pt x="101661" y="74378"/>
                </a:lnTo>
                <a:lnTo>
                  <a:pt x="101107" y="74320"/>
                </a:lnTo>
                <a:lnTo>
                  <a:pt x="100332" y="74323"/>
                </a:lnTo>
                <a:lnTo>
                  <a:pt x="99576" y="74434"/>
                </a:lnTo>
                <a:lnTo>
                  <a:pt x="98807" y="74673"/>
                </a:lnTo>
                <a:lnTo>
                  <a:pt x="98039" y="75167"/>
                </a:lnTo>
                <a:lnTo>
                  <a:pt x="97331" y="75806"/>
                </a:lnTo>
                <a:lnTo>
                  <a:pt x="95284" y="77919"/>
                </a:lnTo>
                <a:lnTo>
                  <a:pt x="89932" y="83290"/>
                </a:lnTo>
                <a:lnTo>
                  <a:pt x="78911" y="94478"/>
                </a:lnTo>
                <a:lnTo>
                  <a:pt x="67878" y="105857"/>
                </a:lnTo>
                <a:lnTo>
                  <a:pt x="64941" y="108914"/>
                </a:lnTo>
                <a:lnTo>
                  <a:pt x="56359" y="117842"/>
                </a:lnTo>
                <a:lnTo>
                  <a:pt x="45692" y="128929"/>
                </a:lnTo>
                <a:lnTo>
                  <a:pt x="34775" y="140269"/>
                </a:lnTo>
                <a:lnTo>
                  <a:pt x="23752" y="151994"/>
                </a:lnTo>
                <a:lnTo>
                  <a:pt x="18303" y="157513"/>
                </a:lnTo>
                <a:lnTo>
                  <a:pt x="12559" y="163059"/>
                </a:lnTo>
                <a:lnTo>
                  <a:pt x="8700" y="166860"/>
                </a:lnTo>
                <a:lnTo>
                  <a:pt x="7660" y="168063"/>
                </a:lnTo>
                <a:lnTo>
                  <a:pt x="6856" y="169295"/>
                </a:lnTo>
                <a:lnTo>
                  <a:pt x="5995" y="170676"/>
                </a:lnTo>
                <a:lnTo>
                  <a:pt x="5227" y="172226"/>
                </a:lnTo>
                <a:lnTo>
                  <a:pt x="4880" y="173228"/>
                </a:lnTo>
                <a:lnTo>
                  <a:pt x="4822" y="173767"/>
                </a:lnTo>
                <a:lnTo>
                  <a:pt x="4987" y="174310"/>
                </a:lnTo>
                <a:lnTo>
                  <a:pt x="5416" y="174890"/>
                </a:lnTo>
                <a:lnTo>
                  <a:pt x="7206" y="176746"/>
                </a:lnTo>
                <a:lnTo>
                  <a:pt x="10837" y="180512"/>
                </a:lnTo>
                <a:lnTo>
                  <a:pt x="14082" y="183577"/>
                </a:lnTo>
                <a:lnTo>
                  <a:pt x="22544" y="191695"/>
                </a:lnTo>
                <a:lnTo>
                  <a:pt x="32417" y="201242"/>
                </a:lnTo>
                <a:lnTo>
                  <a:pt x="43128" y="211686"/>
                </a:lnTo>
                <a:lnTo>
                  <a:pt x="53994" y="222072"/>
                </a:lnTo>
                <a:lnTo>
                  <a:pt x="65163" y="232760"/>
                </a:lnTo>
                <a:lnTo>
                  <a:pt x="70928" y="238262"/>
                </a:lnTo>
                <a:lnTo>
                  <a:pt x="76355" y="243437"/>
                </a:lnTo>
                <a:lnTo>
                  <a:pt x="77867" y="244882"/>
                </a:lnTo>
                <a:lnTo>
                  <a:pt x="78858" y="245456"/>
                </a:lnTo>
                <a:lnTo>
                  <a:pt x="79724" y="245716"/>
                </a:lnTo>
                <a:lnTo>
                  <a:pt x="80851" y="245722"/>
                </a:lnTo>
                <a:lnTo>
                  <a:pt x="81856" y="245531"/>
                </a:lnTo>
                <a:lnTo>
                  <a:pt x="83032" y="244844"/>
                </a:lnTo>
                <a:lnTo>
                  <a:pt x="103343" y="224282"/>
                </a:lnTo>
                <a:lnTo>
                  <a:pt x="125273" y="201417"/>
                </a:lnTo>
                <a:lnTo>
                  <a:pt x="125571" y="201108"/>
                </a:lnTo>
                <a:lnTo>
                  <a:pt x="125968" y="200706"/>
                </a:lnTo>
                <a:lnTo>
                  <a:pt x="133940" y="192532"/>
                </a:lnTo>
                <a:lnTo>
                  <a:pt x="154585" y="171305"/>
                </a:lnTo>
                <a:lnTo>
                  <a:pt x="173615" y="151668"/>
                </a:lnTo>
                <a:lnTo>
                  <a:pt x="174414" y="150873"/>
                </a:lnTo>
                <a:lnTo>
                  <a:pt x="174707" y="150136"/>
                </a:lnTo>
                <a:lnTo>
                  <a:pt x="174872" y="149412"/>
                </a:lnTo>
                <a:lnTo>
                  <a:pt x="174905" y="148783"/>
                </a:lnTo>
                <a:lnTo>
                  <a:pt x="174853" y="148302"/>
                </a:lnTo>
                <a:lnTo>
                  <a:pt x="174643" y="147742"/>
                </a:lnTo>
                <a:lnTo>
                  <a:pt x="174374" y="147085"/>
                </a:lnTo>
                <a:lnTo>
                  <a:pt x="174019" y="146529"/>
                </a:lnTo>
                <a:lnTo>
                  <a:pt x="173506" y="145896"/>
                </a:lnTo>
                <a:lnTo>
                  <a:pt x="162220" y="135039"/>
                </a:lnTo>
                <a:lnTo>
                  <a:pt x="147860" y="121240"/>
                </a:lnTo>
                <a:lnTo>
                  <a:pt x="129126" y="103267"/>
                </a:lnTo>
                <a:lnTo>
                  <a:pt x="110610" y="85070"/>
                </a:lnTo>
                <a:lnTo>
                  <a:pt x="109069" y="83563"/>
                </a:lnTo>
                <a:lnTo>
                  <a:pt x="108776" y="83024"/>
                </a:lnTo>
                <a:lnTo>
                  <a:pt x="108496" y="82367"/>
                </a:lnTo>
                <a:lnTo>
                  <a:pt x="108370" y="81823"/>
                </a:lnTo>
                <a:lnTo>
                  <a:pt x="108319" y="81360"/>
                </a:lnTo>
                <a:lnTo>
                  <a:pt x="108293" y="81024"/>
                </a:lnTo>
                <a:lnTo>
                  <a:pt x="108472" y="80609"/>
                </a:lnTo>
                <a:lnTo>
                  <a:pt x="108888" y="80106"/>
                </a:lnTo>
                <a:lnTo>
                  <a:pt x="109361" y="79656"/>
                </a:lnTo>
                <a:lnTo>
                  <a:pt x="109881" y="79287"/>
                </a:lnTo>
                <a:lnTo>
                  <a:pt x="110261" y="79095"/>
                </a:lnTo>
                <a:lnTo>
                  <a:pt x="110701" y="79083"/>
                </a:lnTo>
                <a:lnTo>
                  <a:pt x="111132" y="79117"/>
                </a:lnTo>
                <a:lnTo>
                  <a:pt x="111468" y="79181"/>
                </a:lnTo>
                <a:lnTo>
                  <a:pt x="112048" y="79375"/>
                </a:lnTo>
                <a:lnTo>
                  <a:pt x="112604" y="79907"/>
                </a:lnTo>
                <a:lnTo>
                  <a:pt x="134623" y="101217"/>
                </a:lnTo>
                <a:lnTo>
                  <a:pt x="170849" y="136248"/>
                </a:lnTo>
                <a:lnTo>
                  <a:pt x="177612" y="142781"/>
                </a:lnTo>
                <a:lnTo>
                  <a:pt x="178588" y="143593"/>
                </a:lnTo>
                <a:lnTo>
                  <a:pt x="179271" y="143875"/>
                </a:lnTo>
                <a:lnTo>
                  <a:pt x="180037" y="143964"/>
                </a:lnTo>
                <a:lnTo>
                  <a:pt x="180734" y="143927"/>
                </a:lnTo>
                <a:lnTo>
                  <a:pt x="181289" y="143821"/>
                </a:lnTo>
                <a:lnTo>
                  <a:pt x="181916" y="143504"/>
                </a:lnTo>
                <a:lnTo>
                  <a:pt x="182486" y="143097"/>
                </a:lnTo>
                <a:lnTo>
                  <a:pt x="185380" y="1401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F5707C-07A8-46AC-AFCF-8BAD4CF2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82" y="3078407"/>
            <a:ext cx="48349" cy="50747"/>
          </a:xfrm>
          <a:custGeom xmlns:a="http://schemas.openxmlformats.org/drawingml/2006/main">
            <a:pathLst>
              <a:path w="48349" h="50747">
                <a:moveTo>
                  <a:pt x="6302" y="43357"/>
                </a:moveTo>
                <a:lnTo>
                  <a:pt x="12672" y="37968"/>
                </a:lnTo>
                <a:lnTo>
                  <a:pt x="28352" y="23367"/>
                </a:lnTo>
                <a:lnTo>
                  <a:pt x="30235" y="18699"/>
                </a:lnTo>
                <a:lnTo>
                  <a:pt x="28718" y="12846"/>
                </a:lnTo>
                <a:lnTo>
                  <a:pt x="27263" y="7838"/>
                </a:lnTo>
                <a:lnTo>
                  <a:pt x="32640" y="1364"/>
                </a:lnTo>
                <a:lnTo>
                  <a:pt x="36653" y="0"/>
                </a:lnTo>
                <a:lnTo>
                  <a:pt x="44314" y="8904"/>
                </a:lnTo>
                <a:lnTo>
                  <a:pt x="47377" y="13741"/>
                </a:lnTo>
                <a:lnTo>
                  <a:pt x="48349" y="16903"/>
                </a:lnTo>
                <a:lnTo>
                  <a:pt x="48257" y="25158"/>
                </a:lnTo>
                <a:lnTo>
                  <a:pt x="42707" y="32047"/>
                </a:lnTo>
                <a:lnTo>
                  <a:pt x="38516" y="37424"/>
                </a:lnTo>
                <a:lnTo>
                  <a:pt x="32780" y="42978"/>
                </a:lnTo>
                <a:lnTo>
                  <a:pt x="30948" y="43911"/>
                </a:lnTo>
                <a:lnTo>
                  <a:pt x="25391" y="41554"/>
                </a:lnTo>
                <a:lnTo>
                  <a:pt x="21300" y="41900"/>
                </a:lnTo>
                <a:lnTo>
                  <a:pt x="18425" y="42861"/>
                </a:lnTo>
                <a:lnTo>
                  <a:pt x="15712" y="44655"/>
                </a:lnTo>
                <a:lnTo>
                  <a:pt x="12727" y="47540"/>
                </a:lnTo>
                <a:lnTo>
                  <a:pt x="11241" y="48682"/>
                </a:lnTo>
                <a:lnTo>
                  <a:pt x="6003" y="50561"/>
                </a:lnTo>
                <a:lnTo>
                  <a:pt x="1088" y="50747"/>
                </a:lnTo>
                <a:lnTo>
                  <a:pt x="0" y="50512"/>
                </a:lnTo>
                <a:lnTo>
                  <a:pt x="6302" y="433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123CE3A-35F6-47AE-B614-C2D332D2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850" y="3992040"/>
            <a:ext cx="131247" cy="135835"/>
          </a:xfrm>
          <a:custGeom xmlns:a="http://schemas.openxmlformats.org/drawingml/2006/main">
            <a:pathLst>
              <a:path w="131247" h="135835">
                <a:moveTo>
                  <a:pt x="1689" y="81034"/>
                </a:moveTo>
                <a:lnTo>
                  <a:pt x="1473" y="80666"/>
                </a:lnTo>
                <a:lnTo>
                  <a:pt x="1403" y="80550"/>
                </a:lnTo>
                <a:lnTo>
                  <a:pt x="1272" y="80426"/>
                </a:lnTo>
                <a:lnTo>
                  <a:pt x="0" y="79184"/>
                </a:lnTo>
                <a:lnTo>
                  <a:pt x="5050" y="71471"/>
                </a:lnTo>
                <a:lnTo>
                  <a:pt x="8795" y="65870"/>
                </a:lnTo>
                <a:lnTo>
                  <a:pt x="13465" y="59388"/>
                </a:lnTo>
                <a:lnTo>
                  <a:pt x="18044" y="54320"/>
                </a:lnTo>
                <a:lnTo>
                  <a:pt x="25023" y="46747"/>
                </a:lnTo>
                <a:lnTo>
                  <a:pt x="35637" y="35752"/>
                </a:lnTo>
                <a:lnTo>
                  <a:pt x="37568" y="33888"/>
                </a:lnTo>
                <a:lnTo>
                  <a:pt x="38488" y="32634"/>
                </a:lnTo>
                <a:lnTo>
                  <a:pt x="39069" y="31161"/>
                </a:lnTo>
                <a:lnTo>
                  <a:pt x="39384" y="29586"/>
                </a:lnTo>
                <a:lnTo>
                  <a:pt x="39394" y="27891"/>
                </a:lnTo>
                <a:lnTo>
                  <a:pt x="38979" y="26336"/>
                </a:lnTo>
                <a:lnTo>
                  <a:pt x="38420" y="25021"/>
                </a:lnTo>
                <a:lnTo>
                  <a:pt x="37912" y="24178"/>
                </a:lnTo>
                <a:lnTo>
                  <a:pt x="31419" y="17920"/>
                </a:lnTo>
                <a:lnTo>
                  <a:pt x="31856" y="17362"/>
                </a:lnTo>
                <a:lnTo>
                  <a:pt x="31090" y="15233"/>
                </a:lnTo>
                <a:lnTo>
                  <a:pt x="31388" y="8175"/>
                </a:lnTo>
                <a:lnTo>
                  <a:pt x="33935" y="8298"/>
                </a:lnTo>
                <a:lnTo>
                  <a:pt x="35718" y="6529"/>
                </a:lnTo>
                <a:lnTo>
                  <a:pt x="36512" y="4103"/>
                </a:lnTo>
                <a:lnTo>
                  <a:pt x="36369" y="2076"/>
                </a:lnTo>
                <a:lnTo>
                  <a:pt x="39416" y="0"/>
                </a:lnTo>
                <a:lnTo>
                  <a:pt x="41486" y="1074"/>
                </a:lnTo>
                <a:lnTo>
                  <a:pt x="42183" y="1265"/>
                </a:lnTo>
                <a:lnTo>
                  <a:pt x="42874" y="1247"/>
                </a:lnTo>
                <a:lnTo>
                  <a:pt x="43372" y="1070"/>
                </a:lnTo>
                <a:lnTo>
                  <a:pt x="43762" y="850"/>
                </a:lnTo>
                <a:lnTo>
                  <a:pt x="43882" y="528"/>
                </a:lnTo>
                <a:lnTo>
                  <a:pt x="44747" y="769"/>
                </a:lnTo>
                <a:lnTo>
                  <a:pt x="51363" y="8262"/>
                </a:lnTo>
                <a:lnTo>
                  <a:pt x="64245" y="20644"/>
                </a:lnTo>
                <a:lnTo>
                  <a:pt x="118654" y="72644"/>
                </a:lnTo>
                <a:lnTo>
                  <a:pt x="120290" y="74158"/>
                </a:lnTo>
                <a:lnTo>
                  <a:pt x="120822" y="74882"/>
                </a:lnTo>
                <a:lnTo>
                  <a:pt x="121077" y="75631"/>
                </a:lnTo>
                <a:lnTo>
                  <a:pt x="121238" y="76465"/>
                </a:lnTo>
                <a:lnTo>
                  <a:pt x="121272" y="77320"/>
                </a:lnTo>
                <a:lnTo>
                  <a:pt x="121125" y="78062"/>
                </a:lnTo>
                <a:lnTo>
                  <a:pt x="120786" y="78736"/>
                </a:lnTo>
                <a:lnTo>
                  <a:pt x="120346" y="79421"/>
                </a:lnTo>
                <a:lnTo>
                  <a:pt x="119338" y="80505"/>
                </a:lnTo>
                <a:lnTo>
                  <a:pt x="115806" y="84060"/>
                </a:lnTo>
                <a:lnTo>
                  <a:pt x="115320" y="84474"/>
                </a:lnTo>
                <a:lnTo>
                  <a:pt x="114945" y="84830"/>
                </a:lnTo>
                <a:lnTo>
                  <a:pt x="114658" y="85375"/>
                </a:lnTo>
                <a:lnTo>
                  <a:pt x="114475" y="86264"/>
                </a:lnTo>
                <a:lnTo>
                  <a:pt x="114396" y="87477"/>
                </a:lnTo>
                <a:lnTo>
                  <a:pt x="114476" y="88586"/>
                </a:lnTo>
                <a:lnTo>
                  <a:pt x="115006" y="89647"/>
                </a:lnTo>
                <a:lnTo>
                  <a:pt x="115516" y="90563"/>
                </a:lnTo>
                <a:lnTo>
                  <a:pt x="119910" y="94663"/>
                </a:lnTo>
                <a:lnTo>
                  <a:pt x="124375" y="98916"/>
                </a:lnTo>
                <a:lnTo>
                  <a:pt x="128602" y="102793"/>
                </a:lnTo>
                <a:lnTo>
                  <a:pt x="130039" y="102736"/>
                </a:lnTo>
                <a:lnTo>
                  <a:pt x="130354" y="103029"/>
                </a:lnTo>
                <a:lnTo>
                  <a:pt x="130663" y="103312"/>
                </a:lnTo>
                <a:lnTo>
                  <a:pt x="130449" y="104274"/>
                </a:lnTo>
                <a:lnTo>
                  <a:pt x="130895" y="104699"/>
                </a:lnTo>
                <a:lnTo>
                  <a:pt x="131162" y="105075"/>
                </a:lnTo>
                <a:lnTo>
                  <a:pt x="131247" y="105537"/>
                </a:lnTo>
                <a:lnTo>
                  <a:pt x="131244" y="106084"/>
                </a:lnTo>
                <a:lnTo>
                  <a:pt x="131056" y="106535"/>
                </a:lnTo>
                <a:lnTo>
                  <a:pt x="122847" y="115252"/>
                </a:lnTo>
                <a:lnTo>
                  <a:pt x="121187" y="115551"/>
                </a:lnTo>
                <a:lnTo>
                  <a:pt x="113089" y="124257"/>
                </a:lnTo>
                <a:lnTo>
                  <a:pt x="107282" y="130341"/>
                </a:lnTo>
                <a:lnTo>
                  <a:pt x="102171" y="135369"/>
                </a:lnTo>
                <a:lnTo>
                  <a:pt x="101805" y="135652"/>
                </a:lnTo>
                <a:lnTo>
                  <a:pt x="101451" y="135780"/>
                </a:lnTo>
                <a:lnTo>
                  <a:pt x="101079" y="135835"/>
                </a:lnTo>
                <a:lnTo>
                  <a:pt x="100710" y="135799"/>
                </a:lnTo>
                <a:lnTo>
                  <a:pt x="100385" y="135735"/>
                </a:lnTo>
                <a:lnTo>
                  <a:pt x="99955" y="135510"/>
                </a:lnTo>
                <a:lnTo>
                  <a:pt x="99766" y="135333"/>
                </a:lnTo>
                <a:lnTo>
                  <a:pt x="99484" y="135003"/>
                </a:lnTo>
                <a:lnTo>
                  <a:pt x="99350" y="134588"/>
                </a:lnTo>
                <a:lnTo>
                  <a:pt x="99280" y="134080"/>
                </a:lnTo>
                <a:lnTo>
                  <a:pt x="99293" y="133715"/>
                </a:lnTo>
                <a:lnTo>
                  <a:pt x="99610" y="133069"/>
                </a:lnTo>
                <a:lnTo>
                  <a:pt x="101931" y="130548"/>
                </a:lnTo>
                <a:lnTo>
                  <a:pt x="104949" y="127379"/>
                </a:lnTo>
                <a:lnTo>
                  <a:pt x="113106" y="119028"/>
                </a:lnTo>
                <a:lnTo>
                  <a:pt x="115764" y="116179"/>
                </a:lnTo>
                <a:lnTo>
                  <a:pt x="118857" y="113764"/>
                </a:lnTo>
                <a:lnTo>
                  <a:pt x="126037" y="106614"/>
                </a:lnTo>
                <a:lnTo>
                  <a:pt x="108372" y="90234"/>
                </a:lnTo>
                <a:lnTo>
                  <a:pt x="107121" y="88919"/>
                </a:lnTo>
                <a:lnTo>
                  <a:pt x="105990" y="87729"/>
                </a:lnTo>
                <a:lnTo>
                  <a:pt x="105472" y="86713"/>
                </a:lnTo>
                <a:lnTo>
                  <a:pt x="105090" y="85566"/>
                </a:lnTo>
                <a:lnTo>
                  <a:pt x="104984" y="84540"/>
                </a:lnTo>
                <a:lnTo>
                  <a:pt x="105202" y="83496"/>
                </a:lnTo>
                <a:lnTo>
                  <a:pt x="105555" y="82721"/>
                </a:lnTo>
                <a:lnTo>
                  <a:pt x="106103" y="82124"/>
                </a:lnTo>
                <a:lnTo>
                  <a:pt x="110871" y="77260"/>
                </a:lnTo>
                <a:lnTo>
                  <a:pt x="111228" y="76631"/>
                </a:lnTo>
                <a:lnTo>
                  <a:pt x="111321" y="75936"/>
                </a:lnTo>
                <a:lnTo>
                  <a:pt x="111266" y="75328"/>
                </a:lnTo>
                <a:lnTo>
                  <a:pt x="110994" y="74734"/>
                </a:lnTo>
                <a:lnTo>
                  <a:pt x="110415" y="74175"/>
                </a:lnTo>
                <a:lnTo>
                  <a:pt x="91666" y="55619"/>
                </a:lnTo>
                <a:lnTo>
                  <a:pt x="87694" y="51845"/>
                </a:lnTo>
                <a:lnTo>
                  <a:pt x="86789" y="50357"/>
                </a:lnTo>
                <a:lnTo>
                  <a:pt x="84926" y="48485"/>
                </a:lnTo>
                <a:lnTo>
                  <a:pt x="84232" y="47756"/>
                </a:lnTo>
                <a:lnTo>
                  <a:pt x="82202" y="46526"/>
                </a:lnTo>
                <a:lnTo>
                  <a:pt x="78311" y="43724"/>
                </a:lnTo>
                <a:lnTo>
                  <a:pt x="77521" y="42115"/>
                </a:lnTo>
                <a:lnTo>
                  <a:pt x="76835" y="41076"/>
                </a:lnTo>
                <a:lnTo>
                  <a:pt x="75242" y="39507"/>
                </a:lnTo>
                <a:lnTo>
                  <a:pt x="73274" y="37883"/>
                </a:lnTo>
                <a:lnTo>
                  <a:pt x="71259" y="35978"/>
                </a:lnTo>
                <a:lnTo>
                  <a:pt x="69154" y="33593"/>
                </a:lnTo>
                <a:lnTo>
                  <a:pt x="63039" y="26660"/>
                </a:lnTo>
                <a:lnTo>
                  <a:pt x="62749" y="26276"/>
                </a:lnTo>
                <a:lnTo>
                  <a:pt x="61786" y="25929"/>
                </a:lnTo>
                <a:lnTo>
                  <a:pt x="60884" y="25771"/>
                </a:lnTo>
                <a:lnTo>
                  <a:pt x="59987" y="25813"/>
                </a:lnTo>
                <a:lnTo>
                  <a:pt x="59171" y="25962"/>
                </a:lnTo>
                <a:lnTo>
                  <a:pt x="58375" y="26265"/>
                </a:lnTo>
                <a:lnTo>
                  <a:pt x="57657" y="26731"/>
                </a:lnTo>
                <a:lnTo>
                  <a:pt x="56832" y="27391"/>
                </a:lnTo>
                <a:lnTo>
                  <a:pt x="48966" y="35361"/>
                </a:lnTo>
                <a:lnTo>
                  <a:pt x="44429" y="40346"/>
                </a:lnTo>
                <a:lnTo>
                  <a:pt x="43334" y="41550"/>
                </a:lnTo>
                <a:lnTo>
                  <a:pt x="38426" y="46617"/>
                </a:lnTo>
                <a:lnTo>
                  <a:pt x="36737" y="48357"/>
                </a:lnTo>
                <a:lnTo>
                  <a:pt x="35078" y="49949"/>
                </a:lnTo>
                <a:lnTo>
                  <a:pt x="33663" y="51481"/>
                </a:lnTo>
                <a:lnTo>
                  <a:pt x="30092" y="55046"/>
                </a:lnTo>
                <a:lnTo>
                  <a:pt x="27326" y="58008"/>
                </a:lnTo>
                <a:lnTo>
                  <a:pt x="25473" y="60070"/>
                </a:lnTo>
                <a:lnTo>
                  <a:pt x="23810" y="62155"/>
                </a:lnTo>
                <a:lnTo>
                  <a:pt x="19774" y="67317"/>
                </a:lnTo>
                <a:lnTo>
                  <a:pt x="17035" y="71289"/>
                </a:lnTo>
                <a:lnTo>
                  <a:pt x="12958" y="77628"/>
                </a:lnTo>
                <a:lnTo>
                  <a:pt x="9069" y="83288"/>
                </a:lnTo>
                <a:lnTo>
                  <a:pt x="8218" y="84212"/>
                </a:lnTo>
                <a:lnTo>
                  <a:pt x="6899" y="84748"/>
                </a:lnTo>
                <a:lnTo>
                  <a:pt x="5906" y="84984"/>
                </a:lnTo>
                <a:lnTo>
                  <a:pt x="5372" y="84607"/>
                </a:lnTo>
                <a:lnTo>
                  <a:pt x="5200" y="84438"/>
                </a:lnTo>
                <a:lnTo>
                  <a:pt x="3703" y="86027"/>
                </a:lnTo>
                <a:lnTo>
                  <a:pt x="1481" y="83909"/>
                </a:lnTo>
                <a:lnTo>
                  <a:pt x="337" y="82819"/>
                </a:lnTo>
                <a:lnTo>
                  <a:pt x="1878" y="81211"/>
                </a:lnTo>
                <a:lnTo>
                  <a:pt x="1689" y="8103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9639137-6261-4107-8A8C-8E86ADB2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420" y="4277799"/>
            <a:ext cx="82467" cy="165108"/>
          </a:xfrm>
          <a:custGeom xmlns:a="http://schemas.openxmlformats.org/drawingml/2006/main">
            <a:pathLst>
              <a:path w="82467" h="165108">
                <a:moveTo>
                  <a:pt x="7873" y="0"/>
                </a:moveTo>
                <a:lnTo>
                  <a:pt x="82467" y="124835"/>
                </a:lnTo>
                <a:lnTo>
                  <a:pt x="76870" y="141362"/>
                </a:lnTo>
                <a:lnTo>
                  <a:pt x="77065" y="143233"/>
                </a:lnTo>
                <a:lnTo>
                  <a:pt x="79832" y="153507"/>
                </a:lnTo>
                <a:lnTo>
                  <a:pt x="58738" y="165108"/>
                </a:lnTo>
                <a:lnTo>
                  <a:pt x="53738" y="156069"/>
                </a:lnTo>
                <a:lnTo>
                  <a:pt x="69146" y="147370"/>
                </a:lnTo>
                <a:lnTo>
                  <a:pt x="65698" y="141286"/>
                </a:lnTo>
                <a:lnTo>
                  <a:pt x="68914" y="139479"/>
                </a:lnTo>
                <a:lnTo>
                  <a:pt x="37897" y="84741"/>
                </a:lnTo>
                <a:lnTo>
                  <a:pt x="20735" y="94425"/>
                </a:lnTo>
                <a:lnTo>
                  <a:pt x="16799" y="87416"/>
                </a:lnTo>
                <a:lnTo>
                  <a:pt x="20675" y="85236"/>
                </a:lnTo>
                <a:lnTo>
                  <a:pt x="19652" y="83268"/>
                </a:lnTo>
                <a:lnTo>
                  <a:pt x="21508" y="82162"/>
                </a:lnTo>
                <a:lnTo>
                  <a:pt x="19239" y="78023"/>
                </a:lnTo>
                <a:lnTo>
                  <a:pt x="36325" y="67631"/>
                </a:lnTo>
                <a:lnTo>
                  <a:pt x="25361" y="48530"/>
                </a:lnTo>
                <a:lnTo>
                  <a:pt x="0" y="4582"/>
                </a:lnTo>
                <a:lnTo>
                  <a:pt x="787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C541721-2664-410A-ADAE-6F988BAA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577" y="3141095"/>
            <a:ext cx="41680" cy="38641"/>
          </a:xfrm>
          <a:custGeom xmlns:a="http://schemas.openxmlformats.org/drawingml/2006/main">
            <a:pathLst>
              <a:path w="41680" h="38641">
                <a:moveTo>
                  <a:pt x="0" y="13131"/>
                </a:moveTo>
                <a:lnTo>
                  <a:pt x="216" y="5547"/>
                </a:lnTo>
                <a:lnTo>
                  <a:pt x="4066" y="999"/>
                </a:lnTo>
                <a:lnTo>
                  <a:pt x="8401" y="0"/>
                </a:lnTo>
                <a:lnTo>
                  <a:pt x="10086" y="219"/>
                </a:lnTo>
                <a:lnTo>
                  <a:pt x="18473" y="3302"/>
                </a:lnTo>
                <a:lnTo>
                  <a:pt x="28056" y="3292"/>
                </a:lnTo>
                <a:lnTo>
                  <a:pt x="30648" y="2622"/>
                </a:lnTo>
                <a:lnTo>
                  <a:pt x="34882" y="1151"/>
                </a:lnTo>
                <a:lnTo>
                  <a:pt x="36979" y="950"/>
                </a:lnTo>
                <a:lnTo>
                  <a:pt x="41680" y="4039"/>
                </a:lnTo>
                <a:lnTo>
                  <a:pt x="40362" y="10888"/>
                </a:lnTo>
                <a:lnTo>
                  <a:pt x="38695" y="8801"/>
                </a:lnTo>
                <a:lnTo>
                  <a:pt x="35770" y="8305"/>
                </a:lnTo>
                <a:lnTo>
                  <a:pt x="32895" y="9275"/>
                </a:lnTo>
                <a:lnTo>
                  <a:pt x="30042" y="10826"/>
                </a:lnTo>
                <a:lnTo>
                  <a:pt x="29407" y="14642"/>
                </a:lnTo>
                <a:lnTo>
                  <a:pt x="27575" y="16221"/>
                </a:lnTo>
                <a:lnTo>
                  <a:pt x="21691" y="16442"/>
                </a:lnTo>
                <a:lnTo>
                  <a:pt x="19048" y="16039"/>
                </a:lnTo>
                <a:lnTo>
                  <a:pt x="17123" y="15207"/>
                </a:lnTo>
                <a:lnTo>
                  <a:pt x="16071" y="13386"/>
                </a:lnTo>
                <a:lnTo>
                  <a:pt x="16274" y="7414"/>
                </a:lnTo>
                <a:lnTo>
                  <a:pt x="13783" y="4985"/>
                </a:lnTo>
                <a:lnTo>
                  <a:pt x="7321" y="5521"/>
                </a:lnTo>
                <a:lnTo>
                  <a:pt x="5561" y="8948"/>
                </a:lnTo>
                <a:lnTo>
                  <a:pt x="5516" y="14769"/>
                </a:lnTo>
                <a:lnTo>
                  <a:pt x="7542" y="19006"/>
                </a:lnTo>
                <a:lnTo>
                  <a:pt x="10399" y="24276"/>
                </a:lnTo>
                <a:lnTo>
                  <a:pt x="13751" y="25954"/>
                </a:lnTo>
                <a:lnTo>
                  <a:pt x="23752" y="28674"/>
                </a:lnTo>
                <a:lnTo>
                  <a:pt x="35084" y="34411"/>
                </a:lnTo>
                <a:lnTo>
                  <a:pt x="33267" y="38641"/>
                </a:lnTo>
                <a:lnTo>
                  <a:pt x="23253" y="33771"/>
                </a:lnTo>
                <a:lnTo>
                  <a:pt x="6980" y="28248"/>
                </a:lnTo>
                <a:lnTo>
                  <a:pt x="2122" y="21364"/>
                </a:lnTo>
                <a:lnTo>
                  <a:pt x="0" y="131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85895CF-38F7-4D44-BBAB-6BA2CB83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285" y="3124950"/>
            <a:ext cx="117236" cy="86435"/>
          </a:xfrm>
          <a:custGeom xmlns:a="http://schemas.openxmlformats.org/drawingml/2006/main">
            <a:pathLst>
              <a:path w="117236" h="86435">
                <a:moveTo>
                  <a:pt x="74964" y="2730"/>
                </a:moveTo>
                <a:lnTo>
                  <a:pt x="88464" y="18101"/>
                </a:lnTo>
                <a:lnTo>
                  <a:pt x="69560" y="38562"/>
                </a:lnTo>
                <a:lnTo>
                  <a:pt x="99791" y="68024"/>
                </a:lnTo>
                <a:lnTo>
                  <a:pt x="117236" y="69426"/>
                </a:lnTo>
                <a:lnTo>
                  <a:pt x="112110" y="73580"/>
                </a:lnTo>
                <a:lnTo>
                  <a:pt x="100799" y="76769"/>
                </a:lnTo>
                <a:lnTo>
                  <a:pt x="99648" y="78776"/>
                </a:lnTo>
                <a:lnTo>
                  <a:pt x="95256" y="86435"/>
                </a:lnTo>
                <a:lnTo>
                  <a:pt x="44123" y="41216"/>
                </a:lnTo>
                <a:lnTo>
                  <a:pt x="3949" y="79851"/>
                </a:lnTo>
                <a:lnTo>
                  <a:pt x="0" y="75866"/>
                </a:lnTo>
                <a:lnTo>
                  <a:pt x="72799" y="0"/>
                </a:lnTo>
                <a:lnTo>
                  <a:pt x="74964" y="27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A512BA1-9748-4B17-B5E4-AA2804F0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28" y="4440857"/>
            <a:ext cx="39415" cy="39754"/>
          </a:xfrm>
          <a:custGeom xmlns:a="http://schemas.openxmlformats.org/drawingml/2006/main">
            <a:pathLst>
              <a:path w="39415" h="39754">
                <a:moveTo>
                  <a:pt x="0" y="9454"/>
                </a:moveTo>
                <a:lnTo>
                  <a:pt x="16029" y="0"/>
                </a:lnTo>
                <a:lnTo>
                  <a:pt x="10353" y="19808"/>
                </a:lnTo>
                <a:lnTo>
                  <a:pt x="15711" y="21350"/>
                </a:lnTo>
                <a:lnTo>
                  <a:pt x="14333" y="26151"/>
                </a:lnTo>
                <a:lnTo>
                  <a:pt x="31679" y="31136"/>
                </a:lnTo>
                <a:lnTo>
                  <a:pt x="33062" y="26298"/>
                </a:lnTo>
                <a:lnTo>
                  <a:pt x="38674" y="27934"/>
                </a:lnTo>
                <a:lnTo>
                  <a:pt x="39415" y="30009"/>
                </a:lnTo>
                <a:lnTo>
                  <a:pt x="38730" y="32123"/>
                </a:lnTo>
                <a:lnTo>
                  <a:pt x="35438" y="34661"/>
                </a:lnTo>
                <a:lnTo>
                  <a:pt x="26458" y="39381"/>
                </a:lnTo>
                <a:lnTo>
                  <a:pt x="21714" y="39754"/>
                </a:lnTo>
                <a:lnTo>
                  <a:pt x="19375" y="38851"/>
                </a:lnTo>
                <a:lnTo>
                  <a:pt x="16955" y="37449"/>
                </a:lnTo>
                <a:lnTo>
                  <a:pt x="0" y="94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350BDD6-ECF1-4369-97B7-496BAC55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455" y="4177069"/>
            <a:ext cx="58168" cy="57128"/>
          </a:xfrm>
          <a:custGeom xmlns:a="http://schemas.openxmlformats.org/drawingml/2006/main">
            <a:pathLst>
              <a:path w="58168" h="57128">
                <a:moveTo>
                  <a:pt x="50631" y="51974"/>
                </a:moveTo>
                <a:lnTo>
                  <a:pt x="38364" y="40352"/>
                </a:lnTo>
                <a:lnTo>
                  <a:pt x="22966" y="25552"/>
                </a:lnTo>
                <a:lnTo>
                  <a:pt x="9657" y="12736"/>
                </a:lnTo>
                <a:lnTo>
                  <a:pt x="7333" y="10539"/>
                </a:lnTo>
                <a:lnTo>
                  <a:pt x="5348" y="8479"/>
                </a:lnTo>
                <a:lnTo>
                  <a:pt x="3654" y="6484"/>
                </a:lnTo>
                <a:lnTo>
                  <a:pt x="312" y="3340"/>
                </a:lnTo>
                <a:lnTo>
                  <a:pt x="110" y="3099"/>
                </a:lnTo>
                <a:lnTo>
                  <a:pt x="21" y="2883"/>
                </a:lnTo>
                <a:lnTo>
                  <a:pt x="0" y="2109"/>
                </a:lnTo>
                <a:lnTo>
                  <a:pt x="67" y="1907"/>
                </a:lnTo>
                <a:lnTo>
                  <a:pt x="282" y="1601"/>
                </a:lnTo>
                <a:lnTo>
                  <a:pt x="1341" y="497"/>
                </a:lnTo>
                <a:lnTo>
                  <a:pt x="1775" y="49"/>
                </a:lnTo>
                <a:lnTo>
                  <a:pt x="1891" y="0"/>
                </a:lnTo>
                <a:lnTo>
                  <a:pt x="1975" y="25"/>
                </a:lnTo>
                <a:lnTo>
                  <a:pt x="4790" y="2637"/>
                </a:lnTo>
                <a:lnTo>
                  <a:pt x="5741" y="3167"/>
                </a:lnTo>
                <a:lnTo>
                  <a:pt x="15591" y="12641"/>
                </a:lnTo>
                <a:lnTo>
                  <a:pt x="27552" y="24099"/>
                </a:lnTo>
                <a:lnTo>
                  <a:pt x="39322" y="35480"/>
                </a:lnTo>
                <a:lnTo>
                  <a:pt x="50710" y="46580"/>
                </a:lnTo>
                <a:lnTo>
                  <a:pt x="55564" y="51169"/>
                </a:lnTo>
                <a:lnTo>
                  <a:pt x="57079" y="53178"/>
                </a:lnTo>
                <a:lnTo>
                  <a:pt x="57833" y="54861"/>
                </a:lnTo>
                <a:lnTo>
                  <a:pt x="57970" y="55385"/>
                </a:lnTo>
                <a:lnTo>
                  <a:pt x="58168" y="56136"/>
                </a:lnTo>
                <a:lnTo>
                  <a:pt x="57185" y="57128"/>
                </a:lnTo>
                <a:lnTo>
                  <a:pt x="54213" y="56770"/>
                </a:lnTo>
                <a:lnTo>
                  <a:pt x="50631" y="519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220C94D-88B5-4268-A234-1292EF56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873" y="3284420"/>
            <a:ext cx="14557" cy="14246"/>
          </a:xfrm>
          <a:custGeom xmlns:a="http://schemas.openxmlformats.org/drawingml/2006/main">
            <a:pathLst>
              <a:path w="14557" h="14246">
                <a:moveTo>
                  <a:pt x="0" y="10642"/>
                </a:moveTo>
                <a:lnTo>
                  <a:pt x="11396" y="0"/>
                </a:lnTo>
                <a:lnTo>
                  <a:pt x="14557" y="3459"/>
                </a:lnTo>
                <a:lnTo>
                  <a:pt x="3889" y="14246"/>
                </a:lnTo>
                <a:lnTo>
                  <a:pt x="0" y="106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7044CFA-05CE-425D-AD25-E47C4D8A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074" y="3227964"/>
            <a:ext cx="19630" cy="18877"/>
          </a:xfrm>
          <a:custGeom xmlns:a="http://schemas.openxmlformats.org/drawingml/2006/main">
            <a:pathLst>
              <a:path w="19630" h="18877">
                <a:moveTo>
                  <a:pt x="8184" y="1804"/>
                </a:moveTo>
                <a:lnTo>
                  <a:pt x="10235" y="3398"/>
                </a:lnTo>
                <a:lnTo>
                  <a:pt x="11105" y="4650"/>
                </a:lnTo>
                <a:lnTo>
                  <a:pt x="11638" y="6640"/>
                </a:lnTo>
                <a:lnTo>
                  <a:pt x="12518" y="9732"/>
                </a:lnTo>
                <a:lnTo>
                  <a:pt x="14904" y="11362"/>
                </a:lnTo>
                <a:lnTo>
                  <a:pt x="17030" y="12453"/>
                </a:lnTo>
                <a:lnTo>
                  <a:pt x="17940" y="12893"/>
                </a:lnTo>
                <a:lnTo>
                  <a:pt x="19043" y="13456"/>
                </a:lnTo>
                <a:lnTo>
                  <a:pt x="19630" y="16428"/>
                </a:lnTo>
                <a:lnTo>
                  <a:pt x="17706" y="18738"/>
                </a:lnTo>
                <a:lnTo>
                  <a:pt x="15573" y="18877"/>
                </a:lnTo>
                <a:lnTo>
                  <a:pt x="13681" y="18818"/>
                </a:lnTo>
                <a:lnTo>
                  <a:pt x="11665" y="18308"/>
                </a:lnTo>
                <a:lnTo>
                  <a:pt x="9608" y="16714"/>
                </a:lnTo>
                <a:lnTo>
                  <a:pt x="6444" y="13519"/>
                </a:lnTo>
                <a:lnTo>
                  <a:pt x="3259" y="9742"/>
                </a:lnTo>
                <a:lnTo>
                  <a:pt x="0" y="5730"/>
                </a:lnTo>
                <a:lnTo>
                  <a:pt x="93" y="2931"/>
                </a:lnTo>
                <a:lnTo>
                  <a:pt x="1428" y="937"/>
                </a:lnTo>
                <a:lnTo>
                  <a:pt x="3779" y="0"/>
                </a:lnTo>
                <a:lnTo>
                  <a:pt x="6494" y="756"/>
                </a:lnTo>
                <a:lnTo>
                  <a:pt x="8184" y="180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ACA4C32-4761-4B65-8B7B-C6A2FA1D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330" y="1991353"/>
            <a:ext cx="18645" cy="87568"/>
          </a:xfrm>
          <a:custGeom xmlns:a="http://schemas.openxmlformats.org/drawingml/2006/main">
            <a:pathLst>
              <a:path w="18645" h="87568">
                <a:moveTo>
                  <a:pt x="7433" y="86718"/>
                </a:moveTo>
                <a:lnTo>
                  <a:pt x="5761" y="84849"/>
                </a:lnTo>
                <a:lnTo>
                  <a:pt x="5109" y="82707"/>
                </a:lnTo>
                <a:lnTo>
                  <a:pt x="0" y="4817"/>
                </a:lnTo>
                <a:lnTo>
                  <a:pt x="394" y="2602"/>
                </a:lnTo>
                <a:lnTo>
                  <a:pt x="1624" y="1021"/>
                </a:lnTo>
                <a:lnTo>
                  <a:pt x="3409" y="0"/>
                </a:lnTo>
                <a:lnTo>
                  <a:pt x="8980" y="27"/>
                </a:lnTo>
                <a:lnTo>
                  <a:pt x="10789" y="535"/>
                </a:lnTo>
                <a:lnTo>
                  <a:pt x="12304" y="2171"/>
                </a:lnTo>
                <a:lnTo>
                  <a:pt x="13018" y="4312"/>
                </a:lnTo>
                <a:lnTo>
                  <a:pt x="18645" y="82616"/>
                </a:lnTo>
                <a:lnTo>
                  <a:pt x="18294" y="84739"/>
                </a:lnTo>
                <a:lnTo>
                  <a:pt x="16216" y="87180"/>
                </a:lnTo>
                <a:lnTo>
                  <a:pt x="8699" y="87568"/>
                </a:lnTo>
                <a:lnTo>
                  <a:pt x="7433" y="867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461275A-7C14-4041-988D-DE44ACAC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228" y="2050498"/>
            <a:ext cx="107057" cy="56203"/>
          </a:xfrm>
          <a:custGeom xmlns:a="http://schemas.openxmlformats.org/drawingml/2006/main">
            <a:pathLst>
              <a:path w="107057" h="56203">
                <a:moveTo>
                  <a:pt x="3054" y="31993"/>
                </a:moveTo>
                <a:lnTo>
                  <a:pt x="96607" y="0"/>
                </a:lnTo>
                <a:lnTo>
                  <a:pt x="104688" y="4506"/>
                </a:lnTo>
                <a:lnTo>
                  <a:pt x="104941" y="5237"/>
                </a:lnTo>
                <a:lnTo>
                  <a:pt x="107049" y="12888"/>
                </a:lnTo>
                <a:lnTo>
                  <a:pt x="107057" y="13197"/>
                </a:lnTo>
                <a:lnTo>
                  <a:pt x="102413" y="22792"/>
                </a:lnTo>
                <a:lnTo>
                  <a:pt x="5003" y="55306"/>
                </a:lnTo>
                <a:lnTo>
                  <a:pt x="3096" y="55939"/>
                </a:lnTo>
                <a:lnTo>
                  <a:pt x="638" y="56203"/>
                </a:lnTo>
                <a:lnTo>
                  <a:pt x="0" y="36746"/>
                </a:lnTo>
                <a:lnTo>
                  <a:pt x="2170" y="32299"/>
                </a:lnTo>
                <a:lnTo>
                  <a:pt x="3054" y="3199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A674B75-4B6E-45E7-A6E6-3888E6D7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929" y="1993536"/>
            <a:ext cx="146430" cy="63919"/>
          </a:xfrm>
          <a:custGeom xmlns:a="http://schemas.openxmlformats.org/drawingml/2006/main">
            <a:pathLst>
              <a:path w="146430" h="63919">
                <a:moveTo>
                  <a:pt x="4820" y="43218"/>
                </a:moveTo>
                <a:lnTo>
                  <a:pt x="129928" y="500"/>
                </a:lnTo>
                <a:lnTo>
                  <a:pt x="133099" y="626"/>
                </a:lnTo>
                <a:lnTo>
                  <a:pt x="134885" y="2200"/>
                </a:lnTo>
                <a:lnTo>
                  <a:pt x="140978" y="0"/>
                </a:lnTo>
                <a:lnTo>
                  <a:pt x="146430" y="15432"/>
                </a:lnTo>
                <a:lnTo>
                  <a:pt x="140658" y="17533"/>
                </a:lnTo>
                <a:lnTo>
                  <a:pt x="140531" y="19267"/>
                </a:lnTo>
                <a:lnTo>
                  <a:pt x="140049" y="21084"/>
                </a:lnTo>
                <a:lnTo>
                  <a:pt x="138951" y="22379"/>
                </a:lnTo>
                <a:lnTo>
                  <a:pt x="138098" y="22820"/>
                </a:lnTo>
                <a:lnTo>
                  <a:pt x="11831" y="63919"/>
                </a:lnTo>
                <a:lnTo>
                  <a:pt x="1764" y="59138"/>
                </a:lnTo>
                <a:lnTo>
                  <a:pt x="0" y="53555"/>
                </a:lnTo>
                <a:lnTo>
                  <a:pt x="4820" y="432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7F541FE-D24D-471E-956B-548C950D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873" y="2038172"/>
            <a:ext cx="525068" cy="183837"/>
          </a:xfrm>
          <a:custGeom xmlns:a="http://schemas.openxmlformats.org/drawingml/2006/main">
            <a:pathLst>
              <a:path w="525068" h="183837">
                <a:moveTo>
                  <a:pt x="507362" y="19548"/>
                </a:moveTo>
                <a:lnTo>
                  <a:pt x="415993" y="51695"/>
                </a:lnTo>
                <a:lnTo>
                  <a:pt x="359307" y="71638"/>
                </a:lnTo>
                <a:lnTo>
                  <a:pt x="357725" y="71899"/>
                </a:lnTo>
                <a:lnTo>
                  <a:pt x="356150" y="71576"/>
                </a:lnTo>
                <a:lnTo>
                  <a:pt x="355035" y="70959"/>
                </a:lnTo>
                <a:lnTo>
                  <a:pt x="354267" y="69768"/>
                </a:lnTo>
                <a:lnTo>
                  <a:pt x="353555" y="67728"/>
                </a:lnTo>
                <a:lnTo>
                  <a:pt x="341982" y="71641"/>
                </a:lnTo>
                <a:lnTo>
                  <a:pt x="342522" y="73485"/>
                </a:lnTo>
                <a:lnTo>
                  <a:pt x="342813" y="74615"/>
                </a:lnTo>
                <a:lnTo>
                  <a:pt x="342688" y="75557"/>
                </a:lnTo>
                <a:lnTo>
                  <a:pt x="342316" y="76487"/>
                </a:lnTo>
                <a:lnTo>
                  <a:pt x="341705" y="77386"/>
                </a:lnTo>
                <a:lnTo>
                  <a:pt x="340745" y="77995"/>
                </a:lnTo>
                <a:lnTo>
                  <a:pt x="176441" y="134469"/>
                </a:lnTo>
                <a:lnTo>
                  <a:pt x="147218" y="144704"/>
                </a:lnTo>
                <a:lnTo>
                  <a:pt x="90342" y="164475"/>
                </a:lnTo>
                <a:lnTo>
                  <a:pt x="88518" y="162774"/>
                </a:lnTo>
                <a:lnTo>
                  <a:pt x="70665" y="168992"/>
                </a:lnTo>
                <a:lnTo>
                  <a:pt x="70594" y="171372"/>
                </a:lnTo>
                <a:lnTo>
                  <a:pt x="51475" y="177832"/>
                </a:lnTo>
                <a:lnTo>
                  <a:pt x="47213" y="179229"/>
                </a:lnTo>
                <a:lnTo>
                  <a:pt x="36730" y="183058"/>
                </a:lnTo>
                <a:lnTo>
                  <a:pt x="33609" y="183777"/>
                </a:lnTo>
                <a:lnTo>
                  <a:pt x="31692" y="183837"/>
                </a:lnTo>
                <a:lnTo>
                  <a:pt x="30052" y="182969"/>
                </a:lnTo>
                <a:lnTo>
                  <a:pt x="28610" y="179455"/>
                </a:lnTo>
                <a:lnTo>
                  <a:pt x="17352" y="145384"/>
                </a:lnTo>
                <a:lnTo>
                  <a:pt x="8224" y="116596"/>
                </a:lnTo>
                <a:lnTo>
                  <a:pt x="2629" y="101058"/>
                </a:lnTo>
                <a:lnTo>
                  <a:pt x="0" y="91854"/>
                </a:lnTo>
                <a:lnTo>
                  <a:pt x="2982" y="90109"/>
                </a:lnTo>
                <a:lnTo>
                  <a:pt x="2896" y="89802"/>
                </a:lnTo>
                <a:lnTo>
                  <a:pt x="1074" y="83282"/>
                </a:lnTo>
                <a:lnTo>
                  <a:pt x="9006" y="80851"/>
                </a:lnTo>
                <a:lnTo>
                  <a:pt x="11190" y="87361"/>
                </a:lnTo>
                <a:lnTo>
                  <a:pt x="11402" y="87984"/>
                </a:lnTo>
                <a:lnTo>
                  <a:pt x="13782" y="87739"/>
                </a:lnTo>
                <a:lnTo>
                  <a:pt x="15096" y="88706"/>
                </a:lnTo>
                <a:lnTo>
                  <a:pt x="40171" y="162545"/>
                </a:lnTo>
                <a:lnTo>
                  <a:pt x="42701" y="162497"/>
                </a:lnTo>
                <a:lnTo>
                  <a:pt x="46387" y="161416"/>
                </a:lnTo>
                <a:lnTo>
                  <a:pt x="48880" y="160613"/>
                </a:lnTo>
                <a:lnTo>
                  <a:pt x="140788" y="128806"/>
                </a:lnTo>
                <a:lnTo>
                  <a:pt x="170171" y="118722"/>
                </a:lnTo>
                <a:lnTo>
                  <a:pt x="335081" y="62650"/>
                </a:lnTo>
                <a:lnTo>
                  <a:pt x="336466" y="62514"/>
                </a:lnTo>
                <a:lnTo>
                  <a:pt x="337486" y="62696"/>
                </a:lnTo>
                <a:lnTo>
                  <a:pt x="338757" y="63318"/>
                </a:lnTo>
                <a:lnTo>
                  <a:pt x="339574" y="64299"/>
                </a:lnTo>
                <a:lnTo>
                  <a:pt x="340264" y="66758"/>
                </a:lnTo>
                <a:lnTo>
                  <a:pt x="352055" y="62639"/>
                </a:lnTo>
                <a:lnTo>
                  <a:pt x="351227" y="60220"/>
                </a:lnTo>
                <a:lnTo>
                  <a:pt x="351177" y="59165"/>
                </a:lnTo>
                <a:lnTo>
                  <a:pt x="351506" y="58118"/>
                </a:lnTo>
                <a:lnTo>
                  <a:pt x="352098" y="57310"/>
                </a:lnTo>
                <a:lnTo>
                  <a:pt x="353202" y="56688"/>
                </a:lnTo>
                <a:lnTo>
                  <a:pt x="410836" y="37212"/>
                </a:lnTo>
                <a:lnTo>
                  <a:pt x="492235" y="9710"/>
                </a:lnTo>
                <a:lnTo>
                  <a:pt x="517687" y="930"/>
                </a:lnTo>
                <a:lnTo>
                  <a:pt x="520818" y="0"/>
                </a:lnTo>
                <a:lnTo>
                  <a:pt x="525068" y="13286"/>
                </a:lnTo>
                <a:lnTo>
                  <a:pt x="522328" y="14279"/>
                </a:lnTo>
                <a:lnTo>
                  <a:pt x="507362" y="195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6715CB5-0147-48F9-B630-C4DB19F0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134" y="1866296"/>
            <a:ext cx="184104" cy="168472"/>
          </a:xfrm>
          <a:custGeom xmlns:a="http://schemas.openxmlformats.org/drawingml/2006/main">
            <a:pathLst>
              <a:path w="184104" h="168472">
                <a:moveTo>
                  <a:pt x="174318" y="168472"/>
                </a:moveTo>
                <a:lnTo>
                  <a:pt x="130915" y="128981"/>
                </a:lnTo>
                <a:lnTo>
                  <a:pt x="92970" y="95414"/>
                </a:lnTo>
                <a:lnTo>
                  <a:pt x="37355" y="45812"/>
                </a:lnTo>
                <a:lnTo>
                  <a:pt x="12488" y="25757"/>
                </a:lnTo>
                <a:lnTo>
                  <a:pt x="12620" y="23777"/>
                </a:lnTo>
                <a:lnTo>
                  <a:pt x="14321" y="22093"/>
                </a:lnTo>
                <a:lnTo>
                  <a:pt x="11554" y="19679"/>
                </a:lnTo>
                <a:lnTo>
                  <a:pt x="10704" y="18936"/>
                </a:lnTo>
                <a:lnTo>
                  <a:pt x="8827" y="17291"/>
                </a:lnTo>
                <a:lnTo>
                  <a:pt x="7982" y="16557"/>
                </a:lnTo>
                <a:lnTo>
                  <a:pt x="7104" y="15787"/>
                </a:lnTo>
                <a:lnTo>
                  <a:pt x="6356" y="15132"/>
                </a:lnTo>
                <a:lnTo>
                  <a:pt x="5580" y="14460"/>
                </a:lnTo>
                <a:lnTo>
                  <a:pt x="3612" y="12736"/>
                </a:lnTo>
                <a:lnTo>
                  <a:pt x="2630" y="11887"/>
                </a:lnTo>
                <a:lnTo>
                  <a:pt x="0" y="9587"/>
                </a:lnTo>
                <a:lnTo>
                  <a:pt x="11716" y="0"/>
                </a:lnTo>
                <a:lnTo>
                  <a:pt x="14072" y="2061"/>
                </a:lnTo>
                <a:lnTo>
                  <a:pt x="15305" y="3167"/>
                </a:lnTo>
                <a:lnTo>
                  <a:pt x="17235" y="4875"/>
                </a:lnTo>
                <a:lnTo>
                  <a:pt x="18016" y="5565"/>
                </a:lnTo>
                <a:lnTo>
                  <a:pt x="18753" y="6220"/>
                </a:lnTo>
                <a:lnTo>
                  <a:pt x="19712" y="7069"/>
                </a:lnTo>
                <a:lnTo>
                  <a:pt x="20499" y="7759"/>
                </a:lnTo>
                <a:lnTo>
                  <a:pt x="21241" y="8414"/>
                </a:lnTo>
                <a:lnTo>
                  <a:pt x="22343" y="9387"/>
                </a:lnTo>
                <a:lnTo>
                  <a:pt x="23233" y="10174"/>
                </a:lnTo>
                <a:lnTo>
                  <a:pt x="25893" y="12528"/>
                </a:lnTo>
                <a:lnTo>
                  <a:pt x="29409" y="12463"/>
                </a:lnTo>
                <a:lnTo>
                  <a:pt x="73757" y="50191"/>
                </a:lnTo>
                <a:lnTo>
                  <a:pt x="146094" y="113875"/>
                </a:lnTo>
                <a:lnTo>
                  <a:pt x="164323" y="129721"/>
                </a:lnTo>
                <a:lnTo>
                  <a:pt x="183517" y="147054"/>
                </a:lnTo>
                <a:lnTo>
                  <a:pt x="184104" y="149243"/>
                </a:lnTo>
                <a:lnTo>
                  <a:pt x="174318" y="16847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EA07FB1-5074-4DBF-9841-42D2CC88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024" y="2149318"/>
            <a:ext cx="375539" cy="270682"/>
          </a:xfrm>
          <a:custGeom xmlns:a="http://schemas.openxmlformats.org/drawingml/2006/main">
            <a:pathLst>
              <a:path w="375539" h="270682">
                <a:moveTo>
                  <a:pt x="256485" y="187542"/>
                </a:moveTo>
                <a:lnTo>
                  <a:pt x="258674" y="186155"/>
                </a:lnTo>
                <a:lnTo>
                  <a:pt x="284125" y="203662"/>
                </a:lnTo>
                <a:lnTo>
                  <a:pt x="282194" y="206163"/>
                </a:lnTo>
                <a:lnTo>
                  <a:pt x="317978" y="231761"/>
                </a:lnTo>
                <a:lnTo>
                  <a:pt x="336080" y="244623"/>
                </a:lnTo>
                <a:lnTo>
                  <a:pt x="344628" y="250767"/>
                </a:lnTo>
                <a:lnTo>
                  <a:pt x="375539" y="255661"/>
                </a:lnTo>
                <a:lnTo>
                  <a:pt x="375339" y="258253"/>
                </a:lnTo>
                <a:lnTo>
                  <a:pt x="374795" y="267093"/>
                </a:lnTo>
                <a:lnTo>
                  <a:pt x="374080" y="270682"/>
                </a:lnTo>
                <a:lnTo>
                  <a:pt x="370660" y="270435"/>
                </a:lnTo>
                <a:lnTo>
                  <a:pt x="370051" y="269731"/>
                </a:lnTo>
                <a:lnTo>
                  <a:pt x="344063" y="267559"/>
                </a:lnTo>
                <a:lnTo>
                  <a:pt x="332933" y="264617"/>
                </a:lnTo>
                <a:lnTo>
                  <a:pt x="327708" y="260782"/>
                </a:lnTo>
                <a:lnTo>
                  <a:pt x="312777" y="250424"/>
                </a:lnTo>
                <a:lnTo>
                  <a:pt x="313356" y="249525"/>
                </a:lnTo>
                <a:lnTo>
                  <a:pt x="309057" y="245511"/>
                </a:lnTo>
                <a:lnTo>
                  <a:pt x="304031" y="240970"/>
                </a:lnTo>
                <a:lnTo>
                  <a:pt x="299578" y="236978"/>
                </a:lnTo>
                <a:lnTo>
                  <a:pt x="292249" y="231176"/>
                </a:lnTo>
                <a:lnTo>
                  <a:pt x="288023" y="228436"/>
                </a:lnTo>
                <a:lnTo>
                  <a:pt x="287588" y="229066"/>
                </a:lnTo>
                <a:lnTo>
                  <a:pt x="282972" y="225917"/>
                </a:lnTo>
                <a:lnTo>
                  <a:pt x="283253" y="225381"/>
                </a:lnTo>
                <a:lnTo>
                  <a:pt x="278538" y="222262"/>
                </a:lnTo>
                <a:lnTo>
                  <a:pt x="278178" y="222800"/>
                </a:lnTo>
                <a:lnTo>
                  <a:pt x="273713" y="219446"/>
                </a:lnTo>
                <a:lnTo>
                  <a:pt x="274336" y="218938"/>
                </a:lnTo>
                <a:lnTo>
                  <a:pt x="265299" y="212206"/>
                </a:lnTo>
                <a:lnTo>
                  <a:pt x="264884" y="212572"/>
                </a:lnTo>
                <a:lnTo>
                  <a:pt x="256932" y="206595"/>
                </a:lnTo>
                <a:lnTo>
                  <a:pt x="254638" y="209496"/>
                </a:lnTo>
                <a:lnTo>
                  <a:pt x="250759" y="206792"/>
                </a:lnTo>
                <a:lnTo>
                  <a:pt x="241405" y="218905"/>
                </a:lnTo>
                <a:lnTo>
                  <a:pt x="237599" y="216017"/>
                </a:lnTo>
                <a:lnTo>
                  <a:pt x="246615" y="203776"/>
                </a:lnTo>
                <a:lnTo>
                  <a:pt x="246282" y="203421"/>
                </a:lnTo>
                <a:lnTo>
                  <a:pt x="247343" y="199822"/>
                </a:lnTo>
                <a:lnTo>
                  <a:pt x="243017" y="196693"/>
                </a:lnTo>
                <a:lnTo>
                  <a:pt x="223378" y="182222"/>
                </a:lnTo>
                <a:lnTo>
                  <a:pt x="212951" y="174324"/>
                </a:lnTo>
                <a:lnTo>
                  <a:pt x="194717" y="161109"/>
                </a:lnTo>
                <a:lnTo>
                  <a:pt x="188364" y="156384"/>
                </a:lnTo>
                <a:lnTo>
                  <a:pt x="168365" y="142596"/>
                </a:lnTo>
                <a:lnTo>
                  <a:pt x="167339" y="141102"/>
                </a:lnTo>
                <a:lnTo>
                  <a:pt x="167118" y="139714"/>
                </a:lnTo>
                <a:lnTo>
                  <a:pt x="167348" y="138478"/>
                </a:lnTo>
                <a:lnTo>
                  <a:pt x="168581" y="136369"/>
                </a:lnTo>
                <a:lnTo>
                  <a:pt x="161291" y="131167"/>
                </a:lnTo>
                <a:lnTo>
                  <a:pt x="160721" y="132166"/>
                </a:lnTo>
                <a:lnTo>
                  <a:pt x="137549" y="114553"/>
                </a:lnTo>
                <a:lnTo>
                  <a:pt x="119985" y="101367"/>
                </a:lnTo>
                <a:lnTo>
                  <a:pt x="103150" y="88744"/>
                </a:lnTo>
                <a:lnTo>
                  <a:pt x="86288" y="75949"/>
                </a:lnTo>
                <a:lnTo>
                  <a:pt x="51744" y="50088"/>
                </a:lnTo>
                <a:lnTo>
                  <a:pt x="15931" y="22812"/>
                </a:lnTo>
                <a:lnTo>
                  <a:pt x="543" y="11318"/>
                </a:lnTo>
                <a:lnTo>
                  <a:pt x="0" y="7187"/>
                </a:lnTo>
                <a:lnTo>
                  <a:pt x="5151" y="513"/>
                </a:lnTo>
                <a:lnTo>
                  <a:pt x="9119" y="0"/>
                </a:lnTo>
                <a:lnTo>
                  <a:pt x="45412" y="27300"/>
                </a:lnTo>
                <a:lnTo>
                  <a:pt x="106021" y="72866"/>
                </a:lnTo>
                <a:lnTo>
                  <a:pt x="156718" y="110856"/>
                </a:lnTo>
                <a:lnTo>
                  <a:pt x="161004" y="111600"/>
                </a:lnTo>
                <a:lnTo>
                  <a:pt x="161148" y="111351"/>
                </a:lnTo>
                <a:lnTo>
                  <a:pt x="165224" y="114542"/>
                </a:lnTo>
                <a:lnTo>
                  <a:pt x="165950" y="121208"/>
                </a:lnTo>
                <a:lnTo>
                  <a:pt x="164614" y="124067"/>
                </a:lnTo>
                <a:lnTo>
                  <a:pt x="171854" y="129298"/>
                </a:lnTo>
                <a:lnTo>
                  <a:pt x="172670" y="127874"/>
                </a:lnTo>
                <a:lnTo>
                  <a:pt x="173472" y="127197"/>
                </a:lnTo>
                <a:lnTo>
                  <a:pt x="174359" y="126764"/>
                </a:lnTo>
                <a:lnTo>
                  <a:pt x="175791" y="126526"/>
                </a:lnTo>
                <a:lnTo>
                  <a:pt x="177400" y="126848"/>
                </a:lnTo>
                <a:lnTo>
                  <a:pt x="196133" y="140596"/>
                </a:lnTo>
                <a:lnTo>
                  <a:pt x="213591" y="153148"/>
                </a:lnTo>
                <a:lnTo>
                  <a:pt x="252842" y="182573"/>
                </a:lnTo>
                <a:lnTo>
                  <a:pt x="252238" y="184419"/>
                </a:lnTo>
                <a:lnTo>
                  <a:pt x="256485" y="1875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48C8D12-520E-4DD2-88A5-F8EE0D2E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788" y="2189501"/>
            <a:ext cx="13163" cy="58605"/>
          </a:xfrm>
          <a:custGeom xmlns:a="http://schemas.openxmlformats.org/drawingml/2006/main">
            <a:pathLst>
              <a:path w="13163" h="58605">
                <a:moveTo>
                  <a:pt x="9500" y="0"/>
                </a:moveTo>
                <a:lnTo>
                  <a:pt x="11533" y="4583"/>
                </a:lnTo>
                <a:lnTo>
                  <a:pt x="13163" y="44199"/>
                </a:lnTo>
                <a:lnTo>
                  <a:pt x="12713" y="49594"/>
                </a:lnTo>
                <a:lnTo>
                  <a:pt x="12355" y="50605"/>
                </a:lnTo>
                <a:lnTo>
                  <a:pt x="10749" y="51440"/>
                </a:lnTo>
                <a:lnTo>
                  <a:pt x="11380" y="57854"/>
                </a:lnTo>
                <a:lnTo>
                  <a:pt x="3570" y="58605"/>
                </a:lnTo>
                <a:lnTo>
                  <a:pt x="3195" y="52166"/>
                </a:lnTo>
                <a:lnTo>
                  <a:pt x="1824" y="51546"/>
                </a:lnTo>
                <a:lnTo>
                  <a:pt x="1445" y="50700"/>
                </a:lnTo>
                <a:lnTo>
                  <a:pt x="0" y="2827"/>
                </a:lnTo>
                <a:lnTo>
                  <a:pt x="1353" y="195"/>
                </a:lnTo>
                <a:lnTo>
                  <a:pt x="9500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CDF6A91-E512-4E2F-B7C1-2676FB85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19" y="2241762"/>
            <a:ext cx="1177652" cy="361142"/>
          </a:xfrm>
          <a:custGeom xmlns:a="http://schemas.openxmlformats.org/drawingml/2006/main">
            <a:pathLst>
              <a:path w="1177652" h="361142">
                <a:moveTo>
                  <a:pt x="3925" y="2611"/>
                </a:moveTo>
                <a:lnTo>
                  <a:pt x="8304" y="1823"/>
                </a:lnTo>
                <a:lnTo>
                  <a:pt x="12551" y="0"/>
                </a:lnTo>
                <a:lnTo>
                  <a:pt x="25568" y="745"/>
                </a:lnTo>
                <a:lnTo>
                  <a:pt x="44819" y="1856"/>
                </a:lnTo>
                <a:lnTo>
                  <a:pt x="49395" y="2638"/>
                </a:lnTo>
                <a:lnTo>
                  <a:pt x="58228" y="4157"/>
                </a:lnTo>
                <a:lnTo>
                  <a:pt x="62325" y="5572"/>
                </a:lnTo>
                <a:lnTo>
                  <a:pt x="78929" y="11497"/>
                </a:lnTo>
                <a:lnTo>
                  <a:pt x="81317" y="12382"/>
                </a:lnTo>
                <a:lnTo>
                  <a:pt x="97136" y="23920"/>
                </a:lnTo>
                <a:lnTo>
                  <a:pt x="117261" y="38889"/>
                </a:lnTo>
                <a:lnTo>
                  <a:pt x="155407" y="67270"/>
                </a:lnTo>
                <a:lnTo>
                  <a:pt x="190912" y="93351"/>
                </a:lnTo>
                <a:lnTo>
                  <a:pt x="191640" y="94124"/>
                </a:lnTo>
                <a:lnTo>
                  <a:pt x="201809" y="102166"/>
                </a:lnTo>
                <a:lnTo>
                  <a:pt x="202567" y="102356"/>
                </a:lnTo>
                <a:lnTo>
                  <a:pt x="207950" y="106251"/>
                </a:lnTo>
                <a:lnTo>
                  <a:pt x="214169" y="111426"/>
                </a:lnTo>
                <a:lnTo>
                  <a:pt x="220769" y="116919"/>
                </a:lnTo>
                <a:lnTo>
                  <a:pt x="263107" y="148997"/>
                </a:lnTo>
                <a:lnTo>
                  <a:pt x="279276" y="159806"/>
                </a:lnTo>
                <a:lnTo>
                  <a:pt x="287001" y="170735"/>
                </a:lnTo>
                <a:lnTo>
                  <a:pt x="303320" y="195175"/>
                </a:lnTo>
                <a:lnTo>
                  <a:pt x="325945" y="228295"/>
                </a:lnTo>
                <a:lnTo>
                  <a:pt x="336525" y="243075"/>
                </a:lnTo>
                <a:lnTo>
                  <a:pt x="350293" y="259066"/>
                </a:lnTo>
                <a:lnTo>
                  <a:pt x="360067" y="267773"/>
                </a:lnTo>
                <a:lnTo>
                  <a:pt x="369543" y="275067"/>
                </a:lnTo>
                <a:lnTo>
                  <a:pt x="383108" y="284550"/>
                </a:lnTo>
                <a:lnTo>
                  <a:pt x="398289" y="293353"/>
                </a:lnTo>
                <a:lnTo>
                  <a:pt x="416090" y="302297"/>
                </a:lnTo>
                <a:lnTo>
                  <a:pt x="421636" y="304548"/>
                </a:lnTo>
                <a:lnTo>
                  <a:pt x="433797" y="307664"/>
                </a:lnTo>
                <a:lnTo>
                  <a:pt x="433787" y="308575"/>
                </a:lnTo>
                <a:lnTo>
                  <a:pt x="464612" y="312087"/>
                </a:lnTo>
                <a:lnTo>
                  <a:pt x="464655" y="311375"/>
                </a:lnTo>
                <a:lnTo>
                  <a:pt x="481182" y="312564"/>
                </a:lnTo>
                <a:lnTo>
                  <a:pt x="555508" y="317624"/>
                </a:lnTo>
                <a:lnTo>
                  <a:pt x="746890" y="331603"/>
                </a:lnTo>
                <a:lnTo>
                  <a:pt x="809851" y="335354"/>
                </a:lnTo>
                <a:lnTo>
                  <a:pt x="854888" y="337451"/>
                </a:lnTo>
                <a:lnTo>
                  <a:pt x="890011" y="328322"/>
                </a:lnTo>
                <a:lnTo>
                  <a:pt x="897238" y="325956"/>
                </a:lnTo>
                <a:lnTo>
                  <a:pt x="899116" y="332483"/>
                </a:lnTo>
                <a:lnTo>
                  <a:pt x="931121" y="321441"/>
                </a:lnTo>
                <a:lnTo>
                  <a:pt x="929688" y="316341"/>
                </a:lnTo>
                <a:lnTo>
                  <a:pt x="940270" y="313485"/>
                </a:lnTo>
                <a:lnTo>
                  <a:pt x="1028114" y="282649"/>
                </a:lnTo>
                <a:lnTo>
                  <a:pt x="1037221" y="279031"/>
                </a:lnTo>
                <a:lnTo>
                  <a:pt x="1046374" y="275921"/>
                </a:lnTo>
                <a:lnTo>
                  <a:pt x="1053439" y="273777"/>
                </a:lnTo>
                <a:lnTo>
                  <a:pt x="1058965" y="271819"/>
                </a:lnTo>
                <a:lnTo>
                  <a:pt x="1142816" y="241686"/>
                </a:lnTo>
                <a:lnTo>
                  <a:pt x="1173882" y="231641"/>
                </a:lnTo>
                <a:lnTo>
                  <a:pt x="1175334" y="230874"/>
                </a:lnTo>
                <a:lnTo>
                  <a:pt x="1176056" y="229917"/>
                </a:lnTo>
                <a:lnTo>
                  <a:pt x="1177652" y="252419"/>
                </a:lnTo>
                <a:lnTo>
                  <a:pt x="1176756" y="251450"/>
                </a:lnTo>
                <a:lnTo>
                  <a:pt x="1175441" y="251047"/>
                </a:lnTo>
                <a:lnTo>
                  <a:pt x="1174323" y="251396"/>
                </a:lnTo>
                <a:lnTo>
                  <a:pt x="1133640" y="266411"/>
                </a:lnTo>
                <a:lnTo>
                  <a:pt x="1065031" y="291917"/>
                </a:lnTo>
                <a:lnTo>
                  <a:pt x="1058588" y="293972"/>
                </a:lnTo>
                <a:lnTo>
                  <a:pt x="1052167" y="296017"/>
                </a:lnTo>
                <a:lnTo>
                  <a:pt x="1043413" y="298816"/>
                </a:lnTo>
                <a:lnTo>
                  <a:pt x="1042401" y="299999"/>
                </a:lnTo>
                <a:lnTo>
                  <a:pt x="936214" y="338267"/>
                </a:lnTo>
                <a:lnTo>
                  <a:pt x="934747" y="333560"/>
                </a:lnTo>
                <a:lnTo>
                  <a:pt x="902786" y="344392"/>
                </a:lnTo>
                <a:lnTo>
                  <a:pt x="904238" y="349345"/>
                </a:lnTo>
                <a:lnTo>
                  <a:pt x="885081" y="355067"/>
                </a:lnTo>
                <a:lnTo>
                  <a:pt x="873222" y="357082"/>
                </a:lnTo>
                <a:lnTo>
                  <a:pt x="864494" y="358805"/>
                </a:lnTo>
                <a:lnTo>
                  <a:pt x="859909" y="359617"/>
                </a:lnTo>
                <a:lnTo>
                  <a:pt x="852142" y="361142"/>
                </a:lnTo>
                <a:lnTo>
                  <a:pt x="842802" y="360576"/>
                </a:lnTo>
                <a:lnTo>
                  <a:pt x="824937" y="359196"/>
                </a:lnTo>
                <a:lnTo>
                  <a:pt x="664586" y="348580"/>
                </a:lnTo>
                <a:lnTo>
                  <a:pt x="659622" y="348327"/>
                </a:lnTo>
                <a:lnTo>
                  <a:pt x="571211" y="342089"/>
                </a:lnTo>
                <a:lnTo>
                  <a:pt x="566372" y="341942"/>
                </a:lnTo>
                <a:lnTo>
                  <a:pt x="549241" y="342172"/>
                </a:lnTo>
                <a:lnTo>
                  <a:pt x="506984" y="339151"/>
                </a:lnTo>
                <a:lnTo>
                  <a:pt x="497048" y="338582"/>
                </a:lnTo>
                <a:lnTo>
                  <a:pt x="479604" y="336643"/>
                </a:lnTo>
                <a:lnTo>
                  <a:pt x="463838" y="334104"/>
                </a:lnTo>
                <a:lnTo>
                  <a:pt x="464061" y="330264"/>
                </a:lnTo>
                <a:lnTo>
                  <a:pt x="456020" y="329827"/>
                </a:lnTo>
                <a:lnTo>
                  <a:pt x="440540" y="329029"/>
                </a:lnTo>
                <a:lnTo>
                  <a:pt x="433400" y="328560"/>
                </a:lnTo>
                <a:lnTo>
                  <a:pt x="433540" y="330078"/>
                </a:lnTo>
                <a:lnTo>
                  <a:pt x="411390" y="323488"/>
                </a:lnTo>
                <a:lnTo>
                  <a:pt x="383982" y="310951"/>
                </a:lnTo>
                <a:lnTo>
                  <a:pt x="368923" y="300424"/>
                </a:lnTo>
                <a:lnTo>
                  <a:pt x="353121" y="289004"/>
                </a:lnTo>
                <a:lnTo>
                  <a:pt x="342542" y="281529"/>
                </a:lnTo>
                <a:lnTo>
                  <a:pt x="335954" y="275453"/>
                </a:lnTo>
                <a:lnTo>
                  <a:pt x="323329" y="261619"/>
                </a:lnTo>
                <a:lnTo>
                  <a:pt x="316920" y="252167"/>
                </a:lnTo>
                <a:lnTo>
                  <a:pt x="301982" y="230670"/>
                </a:lnTo>
                <a:lnTo>
                  <a:pt x="294862" y="219807"/>
                </a:lnTo>
                <a:lnTo>
                  <a:pt x="275865" y="195345"/>
                </a:lnTo>
                <a:lnTo>
                  <a:pt x="256263" y="176929"/>
                </a:lnTo>
                <a:lnTo>
                  <a:pt x="248337" y="170250"/>
                </a:lnTo>
                <a:lnTo>
                  <a:pt x="246544" y="170151"/>
                </a:lnTo>
                <a:lnTo>
                  <a:pt x="245351" y="170793"/>
                </a:lnTo>
                <a:lnTo>
                  <a:pt x="244349" y="170208"/>
                </a:lnTo>
                <a:lnTo>
                  <a:pt x="238804" y="165671"/>
                </a:lnTo>
                <a:lnTo>
                  <a:pt x="236905" y="164054"/>
                </a:lnTo>
                <a:lnTo>
                  <a:pt x="237608" y="163644"/>
                </a:lnTo>
                <a:lnTo>
                  <a:pt x="237610" y="162660"/>
                </a:lnTo>
                <a:lnTo>
                  <a:pt x="237008" y="161783"/>
                </a:lnTo>
                <a:lnTo>
                  <a:pt x="233618" y="159258"/>
                </a:lnTo>
                <a:lnTo>
                  <a:pt x="224655" y="152578"/>
                </a:lnTo>
                <a:lnTo>
                  <a:pt x="217036" y="146091"/>
                </a:lnTo>
                <a:lnTo>
                  <a:pt x="194989" y="127365"/>
                </a:lnTo>
                <a:lnTo>
                  <a:pt x="187876" y="121284"/>
                </a:lnTo>
                <a:lnTo>
                  <a:pt x="187888" y="120455"/>
                </a:lnTo>
                <a:lnTo>
                  <a:pt x="177130" y="112501"/>
                </a:lnTo>
                <a:lnTo>
                  <a:pt x="176112" y="112373"/>
                </a:lnTo>
                <a:lnTo>
                  <a:pt x="155724" y="96955"/>
                </a:lnTo>
                <a:lnTo>
                  <a:pt x="126348" y="74303"/>
                </a:lnTo>
                <a:lnTo>
                  <a:pt x="109060" y="60371"/>
                </a:lnTo>
                <a:lnTo>
                  <a:pt x="91646" y="46926"/>
                </a:lnTo>
                <a:lnTo>
                  <a:pt x="86792" y="42962"/>
                </a:lnTo>
                <a:lnTo>
                  <a:pt x="74067" y="33120"/>
                </a:lnTo>
                <a:lnTo>
                  <a:pt x="69465" y="29869"/>
                </a:lnTo>
                <a:lnTo>
                  <a:pt x="65038" y="27735"/>
                </a:lnTo>
                <a:lnTo>
                  <a:pt x="59875" y="25629"/>
                </a:lnTo>
                <a:lnTo>
                  <a:pt x="46730" y="22127"/>
                </a:lnTo>
                <a:lnTo>
                  <a:pt x="38091" y="20594"/>
                </a:lnTo>
                <a:lnTo>
                  <a:pt x="27031" y="19634"/>
                </a:lnTo>
                <a:lnTo>
                  <a:pt x="2033" y="17744"/>
                </a:lnTo>
                <a:lnTo>
                  <a:pt x="0" y="17636"/>
                </a:lnTo>
                <a:lnTo>
                  <a:pt x="0" y="2851"/>
                </a:lnTo>
                <a:lnTo>
                  <a:pt x="3925" y="261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94728D5-2E3E-41ED-9569-9BA8C003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155" y="2207491"/>
            <a:ext cx="240509" cy="70739"/>
          </a:xfrm>
          <a:custGeom xmlns:a="http://schemas.openxmlformats.org/drawingml/2006/main">
            <a:pathLst>
              <a:path w="240509" h="70739">
                <a:moveTo>
                  <a:pt x="225655" y="63799"/>
                </a:moveTo>
                <a:lnTo>
                  <a:pt x="223976" y="63579"/>
                </a:lnTo>
                <a:lnTo>
                  <a:pt x="154348" y="49910"/>
                </a:lnTo>
                <a:lnTo>
                  <a:pt x="1889" y="19780"/>
                </a:lnTo>
                <a:lnTo>
                  <a:pt x="0" y="17498"/>
                </a:lnTo>
                <a:lnTo>
                  <a:pt x="3035" y="1761"/>
                </a:lnTo>
                <a:lnTo>
                  <a:pt x="6964" y="0"/>
                </a:lnTo>
                <a:lnTo>
                  <a:pt x="144561" y="27723"/>
                </a:lnTo>
                <a:lnTo>
                  <a:pt x="223055" y="43309"/>
                </a:lnTo>
                <a:lnTo>
                  <a:pt x="227106" y="42993"/>
                </a:lnTo>
                <a:lnTo>
                  <a:pt x="227221" y="42080"/>
                </a:lnTo>
                <a:lnTo>
                  <a:pt x="227195" y="41516"/>
                </a:lnTo>
                <a:lnTo>
                  <a:pt x="228203" y="40615"/>
                </a:lnTo>
                <a:lnTo>
                  <a:pt x="236013" y="39863"/>
                </a:lnTo>
                <a:lnTo>
                  <a:pt x="237725" y="40493"/>
                </a:lnTo>
                <a:lnTo>
                  <a:pt x="240509" y="43107"/>
                </a:lnTo>
                <a:lnTo>
                  <a:pt x="240225" y="55055"/>
                </a:lnTo>
                <a:lnTo>
                  <a:pt x="240175" y="57188"/>
                </a:lnTo>
                <a:lnTo>
                  <a:pt x="240203" y="61004"/>
                </a:lnTo>
                <a:lnTo>
                  <a:pt x="239172" y="63144"/>
                </a:lnTo>
                <a:lnTo>
                  <a:pt x="239112" y="69804"/>
                </a:lnTo>
                <a:lnTo>
                  <a:pt x="230900" y="70739"/>
                </a:lnTo>
                <a:lnTo>
                  <a:pt x="229831" y="64418"/>
                </a:lnTo>
                <a:lnTo>
                  <a:pt x="225655" y="637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DDC356C-8A55-4FCE-931A-1B72353A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184" y="1986050"/>
            <a:ext cx="428242" cy="154293"/>
          </a:xfrm>
          <a:custGeom xmlns:a="http://schemas.openxmlformats.org/drawingml/2006/main">
            <a:pathLst>
              <a:path w="428242" h="154293">
                <a:moveTo>
                  <a:pt x="0" y="133921"/>
                </a:moveTo>
                <a:lnTo>
                  <a:pt x="600" y="134060"/>
                </a:lnTo>
                <a:lnTo>
                  <a:pt x="1144" y="134365"/>
                </a:lnTo>
                <a:lnTo>
                  <a:pt x="1707" y="134987"/>
                </a:lnTo>
                <a:lnTo>
                  <a:pt x="2122" y="135714"/>
                </a:lnTo>
                <a:lnTo>
                  <a:pt x="11668" y="132539"/>
                </a:lnTo>
                <a:lnTo>
                  <a:pt x="11468" y="131934"/>
                </a:lnTo>
                <a:lnTo>
                  <a:pt x="11623" y="131256"/>
                </a:lnTo>
                <a:lnTo>
                  <a:pt x="12011" y="130727"/>
                </a:lnTo>
                <a:lnTo>
                  <a:pt x="12582" y="130384"/>
                </a:lnTo>
                <a:lnTo>
                  <a:pt x="164544" y="81057"/>
                </a:lnTo>
                <a:lnTo>
                  <a:pt x="165230" y="82952"/>
                </a:lnTo>
                <a:lnTo>
                  <a:pt x="195490" y="73154"/>
                </a:lnTo>
                <a:lnTo>
                  <a:pt x="194768" y="71561"/>
                </a:lnTo>
                <a:lnTo>
                  <a:pt x="330132" y="25863"/>
                </a:lnTo>
                <a:lnTo>
                  <a:pt x="346309" y="20581"/>
                </a:lnTo>
                <a:lnTo>
                  <a:pt x="362933" y="15150"/>
                </a:lnTo>
                <a:lnTo>
                  <a:pt x="368469" y="18912"/>
                </a:lnTo>
                <a:lnTo>
                  <a:pt x="376998" y="16081"/>
                </a:lnTo>
                <a:lnTo>
                  <a:pt x="379627" y="9863"/>
                </a:lnTo>
                <a:lnTo>
                  <a:pt x="410269" y="0"/>
                </a:lnTo>
                <a:lnTo>
                  <a:pt x="410937" y="146"/>
                </a:lnTo>
                <a:lnTo>
                  <a:pt x="411625" y="875"/>
                </a:lnTo>
                <a:lnTo>
                  <a:pt x="412469" y="2638"/>
                </a:lnTo>
                <a:lnTo>
                  <a:pt x="413338" y="5548"/>
                </a:lnTo>
                <a:lnTo>
                  <a:pt x="413692" y="5466"/>
                </a:lnTo>
                <a:lnTo>
                  <a:pt x="414097" y="5373"/>
                </a:lnTo>
                <a:lnTo>
                  <a:pt x="426721" y="1141"/>
                </a:lnTo>
                <a:lnTo>
                  <a:pt x="428242" y="7441"/>
                </a:lnTo>
                <a:lnTo>
                  <a:pt x="415430" y="11714"/>
                </a:lnTo>
                <a:lnTo>
                  <a:pt x="415148" y="11803"/>
                </a:lnTo>
                <a:lnTo>
                  <a:pt x="414766" y="11923"/>
                </a:lnTo>
                <a:lnTo>
                  <a:pt x="415354" y="14740"/>
                </a:lnTo>
                <a:lnTo>
                  <a:pt x="415465" y="17251"/>
                </a:lnTo>
                <a:lnTo>
                  <a:pt x="415018" y="18484"/>
                </a:lnTo>
                <a:lnTo>
                  <a:pt x="414090" y="19246"/>
                </a:lnTo>
                <a:lnTo>
                  <a:pt x="201875" y="89455"/>
                </a:lnTo>
                <a:lnTo>
                  <a:pt x="201370" y="88074"/>
                </a:lnTo>
                <a:lnTo>
                  <a:pt x="171173" y="97933"/>
                </a:lnTo>
                <a:lnTo>
                  <a:pt x="171691" y="99177"/>
                </a:lnTo>
                <a:lnTo>
                  <a:pt x="73136" y="131304"/>
                </a:lnTo>
                <a:lnTo>
                  <a:pt x="72695" y="132973"/>
                </a:lnTo>
                <a:lnTo>
                  <a:pt x="64762" y="135404"/>
                </a:lnTo>
                <a:lnTo>
                  <a:pt x="63159" y="133188"/>
                </a:lnTo>
                <a:lnTo>
                  <a:pt x="59389" y="135054"/>
                </a:lnTo>
                <a:lnTo>
                  <a:pt x="19259" y="149546"/>
                </a:lnTo>
                <a:lnTo>
                  <a:pt x="18553" y="149619"/>
                </a:lnTo>
                <a:lnTo>
                  <a:pt x="17872" y="149409"/>
                </a:lnTo>
                <a:lnTo>
                  <a:pt x="17382" y="149003"/>
                </a:lnTo>
                <a:lnTo>
                  <a:pt x="16983" y="148467"/>
                </a:lnTo>
                <a:lnTo>
                  <a:pt x="7437" y="151642"/>
                </a:lnTo>
                <a:lnTo>
                  <a:pt x="7737" y="152263"/>
                </a:lnTo>
                <a:lnTo>
                  <a:pt x="7724" y="153019"/>
                </a:lnTo>
                <a:lnTo>
                  <a:pt x="7485" y="153699"/>
                </a:lnTo>
                <a:lnTo>
                  <a:pt x="7060" y="154293"/>
                </a:lnTo>
                <a:lnTo>
                  <a:pt x="0" y="1339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5AD7318-F37F-4676-96FB-5787112A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238" y="2200529"/>
            <a:ext cx="29519" cy="14524"/>
          </a:xfrm>
          <a:custGeom xmlns:a="http://schemas.openxmlformats.org/drawingml/2006/main">
            <a:pathLst>
              <a:path w="29519" h="14524">
                <a:moveTo>
                  <a:pt x="1300" y="14524"/>
                </a:moveTo>
                <a:lnTo>
                  <a:pt x="0" y="9403"/>
                </a:lnTo>
                <a:lnTo>
                  <a:pt x="28192" y="0"/>
                </a:lnTo>
                <a:lnTo>
                  <a:pt x="29519" y="5485"/>
                </a:lnTo>
                <a:lnTo>
                  <a:pt x="19388" y="8739"/>
                </a:lnTo>
                <a:lnTo>
                  <a:pt x="1300" y="145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E07F0A8-C87F-4F5B-832D-E1360E8C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91" y="1967996"/>
            <a:ext cx="403925" cy="254535"/>
          </a:xfrm>
          <a:custGeom xmlns:a="http://schemas.openxmlformats.org/drawingml/2006/main">
            <a:pathLst>
              <a:path w="403925" h="254535">
                <a:moveTo>
                  <a:pt x="194500" y="211273"/>
                </a:moveTo>
                <a:lnTo>
                  <a:pt x="192875" y="209894"/>
                </a:lnTo>
                <a:lnTo>
                  <a:pt x="188262" y="205141"/>
                </a:lnTo>
                <a:lnTo>
                  <a:pt x="181692" y="198873"/>
                </a:lnTo>
                <a:lnTo>
                  <a:pt x="164811" y="181516"/>
                </a:lnTo>
                <a:lnTo>
                  <a:pt x="146111" y="162584"/>
                </a:lnTo>
                <a:lnTo>
                  <a:pt x="78027" y="92275"/>
                </a:lnTo>
                <a:lnTo>
                  <a:pt x="68550" y="82512"/>
                </a:lnTo>
                <a:lnTo>
                  <a:pt x="59149" y="72874"/>
                </a:lnTo>
                <a:lnTo>
                  <a:pt x="40266" y="53528"/>
                </a:lnTo>
                <a:lnTo>
                  <a:pt x="2247" y="14733"/>
                </a:lnTo>
                <a:lnTo>
                  <a:pt x="1542" y="13986"/>
                </a:lnTo>
                <a:lnTo>
                  <a:pt x="92" y="12502"/>
                </a:lnTo>
                <a:lnTo>
                  <a:pt x="228" y="12362"/>
                </a:lnTo>
                <a:lnTo>
                  <a:pt x="177" y="10842"/>
                </a:lnTo>
                <a:lnTo>
                  <a:pt x="0" y="10665"/>
                </a:lnTo>
                <a:lnTo>
                  <a:pt x="469" y="9833"/>
                </a:lnTo>
                <a:lnTo>
                  <a:pt x="705" y="9472"/>
                </a:lnTo>
                <a:lnTo>
                  <a:pt x="1195" y="8812"/>
                </a:lnTo>
                <a:lnTo>
                  <a:pt x="1841" y="8130"/>
                </a:lnTo>
                <a:lnTo>
                  <a:pt x="2598" y="7437"/>
                </a:lnTo>
                <a:lnTo>
                  <a:pt x="4962" y="5526"/>
                </a:lnTo>
                <a:lnTo>
                  <a:pt x="9211" y="2081"/>
                </a:lnTo>
                <a:lnTo>
                  <a:pt x="9573" y="1844"/>
                </a:lnTo>
                <a:lnTo>
                  <a:pt x="10489" y="1274"/>
                </a:lnTo>
                <a:lnTo>
                  <a:pt x="12065" y="541"/>
                </a:lnTo>
                <a:lnTo>
                  <a:pt x="13077" y="232"/>
                </a:lnTo>
                <a:lnTo>
                  <a:pt x="14286" y="0"/>
                </a:lnTo>
                <a:lnTo>
                  <a:pt x="14413" y="170"/>
                </a:lnTo>
                <a:lnTo>
                  <a:pt x="15947" y="175"/>
                </a:lnTo>
                <a:lnTo>
                  <a:pt x="16100" y="53"/>
                </a:lnTo>
                <a:lnTo>
                  <a:pt x="16811" y="800"/>
                </a:lnTo>
                <a:lnTo>
                  <a:pt x="17499" y="1519"/>
                </a:lnTo>
                <a:lnTo>
                  <a:pt x="18209" y="2248"/>
                </a:lnTo>
                <a:lnTo>
                  <a:pt x="18869" y="2968"/>
                </a:lnTo>
                <a:lnTo>
                  <a:pt x="19006" y="2874"/>
                </a:lnTo>
                <a:lnTo>
                  <a:pt x="24733" y="9091"/>
                </a:lnTo>
                <a:lnTo>
                  <a:pt x="30628" y="15150"/>
                </a:lnTo>
                <a:lnTo>
                  <a:pt x="85408" y="71242"/>
                </a:lnTo>
                <a:lnTo>
                  <a:pt x="103732" y="89883"/>
                </a:lnTo>
                <a:lnTo>
                  <a:pt x="203367" y="192933"/>
                </a:lnTo>
                <a:lnTo>
                  <a:pt x="204554" y="195671"/>
                </a:lnTo>
                <a:lnTo>
                  <a:pt x="208091" y="197638"/>
                </a:lnTo>
                <a:lnTo>
                  <a:pt x="211634" y="199440"/>
                </a:lnTo>
                <a:lnTo>
                  <a:pt x="214071" y="197964"/>
                </a:lnTo>
                <a:lnTo>
                  <a:pt x="318523" y="218162"/>
                </a:lnTo>
                <a:lnTo>
                  <a:pt x="402341" y="234853"/>
                </a:lnTo>
                <a:lnTo>
                  <a:pt x="403925" y="237216"/>
                </a:lnTo>
                <a:lnTo>
                  <a:pt x="400890" y="252944"/>
                </a:lnTo>
                <a:lnTo>
                  <a:pt x="397871" y="254535"/>
                </a:lnTo>
                <a:lnTo>
                  <a:pt x="330754" y="240241"/>
                </a:lnTo>
                <a:lnTo>
                  <a:pt x="213928" y="217488"/>
                </a:lnTo>
                <a:lnTo>
                  <a:pt x="206389" y="216610"/>
                </a:lnTo>
                <a:lnTo>
                  <a:pt x="203959" y="214742"/>
                </a:lnTo>
                <a:lnTo>
                  <a:pt x="200076" y="212757"/>
                </a:lnTo>
                <a:lnTo>
                  <a:pt x="196288" y="210771"/>
                </a:lnTo>
                <a:lnTo>
                  <a:pt x="194500" y="2112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26E1525-B091-450C-9E21-24DB35F2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276" y="2145525"/>
            <a:ext cx="157098" cy="65349"/>
          </a:xfrm>
          <a:custGeom xmlns:a="http://schemas.openxmlformats.org/drawingml/2006/main">
            <a:pathLst>
              <a:path w="157098" h="65349">
                <a:moveTo>
                  <a:pt x="149648" y="19131"/>
                </a:moveTo>
                <a:lnTo>
                  <a:pt x="10624" y="65349"/>
                </a:lnTo>
                <a:lnTo>
                  <a:pt x="1709" y="60920"/>
                </a:lnTo>
                <a:lnTo>
                  <a:pt x="1480" y="60488"/>
                </a:lnTo>
                <a:lnTo>
                  <a:pt x="154" y="55004"/>
                </a:lnTo>
                <a:lnTo>
                  <a:pt x="0" y="54461"/>
                </a:lnTo>
                <a:lnTo>
                  <a:pt x="4829" y="46373"/>
                </a:lnTo>
                <a:lnTo>
                  <a:pt x="142968" y="1126"/>
                </a:lnTo>
                <a:lnTo>
                  <a:pt x="146003" y="1820"/>
                </a:lnTo>
                <a:lnTo>
                  <a:pt x="151838" y="0"/>
                </a:lnTo>
                <a:lnTo>
                  <a:pt x="157098" y="15929"/>
                </a:lnTo>
                <a:lnTo>
                  <a:pt x="151014" y="17647"/>
                </a:lnTo>
                <a:lnTo>
                  <a:pt x="149648" y="191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F51341D-A251-406D-99BA-B785842B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779" y="2277296"/>
            <a:ext cx="20949" cy="140471"/>
          </a:xfrm>
          <a:custGeom xmlns:a="http://schemas.openxmlformats.org/drawingml/2006/main">
            <a:pathLst>
              <a:path w="20949" h="140471">
                <a:moveTo>
                  <a:pt x="12333" y="140169"/>
                </a:moveTo>
                <a:lnTo>
                  <a:pt x="10046" y="138007"/>
                </a:lnTo>
                <a:lnTo>
                  <a:pt x="9626" y="137499"/>
                </a:lnTo>
                <a:lnTo>
                  <a:pt x="9467" y="136774"/>
                </a:lnTo>
                <a:lnTo>
                  <a:pt x="4821" y="67798"/>
                </a:lnTo>
                <a:lnTo>
                  <a:pt x="0" y="3882"/>
                </a:lnTo>
                <a:lnTo>
                  <a:pt x="72" y="3015"/>
                </a:lnTo>
                <a:lnTo>
                  <a:pt x="2276" y="935"/>
                </a:lnTo>
                <a:lnTo>
                  <a:pt x="10488" y="0"/>
                </a:lnTo>
                <a:lnTo>
                  <a:pt x="12696" y="1928"/>
                </a:lnTo>
                <a:lnTo>
                  <a:pt x="12810" y="2863"/>
                </a:lnTo>
                <a:lnTo>
                  <a:pt x="20573" y="133468"/>
                </a:lnTo>
                <a:lnTo>
                  <a:pt x="20949" y="138021"/>
                </a:lnTo>
                <a:lnTo>
                  <a:pt x="20816" y="138899"/>
                </a:lnTo>
                <a:lnTo>
                  <a:pt x="20222" y="139434"/>
                </a:lnTo>
                <a:lnTo>
                  <a:pt x="18554" y="140471"/>
                </a:lnTo>
                <a:lnTo>
                  <a:pt x="12333" y="1401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44A903E-7C0E-4406-A2F1-387C47AE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474" y="1843513"/>
            <a:ext cx="1083016" cy="241243"/>
          </a:xfrm>
          <a:custGeom xmlns:a="http://schemas.openxmlformats.org/drawingml/2006/main">
            <a:pathLst>
              <a:path w="1083016" h="241243">
                <a:moveTo>
                  <a:pt x="906219" y="159168"/>
                </a:moveTo>
                <a:lnTo>
                  <a:pt x="919284" y="149931"/>
                </a:lnTo>
                <a:lnTo>
                  <a:pt x="926357" y="145371"/>
                </a:lnTo>
                <a:lnTo>
                  <a:pt x="941224" y="134702"/>
                </a:lnTo>
                <a:lnTo>
                  <a:pt x="950201" y="127951"/>
                </a:lnTo>
                <a:lnTo>
                  <a:pt x="988717" y="98227"/>
                </a:lnTo>
                <a:lnTo>
                  <a:pt x="995244" y="93490"/>
                </a:lnTo>
                <a:lnTo>
                  <a:pt x="1003136" y="81175"/>
                </a:lnTo>
                <a:lnTo>
                  <a:pt x="1030476" y="53916"/>
                </a:lnTo>
                <a:lnTo>
                  <a:pt x="1038215" y="44446"/>
                </a:lnTo>
                <a:lnTo>
                  <a:pt x="1044039" y="35939"/>
                </a:lnTo>
                <a:lnTo>
                  <a:pt x="1047007" y="29502"/>
                </a:lnTo>
                <a:lnTo>
                  <a:pt x="1052033" y="18001"/>
                </a:lnTo>
                <a:lnTo>
                  <a:pt x="1053787" y="8500"/>
                </a:lnTo>
                <a:lnTo>
                  <a:pt x="1054080" y="4830"/>
                </a:lnTo>
                <a:lnTo>
                  <a:pt x="1051432" y="0"/>
                </a:lnTo>
                <a:lnTo>
                  <a:pt x="1066105" y="339"/>
                </a:lnTo>
                <a:lnTo>
                  <a:pt x="1070450" y="2063"/>
                </a:lnTo>
                <a:lnTo>
                  <a:pt x="1076570" y="8696"/>
                </a:lnTo>
                <a:lnTo>
                  <a:pt x="1080324" y="14198"/>
                </a:lnTo>
                <a:lnTo>
                  <a:pt x="1083016" y="21505"/>
                </a:lnTo>
                <a:lnTo>
                  <a:pt x="1044659" y="63458"/>
                </a:lnTo>
                <a:lnTo>
                  <a:pt x="1023108" y="86147"/>
                </a:lnTo>
                <a:lnTo>
                  <a:pt x="997172" y="111274"/>
                </a:lnTo>
                <a:lnTo>
                  <a:pt x="969717" y="131924"/>
                </a:lnTo>
                <a:lnTo>
                  <a:pt x="938376" y="155345"/>
                </a:lnTo>
                <a:lnTo>
                  <a:pt x="914413" y="172705"/>
                </a:lnTo>
                <a:lnTo>
                  <a:pt x="912381" y="170117"/>
                </a:lnTo>
                <a:lnTo>
                  <a:pt x="912010" y="170391"/>
                </a:lnTo>
                <a:lnTo>
                  <a:pt x="900046" y="177631"/>
                </a:lnTo>
                <a:lnTo>
                  <a:pt x="897981" y="178852"/>
                </a:lnTo>
                <a:lnTo>
                  <a:pt x="897695" y="178996"/>
                </a:lnTo>
                <a:lnTo>
                  <a:pt x="897504" y="179147"/>
                </a:lnTo>
                <a:lnTo>
                  <a:pt x="897742" y="179496"/>
                </a:lnTo>
                <a:lnTo>
                  <a:pt x="900054" y="183615"/>
                </a:lnTo>
                <a:lnTo>
                  <a:pt x="873540" y="196706"/>
                </a:lnTo>
                <a:lnTo>
                  <a:pt x="806418" y="229036"/>
                </a:lnTo>
                <a:lnTo>
                  <a:pt x="797778" y="233574"/>
                </a:lnTo>
                <a:lnTo>
                  <a:pt x="787087" y="238357"/>
                </a:lnTo>
                <a:lnTo>
                  <a:pt x="779006" y="240630"/>
                </a:lnTo>
                <a:lnTo>
                  <a:pt x="772682" y="241243"/>
                </a:lnTo>
                <a:lnTo>
                  <a:pt x="766502" y="240760"/>
                </a:lnTo>
                <a:lnTo>
                  <a:pt x="763453" y="240167"/>
                </a:lnTo>
                <a:lnTo>
                  <a:pt x="757383" y="238379"/>
                </a:lnTo>
                <a:lnTo>
                  <a:pt x="752108" y="236496"/>
                </a:lnTo>
                <a:lnTo>
                  <a:pt x="751056" y="235941"/>
                </a:lnTo>
                <a:lnTo>
                  <a:pt x="703953" y="211047"/>
                </a:lnTo>
                <a:lnTo>
                  <a:pt x="705333" y="208214"/>
                </a:lnTo>
                <a:lnTo>
                  <a:pt x="674218" y="191804"/>
                </a:lnTo>
                <a:lnTo>
                  <a:pt x="671264" y="197529"/>
                </a:lnTo>
                <a:lnTo>
                  <a:pt x="641467" y="207946"/>
                </a:lnTo>
                <a:lnTo>
                  <a:pt x="637218" y="194660"/>
                </a:lnTo>
                <a:lnTo>
                  <a:pt x="648247" y="190852"/>
                </a:lnTo>
                <a:lnTo>
                  <a:pt x="650031" y="189156"/>
                </a:lnTo>
                <a:lnTo>
                  <a:pt x="651024" y="187271"/>
                </a:lnTo>
                <a:lnTo>
                  <a:pt x="651105" y="185247"/>
                </a:lnTo>
                <a:lnTo>
                  <a:pt x="650468" y="183524"/>
                </a:lnTo>
                <a:lnTo>
                  <a:pt x="649097" y="182067"/>
                </a:lnTo>
                <a:lnTo>
                  <a:pt x="646599" y="180402"/>
                </a:lnTo>
                <a:lnTo>
                  <a:pt x="644275" y="179170"/>
                </a:lnTo>
                <a:lnTo>
                  <a:pt x="612569" y="162329"/>
                </a:lnTo>
                <a:lnTo>
                  <a:pt x="604985" y="158303"/>
                </a:lnTo>
                <a:lnTo>
                  <a:pt x="560731" y="134807"/>
                </a:lnTo>
                <a:lnTo>
                  <a:pt x="558582" y="133662"/>
                </a:lnTo>
                <a:lnTo>
                  <a:pt x="556423" y="132781"/>
                </a:lnTo>
                <a:lnTo>
                  <a:pt x="554434" y="132642"/>
                </a:lnTo>
                <a:lnTo>
                  <a:pt x="551806" y="132985"/>
                </a:lnTo>
                <a:lnTo>
                  <a:pt x="546273" y="135062"/>
                </a:lnTo>
                <a:lnTo>
                  <a:pt x="526078" y="142054"/>
                </a:lnTo>
                <a:lnTo>
                  <a:pt x="520794" y="143852"/>
                </a:lnTo>
                <a:lnTo>
                  <a:pt x="488714" y="154765"/>
                </a:lnTo>
                <a:lnTo>
                  <a:pt x="487329" y="154929"/>
                </a:lnTo>
                <a:lnTo>
                  <a:pt x="485670" y="154809"/>
                </a:lnTo>
                <a:lnTo>
                  <a:pt x="483835" y="153946"/>
                </a:lnTo>
                <a:lnTo>
                  <a:pt x="482567" y="153023"/>
                </a:lnTo>
                <a:lnTo>
                  <a:pt x="481890" y="151884"/>
                </a:lnTo>
                <a:lnTo>
                  <a:pt x="481281" y="149942"/>
                </a:lnTo>
                <a:lnTo>
                  <a:pt x="480953" y="149978"/>
                </a:lnTo>
                <a:lnTo>
                  <a:pt x="479432" y="143679"/>
                </a:lnTo>
                <a:lnTo>
                  <a:pt x="479768" y="143515"/>
                </a:lnTo>
                <a:lnTo>
                  <a:pt x="477682" y="135081"/>
                </a:lnTo>
                <a:lnTo>
                  <a:pt x="477825" y="132663"/>
                </a:lnTo>
                <a:lnTo>
                  <a:pt x="478343" y="130318"/>
                </a:lnTo>
                <a:lnTo>
                  <a:pt x="490944" y="105810"/>
                </a:lnTo>
                <a:lnTo>
                  <a:pt x="493461" y="103148"/>
                </a:lnTo>
                <a:lnTo>
                  <a:pt x="491086" y="97472"/>
                </a:lnTo>
                <a:lnTo>
                  <a:pt x="485524" y="95907"/>
                </a:lnTo>
                <a:lnTo>
                  <a:pt x="463867" y="85539"/>
                </a:lnTo>
                <a:lnTo>
                  <a:pt x="462011" y="84104"/>
                </a:lnTo>
                <a:lnTo>
                  <a:pt x="460817" y="82186"/>
                </a:lnTo>
                <a:lnTo>
                  <a:pt x="460628" y="79449"/>
                </a:lnTo>
                <a:lnTo>
                  <a:pt x="460899" y="75990"/>
                </a:lnTo>
                <a:lnTo>
                  <a:pt x="456139" y="73310"/>
                </a:lnTo>
                <a:lnTo>
                  <a:pt x="454538" y="72442"/>
                </a:lnTo>
                <a:lnTo>
                  <a:pt x="452936" y="71537"/>
                </a:lnTo>
                <a:lnTo>
                  <a:pt x="447191" y="68519"/>
                </a:lnTo>
                <a:lnTo>
                  <a:pt x="445084" y="70660"/>
                </a:lnTo>
                <a:lnTo>
                  <a:pt x="443674" y="71544"/>
                </a:lnTo>
                <a:lnTo>
                  <a:pt x="441816" y="71912"/>
                </a:lnTo>
                <a:lnTo>
                  <a:pt x="439218" y="71070"/>
                </a:lnTo>
                <a:lnTo>
                  <a:pt x="353845" y="26533"/>
                </a:lnTo>
                <a:lnTo>
                  <a:pt x="194602" y="80858"/>
                </a:lnTo>
                <a:lnTo>
                  <a:pt x="192851" y="76623"/>
                </a:lnTo>
                <a:lnTo>
                  <a:pt x="170465" y="84308"/>
                </a:lnTo>
                <a:lnTo>
                  <a:pt x="163375" y="86745"/>
                </a:lnTo>
                <a:lnTo>
                  <a:pt x="165173" y="90860"/>
                </a:lnTo>
                <a:lnTo>
                  <a:pt x="18364" y="141106"/>
                </a:lnTo>
                <a:lnTo>
                  <a:pt x="16408" y="138616"/>
                </a:lnTo>
                <a:lnTo>
                  <a:pt x="12500" y="139903"/>
                </a:lnTo>
                <a:lnTo>
                  <a:pt x="10161" y="140675"/>
                </a:lnTo>
                <a:lnTo>
                  <a:pt x="10047" y="144167"/>
                </a:lnTo>
                <a:lnTo>
                  <a:pt x="7684" y="145486"/>
                </a:lnTo>
                <a:lnTo>
                  <a:pt x="0" y="123017"/>
                </a:lnTo>
                <a:lnTo>
                  <a:pt x="3121" y="122334"/>
                </a:lnTo>
                <a:lnTo>
                  <a:pt x="4867" y="124692"/>
                </a:lnTo>
                <a:lnTo>
                  <a:pt x="11108" y="122634"/>
                </a:lnTo>
                <a:lnTo>
                  <a:pt x="11257" y="119168"/>
                </a:lnTo>
                <a:lnTo>
                  <a:pt x="141699" y="75648"/>
                </a:lnTo>
                <a:lnTo>
                  <a:pt x="156311" y="70462"/>
                </a:lnTo>
                <a:lnTo>
                  <a:pt x="158111" y="74669"/>
                </a:lnTo>
                <a:lnTo>
                  <a:pt x="165778" y="71935"/>
                </a:lnTo>
                <a:lnTo>
                  <a:pt x="187328" y="64244"/>
                </a:lnTo>
                <a:lnTo>
                  <a:pt x="185561" y="60037"/>
                </a:lnTo>
                <a:lnTo>
                  <a:pt x="313487" y="17241"/>
                </a:lnTo>
                <a:lnTo>
                  <a:pt x="320118" y="15190"/>
                </a:lnTo>
                <a:lnTo>
                  <a:pt x="321550" y="14706"/>
                </a:lnTo>
                <a:lnTo>
                  <a:pt x="322470" y="15975"/>
                </a:lnTo>
                <a:lnTo>
                  <a:pt x="336425" y="11508"/>
                </a:lnTo>
                <a:lnTo>
                  <a:pt x="344162" y="8671"/>
                </a:lnTo>
                <a:lnTo>
                  <a:pt x="351123" y="7067"/>
                </a:lnTo>
                <a:lnTo>
                  <a:pt x="360017" y="7087"/>
                </a:lnTo>
                <a:lnTo>
                  <a:pt x="367803" y="8621"/>
                </a:lnTo>
                <a:lnTo>
                  <a:pt x="374083" y="10396"/>
                </a:lnTo>
                <a:lnTo>
                  <a:pt x="381436" y="14136"/>
                </a:lnTo>
                <a:lnTo>
                  <a:pt x="381656" y="14240"/>
                </a:lnTo>
                <a:lnTo>
                  <a:pt x="453818" y="52385"/>
                </a:lnTo>
                <a:lnTo>
                  <a:pt x="454810" y="53415"/>
                </a:lnTo>
                <a:lnTo>
                  <a:pt x="455229" y="54907"/>
                </a:lnTo>
                <a:lnTo>
                  <a:pt x="454434" y="56923"/>
                </a:lnTo>
                <a:lnTo>
                  <a:pt x="458988" y="59189"/>
                </a:lnTo>
                <a:lnTo>
                  <a:pt x="460435" y="59916"/>
                </a:lnTo>
                <a:lnTo>
                  <a:pt x="461864" y="60625"/>
                </a:lnTo>
                <a:lnTo>
                  <a:pt x="466278" y="63041"/>
                </a:lnTo>
                <a:lnTo>
                  <a:pt x="467815" y="61306"/>
                </a:lnTo>
                <a:lnTo>
                  <a:pt x="469450" y="60726"/>
                </a:lnTo>
                <a:lnTo>
                  <a:pt x="470948" y="61050"/>
                </a:lnTo>
                <a:lnTo>
                  <a:pt x="542855" y="98581"/>
                </a:lnTo>
                <a:lnTo>
                  <a:pt x="543121" y="98073"/>
                </a:lnTo>
                <a:lnTo>
                  <a:pt x="627013" y="142363"/>
                </a:lnTo>
                <a:lnTo>
                  <a:pt x="655614" y="158011"/>
                </a:lnTo>
                <a:lnTo>
                  <a:pt x="656134" y="158271"/>
                </a:lnTo>
                <a:lnTo>
                  <a:pt x="658265" y="159353"/>
                </a:lnTo>
                <a:lnTo>
                  <a:pt x="658728" y="159587"/>
                </a:lnTo>
                <a:lnTo>
                  <a:pt x="710414" y="187193"/>
                </a:lnTo>
                <a:lnTo>
                  <a:pt x="715679" y="189968"/>
                </a:lnTo>
                <a:lnTo>
                  <a:pt x="738168" y="201788"/>
                </a:lnTo>
                <a:lnTo>
                  <a:pt x="760036" y="213934"/>
                </a:lnTo>
                <a:lnTo>
                  <a:pt x="773616" y="217572"/>
                </a:lnTo>
                <a:lnTo>
                  <a:pt x="781176" y="217718"/>
                </a:lnTo>
                <a:lnTo>
                  <a:pt x="787806" y="216240"/>
                </a:lnTo>
                <a:lnTo>
                  <a:pt x="792337" y="214681"/>
                </a:lnTo>
                <a:lnTo>
                  <a:pt x="796587" y="213257"/>
                </a:lnTo>
                <a:lnTo>
                  <a:pt x="796969" y="213775"/>
                </a:lnTo>
                <a:lnTo>
                  <a:pt x="826451" y="199494"/>
                </a:lnTo>
                <a:lnTo>
                  <a:pt x="863526" y="179702"/>
                </a:lnTo>
                <a:lnTo>
                  <a:pt x="890324" y="167469"/>
                </a:lnTo>
                <a:lnTo>
                  <a:pt x="893059" y="171540"/>
                </a:lnTo>
                <a:lnTo>
                  <a:pt x="892835" y="171738"/>
                </a:lnTo>
                <a:lnTo>
                  <a:pt x="893098" y="172168"/>
                </a:lnTo>
                <a:lnTo>
                  <a:pt x="893537" y="171929"/>
                </a:lnTo>
                <a:lnTo>
                  <a:pt x="907903" y="163377"/>
                </a:lnTo>
                <a:lnTo>
                  <a:pt x="906219" y="15916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ED85A69-6CD0-4682-8EDF-95572E83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380" y="2205301"/>
            <a:ext cx="144908" cy="61401"/>
          </a:xfrm>
          <a:custGeom xmlns:a="http://schemas.openxmlformats.org/drawingml/2006/main">
            <a:pathLst>
              <a:path w="144908" h="61401">
                <a:moveTo>
                  <a:pt x="142212" y="2362"/>
                </a:moveTo>
                <a:lnTo>
                  <a:pt x="142858" y="4631"/>
                </a:lnTo>
                <a:lnTo>
                  <a:pt x="144157" y="9752"/>
                </a:lnTo>
                <a:lnTo>
                  <a:pt x="144908" y="11991"/>
                </a:lnTo>
                <a:lnTo>
                  <a:pt x="141250" y="17953"/>
                </a:lnTo>
                <a:lnTo>
                  <a:pt x="8284" y="61401"/>
                </a:lnTo>
                <a:lnTo>
                  <a:pt x="6760" y="56468"/>
                </a:lnTo>
                <a:lnTo>
                  <a:pt x="0" y="57246"/>
                </a:lnTo>
                <a:lnTo>
                  <a:pt x="255" y="46564"/>
                </a:lnTo>
                <a:lnTo>
                  <a:pt x="6475" y="45563"/>
                </a:lnTo>
                <a:lnTo>
                  <a:pt x="7100" y="43907"/>
                </a:lnTo>
                <a:lnTo>
                  <a:pt x="8622" y="41763"/>
                </a:lnTo>
                <a:lnTo>
                  <a:pt x="137098" y="0"/>
                </a:lnTo>
                <a:lnTo>
                  <a:pt x="142212" y="23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C741A44-0F7B-4B7A-9668-BF79C6E7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79" y="2344510"/>
            <a:ext cx="68958" cy="36235"/>
          </a:xfrm>
          <a:custGeom xmlns:a="http://schemas.openxmlformats.org/drawingml/2006/main">
            <a:pathLst>
              <a:path w="68958" h="36235">
                <a:moveTo>
                  <a:pt x="0" y="22090"/>
                </a:moveTo>
                <a:lnTo>
                  <a:pt x="64056" y="0"/>
                </a:lnTo>
                <a:lnTo>
                  <a:pt x="67461" y="9848"/>
                </a:lnTo>
                <a:lnTo>
                  <a:pt x="68958" y="14181"/>
                </a:lnTo>
                <a:lnTo>
                  <a:pt x="4845" y="36235"/>
                </a:lnTo>
                <a:lnTo>
                  <a:pt x="0" y="220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CE7AF09-C0DD-4110-B36F-B6915CF9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249" y="4330543"/>
            <a:ext cx="563769" cy="539833"/>
          </a:xfrm>
          <a:custGeom xmlns:a="http://schemas.openxmlformats.org/drawingml/2006/main">
            <a:pathLst>
              <a:path w="563769" h="539833">
                <a:moveTo>
                  <a:pt x="0" y="539833"/>
                </a:moveTo>
                <a:lnTo>
                  <a:pt x="9685" y="526330"/>
                </a:lnTo>
                <a:lnTo>
                  <a:pt x="35615" y="509290"/>
                </a:lnTo>
                <a:lnTo>
                  <a:pt x="66458" y="497933"/>
                </a:lnTo>
                <a:lnTo>
                  <a:pt x="102803" y="487423"/>
                </a:lnTo>
                <a:lnTo>
                  <a:pt x="188958" y="487664"/>
                </a:lnTo>
                <a:lnTo>
                  <a:pt x="230526" y="486061"/>
                </a:lnTo>
                <a:lnTo>
                  <a:pt x="275004" y="479307"/>
                </a:lnTo>
                <a:lnTo>
                  <a:pt x="348748" y="437953"/>
                </a:lnTo>
                <a:lnTo>
                  <a:pt x="399607" y="357815"/>
                </a:lnTo>
                <a:lnTo>
                  <a:pt x="434569" y="253803"/>
                </a:lnTo>
                <a:lnTo>
                  <a:pt x="446790" y="217447"/>
                </a:lnTo>
                <a:lnTo>
                  <a:pt x="474896" y="79968"/>
                </a:lnTo>
                <a:lnTo>
                  <a:pt x="506643" y="35537"/>
                </a:lnTo>
                <a:lnTo>
                  <a:pt x="5637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A8B2DF2-9A28-4085-B1DB-E3BABB4C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405" y="3297121"/>
            <a:ext cx="1280252" cy="217519"/>
          </a:xfrm>
          <a:custGeom xmlns:a="http://schemas.openxmlformats.org/drawingml/2006/main">
            <a:pathLst>
              <a:path w="1280252" h="217519">
                <a:moveTo>
                  <a:pt x="655519" y="181824"/>
                </a:moveTo>
                <a:lnTo>
                  <a:pt x="633927" y="186954"/>
                </a:lnTo>
                <a:lnTo>
                  <a:pt x="551298" y="209662"/>
                </a:lnTo>
                <a:lnTo>
                  <a:pt x="518097" y="217519"/>
                </a:lnTo>
                <a:lnTo>
                  <a:pt x="469979" y="213251"/>
                </a:lnTo>
                <a:lnTo>
                  <a:pt x="452134" y="211915"/>
                </a:lnTo>
                <a:lnTo>
                  <a:pt x="437756" y="211799"/>
                </a:lnTo>
                <a:lnTo>
                  <a:pt x="381552" y="208844"/>
                </a:lnTo>
                <a:lnTo>
                  <a:pt x="330382" y="206622"/>
                </a:lnTo>
                <a:lnTo>
                  <a:pt x="296606" y="204919"/>
                </a:lnTo>
                <a:lnTo>
                  <a:pt x="262367" y="203392"/>
                </a:lnTo>
                <a:lnTo>
                  <a:pt x="258607" y="201440"/>
                </a:lnTo>
                <a:lnTo>
                  <a:pt x="257440" y="196908"/>
                </a:lnTo>
                <a:lnTo>
                  <a:pt x="252470" y="193941"/>
                </a:lnTo>
                <a:lnTo>
                  <a:pt x="227376" y="192739"/>
                </a:lnTo>
                <a:lnTo>
                  <a:pt x="222166" y="194642"/>
                </a:lnTo>
                <a:lnTo>
                  <a:pt x="219547" y="199647"/>
                </a:lnTo>
                <a:lnTo>
                  <a:pt x="208066" y="199173"/>
                </a:lnTo>
                <a:lnTo>
                  <a:pt x="187264" y="199325"/>
                </a:lnTo>
                <a:lnTo>
                  <a:pt x="147253" y="196153"/>
                </a:lnTo>
                <a:lnTo>
                  <a:pt x="98788" y="193256"/>
                </a:lnTo>
                <a:lnTo>
                  <a:pt x="98451" y="193593"/>
                </a:lnTo>
                <a:lnTo>
                  <a:pt x="96440" y="193053"/>
                </a:lnTo>
                <a:lnTo>
                  <a:pt x="11099" y="188240"/>
                </a:lnTo>
                <a:lnTo>
                  <a:pt x="4156" y="188293"/>
                </a:lnTo>
                <a:lnTo>
                  <a:pt x="0" y="188939"/>
                </a:lnTo>
                <a:lnTo>
                  <a:pt x="1837" y="161657"/>
                </a:lnTo>
                <a:lnTo>
                  <a:pt x="5299" y="162432"/>
                </a:lnTo>
                <a:lnTo>
                  <a:pt x="16651" y="163319"/>
                </a:lnTo>
                <a:lnTo>
                  <a:pt x="21802" y="163395"/>
                </a:lnTo>
                <a:lnTo>
                  <a:pt x="44777" y="164671"/>
                </a:lnTo>
                <a:lnTo>
                  <a:pt x="54741" y="165350"/>
                </a:lnTo>
                <a:lnTo>
                  <a:pt x="75147" y="166293"/>
                </a:lnTo>
                <a:lnTo>
                  <a:pt x="125451" y="169962"/>
                </a:lnTo>
                <a:lnTo>
                  <a:pt x="171546" y="172483"/>
                </a:lnTo>
                <a:lnTo>
                  <a:pt x="216598" y="175377"/>
                </a:lnTo>
                <a:lnTo>
                  <a:pt x="221388" y="175562"/>
                </a:lnTo>
                <a:lnTo>
                  <a:pt x="222988" y="181258"/>
                </a:lnTo>
                <a:lnTo>
                  <a:pt x="227876" y="183453"/>
                </a:lnTo>
                <a:lnTo>
                  <a:pt x="252826" y="184932"/>
                </a:lnTo>
                <a:lnTo>
                  <a:pt x="257875" y="182623"/>
                </a:lnTo>
                <a:lnTo>
                  <a:pt x="259604" y="178998"/>
                </a:lnTo>
                <a:lnTo>
                  <a:pt x="260177" y="178063"/>
                </a:lnTo>
                <a:lnTo>
                  <a:pt x="264186" y="177813"/>
                </a:lnTo>
                <a:lnTo>
                  <a:pt x="271384" y="179173"/>
                </a:lnTo>
                <a:lnTo>
                  <a:pt x="306784" y="180087"/>
                </a:lnTo>
                <a:lnTo>
                  <a:pt x="318791" y="180420"/>
                </a:lnTo>
                <a:lnTo>
                  <a:pt x="321107" y="180678"/>
                </a:lnTo>
                <a:lnTo>
                  <a:pt x="336183" y="181486"/>
                </a:lnTo>
                <a:lnTo>
                  <a:pt x="358043" y="182753"/>
                </a:lnTo>
                <a:lnTo>
                  <a:pt x="363579" y="183073"/>
                </a:lnTo>
                <a:lnTo>
                  <a:pt x="383239" y="184453"/>
                </a:lnTo>
                <a:lnTo>
                  <a:pt x="388401" y="184737"/>
                </a:lnTo>
                <a:lnTo>
                  <a:pt x="399958" y="185363"/>
                </a:lnTo>
                <a:lnTo>
                  <a:pt x="422858" y="186494"/>
                </a:lnTo>
                <a:lnTo>
                  <a:pt x="436650" y="187463"/>
                </a:lnTo>
                <a:lnTo>
                  <a:pt x="455293" y="188150"/>
                </a:lnTo>
                <a:lnTo>
                  <a:pt x="472325" y="190791"/>
                </a:lnTo>
                <a:lnTo>
                  <a:pt x="484748" y="191468"/>
                </a:lnTo>
                <a:lnTo>
                  <a:pt x="518186" y="191548"/>
                </a:lnTo>
                <a:lnTo>
                  <a:pt x="618722" y="166140"/>
                </a:lnTo>
                <a:lnTo>
                  <a:pt x="628233" y="164014"/>
                </a:lnTo>
                <a:lnTo>
                  <a:pt x="650194" y="158519"/>
                </a:lnTo>
                <a:lnTo>
                  <a:pt x="654285" y="156881"/>
                </a:lnTo>
                <a:lnTo>
                  <a:pt x="664193" y="154599"/>
                </a:lnTo>
                <a:lnTo>
                  <a:pt x="681565" y="150654"/>
                </a:lnTo>
                <a:lnTo>
                  <a:pt x="691131" y="148527"/>
                </a:lnTo>
                <a:lnTo>
                  <a:pt x="710754" y="143812"/>
                </a:lnTo>
                <a:lnTo>
                  <a:pt x="713430" y="143123"/>
                </a:lnTo>
                <a:lnTo>
                  <a:pt x="745416" y="133201"/>
                </a:lnTo>
                <a:lnTo>
                  <a:pt x="748795" y="132302"/>
                </a:lnTo>
                <a:lnTo>
                  <a:pt x="755387" y="130371"/>
                </a:lnTo>
                <a:lnTo>
                  <a:pt x="822207" y="113185"/>
                </a:lnTo>
                <a:lnTo>
                  <a:pt x="828190" y="111643"/>
                </a:lnTo>
                <a:lnTo>
                  <a:pt x="893195" y="95068"/>
                </a:lnTo>
                <a:lnTo>
                  <a:pt x="895063" y="94591"/>
                </a:lnTo>
                <a:lnTo>
                  <a:pt x="903414" y="92522"/>
                </a:lnTo>
                <a:lnTo>
                  <a:pt x="916252" y="89024"/>
                </a:lnTo>
                <a:lnTo>
                  <a:pt x="933587" y="84541"/>
                </a:lnTo>
                <a:lnTo>
                  <a:pt x="937963" y="83780"/>
                </a:lnTo>
                <a:lnTo>
                  <a:pt x="937946" y="83980"/>
                </a:lnTo>
                <a:lnTo>
                  <a:pt x="938063" y="84187"/>
                </a:lnTo>
                <a:lnTo>
                  <a:pt x="938495" y="84503"/>
                </a:lnTo>
                <a:lnTo>
                  <a:pt x="938914" y="84729"/>
                </a:lnTo>
                <a:lnTo>
                  <a:pt x="939534" y="84986"/>
                </a:lnTo>
                <a:lnTo>
                  <a:pt x="939933" y="85094"/>
                </a:lnTo>
                <a:lnTo>
                  <a:pt x="940467" y="85244"/>
                </a:lnTo>
                <a:lnTo>
                  <a:pt x="941216" y="85324"/>
                </a:lnTo>
                <a:lnTo>
                  <a:pt x="941874" y="85289"/>
                </a:lnTo>
                <a:lnTo>
                  <a:pt x="942285" y="85251"/>
                </a:lnTo>
                <a:lnTo>
                  <a:pt x="942684" y="85149"/>
                </a:lnTo>
                <a:lnTo>
                  <a:pt x="943200" y="85017"/>
                </a:lnTo>
                <a:lnTo>
                  <a:pt x="967221" y="78765"/>
                </a:lnTo>
                <a:lnTo>
                  <a:pt x="969188" y="78039"/>
                </a:lnTo>
                <a:lnTo>
                  <a:pt x="970569" y="77119"/>
                </a:lnTo>
                <a:lnTo>
                  <a:pt x="1008299" y="65924"/>
                </a:lnTo>
                <a:lnTo>
                  <a:pt x="1045114" y="56820"/>
                </a:lnTo>
                <a:lnTo>
                  <a:pt x="1088220" y="47077"/>
                </a:lnTo>
                <a:lnTo>
                  <a:pt x="1089117" y="46844"/>
                </a:lnTo>
                <a:lnTo>
                  <a:pt x="1111526" y="41016"/>
                </a:lnTo>
                <a:lnTo>
                  <a:pt x="1127392" y="36653"/>
                </a:lnTo>
                <a:lnTo>
                  <a:pt x="1127197" y="36012"/>
                </a:lnTo>
                <a:lnTo>
                  <a:pt x="1143536" y="31837"/>
                </a:lnTo>
                <a:lnTo>
                  <a:pt x="1159011" y="27886"/>
                </a:lnTo>
                <a:lnTo>
                  <a:pt x="1161211" y="27327"/>
                </a:lnTo>
                <a:lnTo>
                  <a:pt x="1164825" y="26457"/>
                </a:lnTo>
                <a:lnTo>
                  <a:pt x="1196173" y="17797"/>
                </a:lnTo>
                <a:lnTo>
                  <a:pt x="1202902" y="16189"/>
                </a:lnTo>
                <a:lnTo>
                  <a:pt x="1211826" y="14050"/>
                </a:lnTo>
                <a:lnTo>
                  <a:pt x="1216562" y="13014"/>
                </a:lnTo>
                <a:lnTo>
                  <a:pt x="1233421" y="9318"/>
                </a:lnTo>
                <a:lnTo>
                  <a:pt x="1235067" y="8901"/>
                </a:lnTo>
                <a:lnTo>
                  <a:pt x="1244309" y="6553"/>
                </a:lnTo>
                <a:lnTo>
                  <a:pt x="1245936" y="6082"/>
                </a:lnTo>
                <a:lnTo>
                  <a:pt x="1246057" y="6224"/>
                </a:lnTo>
                <a:lnTo>
                  <a:pt x="1246316" y="6536"/>
                </a:lnTo>
                <a:lnTo>
                  <a:pt x="1248016" y="6254"/>
                </a:lnTo>
                <a:lnTo>
                  <a:pt x="1248582" y="4691"/>
                </a:lnTo>
                <a:lnTo>
                  <a:pt x="1253484" y="4015"/>
                </a:lnTo>
                <a:lnTo>
                  <a:pt x="1254028" y="5586"/>
                </a:lnTo>
                <a:lnTo>
                  <a:pt x="1274809" y="0"/>
                </a:lnTo>
                <a:lnTo>
                  <a:pt x="1280252" y="21116"/>
                </a:lnTo>
                <a:lnTo>
                  <a:pt x="1259856" y="26054"/>
                </a:lnTo>
                <a:lnTo>
                  <a:pt x="1260235" y="27529"/>
                </a:lnTo>
                <a:lnTo>
                  <a:pt x="1255699" y="29388"/>
                </a:lnTo>
                <a:lnTo>
                  <a:pt x="1254338" y="28322"/>
                </a:lnTo>
                <a:lnTo>
                  <a:pt x="1252744" y="28783"/>
                </a:lnTo>
                <a:lnTo>
                  <a:pt x="1252247" y="30253"/>
                </a:lnTo>
                <a:lnTo>
                  <a:pt x="1168810" y="50891"/>
                </a:lnTo>
                <a:lnTo>
                  <a:pt x="1127307" y="60939"/>
                </a:lnTo>
                <a:lnTo>
                  <a:pt x="1040510" y="83830"/>
                </a:lnTo>
                <a:lnTo>
                  <a:pt x="1008321" y="90672"/>
                </a:lnTo>
                <a:lnTo>
                  <a:pt x="991965" y="94864"/>
                </a:lnTo>
                <a:lnTo>
                  <a:pt x="972526" y="99129"/>
                </a:lnTo>
                <a:lnTo>
                  <a:pt x="947791" y="105400"/>
                </a:lnTo>
                <a:lnTo>
                  <a:pt x="928108" y="112467"/>
                </a:lnTo>
                <a:lnTo>
                  <a:pt x="900418" y="120692"/>
                </a:lnTo>
                <a:lnTo>
                  <a:pt x="898392" y="121064"/>
                </a:lnTo>
                <a:lnTo>
                  <a:pt x="873655" y="127289"/>
                </a:lnTo>
                <a:lnTo>
                  <a:pt x="873405" y="127733"/>
                </a:lnTo>
                <a:lnTo>
                  <a:pt x="870985" y="127988"/>
                </a:lnTo>
                <a:lnTo>
                  <a:pt x="835136" y="136518"/>
                </a:lnTo>
                <a:lnTo>
                  <a:pt x="834950" y="134310"/>
                </a:lnTo>
                <a:lnTo>
                  <a:pt x="822848" y="138435"/>
                </a:lnTo>
                <a:lnTo>
                  <a:pt x="784545" y="148469"/>
                </a:lnTo>
                <a:lnTo>
                  <a:pt x="784785" y="149737"/>
                </a:lnTo>
                <a:lnTo>
                  <a:pt x="732827" y="160849"/>
                </a:lnTo>
                <a:lnTo>
                  <a:pt x="716148" y="164630"/>
                </a:lnTo>
                <a:lnTo>
                  <a:pt x="696460" y="169847"/>
                </a:lnTo>
                <a:lnTo>
                  <a:pt x="686686" y="173200"/>
                </a:lnTo>
                <a:lnTo>
                  <a:pt x="675223" y="177017"/>
                </a:lnTo>
                <a:lnTo>
                  <a:pt x="655519" y="1818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7AB04C8-00B0-47E3-A4A1-B52D7C16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105" y="3526647"/>
            <a:ext cx="563232" cy="832394"/>
          </a:xfrm>
          <a:custGeom xmlns:a="http://schemas.openxmlformats.org/drawingml/2006/main">
            <a:pathLst>
              <a:path w="563232" h="832394">
                <a:moveTo>
                  <a:pt x="287153" y="164797"/>
                </a:moveTo>
                <a:lnTo>
                  <a:pt x="287812" y="167986"/>
                </a:lnTo>
                <a:lnTo>
                  <a:pt x="287033" y="172670"/>
                </a:lnTo>
                <a:lnTo>
                  <a:pt x="285463" y="176610"/>
                </a:lnTo>
                <a:lnTo>
                  <a:pt x="268353" y="194078"/>
                </a:lnTo>
                <a:lnTo>
                  <a:pt x="262520" y="200690"/>
                </a:lnTo>
                <a:lnTo>
                  <a:pt x="268094" y="221593"/>
                </a:lnTo>
                <a:lnTo>
                  <a:pt x="288376" y="280764"/>
                </a:lnTo>
                <a:lnTo>
                  <a:pt x="306480" y="327431"/>
                </a:lnTo>
                <a:lnTo>
                  <a:pt x="309972" y="326145"/>
                </a:lnTo>
                <a:lnTo>
                  <a:pt x="326577" y="350053"/>
                </a:lnTo>
                <a:lnTo>
                  <a:pt x="335386" y="363356"/>
                </a:lnTo>
                <a:lnTo>
                  <a:pt x="336792" y="365477"/>
                </a:lnTo>
                <a:lnTo>
                  <a:pt x="346560" y="380211"/>
                </a:lnTo>
                <a:lnTo>
                  <a:pt x="349912" y="384604"/>
                </a:lnTo>
                <a:lnTo>
                  <a:pt x="350746" y="385548"/>
                </a:lnTo>
                <a:lnTo>
                  <a:pt x="358937" y="394858"/>
                </a:lnTo>
                <a:lnTo>
                  <a:pt x="360289" y="396398"/>
                </a:lnTo>
                <a:lnTo>
                  <a:pt x="365143" y="401917"/>
                </a:lnTo>
                <a:lnTo>
                  <a:pt x="367145" y="404196"/>
                </a:lnTo>
                <a:lnTo>
                  <a:pt x="367346" y="404409"/>
                </a:lnTo>
                <a:lnTo>
                  <a:pt x="377086" y="414708"/>
                </a:lnTo>
                <a:lnTo>
                  <a:pt x="379319" y="417072"/>
                </a:lnTo>
                <a:lnTo>
                  <a:pt x="381505" y="419383"/>
                </a:lnTo>
                <a:lnTo>
                  <a:pt x="385629" y="422361"/>
                </a:lnTo>
                <a:lnTo>
                  <a:pt x="393355" y="426128"/>
                </a:lnTo>
                <a:lnTo>
                  <a:pt x="397511" y="426965"/>
                </a:lnTo>
                <a:lnTo>
                  <a:pt x="408639" y="429212"/>
                </a:lnTo>
                <a:lnTo>
                  <a:pt x="417108" y="430928"/>
                </a:lnTo>
                <a:lnTo>
                  <a:pt x="428225" y="433165"/>
                </a:lnTo>
                <a:lnTo>
                  <a:pt x="431080" y="433745"/>
                </a:lnTo>
                <a:lnTo>
                  <a:pt x="437132" y="434970"/>
                </a:lnTo>
                <a:lnTo>
                  <a:pt x="439588" y="435460"/>
                </a:lnTo>
                <a:lnTo>
                  <a:pt x="444170" y="436341"/>
                </a:lnTo>
                <a:lnTo>
                  <a:pt x="465261" y="440272"/>
                </a:lnTo>
                <a:lnTo>
                  <a:pt x="472263" y="441344"/>
                </a:lnTo>
                <a:lnTo>
                  <a:pt x="488140" y="446379"/>
                </a:lnTo>
                <a:lnTo>
                  <a:pt x="494251" y="446217"/>
                </a:lnTo>
                <a:lnTo>
                  <a:pt x="501049" y="444242"/>
                </a:lnTo>
                <a:lnTo>
                  <a:pt x="510942" y="441575"/>
                </a:lnTo>
                <a:lnTo>
                  <a:pt x="525758" y="436027"/>
                </a:lnTo>
                <a:lnTo>
                  <a:pt x="531356" y="434020"/>
                </a:lnTo>
                <a:lnTo>
                  <a:pt x="531453" y="434118"/>
                </a:lnTo>
                <a:lnTo>
                  <a:pt x="531600" y="434169"/>
                </a:lnTo>
                <a:lnTo>
                  <a:pt x="531727" y="434156"/>
                </a:lnTo>
                <a:lnTo>
                  <a:pt x="531993" y="434058"/>
                </a:lnTo>
                <a:lnTo>
                  <a:pt x="535644" y="432704"/>
                </a:lnTo>
                <a:lnTo>
                  <a:pt x="539627" y="431223"/>
                </a:lnTo>
                <a:lnTo>
                  <a:pt x="545875" y="428899"/>
                </a:lnTo>
                <a:lnTo>
                  <a:pt x="549566" y="427526"/>
                </a:lnTo>
                <a:lnTo>
                  <a:pt x="552809" y="426319"/>
                </a:lnTo>
                <a:lnTo>
                  <a:pt x="553774" y="425929"/>
                </a:lnTo>
                <a:lnTo>
                  <a:pt x="554012" y="425841"/>
                </a:lnTo>
                <a:lnTo>
                  <a:pt x="554114" y="425683"/>
                </a:lnTo>
                <a:lnTo>
                  <a:pt x="554086" y="425484"/>
                </a:lnTo>
                <a:lnTo>
                  <a:pt x="555324" y="425023"/>
                </a:lnTo>
                <a:lnTo>
                  <a:pt x="557221" y="430073"/>
                </a:lnTo>
                <a:lnTo>
                  <a:pt x="554387" y="431141"/>
                </a:lnTo>
                <a:lnTo>
                  <a:pt x="533612" y="438961"/>
                </a:lnTo>
                <a:lnTo>
                  <a:pt x="530790" y="440020"/>
                </a:lnTo>
                <a:lnTo>
                  <a:pt x="530366" y="440259"/>
                </a:lnTo>
                <a:lnTo>
                  <a:pt x="530223" y="440518"/>
                </a:lnTo>
                <a:lnTo>
                  <a:pt x="530175" y="440838"/>
                </a:lnTo>
                <a:lnTo>
                  <a:pt x="530189" y="441165"/>
                </a:lnTo>
                <a:lnTo>
                  <a:pt x="530365" y="441461"/>
                </a:lnTo>
                <a:lnTo>
                  <a:pt x="530652" y="441781"/>
                </a:lnTo>
                <a:lnTo>
                  <a:pt x="530909" y="442011"/>
                </a:lnTo>
                <a:lnTo>
                  <a:pt x="531188" y="442204"/>
                </a:lnTo>
                <a:lnTo>
                  <a:pt x="531499" y="442378"/>
                </a:lnTo>
                <a:lnTo>
                  <a:pt x="531804" y="442498"/>
                </a:lnTo>
                <a:lnTo>
                  <a:pt x="532155" y="442479"/>
                </a:lnTo>
                <a:lnTo>
                  <a:pt x="532615" y="442394"/>
                </a:lnTo>
                <a:lnTo>
                  <a:pt x="534700" y="450519"/>
                </a:lnTo>
                <a:lnTo>
                  <a:pt x="534406" y="450800"/>
                </a:lnTo>
                <a:lnTo>
                  <a:pt x="534139" y="451253"/>
                </a:lnTo>
                <a:lnTo>
                  <a:pt x="534003" y="451812"/>
                </a:lnTo>
                <a:lnTo>
                  <a:pt x="533975" y="452414"/>
                </a:lnTo>
                <a:lnTo>
                  <a:pt x="534032" y="452886"/>
                </a:lnTo>
                <a:lnTo>
                  <a:pt x="534230" y="453227"/>
                </a:lnTo>
                <a:lnTo>
                  <a:pt x="534526" y="453429"/>
                </a:lnTo>
                <a:lnTo>
                  <a:pt x="534857" y="453511"/>
                </a:lnTo>
                <a:lnTo>
                  <a:pt x="535218" y="453429"/>
                </a:lnTo>
                <a:lnTo>
                  <a:pt x="538040" y="452370"/>
                </a:lnTo>
                <a:lnTo>
                  <a:pt x="558776" y="444560"/>
                </a:lnTo>
                <a:lnTo>
                  <a:pt x="561494" y="443532"/>
                </a:lnTo>
                <a:lnTo>
                  <a:pt x="563232" y="448286"/>
                </a:lnTo>
                <a:lnTo>
                  <a:pt x="561989" y="448738"/>
                </a:lnTo>
                <a:lnTo>
                  <a:pt x="560342" y="449337"/>
                </a:lnTo>
                <a:lnTo>
                  <a:pt x="557028" y="450582"/>
                </a:lnTo>
                <a:lnTo>
                  <a:pt x="553581" y="451885"/>
                </a:lnTo>
                <a:lnTo>
                  <a:pt x="547588" y="454139"/>
                </a:lnTo>
                <a:lnTo>
                  <a:pt x="543225" y="455785"/>
                </a:lnTo>
                <a:lnTo>
                  <a:pt x="539617" y="457138"/>
                </a:lnTo>
                <a:lnTo>
                  <a:pt x="538062" y="457817"/>
                </a:lnTo>
                <a:lnTo>
                  <a:pt x="537403" y="458189"/>
                </a:lnTo>
                <a:lnTo>
                  <a:pt x="536365" y="458827"/>
                </a:lnTo>
                <a:lnTo>
                  <a:pt x="534120" y="460417"/>
                </a:lnTo>
                <a:lnTo>
                  <a:pt x="532310" y="462214"/>
                </a:lnTo>
                <a:lnTo>
                  <a:pt x="529278" y="466539"/>
                </a:lnTo>
                <a:lnTo>
                  <a:pt x="527035" y="474723"/>
                </a:lnTo>
                <a:lnTo>
                  <a:pt x="527994" y="479953"/>
                </a:lnTo>
                <a:lnTo>
                  <a:pt x="534457" y="501333"/>
                </a:lnTo>
                <a:lnTo>
                  <a:pt x="525152" y="506599"/>
                </a:lnTo>
                <a:lnTo>
                  <a:pt x="534950" y="523682"/>
                </a:lnTo>
                <a:lnTo>
                  <a:pt x="491157" y="547351"/>
                </a:lnTo>
                <a:lnTo>
                  <a:pt x="487261" y="542836"/>
                </a:lnTo>
                <a:lnTo>
                  <a:pt x="485116" y="544842"/>
                </a:lnTo>
                <a:lnTo>
                  <a:pt x="453117" y="578636"/>
                </a:lnTo>
                <a:lnTo>
                  <a:pt x="430671" y="603004"/>
                </a:lnTo>
                <a:lnTo>
                  <a:pt x="410656" y="619721"/>
                </a:lnTo>
                <a:lnTo>
                  <a:pt x="415603" y="623889"/>
                </a:lnTo>
                <a:lnTo>
                  <a:pt x="414657" y="625235"/>
                </a:lnTo>
                <a:lnTo>
                  <a:pt x="413679" y="626636"/>
                </a:lnTo>
                <a:lnTo>
                  <a:pt x="403669" y="633332"/>
                </a:lnTo>
                <a:lnTo>
                  <a:pt x="396613" y="622470"/>
                </a:lnTo>
                <a:lnTo>
                  <a:pt x="388846" y="627248"/>
                </a:lnTo>
                <a:lnTo>
                  <a:pt x="394762" y="636200"/>
                </a:lnTo>
                <a:lnTo>
                  <a:pt x="393592" y="636896"/>
                </a:lnTo>
                <a:lnTo>
                  <a:pt x="379849" y="645677"/>
                </a:lnTo>
                <a:lnTo>
                  <a:pt x="372761" y="634615"/>
                </a:lnTo>
                <a:lnTo>
                  <a:pt x="366824" y="638397"/>
                </a:lnTo>
                <a:lnTo>
                  <a:pt x="365872" y="639079"/>
                </a:lnTo>
                <a:lnTo>
                  <a:pt x="368569" y="644008"/>
                </a:lnTo>
                <a:lnTo>
                  <a:pt x="350663" y="656797"/>
                </a:lnTo>
                <a:lnTo>
                  <a:pt x="340584" y="665954"/>
                </a:lnTo>
                <a:lnTo>
                  <a:pt x="318158" y="690494"/>
                </a:lnTo>
                <a:lnTo>
                  <a:pt x="319188" y="692279"/>
                </a:lnTo>
                <a:lnTo>
                  <a:pt x="294014" y="716081"/>
                </a:lnTo>
                <a:lnTo>
                  <a:pt x="278716" y="728109"/>
                </a:lnTo>
                <a:lnTo>
                  <a:pt x="269454" y="734220"/>
                </a:lnTo>
                <a:lnTo>
                  <a:pt x="247236" y="746831"/>
                </a:lnTo>
                <a:lnTo>
                  <a:pt x="237073" y="751362"/>
                </a:lnTo>
                <a:lnTo>
                  <a:pt x="225415" y="756289"/>
                </a:lnTo>
                <a:lnTo>
                  <a:pt x="220300" y="759074"/>
                </a:lnTo>
                <a:lnTo>
                  <a:pt x="217887" y="761953"/>
                </a:lnTo>
                <a:lnTo>
                  <a:pt x="157222" y="786774"/>
                </a:lnTo>
                <a:lnTo>
                  <a:pt x="141454" y="789076"/>
                </a:lnTo>
                <a:lnTo>
                  <a:pt x="126430" y="793135"/>
                </a:lnTo>
                <a:lnTo>
                  <a:pt x="109104" y="799805"/>
                </a:lnTo>
                <a:lnTo>
                  <a:pt x="104855" y="801575"/>
                </a:lnTo>
                <a:lnTo>
                  <a:pt x="99764" y="804433"/>
                </a:lnTo>
                <a:lnTo>
                  <a:pt x="80737" y="817496"/>
                </a:lnTo>
                <a:lnTo>
                  <a:pt x="69062" y="825392"/>
                </a:lnTo>
                <a:lnTo>
                  <a:pt x="68781" y="825335"/>
                </a:lnTo>
                <a:lnTo>
                  <a:pt x="68564" y="825350"/>
                </a:lnTo>
                <a:lnTo>
                  <a:pt x="68370" y="825401"/>
                </a:lnTo>
                <a:lnTo>
                  <a:pt x="68156" y="825534"/>
                </a:lnTo>
                <a:lnTo>
                  <a:pt x="58791" y="832394"/>
                </a:lnTo>
                <a:lnTo>
                  <a:pt x="44067" y="812316"/>
                </a:lnTo>
                <a:lnTo>
                  <a:pt x="53144" y="805755"/>
                </a:lnTo>
                <a:lnTo>
                  <a:pt x="53455" y="805464"/>
                </a:lnTo>
                <a:lnTo>
                  <a:pt x="53746" y="805074"/>
                </a:lnTo>
                <a:lnTo>
                  <a:pt x="54009" y="804484"/>
                </a:lnTo>
                <a:lnTo>
                  <a:pt x="54113" y="803998"/>
                </a:lnTo>
                <a:lnTo>
                  <a:pt x="54139" y="803488"/>
                </a:lnTo>
                <a:lnTo>
                  <a:pt x="54116" y="803024"/>
                </a:lnTo>
                <a:lnTo>
                  <a:pt x="54061" y="802843"/>
                </a:lnTo>
                <a:lnTo>
                  <a:pt x="53771" y="802668"/>
                </a:lnTo>
                <a:lnTo>
                  <a:pt x="53243" y="802518"/>
                </a:lnTo>
                <a:lnTo>
                  <a:pt x="52784" y="802449"/>
                </a:lnTo>
                <a:lnTo>
                  <a:pt x="52237" y="802463"/>
                </a:lnTo>
                <a:lnTo>
                  <a:pt x="51677" y="802605"/>
                </a:lnTo>
                <a:lnTo>
                  <a:pt x="51226" y="802827"/>
                </a:lnTo>
                <a:lnTo>
                  <a:pt x="42139" y="809679"/>
                </a:lnTo>
                <a:lnTo>
                  <a:pt x="16703" y="774982"/>
                </a:lnTo>
                <a:lnTo>
                  <a:pt x="25709" y="768487"/>
                </a:lnTo>
                <a:lnTo>
                  <a:pt x="26063" y="768149"/>
                </a:lnTo>
                <a:lnTo>
                  <a:pt x="26360" y="767759"/>
                </a:lnTo>
                <a:lnTo>
                  <a:pt x="26617" y="767169"/>
                </a:lnTo>
                <a:lnTo>
                  <a:pt x="26722" y="766693"/>
                </a:lnTo>
                <a:lnTo>
                  <a:pt x="26747" y="766173"/>
                </a:lnTo>
                <a:lnTo>
                  <a:pt x="26724" y="765709"/>
                </a:lnTo>
                <a:lnTo>
                  <a:pt x="26674" y="765528"/>
                </a:lnTo>
                <a:lnTo>
                  <a:pt x="26380" y="765363"/>
                </a:lnTo>
                <a:lnTo>
                  <a:pt x="25857" y="765213"/>
                </a:lnTo>
                <a:lnTo>
                  <a:pt x="25392" y="765134"/>
                </a:lnTo>
                <a:lnTo>
                  <a:pt x="24846" y="765148"/>
                </a:lnTo>
                <a:lnTo>
                  <a:pt x="24286" y="765291"/>
                </a:lnTo>
                <a:lnTo>
                  <a:pt x="23840" y="765521"/>
                </a:lnTo>
                <a:lnTo>
                  <a:pt x="14770" y="772346"/>
                </a:lnTo>
                <a:lnTo>
                  <a:pt x="0" y="752205"/>
                </a:lnTo>
                <a:lnTo>
                  <a:pt x="9278" y="745411"/>
                </a:lnTo>
                <a:lnTo>
                  <a:pt x="9523" y="745186"/>
                </a:lnTo>
                <a:lnTo>
                  <a:pt x="9645" y="744964"/>
                </a:lnTo>
                <a:lnTo>
                  <a:pt x="9718" y="744752"/>
                </a:lnTo>
                <a:lnTo>
                  <a:pt x="9757" y="744551"/>
                </a:lnTo>
                <a:lnTo>
                  <a:pt x="9747" y="744369"/>
                </a:lnTo>
                <a:lnTo>
                  <a:pt x="9593" y="744036"/>
                </a:lnTo>
                <a:lnTo>
                  <a:pt x="11950" y="742252"/>
                </a:lnTo>
                <a:lnTo>
                  <a:pt x="15991" y="739340"/>
                </a:lnTo>
                <a:lnTo>
                  <a:pt x="20638" y="735948"/>
                </a:lnTo>
                <a:lnTo>
                  <a:pt x="23479" y="733887"/>
                </a:lnTo>
                <a:lnTo>
                  <a:pt x="27487" y="730994"/>
                </a:lnTo>
                <a:lnTo>
                  <a:pt x="31718" y="727886"/>
                </a:lnTo>
                <a:lnTo>
                  <a:pt x="33669" y="726577"/>
                </a:lnTo>
                <a:lnTo>
                  <a:pt x="36729" y="724529"/>
                </a:lnTo>
                <a:lnTo>
                  <a:pt x="40527" y="722361"/>
                </a:lnTo>
                <a:lnTo>
                  <a:pt x="42951" y="720985"/>
                </a:lnTo>
                <a:lnTo>
                  <a:pt x="47649" y="718675"/>
                </a:lnTo>
                <a:lnTo>
                  <a:pt x="49748" y="717682"/>
                </a:lnTo>
                <a:lnTo>
                  <a:pt x="54289" y="715740"/>
                </a:lnTo>
                <a:lnTo>
                  <a:pt x="59673" y="713439"/>
                </a:lnTo>
                <a:lnTo>
                  <a:pt x="65449" y="710973"/>
                </a:lnTo>
                <a:lnTo>
                  <a:pt x="72002" y="708113"/>
                </a:lnTo>
                <a:lnTo>
                  <a:pt x="78457" y="705146"/>
                </a:lnTo>
                <a:lnTo>
                  <a:pt x="84967" y="702169"/>
                </a:lnTo>
                <a:lnTo>
                  <a:pt x="91375" y="699522"/>
                </a:lnTo>
                <a:lnTo>
                  <a:pt x="95040" y="698023"/>
                </a:lnTo>
                <a:lnTo>
                  <a:pt x="100672" y="696016"/>
                </a:lnTo>
                <a:lnTo>
                  <a:pt x="106873" y="693994"/>
                </a:lnTo>
                <a:lnTo>
                  <a:pt x="111652" y="692419"/>
                </a:lnTo>
                <a:lnTo>
                  <a:pt x="116293" y="690703"/>
                </a:lnTo>
                <a:lnTo>
                  <a:pt x="121988" y="688567"/>
                </a:lnTo>
                <a:lnTo>
                  <a:pt x="131157" y="684426"/>
                </a:lnTo>
                <a:lnTo>
                  <a:pt x="134790" y="682772"/>
                </a:lnTo>
                <a:lnTo>
                  <a:pt x="140358" y="680239"/>
                </a:lnTo>
                <a:lnTo>
                  <a:pt x="147212" y="676733"/>
                </a:lnTo>
                <a:lnTo>
                  <a:pt x="151651" y="674348"/>
                </a:lnTo>
                <a:lnTo>
                  <a:pt x="157790" y="670615"/>
                </a:lnTo>
                <a:lnTo>
                  <a:pt x="162786" y="667568"/>
                </a:lnTo>
                <a:lnTo>
                  <a:pt x="170418" y="662685"/>
                </a:lnTo>
                <a:lnTo>
                  <a:pt x="174381" y="659811"/>
                </a:lnTo>
                <a:lnTo>
                  <a:pt x="176193" y="658296"/>
                </a:lnTo>
                <a:lnTo>
                  <a:pt x="178563" y="656321"/>
                </a:lnTo>
                <a:lnTo>
                  <a:pt x="182638" y="652825"/>
                </a:lnTo>
                <a:lnTo>
                  <a:pt x="186645" y="649285"/>
                </a:lnTo>
                <a:lnTo>
                  <a:pt x="190601" y="645737"/>
                </a:lnTo>
                <a:lnTo>
                  <a:pt x="194446" y="642156"/>
                </a:lnTo>
                <a:lnTo>
                  <a:pt x="198248" y="638476"/>
                </a:lnTo>
                <a:lnTo>
                  <a:pt x="201979" y="634816"/>
                </a:lnTo>
                <a:lnTo>
                  <a:pt x="205766" y="631182"/>
                </a:lnTo>
                <a:lnTo>
                  <a:pt x="209521" y="627603"/>
                </a:lnTo>
                <a:lnTo>
                  <a:pt x="213287" y="623614"/>
                </a:lnTo>
                <a:lnTo>
                  <a:pt x="216970" y="619618"/>
                </a:lnTo>
                <a:lnTo>
                  <a:pt x="220652" y="615622"/>
                </a:lnTo>
                <a:lnTo>
                  <a:pt x="224351" y="611617"/>
                </a:lnTo>
                <a:lnTo>
                  <a:pt x="228050" y="607620"/>
                </a:lnTo>
                <a:lnTo>
                  <a:pt x="231385" y="603953"/>
                </a:lnTo>
                <a:lnTo>
                  <a:pt x="234454" y="600629"/>
                </a:lnTo>
                <a:lnTo>
                  <a:pt x="237400" y="597454"/>
                </a:lnTo>
                <a:lnTo>
                  <a:pt x="238919" y="595628"/>
                </a:lnTo>
                <a:lnTo>
                  <a:pt x="240505" y="592508"/>
                </a:lnTo>
                <a:lnTo>
                  <a:pt x="243543" y="587773"/>
                </a:lnTo>
                <a:lnTo>
                  <a:pt x="246545" y="582720"/>
                </a:lnTo>
                <a:lnTo>
                  <a:pt x="249726" y="576643"/>
                </a:lnTo>
                <a:lnTo>
                  <a:pt x="252785" y="570614"/>
                </a:lnTo>
                <a:lnTo>
                  <a:pt x="254957" y="566038"/>
                </a:lnTo>
                <a:lnTo>
                  <a:pt x="259665" y="555657"/>
                </a:lnTo>
                <a:lnTo>
                  <a:pt x="263538" y="546428"/>
                </a:lnTo>
                <a:lnTo>
                  <a:pt x="264799" y="543261"/>
                </a:lnTo>
                <a:lnTo>
                  <a:pt x="266958" y="537557"/>
                </a:lnTo>
                <a:lnTo>
                  <a:pt x="267219" y="536876"/>
                </a:lnTo>
                <a:lnTo>
                  <a:pt x="269999" y="529998"/>
                </a:lnTo>
                <a:lnTo>
                  <a:pt x="272745" y="523486"/>
                </a:lnTo>
                <a:lnTo>
                  <a:pt x="275526" y="517082"/>
                </a:lnTo>
                <a:lnTo>
                  <a:pt x="276474" y="514953"/>
                </a:lnTo>
                <a:lnTo>
                  <a:pt x="276611" y="514430"/>
                </a:lnTo>
                <a:lnTo>
                  <a:pt x="278577" y="508612"/>
                </a:lnTo>
                <a:lnTo>
                  <a:pt x="279290" y="504348"/>
                </a:lnTo>
                <a:lnTo>
                  <a:pt x="280251" y="498922"/>
                </a:lnTo>
                <a:lnTo>
                  <a:pt x="280827" y="493277"/>
                </a:lnTo>
                <a:lnTo>
                  <a:pt x="281048" y="487506"/>
                </a:lnTo>
                <a:lnTo>
                  <a:pt x="280900" y="484021"/>
                </a:lnTo>
                <a:lnTo>
                  <a:pt x="280777" y="480627"/>
                </a:lnTo>
                <a:lnTo>
                  <a:pt x="280438" y="477083"/>
                </a:lnTo>
                <a:lnTo>
                  <a:pt x="280087" y="473549"/>
                </a:lnTo>
                <a:lnTo>
                  <a:pt x="279743" y="470033"/>
                </a:lnTo>
                <a:lnTo>
                  <a:pt x="279501" y="468036"/>
                </a:lnTo>
                <a:lnTo>
                  <a:pt x="279093" y="465268"/>
                </a:lnTo>
                <a:lnTo>
                  <a:pt x="278836" y="463791"/>
                </a:lnTo>
                <a:lnTo>
                  <a:pt x="278350" y="460998"/>
                </a:lnTo>
                <a:lnTo>
                  <a:pt x="277870" y="458260"/>
                </a:lnTo>
                <a:lnTo>
                  <a:pt x="277370" y="456224"/>
                </a:lnTo>
                <a:lnTo>
                  <a:pt x="276596" y="453129"/>
                </a:lnTo>
                <a:lnTo>
                  <a:pt x="275930" y="449895"/>
                </a:lnTo>
                <a:lnTo>
                  <a:pt x="275074" y="446857"/>
                </a:lnTo>
                <a:lnTo>
                  <a:pt x="274266" y="443909"/>
                </a:lnTo>
                <a:lnTo>
                  <a:pt x="273369" y="441227"/>
                </a:lnTo>
                <a:lnTo>
                  <a:pt x="271164" y="435702"/>
                </a:lnTo>
                <a:lnTo>
                  <a:pt x="269873" y="432439"/>
                </a:lnTo>
                <a:lnTo>
                  <a:pt x="268615" y="429184"/>
                </a:lnTo>
                <a:lnTo>
                  <a:pt x="267403" y="426374"/>
                </a:lnTo>
                <a:lnTo>
                  <a:pt x="266238" y="423690"/>
                </a:lnTo>
                <a:lnTo>
                  <a:pt x="265095" y="421170"/>
                </a:lnTo>
                <a:lnTo>
                  <a:pt x="265216" y="420484"/>
                </a:lnTo>
                <a:lnTo>
                  <a:pt x="263990" y="417574"/>
                </a:lnTo>
                <a:lnTo>
                  <a:pt x="262611" y="414368"/>
                </a:lnTo>
                <a:lnTo>
                  <a:pt x="261374" y="411277"/>
                </a:lnTo>
                <a:lnTo>
                  <a:pt x="260169" y="408093"/>
                </a:lnTo>
                <a:lnTo>
                  <a:pt x="259066" y="405226"/>
                </a:lnTo>
                <a:lnTo>
                  <a:pt x="257896" y="402114"/>
                </a:lnTo>
                <a:lnTo>
                  <a:pt x="256721" y="399012"/>
                </a:lnTo>
                <a:lnTo>
                  <a:pt x="255060" y="394438"/>
                </a:lnTo>
                <a:lnTo>
                  <a:pt x="248011" y="376589"/>
                </a:lnTo>
                <a:lnTo>
                  <a:pt x="234511" y="342889"/>
                </a:lnTo>
                <a:lnTo>
                  <a:pt x="229585" y="330631"/>
                </a:lnTo>
                <a:lnTo>
                  <a:pt x="227458" y="324885"/>
                </a:lnTo>
                <a:lnTo>
                  <a:pt x="221376" y="308168"/>
                </a:lnTo>
                <a:lnTo>
                  <a:pt x="218328" y="299850"/>
                </a:lnTo>
                <a:lnTo>
                  <a:pt x="215749" y="291994"/>
                </a:lnTo>
                <a:lnTo>
                  <a:pt x="212412" y="281616"/>
                </a:lnTo>
                <a:lnTo>
                  <a:pt x="209318" y="271779"/>
                </a:lnTo>
                <a:lnTo>
                  <a:pt x="215279" y="269599"/>
                </a:lnTo>
                <a:lnTo>
                  <a:pt x="215434" y="269540"/>
                </a:lnTo>
                <a:lnTo>
                  <a:pt x="215263" y="268989"/>
                </a:lnTo>
                <a:lnTo>
                  <a:pt x="214800" y="267499"/>
                </a:lnTo>
                <a:lnTo>
                  <a:pt x="214322" y="265899"/>
                </a:lnTo>
                <a:lnTo>
                  <a:pt x="207891" y="268046"/>
                </a:lnTo>
                <a:lnTo>
                  <a:pt x="204593" y="255955"/>
                </a:lnTo>
                <a:lnTo>
                  <a:pt x="202653" y="248828"/>
                </a:lnTo>
                <a:lnTo>
                  <a:pt x="201429" y="243915"/>
                </a:lnTo>
                <a:lnTo>
                  <a:pt x="200045" y="236919"/>
                </a:lnTo>
                <a:lnTo>
                  <a:pt x="199430" y="233492"/>
                </a:lnTo>
                <a:lnTo>
                  <a:pt x="198440" y="227270"/>
                </a:lnTo>
                <a:lnTo>
                  <a:pt x="197149" y="217913"/>
                </a:lnTo>
                <a:lnTo>
                  <a:pt x="196522" y="213193"/>
                </a:lnTo>
                <a:lnTo>
                  <a:pt x="195916" y="208409"/>
                </a:lnTo>
                <a:lnTo>
                  <a:pt x="195189" y="202845"/>
                </a:lnTo>
                <a:lnTo>
                  <a:pt x="192749" y="183562"/>
                </a:lnTo>
                <a:lnTo>
                  <a:pt x="192616" y="182555"/>
                </a:lnTo>
                <a:lnTo>
                  <a:pt x="191830" y="177092"/>
                </a:lnTo>
                <a:lnTo>
                  <a:pt x="190424" y="167383"/>
                </a:lnTo>
                <a:lnTo>
                  <a:pt x="188784" y="157644"/>
                </a:lnTo>
                <a:lnTo>
                  <a:pt x="186130" y="145463"/>
                </a:lnTo>
                <a:lnTo>
                  <a:pt x="185418" y="141538"/>
                </a:lnTo>
                <a:lnTo>
                  <a:pt x="184837" y="138984"/>
                </a:lnTo>
                <a:lnTo>
                  <a:pt x="183239" y="132532"/>
                </a:lnTo>
                <a:lnTo>
                  <a:pt x="179847" y="119023"/>
                </a:lnTo>
                <a:lnTo>
                  <a:pt x="176622" y="105509"/>
                </a:lnTo>
                <a:lnTo>
                  <a:pt x="171631" y="84873"/>
                </a:lnTo>
                <a:lnTo>
                  <a:pt x="168453" y="71667"/>
                </a:lnTo>
                <a:lnTo>
                  <a:pt x="166124" y="62465"/>
                </a:lnTo>
                <a:lnTo>
                  <a:pt x="166024" y="62076"/>
                </a:lnTo>
                <a:lnTo>
                  <a:pt x="165918" y="61642"/>
                </a:lnTo>
                <a:lnTo>
                  <a:pt x="164604" y="56457"/>
                </a:lnTo>
                <a:lnTo>
                  <a:pt x="161709" y="45048"/>
                </a:lnTo>
                <a:lnTo>
                  <a:pt x="160286" y="39347"/>
                </a:lnTo>
                <a:lnTo>
                  <a:pt x="159992" y="38335"/>
                </a:lnTo>
                <a:lnTo>
                  <a:pt x="159869" y="38128"/>
                </a:lnTo>
                <a:lnTo>
                  <a:pt x="159670" y="38006"/>
                </a:lnTo>
                <a:lnTo>
                  <a:pt x="159447" y="38003"/>
                </a:lnTo>
                <a:lnTo>
                  <a:pt x="159109" y="38085"/>
                </a:lnTo>
                <a:lnTo>
                  <a:pt x="158757" y="36810"/>
                </a:lnTo>
                <a:lnTo>
                  <a:pt x="158082" y="36991"/>
                </a:lnTo>
                <a:lnTo>
                  <a:pt x="157977" y="36621"/>
                </a:lnTo>
                <a:lnTo>
                  <a:pt x="157838" y="35796"/>
                </a:lnTo>
                <a:lnTo>
                  <a:pt x="157746" y="34851"/>
                </a:lnTo>
                <a:lnTo>
                  <a:pt x="157776" y="34076"/>
                </a:lnTo>
                <a:lnTo>
                  <a:pt x="157851" y="33117"/>
                </a:lnTo>
                <a:lnTo>
                  <a:pt x="158024" y="32266"/>
                </a:lnTo>
                <a:lnTo>
                  <a:pt x="158311" y="31329"/>
                </a:lnTo>
                <a:lnTo>
                  <a:pt x="158678" y="30408"/>
                </a:lnTo>
                <a:lnTo>
                  <a:pt x="159151" y="29549"/>
                </a:lnTo>
                <a:lnTo>
                  <a:pt x="159650" y="28798"/>
                </a:lnTo>
                <a:lnTo>
                  <a:pt x="160206" y="28082"/>
                </a:lnTo>
                <a:lnTo>
                  <a:pt x="160885" y="27399"/>
                </a:lnTo>
                <a:lnTo>
                  <a:pt x="161621" y="26751"/>
                </a:lnTo>
                <a:lnTo>
                  <a:pt x="162443" y="26201"/>
                </a:lnTo>
                <a:lnTo>
                  <a:pt x="163120" y="25846"/>
                </a:lnTo>
                <a:lnTo>
                  <a:pt x="163178" y="26127"/>
                </a:lnTo>
                <a:lnTo>
                  <a:pt x="164083" y="26622"/>
                </a:lnTo>
                <a:lnTo>
                  <a:pt x="164313" y="26662"/>
                </a:lnTo>
                <a:lnTo>
                  <a:pt x="164516" y="26538"/>
                </a:lnTo>
                <a:lnTo>
                  <a:pt x="165161" y="25610"/>
                </a:lnTo>
                <a:lnTo>
                  <a:pt x="165018" y="25058"/>
                </a:lnTo>
                <a:lnTo>
                  <a:pt x="164919" y="24678"/>
                </a:lnTo>
                <a:lnTo>
                  <a:pt x="164595" y="23411"/>
                </a:lnTo>
                <a:lnTo>
                  <a:pt x="164080" y="21421"/>
                </a:lnTo>
                <a:lnTo>
                  <a:pt x="162836" y="16599"/>
                </a:lnTo>
                <a:lnTo>
                  <a:pt x="162532" y="15423"/>
                </a:lnTo>
                <a:lnTo>
                  <a:pt x="162408" y="14934"/>
                </a:lnTo>
                <a:lnTo>
                  <a:pt x="170929" y="12742"/>
                </a:lnTo>
                <a:lnTo>
                  <a:pt x="173434" y="22449"/>
                </a:lnTo>
                <a:lnTo>
                  <a:pt x="173533" y="22829"/>
                </a:lnTo>
                <a:lnTo>
                  <a:pt x="173676" y="23381"/>
                </a:lnTo>
                <a:lnTo>
                  <a:pt x="174576" y="23867"/>
                </a:lnTo>
                <a:lnTo>
                  <a:pt x="174739" y="23927"/>
                </a:lnTo>
                <a:lnTo>
                  <a:pt x="174966" y="23866"/>
                </a:lnTo>
                <a:lnTo>
                  <a:pt x="175659" y="22873"/>
                </a:lnTo>
                <a:lnTo>
                  <a:pt x="175511" y="22312"/>
                </a:lnTo>
                <a:lnTo>
                  <a:pt x="175417" y="21932"/>
                </a:lnTo>
                <a:lnTo>
                  <a:pt x="172913" y="12234"/>
                </a:lnTo>
                <a:lnTo>
                  <a:pt x="181412" y="10060"/>
                </a:lnTo>
                <a:lnTo>
                  <a:pt x="183899" y="19713"/>
                </a:lnTo>
                <a:lnTo>
                  <a:pt x="183998" y="20093"/>
                </a:lnTo>
                <a:lnTo>
                  <a:pt x="184123" y="20591"/>
                </a:lnTo>
                <a:lnTo>
                  <a:pt x="185260" y="20788"/>
                </a:lnTo>
                <a:lnTo>
                  <a:pt x="188953" y="21210"/>
                </a:lnTo>
                <a:lnTo>
                  <a:pt x="189175" y="21186"/>
                </a:lnTo>
                <a:lnTo>
                  <a:pt x="189312" y="21091"/>
                </a:lnTo>
                <a:lnTo>
                  <a:pt x="192094" y="18923"/>
                </a:lnTo>
                <a:lnTo>
                  <a:pt x="192256" y="18709"/>
                </a:lnTo>
                <a:lnTo>
                  <a:pt x="192035" y="17731"/>
                </a:lnTo>
                <a:lnTo>
                  <a:pt x="191187" y="14365"/>
                </a:lnTo>
                <a:lnTo>
                  <a:pt x="189640" y="8376"/>
                </a:lnTo>
                <a:lnTo>
                  <a:pt x="189541" y="8005"/>
                </a:lnTo>
                <a:lnTo>
                  <a:pt x="198965" y="5561"/>
                </a:lnTo>
                <a:lnTo>
                  <a:pt x="199070" y="5959"/>
                </a:lnTo>
                <a:lnTo>
                  <a:pt x="199394" y="7216"/>
                </a:lnTo>
                <a:lnTo>
                  <a:pt x="200648" y="12047"/>
                </a:lnTo>
                <a:lnTo>
                  <a:pt x="201158" y="14037"/>
                </a:lnTo>
                <a:lnTo>
                  <a:pt x="201499" y="15331"/>
                </a:lnTo>
                <a:lnTo>
                  <a:pt x="201815" y="16516"/>
                </a:lnTo>
                <a:lnTo>
                  <a:pt x="203218" y="17253"/>
                </a:lnTo>
                <a:lnTo>
                  <a:pt x="203464" y="17265"/>
                </a:lnTo>
                <a:lnTo>
                  <a:pt x="203639" y="17142"/>
                </a:lnTo>
                <a:lnTo>
                  <a:pt x="204513" y="15597"/>
                </a:lnTo>
                <a:lnTo>
                  <a:pt x="204384" y="14927"/>
                </a:lnTo>
                <a:lnTo>
                  <a:pt x="204290" y="14556"/>
                </a:lnTo>
                <a:lnTo>
                  <a:pt x="201768" y="4840"/>
                </a:lnTo>
                <a:lnTo>
                  <a:pt x="210391" y="2672"/>
                </a:lnTo>
                <a:lnTo>
                  <a:pt x="212839" y="12344"/>
                </a:lnTo>
                <a:lnTo>
                  <a:pt x="213051" y="13176"/>
                </a:lnTo>
                <a:lnTo>
                  <a:pt x="214031" y="13770"/>
                </a:lnTo>
                <a:lnTo>
                  <a:pt x="214288" y="13772"/>
                </a:lnTo>
                <a:lnTo>
                  <a:pt x="214479" y="13631"/>
                </a:lnTo>
                <a:lnTo>
                  <a:pt x="215056" y="12668"/>
                </a:lnTo>
                <a:lnTo>
                  <a:pt x="214844" y="11826"/>
                </a:lnTo>
                <a:lnTo>
                  <a:pt x="212403" y="2181"/>
                </a:lnTo>
                <a:lnTo>
                  <a:pt x="220830" y="0"/>
                </a:lnTo>
                <a:lnTo>
                  <a:pt x="220922" y="344"/>
                </a:lnTo>
                <a:lnTo>
                  <a:pt x="221251" y="1610"/>
                </a:lnTo>
                <a:lnTo>
                  <a:pt x="222500" y="6441"/>
                </a:lnTo>
                <a:lnTo>
                  <a:pt x="223016" y="8422"/>
                </a:lnTo>
                <a:lnTo>
                  <a:pt x="223332" y="9635"/>
                </a:lnTo>
                <a:lnTo>
                  <a:pt x="223432" y="10014"/>
                </a:lnTo>
                <a:lnTo>
                  <a:pt x="223603" y="10575"/>
                </a:lnTo>
                <a:lnTo>
                  <a:pt x="224522" y="11179"/>
                </a:lnTo>
                <a:lnTo>
                  <a:pt x="224707" y="11220"/>
                </a:lnTo>
                <a:lnTo>
                  <a:pt x="224880" y="11197"/>
                </a:lnTo>
                <a:lnTo>
                  <a:pt x="225022" y="11075"/>
                </a:lnTo>
                <a:lnTo>
                  <a:pt x="225561" y="10149"/>
                </a:lnTo>
                <a:lnTo>
                  <a:pt x="225449" y="9724"/>
                </a:lnTo>
                <a:lnTo>
                  <a:pt x="226117" y="9688"/>
                </a:lnTo>
                <a:lnTo>
                  <a:pt x="226910" y="9704"/>
                </a:lnTo>
                <a:lnTo>
                  <a:pt x="228108" y="9854"/>
                </a:lnTo>
                <a:lnTo>
                  <a:pt x="229139" y="10037"/>
                </a:lnTo>
                <a:lnTo>
                  <a:pt x="230281" y="10416"/>
                </a:lnTo>
                <a:lnTo>
                  <a:pt x="231426" y="10878"/>
                </a:lnTo>
                <a:lnTo>
                  <a:pt x="232474" y="11506"/>
                </a:lnTo>
                <a:lnTo>
                  <a:pt x="233571" y="12278"/>
                </a:lnTo>
                <a:lnTo>
                  <a:pt x="234611" y="13216"/>
                </a:lnTo>
                <a:lnTo>
                  <a:pt x="235474" y="14196"/>
                </a:lnTo>
                <a:lnTo>
                  <a:pt x="236203" y="15178"/>
                </a:lnTo>
                <a:lnTo>
                  <a:pt x="236783" y="16229"/>
                </a:lnTo>
                <a:lnTo>
                  <a:pt x="237261" y="17437"/>
                </a:lnTo>
                <a:lnTo>
                  <a:pt x="236416" y="17750"/>
                </a:lnTo>
                <a:lnTo>
                  <a:pt x="236013" y="17898"/>
                </a:lnTo>
                <a:lnTo>
                  <a:pt x="235512" y="19004"/>
                </a:lnTo>
                <a:lnTo>
                  <a:pt x="236492" y="21474"/>
                </a:lnTo>
                <a:lnTo>
                  <a:pt x="237589" y="24341"/>
                </a:lnTo>
                <a:lnTo>
                  <a:pt x="239047" y="28238"/>
                </a:lnTo>
                <a:lnTo>
                  <a:pt x="240412" y="31936"/>
                </a:lnTo>
                <a:lnTo>
                  <a:pt x="241811" y="35698"/>
                </a:lnTo>
                <a:lnTo>
                  <a:pt x="243257" y="39530"/>
                </a:lnTo>
                <a:lnTo>
                  <a:pt x="244709" y="43418"/>
                </a:lnTo>
                <a:lnTo>
                  <a:pt x="246217" y="47695"/>
                </a:lnTo>
                <a:lnTo>
                  <a:pt x="251268" y="61699"/>
                </a:lnTo>
                <a:lnTo>
                  <a:pt x="255391" y="73121"/>
                </a:lnTo>
                <a:lnTo>
                  <a:pt x="259871" y="85791"/>
                </a:lnTo>
                <a:lnTo>
                  <a:pt x="263795" y="97064"/>
                </a:lnTo>
                <a:lnTo>
                  <a:pt x="266096" y="104108"/>
                </a:lnTo>
                <a:lnTo>
                  <a:pt x="267231" y="107585"/>
                </a:lnTo>
                <a:lnTo>
                  <a:pt x="268494" y="111067"/>
                </a:lnTo>
                <a:lnTo>
                  <a:pt x="270679" y="117112"/>
                </a:lnTo>
                <a:lnTo>
                  <a:pt x="271993" y="120785"/>
                </a:lnTo>
                <a:lnTo>
                  <a:pt x="273375" y="124528"/>
                </a:lnTo>
                <a:lnTo>
                  <a:pt x="274730" y="128318"/>
                </a:lnTo>
                <a:lnTo>
                  <a:pt x="274447" y="128380"/>
                </a:lnTo>
                <a:lnTo>
                  <a:pt x="287153" y="1647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9DE6443-AE29-4229-B400-67FE14FD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559" y="4254756"/>
            <a:ext cx="13439" cy="12580"/>
          </a:xfrm>
          <a:custGeom xmlns:a="http://schemas.openxmlformats.org/drawingml/2006/main">
            <a:pathLst>
              <a:path w="13439" h="12580">
                <a:moveTo>
                  <a:pt x="4355" y="10432"/>
                </a:moveTo>
                <a:lnTo>
                  <a:pt x="2068" y="7286"/>
                </a:lnTo>
                <a:lnTo>
                  <a:pt x="1365" y="6239"/>
                </a:lnTo>
                <a:lnTo>
                  <a:pt x="0" y="6111"/>
                </a:lnTo>
                <a:lnTo>
                  <a:pt x="9262" y="0"/>
                </a:lnTo>
                <a:lnTo>
                  <a:pt x="8486" y="1241"/>
                </a:lnTo>
                <a:lnTo>
                  <a:pt x="8907" y="2624"/>
                </a:lnTo>
                <a:lnTo>
                  <a:pt x="11578" y="6579"/>
                </a:lnTo>
                <a:lnTo>
                  <a:pt x="13439" y="6694"/>
                </a:lnTo>
                <a:lnTo>
                  <a:pt x="4411" y="12580"/>
                </a:lnTo>
                <a:lnTo>
                  <a:pt x="4355" y="104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3FE5437-88DB-4D08-B4E6-0052039E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720" y="3920335"/>
            <a:ext cx="1184861" cy="521065"/>
          </a:xfrm>
          <a:custGeom xmlns:a="http://schemas.openxmlformats.org/drawingml/2006/main">
            <a:pathLst>
              <a:path w="1184861" h="521065">
                <a:moveTo>
                  <a:pt x="337878" y="191255"/>
                </a:moveTo>
                <a:lnTo>
                  <a:pt x="307012" y="168940"/>
                </a:lnTo>
                <a:lnTo>
                  <a:pt x="245334" y="124799"/>
                </a:lnTo>
                <a:lnTo>
                  <a:pt x="228487" y="111211"/>
                </a:lnTo>
                <a:lnTo>
                  <a:pt x="227565" y="110534"/>
                </a:lnTo>
                <a:lnTo>
                  <a:pt x="216121" y="102303"/>
                </a:lnTo>
                <a:lnTo>
                  <a:pt x="215299" y="101797"/>
                </a:lnTo>
                <a:lnTo>
                  <a:pt x="204797" y="95399"/>
                </a:lnTo>
                <a:lnTo>
                  <a:pt x="194580" y="88384"/>
                </a:lnTo>
                <a:lnTo>
                  <a:pt x="129926" y="42408"/>
                </a:lnTo>
                <a:lnTo>
                  <a:pt x="122089" y="37415"/>
                </a:lnTo>
                <a:lnTo>
                  <a:pt x="115747" y="35989"/>
                </a:lnTo>
                <a:lnTo>
                  <a:pt x="112474" y="40457"/>
                </a:lnTo>
                <a:lnTo>
                  <a:pt x="108455" y="40145"/>
                </a:lnTo>
                <a:lnTo>
                  <a:pt x="95093" y="39279"/>
                </a:lnTo>
                <a:lnTo>
                  <a:pt x="92587" y="33789"/>
                </a:lnTo>
                <a:lnTo>
                  <a:pt x="85447" y="36775"/>
                </a:lnTo>
                <a:lnTo>
                  <a:pt x="86318" y="39321"/>
                </a:lnTo>
                <a:lnTo>
                  <a:pt x="82935" y="39857"/>
                </a:lnTo>
                <a:lnTo>
                  <a:pt x="73893" y="41399"/>
                </a:lnTo>
                <a:lnTo>
                  <a:pt x="72863" y="38320"/>
                </a:lnTo>
                <a:lnTo>
                  <a:pt x="64655" y="41626"/>
                </a:lnTo>
                <a:lnTo>
                  <a:pt x="63864" y="41019"/>
                </a:lnTo>
                <a:lnTo>
                  <a:pt x="63029" y="40877"/>
                </a:lnTo>
                <a:lnTo>
                  <a:pt x="62690" y="40922"/>
                </a:lnTo>
                <a:lnTo>
                  <a:pt x="54275" y="44206"/>
                </a:lnTo>
                <a:lnTo>
                  <a:pt x="53802" y="44465"/>
                </a:lnTo>
                <a:lnTo>
                  <a:pt x="53523" y="44891"/>
                </a:lnTo>
                <a:lnTo>
                  <a:pt x="53379" y="45350"/>
                </a:lnTo>
                <a:lnTo>
                  <a:pt x="53326" y="45898"/>
                </a:lnTo>
                <a:lnTo>
                  <a:pt x="48864" y="47611"/>
                </a:lnTo>
                <a:lnTo>
                  <a:pt x="48318" y="47835"/>
                </a:lnTo>
                <a:lnTo>
                  <a:pt x="47928" y="47872"/>
                </a:lnTo>
                <a:lnTo>
                  <a:pt x="47526" y="47865"/>
                </a:lnTo>
                <a:lnTo>
                  <a:pt x="39767" y="50229"/>
                </a:lnTo>
                <a:lnTo>
                  <a:pt x="39066" y="50503"/>
                </a:lnTo>
                <a:lnTo>
                  <a:pt x="38786" y="50674"/>
                </a:lnTo>
                <a:lnTo>
                  <a:pt x="38504" y="50982"/>
                </a:lnTo>
                <a:lnTo>
                  <a:pt x="38380" y="51541"/>
                </a:lnTo>
                <a:lnTo>
                  <a:pt x="33582" y="53427"/>
                </a:lnTo>
                <a:lnTo>
                  <a:pt x="30617" y="54598"/>
                </a:lnTo>
                <a:lnTo>
                  <a:pt x="28878" y="49844"/>
                </a:lnTo>
                <a:lnTo>
                  <a:pt x="29028" y="49785"/>
                </a:lnTo>
                <a:lnTo>
                  <a:pt x="29433" y="49501"/>
                </a:lnTo>
                <a:lnTo>
                  <a:pt x="29576" y="49234"/>
                </a:lnTo>
                <a:lnTo>
                  <a:pt x="29624" y="48913"/>
                </a:lnTo>
                <a:lnTo>
                  <a:pt x="29604" y="48586"/>
                </a:lnTo>
                <a:lnTo>
                  <a:pt x="29429" y="48299"/>
                </a:lnTo>
                <a:lnTo>
                  <a:pt x="29141" y="47979"/>
                </a:lnTo>
                <a:lnTo>
                  <a:pt x="28884" y="47749"/>
                </a:lnTo>
                <a:lnTo>
                  <a:pt x="28606" y="47556"/>
                </a:lnTo>
                <a:lnTo>
                  <a:pt x="28294" y="47382"/>
                </a:lnTo>
                <a:lnTo>
                  <a:pt x="27990" y="47263"/>
                </a:lnTo>
                <a:lnTo>
                  <a:pt x="27633" y="47281"/>
                </a:lnTo>
                <a:lnTo>
                  <a:pt x="27178" y="47366"/>
                </a:lnTo>
                <a:lnTo>
                  <a:pt x="25256" y="48091"/>
                </a:lnTo>
                <a:lnTo>
                  <a:pt x="4515" y="55910"/>
                </a:lnTo>
                <a:lnTo>
                  <a:pt x="2084" y="56831"/>
                </a:lnTo>
                <a:lnTo>
                  <a:pt x="0" y="48706"/>
                </a:lnTo>
                <a:lnTo>
                  <a:pt x="1895" y="47991"/>
                </a:lnTo>
                <a:lnTo>
                  <a:pt x="22676" y="40217"/>
                </a:lnTo>
                <a:lnTo>
                  <a:pt x="25118" y="39305"/>
                </a:lnTo>
                <a:lnTo>
                  <a:pt x="25406" y="39033"/>
                </a:lnTo>
                <a:lnTo>
                  <a:pt x="25678" y="38570"/>
                </a:lnTo>
                <a:lnTo>
                  <a:pt x="25814" y="38011"/>
                </a:lnTo>
                <a:lnTo>
                  <a:pt x="25849" y="37418"/>
                </a:lnTo>
                <a:lnTo>
                  <a:pt x="25786" y="36937"/>
                </a:lnTo>
                <a:lnTo>
                  <a:pt x="25593" y="36596"/>
                </a:lnTo>
                <a:lnTo>
                  <a:pt x="25297" y="36394"/>
                </a:lnTo>
                <a:lnTo>
                  <a:pt x="24966" y="36312"/>
                </a:lnTo>
                <a:lnTo>
                  <a:pt x="24605" y="36386"/>
                </a:lnTo>
                <a:lnTo>
                  <a:pt x="22708" y="31335"/>
                </a:lnTo>
                <a:lnTo>
                  <a:pt x="31125" y="28324"/>
                </a:lnTo>
                <a:lnTo>
                  <a:pt x="31212" y="28459"/>
                </a:lnTo>
                <a:lnTo>
                  <a:pt x="31642" y="28675"/>
                </a:lnTo>
                <a:lnTo>
                  <a:pt x="32062" y="28746"/>
                </a:lnTo>
                <a:lnTo>
                  <a:pt x="32490" y="28698"/>
                </a:lnTo>
                <a:lnTo>
                  <a:pt x="40482" y="26254"/>
                </a:lnTo>
                <a:lnTo>
                  <a:pt x="40990" y="26068"/>
                </a:lnTo>
                <a:lnTo>
                  <a:pt x="41373" y="25775"/>
                </a:lnTo>
                <a:lnTo>
                  <a:pt x="41595" y="25341"/>
                </a:lnTo>
                <a:lnTo>
                  <a:pt x="41623" y="24913"/>
                </a:lnTo>
                <a:lnTo>
                  <a:pt x="41529" y="24532"/>
                </a:lnTo>
                <a:lnTo>
                  <a:pt x="44263" y="23704"/>
                </a:lnTo>
                <a:lnTo>
                  <a:pt x="44621" y="24168"/>
                </a:lnTo>
                <a:lnTo>
                  <a:pt x="45087" y="24484"/>
                </a:lnTo>
                <a:lnTo>
                  <a:pt x="45693" y="24604"/>
                </a:lnTo>
                <a:lnTo>
                  <a:pt x="46232" y="24526"/>
                </a:lnTo>
                <a:lnTo>
                  <a:pt x="54332" y="21160"/>
                </a:lnTo>
                <a:lnTo>
                  <a:pt x="54874" y="20963"/>
                </a:lnTo>
                <a:lnTo>
                  <a:pt x="55075" y="20748"/>
                </a:lnTo>
                <a:lnTo>
                  <a:pt x="55313" y="20286"/>
                </a:lnTo>
                <a:lnTo>
                  <a:pt x="55465" y="19918"/>
                </a:lnTo>
                <a:lnTo>
                  <a:pt x="55467" y="19335"/>
                </a:lnTo>
                <a:lnTo>
                  <a:pt x="55232" y="18685"/>
                </a:lnTo>
                <a:lnTo>
                  <a:pt x="74221" y="10457"/>
                </a:lnTo>
                <a:lnTo>
                  <a:pt x="76022" y="14809"/>
                </a:lnTo>
                <a:lnTo>
                  <a:pt x="83287" y="11729"/>
                </a:lnTo>
                <a:lnTo>
                  <a:pt x="81370" y="7180"/>
                </a:lnTo>
                <a:lnTo>
                  <a:pt x="86521" y="4912"/>
                </a:lnTo>
                <a:lnTo>
                  <a:pt x="91780" y="2559"/>
                </a:lnTo>
                <a:lnTo>
                  <a:pt x="96543" y="401"/>
                </a:lnTo>
                <a:lnTo>
                  <a:pt x="97604" y="218"/>
                </a:lnTo>
                <a:lnTo>
                  <a:pt x="98566" y="110"/>
                </a:lnTo>
                <a:lnTo>
                  <a:pt x="99652" y="18"/>
                </a:lnTo>
                <a:lnTo>
                  <a:pt x="101012" y="0"/>
                </a:lnTo>
                <a:lnTo>
                  <a:pt x="101722" y="27"/>
                </a:lnTo>
                <a:lnTo>
                  <a:pt x="102509" y="70"/>
                </a:lnTo>
                <a:lnTo>
                  <a:pt x="103572" y="169"/>
                </a:lnTo>
                <a:lnTo>
                  <a:pt x="105023" y="413"/>
                </a:lnTo>
                <a:lnTo>
                  <a:pt x="106028" y="632"/>
                </a:lnTo>
                <a:lnTo>
                  <a:pt x="107090" y="913"/>
                </a:lnTo>
                <a:lnTo>
                  <a:pt x="108339" y="1308"/>
                </a:lnTo>
                <a:lnTo>
                  <a:pt x="109816" y="1898"/>
                </a:lnTo>
                <a:lnTo>
                  <a:pt x="110944" y="2369"/>
                </a:lnTo>
                <a:lnTo>
                  <a:pt x="112941" y="3199"/>
                </a:lnTo>
                <a:lnTo>
                  <a:pt x="117238" y="6200"/>
                </a:lnTo>
                <a:lnTo>
                  <a:pt x="117518" y="5792"/>
                </a:lnTo>
                <a:lnTo>
                  <a:pt x="116995" y="5433"/>
                </a:lnTo>
                <a:lnTo>
                  <a:pt x="117220" y="5108"/>
                </a:lnTo>
                <a:lnTo>
                  <a:pt x="121012" y="7767"/>
                </a:lnTo>
                <a:lnTo>
                  <a:pt x="120764" y="8083"/>
                </a:lnTo>
                <a:lnTo>
                  <a:pt x="119695" y="7347"/>
                </a:lnTo>
                <a:lnTo>
                  <a:pt x="119416" y="7727"/>
                </a:lnTo>
                <a:lnTo>
                  <a:pt x="120484" y="8473"/>
                </a:lnTo>
                <a:lnTo>
                  <a:pt x="122923" y="10176"/>
                </a:lnTo>
                <a:lnTo>
                  <a:pt x="126772" y="12888"/>
                </a:lnTo>
                <a:lnTo>
                  <a:pt x="130682" y="15617"/>
                </a:lnTo>
                <a:lnTo>
                  <a:pt x="140010" y="22146"/>
                </a:lnTo>
                <a:lnTo>
                  <a:pt x="149123" y="28535"/>
                </a:lnTo>
                <a:lnTo>
                  <a:pt x="181600" y="51301"/>
                </a:lnTo>
                <a:lnTo>
                  <a:pt x="202564" y="65973"/>
                </a:lnTo>
                <a:lnTo>
                  <a:pt x="259310" y="105509"/>
                </a:lnTo>
                <a:lnTo>
                  <a:pt x="259557" y="105156"/>
                </a:lnTo>
                <a:lnTo>
                  <a:pt x="259347" y="105007"/>
                </a:lnTo>
                <a:lnTo>
                  <a:pt x="259594" y="104654"/>
                </a:lnTo>
                <a:lnTo>
                  <a:pt x="265568" y="108822"/>
                </a:lnTo>
                <a:lnTo>
                  <a:pt x="265343" y="109174"/>
                </a:lnTo>
                <a:lnTo>
                  <a:pt x="263428" y="107841"/>
                </a:lnTo>
                <a:lnTo>
                  <a:pt x="262933" y="107499"/>
                </a:lnTo>
                <a:lnTo>
                  <a:pt x="262680" y="107852"/>
                </a:lnTo>
                <a:lnTo>
                  <a:pt x="263181" y="108203"/>
                </a:lnTo>
                <a:lnTo>
                  <a:pt x="281609" y="121048"/>
                </a:lnTo>
                <a:lnTo>
                  <a:pt x="291858" y="128181"/>
                </a:lnTo>
                <a:lnTo>
                  <a:pt x="317416" y="146046"/>
                </a:lnTo>
                <a:lnTo>
                  <a:pt x="330178" y="154952"/>
                </a:lnTo>
                <a:lnTo>
                  <a:pt x="351777" y="170136"/>
                </a:lnTo>
                <a:lnTo>
                  <a:pt x="372421" y="184652"/>
                </a:lnTo>
                <a:lnTo>
                  <a:pt x="371720" y="185591"/>
                </a:lnTo>
                <a:lnTo>
                  <a:pt x="369383" y="183913"/>
                </a:lnTo>
                <a:lnTo>
                  <a:pt x="369136" y="184293"/>
                </a:lnTo>
                <a:lnTo>
                  <a:pt x="386632" y="196871"/>
                </a:lnTo>
                <a:lnTo>
                  <a:pt x="390622" y="197949"/>
                </a:lnTo>
                <a:lnTo>
                  <a:pt x="390515" y="198107"/>
                </a:lnTo>
                <a:lnTo>
                  <a:pt x="392534" y="199556"/>
                </a:lnTo>
                <a:lnTo>
                  <a:pt x="394581" y="201014"/>
                </a:lnTo>
                <a:lnTo>
                  <a:pt x="394667" y="200884"/>
                </a:lnTo>
                <a:lnTo>
                  <a:pt x="397105" y="204226"/>
                </a:lnTo>
                <a:lnTo>
                  <a:pt x="405959" y="210111"/>
                </a:lnTo>
                <a:lnTo>
                  <a:pt x="419117" y="218997"/>
                </a:lnTo>
                <a:lnTo>
                  <a:pt x="419680" y="218162"/>
                </a:lnTo>
                <a:lnTo>
                  <a:pt x="424020" y="221271"/>
                </a:lnTo>
                <a:lnTo>
                  <a:pt x="423552" y="221921"/>
                </a:lnTo>
                <a:lnTo>
                  <a:pt x="433422" y="228873"/>
                </a:lnTo>
                <a:lnTo>
                  <a:pt x="446721" y="238010"/>
                </a:lnTo>
                <a:lnTo>
                  <a:pt x="460179" y="247471"/>
                </a:lnTo>
                <a:lnTo>
                  <a:pt x="475031" y="257951"/>
                </a:lnTo>
                <a:lnTo>
                  <a:pt x="490757" y="268991"/>
                </a:lnTo>
                <a:lnTo>
                  <a:pt x="491262" y="268276"/>
                </a:lnTo>
                <a:lnTo>
                  <a:pt x="496055" y="271637"/>
                </a:lnTo>
                <a:lnTo>
                  <a:pt x="495496" y="272417"/>
                </a:lnTo>
                <a:lnTo>
                  <a:pt x="504828" y="279064"/>
                </a:lnTo>
                <a:lnTo>
                  <a:pt x="519892" y="289747"/>
                </a:lnTo>
                <a:lnTo>
                  <a:pt x="535432" y="300692"/>
                </a:lnTo>
                <a:lnTo>
                  <a:pt x="548529" y="310007"/>
                </a:lnTo>
                <a:lnTo>
                  <a:pt x="548062" y="310666"/>
                </a:lnTo>
                <a:lnTo>
                  <a:pt x="560278" y="319358"/>
                </a:lnTo>
                <a:lnTo>
                  <a:pt x="560971" y="318356"/>
                </a:lnTo>
                <a:lnTo>
                  <a:pt x="565239" y="321312"/>
                </a:lnTo>
                <a:lnTo>
                  <a:pt x="571619" y="325587"/>
                </a:lnTo>
                <a:lnTo>
                  <a:pt x="577506" y="328964"/>
                </a:lnTo>
                <a:lnTo>
                  <a:pt x="583695" y="332379"/>
                </a:lnTo>
                <a:lnTo>
                  <a:pt x="587776" y="334547"/>
                </a:lnTo>
                <a:lnTo>
                  <a:pt x="593542" y="336953"/>
                </a:lnTo>
                <a:lnTo>
                  <a:pt x="599955" y="339560"/>
                </a:lnTo>
                <a:lnTo>
                  <a:pt x="606093" y="341674"/>
                </a:lnTo>
                <a:lnTo>
                  <a:pt x="613483" y="343882"/>
                </a:lnTo>
                <a:lnTo>
                  <a:pt x="618477" y="345370"/>
                </a:lnTo>
                <a:lnTo>
                  <a:pt x="628767" y="348138"/>
                </a:lnTo>
                <a:lnTo>
                  <a:pt x="644043" y="352130"/>
                </a:lnTo>
                <a:lnTo>
                  <a:pt x="659944" y="356314"/>
                </a:lnTo>
                <a:lnTo>
                  <a:pt x="663261" y="357237"/>
                </a:lnTo>
                <a:lnTo>
                  <a:pt x="663582" y="356081"/>
                </a:lnTo>
                <a:lnTo>
                  <a:pt x="669023" y="357593"/>
                </a:lnTo>
                <a:lnTo>
                  <a:pt x="668763" y="358520"/>
                </a:lnTo>
                <a:lnTo>
                  <a:pt x="686503" y="363439"/>
                </a:lnTo>
                <a:lnTo>
                  <a:pt x="704543" y="368341"/>
                </a:lnTo>
                <a:lnTo>
                  <a:pt x="722705" y="373176"/>
                </a:lnTo>
                <a:lnTo>
                  <a:pt x="741037" y="378133"/>
                </a:lnTo>
                <a:lnTo>
                  <a:pt x="759471" y="383115"/>
                </a:lnTo>
                <a:lnTo>
                  <a:pt x="778028" y="388140"/>
                </a:lnTo>
                <a:lnTo>
                  <a:pt x="796641" y="393172"/>
                </a:lnTo>
                <a:lnTo>
                  <a:pt x="815525" y="398305"/>
                </a:lnTo>
                <a:lnTo>
                  <a:pt x="821517" y="399940"/>
                </a:lnTo>
                <a:lnTo>
                  <a:pt x="821725" y="399169"/>
                </a:lnTo>
                <a:lnTo>
                  <a:pt x="828431" y="401058"/>
                </a:lnTo>
                <a:lnTo>
                  <a:pt x="828247" y="401873"/>
                </a:lnTo>
                <a:lnTo>
                  <a:pt x="876411" y="415133"/>
                </a:lnTo>
                <a:lnTo>
                  <a:pt x="909925" y="424429"/>
                </a:lnTo>
                <a:lnTo>
                  <a:pt x="909732" y="425154"/>
                </a:lnTo>
                <a:lnTo>
                  <a:pt x="978546" y="443781"/>
                </a:lnTo>
                <a:lnTo>
                  <a:pt x="1002414" y="450201"/>
                </a:lnTo>
                <a:lnTo>
                  <a:pt x="1002515" y="449825"/>
                </a:lnTo>
                <a:lnTo>
                  <a:pt x="1002688" y="449192"/>
                </a:lnTo>
                <a:lnTo>
                  <a:pt x="1008196" y="450693"/>
                </a:lnTo>
                <a:lnTo>
                  <a:pt x="1008028" y="451299"/>
                </a:lnTo>
                <a:lnTo>
                  <a:pt x="1007937" y="451656"/>
                </a:lnTo>
                <a:lnTo>
                  <a:pt x="1040092" y="460396"/>
                </a:lnTo>
                <a:lnTo>
                  <a:pt x="1070676" y="468622"/>
                </a:lnTo>
                <a:lnTo>
                  <a:pt x="1085957" y="472767"/>
                </a:lnTo>
                <a:lnTo>
                  <a:pt x="1101071" y="476662"/>
                </a:lnTo>
                <a:lnTo>
                  <a:pt x="1133609" y="485118"/>
                </a:lnTo>
                <a:lnTo>
                  <a:pt x="1133547" y="485338"/>
                </a:lnTo>
                <a:lnTo>
                  <a:pt x="1145571" y="488431"/>
                </a:lnTo>
                <a:lnTo>
                  <a:pt x="1147649" y="488968"/>
                </a:lnTo>
                <a:lnTo>
                  <a:pt x="1155847" y="491080"/>
                </a:lnTo>
                <a:lnTo>
                  <a:pt x="1155872" y="490970"/>
                </a:lnTo>
                <a:lnTo>
                  <a:pt x="1184861" y="498631"/>
                </a:lnTo>
                <a:lnTo>
                  <a:pt x="1184861" y="521065"/>
                </a:lnTo>
                <a:lnTo>
                  <a:pt x="1173883" y="518260"/>
                </a:lnTo>
                <a:lnTo>
                  <a:pt x="1158708" y="514358"/>
                </a:lnTo>
                <a:lnTo>
                  <a:pt x="1155749" y="513463"/>
                </a:lnTo>
                <a:lnTo>
                  <a:pt x="1146484" y="510660"/>
                </a:lnTo>
                <a:lnTo>
                  <a:pt x="1134534" y="507582"/>
                </a:lnTo>
                <a:lnTo>
                  <a:pt x="1134569" y="507436"/>
                </a:lnTo>
                <a:lnTo>
                  <a:pt x="1111040" y="500779"/>
                </a:lnTo>
                <a:lnTo>
                  <a:pt x="1058062" y="487005"/>
                </a:lnTo>
                <a:lnTo>
                  <a:pt x="959279" y="460255"/>
                </a:lnTo>
                <a:lnTo>
                  <a:pt x="921044" y="449864"/>
                </a:lnTo>
                <a:lnTo>
                  <a:pt x="703400" y="390952"/>
                </a:lnTo>
                <a:lnTo>
                  <a:pt x="634508" y="372624"/>
                </a:lnTo>
                <a:lnTo>
                  <a:pt x="631612" y="372382"/>
                </a:lnTo>
                <a:lnTo>
                  <a:pt x="628234" y="373565"/>
                </a:lnTo>
                <a:lnTo>
                  <a:pt x="624730" y="376491"/>
                </a:lnTo>
                <a:lnTo>
                  <a:pt x="623052" y="380927"/>
                </a:lnTo>
                <a:lnTo>
                  <a:pt x="616677" y="404670"/>
                </a:lnTo>
                <a:lnTo>
                  <a:pt x="610415" y="401858"/>
                </a:lnTo>
                <a:lnTo>
                  <a:pt x="608708" y="399144"/>
                </a:lnTo>
                <a:lnTo>
                  <a:pt x="601090" y="386103"/>
                </a:lnTo>
                <a:lnTo>
                  <a:pt x="591256" y="369669"/>
                </a:lnTo>
                <a:lnTo>
                  <a:pt x="590030" y="369073"/>
                </a:lnTo>
                <a:lnTo>
                  <a:pt x="589000" y="368955"/>
                </a:lnTo>
                <a:lnTo>
                  <a:pt x="561242" y="360131"/>
                </a:lnTo>
                <a:lnTo>
                  <a:pt x="561168" y="358612"/>
                </a:lnTo>
                <a:lnTo>
                  <a:pt x="560319" y="356904"/>
                </a:lnTo>
                <a:lnTo>
                  <a:pt x="550049" y="339616"/>
                </a:lnTo>
                <a:lnTo>
                  <a:pt x="538821" y="331744"/>
                </a:lnTo>
                <a:lnTo>
                  <a:pt x="518733" y="317633"/>
                </a:lnTo>
                <a:lnTo>
                  <a:pt x="508726" y="311660"/>
                </a:lnTo>
                <a:lnTo>
                  <a:pt x="507669" y="312171"/>
                </a:lnTo>
                <a:lnTo>
                  <a:pt x="497732" y="305249"/>
                </a:lnTo>
                <a:lnTo>
                  <a:pt x="495348" y="303536"/>
                </a:lnTo>
                <a:lnTo>
                  <a:pt x="492839" y="301481"/>
                </a:lnTo>
                <a:lnTo>
                  <a:pt x="489262" y="294134"/>
                </a:lnTo>
                <a:lnTo>
                  <a:pt x="461166" y="274260"/>
                </a:lnTo>
                <a:lnTo>
                  <a:pt x="446513" y="264759"/>
                </a:lnTo>
                <a:lnTo>
                  <a:pt x="434900" y="256724"/>
                </a:lnTo>
                <a:lnTo>
                  <a:pt x="421750" y="247291"/>
                </a:lnTo>
                <a:lnTo>
                  <a:pt x="407363" y="237291"/>
                </a:lnTo>
                <a:lnTo>
                  <a:pt x="407470" y="237124"/>
                </a:lnTo>
                <a:lnTo>
                  <a:pt x="386548" y="222633"/>
                </a:lnTo>
                <a:lnTo>
                  <a:pt x="386407" y="222810"/>
                </a:lnTo>
                <a:lnTo>
                  <a:pt x="383253" y="220626"/>
                </a:lnTo>
                <a:lnTo>
                  <a:pt x="383384" y="220303"/>
                </a:lnTo>
                <a:lnTo>
                  <a:pt x="379217" y="217399"/>
                </a:lnTo>
                <a:lnTo>
                  <a:pt x="377815" y="219031"/>
                </a:lnTo>
                <a:lnTo>
                  <a:pt x="377101" y="219223"/>
                </a:lnTo>
                <a:lnTo>
                  <a:pt x="376354" y="219024"/>
                </a:lnTo>
                <a:lnTo>
                  <a:pt x="369668" y="214147"/>
                </a:lnTo>
                <a:lnTo>
                  <a:pt x="370929" y="212455"/>
                </a:lnTo>
                <a:lnTo>
                  <a:pt x="358275" y="203419"/>
                </a:lnTo>
                <a:lnTo>
                  <a:pt x="357973" y="203837"/>
                </a:lnTo>
                <a:lnTo>
                  <a:pt x="357123" y="204998"/>
                </a:lnTo>
                <a:lnTo>
                  <a:pt x="337878" y="1912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6CF9849-017F-4E6B-904A-A7FD6422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245" y="2118661"/>
            <a:ext cx="15696" cy="63379"/>
          </a:xfrm>
          <a:custGeom xmlns:a="http://schemas.openxmlformats.org/drawingml/2006/main">
            <a:pathLst>
              <a:path w="15696" h="63379">
                <a:moveTo>
                  <a:pt x="6706" y="63379"/>
                </a:moveTo>
                <a:lnTo>
                  <a:pt x="4627" y="61904"/>
                </a:lnTo>
                <a:lnTo>
                  <a:pt x="171" y="2350"/>
                </a:lnTo>
                <a:lnTo>
                  <a:pt x="0" y="68"/>
                </a:lnTo>
                <a:lnTo>
                  <a:pt x="11296" y="0"/>
                </a:lnTo>
                <a:lnTo>
                  <a:pt x="11421" y="1809"/>
                </a:lnTo>
                <a:lnTo>
                  <a:pt x="15696" y="62570"/>
                </a:lnTo>
                <a:lnTo>
                  <a:pt x="14853" y="63184"/>
                </a:lnTo>
                <a:lnTo>
                  <a:pt x="6706" y="633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78EA548-D2D9-4537-A384-11BA2A5C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96" y="4397155"/>
            <a:ext cx="569951" cy="400977"/>
          </a:xfrm>
          <a:custGeom xmlns:a="http://schemas.openxmlformats.org/drawingml/2006/main">
            <a:pathLst>
              <a:path w="569951" h="400977">
                <a:moveTo>
                  <a:pt x="423441" y="93752"/>
                </a:moveTo>
                <a:lnTo>
                  <a:pt x="422487" y="95672"/>
                </a:lnTo>
                <a:lnTo>
                  <a:pt x="414973" y="92117"/>
                </a:lnTo>
                <a:lnTo>
                  <a:pt x="414291" y="91879"/>
                </a:lnTo>
                <a:lnTo>
                  <a:pt x="413459" y="91628"/>
                </a:lnTo>
                <a:lnTo>
                  <a:pt x="412887" y="91516"/>
                </a:lnTo>
                <a:lnTo>
                  <a:pt x="412058" y="91383"/>
                </a:lnTo>
                <a:lnTo>
                  <a:pt x="411348" y="91347"/>
                </a:lnTo>
                <a:lnTo>
                  <a:pt x="410478" y="91360"/>
                </a:lnTo>
                <a:lnTo>
                  <a:pt x="409671" y="91445"/>
                </a:lnTo>
                <a:lnTo>
                  <a:pt x="408988" y="91564"/>
                </a:lnTo>
                <a:lnTo>
                  <a:pt x="408389" y="91707"/>
                </a:lnTo>
                <a:lnTo>
                  <a:pt x="407681" y="91944"/>
                </a:lnTo>
                <a:lnTo>
                  <a:pt x="406643" y="92363"/>
                </a:lnTo>
                <a:lnTo>
                  <a:pt x="405682" y="92944"/>
                </a:lnTo>
                <a:lnTo>
                  <a:pt x="404948" y="93446"/>
                </a:lnTo>
                <a:lnTo>
                  <a:pt x="404303" y="94164"/>
                </a:lnTo>
                <a:lnTo>
                  <a:pt x="403246" y="95577"/>
                </a:lnTo>
                <a:lnTo>
                  <a:pt x="402630" y="96522"/>
                </a:lnTo>
                <a:lnTo>
                  <a:pt x="402070" y="97739"/>
                </a:lnTo>
                <a:lnTo>
                  <a:pt x="401584" y="99000"/>
                </a:lnTo>
                <a:lnTo>
                  <a:pt x="401016" y="101137"/>
                </a:lnTo>
                <a:lnTo>
                  <a:pt x="400895" y="102060"/>
                </a:lnTo>
                <a:lnTo>
                  <a:pt x="400862" y="103345"/>
                </a:lnTo>
                <a:lnTo>
                  <a:pt x="401127" y="104941"/>
                </a:lnTo>
                <a:lnTo>
                  <a:pt x="401638" y="106331"/>
                </a:lnTo>
                <a:lnTo>
                  <a:pt x="402317" y="107542"/>
                </a:lnTo>
                <a:lnTo>
                  <a:pt x="403087" y="108415"/>
                </a:lnTo>
                <a:lnTo>
                  <a:pt x="404203" y="109269"/>
                </a:lnTo>
                <a:lnTo>
                  <a:pt x="405378" y="110003"/>
                </a:lnTo>
                <a:lnTo>
                  <a:pt x="419241" y="117590"/>
                </a:lnTo>
                <a:lnTo>
                  <a:pt x="424733" y="120607"/>
                </a:lnTo>
                <a:lnTo>
                  <a:pt x="447524" y="133087"/>
                </a:lnTo>
                <a:lnTo>
                  <a:pt x="455324" y="137081"/>
                </a:lnTo>
                <a:lnTo>
                  <a:pt x="464533" y="141439"/>
                </a:lnTo>
                <a:lnTo>
                  <a:pt x="469828" y="143768"/>
                </a:lnTo>
                <a:lnTo>
                  <a:pt x="473134" y="144947"/>
                </a:lnTo>
                <a:lnTo>
                  <a:pt x="476569" y="146997"/>
                </a:lnTo>
                <a:lnTo>
                  <a:pt x="482966" y="151110"/>
                </a:lnTo>
                <a:lnTo>
                  <a:pt x="488291" y="154385"/>
                </a:lnTo>
                <a:lnTo>
                  <a:pt x="492420" y="156281"/>
                </a:lnTo>
                <a:lnTo>
                  <a:pt x="502043" y="160454"/>
                </a:lnTo>
                <a:lnTo>
                  <a:pt x="513123" y="166147"/>
                </a:lnTo>
                <a:lnTo>
                  <a:pt x="524392" y="171816"/>
                </a:lnTo>
                <a:lnTo>
                  <a:pt x="535889" y="177635"/>
                </a:lnTo>
                <a:lnTo>
                  <a:pt x="547193" y="183367"/>
                </a:lnTo>
                <a:lnTo>
                  <a:pt x="554798" y="187393"/>
                </a:lnTo>
                <a:lnTo>
                  <a:pt x="564806" y="192604"/>
                </a:lnTo>
                <a:lnTo>
                  <a:pt x="566624" y="195735"/>
                </a:lnTo>
                <a:lnTo>
                  <a:pt x="567280" y="196073"/>
                </a:lnTo>
                <a:lnTo>
                  <a:pt x="568541" y="196695"/>
                </a:lnTo>
                <a:lnTo>
                  <a:pt x="569677" y="197276"/>
                </a:lnTo>
                <a:lnTo>
                  <a:pt x="569951" y="197933"/>
                </a:lnTo>
                <a:lnTo>
                  <a:pt x="566735" y="204185"/>
                </a:lnTo>
                <a:lnTo>
                  <a:pt x="566041" y="204330"/>
                </a:lnTo>
                <a:lnTo>
                  <a:pt x="564933" y="203768"/>
                </a:lnTo>
                <a:lnTo>
                  <a:pt x="563683" y="203126"/>
                </a:lnTo>
                <a:lnTo>
                  <a:pt x="563049" y="202806"/>
                </a:lnTo>
                <a:lnTo>
                  <a:pt x="561547" y="205733"/>
                </a:lnTo>
                <a:lnTo>
                  <a:pt x="559589" y="204673"/>
                </a:lnTo>
                <a:lnTo>
                  <a:pt x="550940" y="199983"/>
                </a:lnTo>
                <a:lnTo>
                  <a:pt x="526562" y="187262"/>
                </a:lnTo>
                <a:lnTo>
                  <a:pt x="516330" y="181993"/>
                </a:lnTo>
                <a:lnTo>
                  <a:pt x="505900" y="176639"/>
                </a:lnTo>
                <a:lnTo>
                  <a:pt x="493371" y="169973"/>
                </a:lnTo>
                <a:lnTo>
                  <a:pt x="480617" y="163195"/>
                </a:lnTo>
                <a:lnTo>
                  <a:pt x="476598" y="161033"/>
                </a:lnTo>
                <a:lnTo>
                  <a:pt x="464174" y="154947"/>
                </a:lnTo>
                <a:lnTo>
                  <a:pt x="459188" y="152473"/>
                </a:lnTo>
                <a:lnTo>
                  <a:pt x="448594" y="146795"/>
                </a:lnTo>
                <a:lnTo>
                  <a:pt x="436553" y="140216"/>
                </a:lnTo>
                <a:lnTo>
                  <a:pt x="432472" y="138657"/>
                </a:lnTo>
                <a:lnTo>
                  <a:pt x="423712" y="134178"/>
                </a:lnTo>
                <a:lnTo>
                  <a:pt x="414880" y="129136"/>
                </a:lnTo>
                <a:lnTo>
                  <a:pt x="404384" y="121880"/>
                </a:lnTo>
                <a:lnTo>
                  <a:pt x="398188" y="118363"/>
                </a:lnTo>
                <a:lnTo>
                  <a:pt x="390144" y="114393"/>
                </a:lnTo>
                <a:lnTo>
                  <a:pt x="386085" y="112195"/>
                </a:lnTo>
                <a:lnTo>
                  <a:pt x="375434" y="107083"/>
                </a:lnTo>
                <a:lnTo>
                  <a:pt x="367102" y="101919"/>
                </a:lnTo>
                <a:lnTo>
                  <a:pt x="343620" y="87370"/>
                </a:lnTo>
                <a:lnTo>
                  <a:pt x="331467" y="80102"/>
                </a:lnTo>
                <a:lnTo>
                  <a:pt x="310698" y="68342"/>
                </a:lnTo>
                <a:lnTo>
                  <a:pt x="305211" y="65080"/>
                </a:lnTo>
                <a:lnTo>
                  <a:pt x="298296" y="60971"/>
                </a:lnTo>
                <a:lnTo>
                  <a:pt x="287765" y="54690"/>
                </a:lnTo>
                <a:lnTo>
                  <a:pt x="285386" y="52912"/>
                </a:lnTo>
                <a:lnTo>
                  <a:pt x="280415" y="50356"/>
                </a:lnTo>
                <a:lnTo>
                  <a:pt x="275869" y="47652"/>
                </a:lnTo>
                <a:lnTo>
                  <a:pt x="262832" y="40097"/>
                </a:lnTo>
                <a:lnTo>
                  <a:pt x="253625" y="34746"/>
                </a:lnTo>
                <a:lnTo>
                  <a:pt x="242617" y="28377"/>
                </a:lnTo>
                <a:lnTo>
                  <a:pt x="231258" y="21789"/>
                </a:lnTo>
                <a:lnTo>
                  <a:pt x="221681" y="16183"/>
                </a:lnTo>
                <a:lnTo>
                  <a:pt x="218442" y="14565"/>
                </a:lnTo>
                <a:lnTo>
                  <a:pt x="215272" y="13701"/>
                </a:lnTo>
                <a:lnTo>
                  <a:pt x="211409" y="14449"/>
                </a:lnTo>
                <a:lnTo>
                  <a:pt x="209773" y="15676"/>
                </a:lnTo>
                <a:lnTo>
                  <a:pt x="204471" y="21162"/>
                </a:lnTo>
                <a:lnTo>
                  <a:pt x="196314" y="28818"/>
                </a:lnTo>
                <a:lnTo>
                  <a:pt x="196232" y="28893"/>
                </a:lnTo>
                <a:lnTo>
                  <a:pt x="187963" y="36943"/>
                </a:lnTo>
                <a:lnTo>
                  <a:pt x="180042" y="44875"/>
                </a:lnTo>
                <a:lnTo>
                  <a:pt x="176128" y="48794"/>
                </a:lnTo>
                <a:lnTo>
                  <a:pt x="168892" y="55424"/>
                </a:lnTo>
                <a:lnTo>
                  <a:pt x="163473" y="59410"/>
                </a:lnTo>
                <a:lnTo>
                  <a:pt x="159654" y="62917"/>
                </a:lnTo>
                <a:lnTo>
                  <a:pt x="154057" y="67991"/>
                </a:lnTo>
                <a:lnTo>
                  <a:pt x="148495" y="73320"/>
                </a:lnTo>
                <a:lnTo>
                  <a:pt x="142670" y="79065"/>
                </a:lnTo>
                <a:lnTo>
                  <a:pt x="130759" y="90190"/>
                </a:lnTo>
                <a:lnTo>
                  <a:pt x="122168" y="98758"/>
                </a:lnTo>
                <a:lnTo>
                  <a:pt x="115389" y="105576"/>
                </a:lnTo>
                <a:lnTo>
                  <a:pt x="106451" y="113863"/>
                </a:lnTo>
                <a:lnTo>
                  <a:pt x="97457" y="122178"/>
                </a:lnTo>
                <a:lnTo>
                  <a:pt x="88287" y="130579"/>
                </a:lnTo>
                <a:lnTo>
                  <a:pt x="79047" y="139065"/>
                </a:lnTo>
                <a:lnTo>
                  <a:pt x="69915" y="147675"/>
                </a:lnTo>
                <a:lnTo>
                  <a:pt x="60948" y="156354"/>
                </a:lnTo>
                <a:lnTo>
                  <a:pt x="57125" y="160143"/>
                </a:lnTo>
                <a:lnTo>
                  <a:pt x="52889" y="164580"/>
                </a:lnTo>
                <a:lnTo>
                  <a:pt x="46598" y="171085"/>
                </a:lnTo>
                <a:lnTo>
                  <a:pt x="39345" y="177496"/>
                </a:lnTo>
                <a:lnTo>
                  <a:pt x="31188" y="184951"/>
                </a:lnTo>
                <a:lnTo>
                  <a:pt x="23887" y="192065"/>
                </a:lnTo>
                <a:lnTo>
                  <a:pt x="20106" y="199624"/>
                </a:lnTo>
                <a:lnTo>
                  <a:pt x="26247" y="205484"/>
                </a:lnTo>
                <a:lnTo>
                  <a:pt x="33988" y="211966"/>
                </a:lnTo>
                <a:lnTo>
                  <a:pt x="43367" y="219818"/>
                </a:lnTo>
                <a:lnTo>
                  <a:pt x="57581" y="232261"/>
                </a:lnTo>
                <a:lnTo>
                  <a:pt x="77000" y="248102"/>
                </a:lnTo>
                <a:lnTo>
                  <a:pt x="96138" y="263613"/>
                </a:lnTo>
                <a:lnTo>
                  <a:pt x="115416" y="279148"/>
                </a:lnTo>
                <a:lnTo>
                  <a:pt x="133955" y="294802"/>
                </a:lnTo>
                <a:lnTo>
                  <a:pt x="143504" y="302558"/>
                </a:lnTo>
                <a:lnTo>
                  <a:pt x="149172" y="306973"/>
                </a:lnTo>
                <a:lnTo>
                  <a:pt x="152266" y="309215"/>
                </a:lnTo>
                <a:lnTo>
                  <a:pt x="156769" y="312840"/>
                </a:lnTo>
                <a:lnTo>
                  <a:pt x="164773" y="319534"/>
                </a:lnTo>
                <a:lnTo>
                  <a:pt x="173992" y="326789"/>
                </a:lnTo>
                <a:lnTo>
                  <a:pt x="183175" y="334208"/>
                </a:lnTo>
                <a:lnTo>
                  <a:pt x="192504" y="341815"/>
                </a:lnTo>
                <a:lnTo>
                  <a:pt x="202236" y="349712"/>
                </a:lnTo>
                <a:lnTo>
                  <a:pt x="212076" y="357706"/>
                </a:lnTo>
                <a:lnTo>
                  <a:pt x="224984" y="368197"/>
                </a:lnTo>
                <a:lnTo>
                  <a:pt x="241136" y="380872"/>
                </a:lnTo>
                <a:lnTo>
                  <a:pt x="243368" y="381514"/>
                </a:lnTo>
                <a:lnTo>
                  <a:pt x="248956" y="379719"/>
                </a:lnTo>
                <a:lnTo>
                  <a:pt x="253546" y="377503"/>
                </a:lnTo>
                <a:lnTo>
                  <a:pt x="254128" y="379884"/>
                </a:lnTo>
                <a:lnTo>
                  <a:pt x="244165" y="382951"/>
                </a:lnTo>
                <a:lnTo>
                  <a:pt x="241053" y="383442"/>
                </a:lnTo>
                <a:lnTo>
                  <a:pt x="240623" y="382588"/>
                </a:lnTo>
                <a:lnTo>
                  <a:pt x="233392" y="381120"/>
                </a:lnTo>
                <a:lnTo>
                  <a:pt x="230195" y="382607"/>
                </a:lnTo>
                <a:lnTo>
                  <a:pt x="227663" y="385661"/>
                </a:lnTo>
                <a:lnTo>
                  <a:pt x="221756" y="388704"/>
                </a:lnTo>
                <a:lnTo>
                  <a:pt x="211661" y="393969"/>
                </a:lnTo>
                <a:lnTo>
                  <a:pt x="210464" y="394511"/>
                </a:lnTo>
                <a:lnTo>
                  <a:pt x="209483" y="395183"/>
                </a:lnTo>
                <a:lnTo>
                  <a:pt x="208714" y="395877"/>
                </a:lnTo>
                <a:lnTo>
                  <a:pt x="207047" y="398271"/>
                </a:lnTo>
                <a:lnTo>
                  <a:pt x="204937" y="400977"/>
                </a:lnTo>
                <a:lnTo>
                  <a:pt x="198655" y="396123"/>
                </a:lnTo>
                <a:lnTo>
                  <a:pt x="191910" y="390871"/>
                </a:lnTo>
                <a:lnTo>
                  <a:pt x="194714" y="386927"/>
                </a:lnTo>
                <a:lnTo>
                  <a:pt x="202776" y="376887"/>
                </a:lnTo>
                <a:lnTo>
                  <a:pt x="204410" y="374093"/>
                </a:lnTo>
                <a:lnTo>
                  <a:pt x="204860" y="372314"/>
                </a:lnTo>
                <a:lnTo>
                  <a:pt x="204230" y="370445"/>
                </a:lnTo>
                <a:lnTo>
                  <a:pt x="203982" y="370115"/>
                </a:lnTo>
                <a:lnTo>
                  <a:pt x="203632" y="369751"/>
                </a:lnTo>
                <a:lnTo>
                  <a:pt x="198854" y="365850"/>
                </a:lnTo>
                <a:lnTo>
                  <a:pt x="194013" y="361905"/>
                </a:lnTo>
                <a:lnTo>
                  <a:pt x="189160" y="357925"/>
                </a:lnTo>
                <a:lnTo>
                  <a:pt x="188054" y="357025"/>
                </a:lnTo>
                <a:lnTo>
                  <a:pt x="187911" y="356910"/>
                </a:lnTo>
                <a:lnTo>
                  <a:pt x="184279" y="353936"/>
                </a:lnTo>
                <a:lnTo>
                  <a:pt x="179404" y="349956"/>
                </a:lnTo>
                <a:lnTo>
                  <a:pt x="174580" y="346038"/>
                </a:lnTo>
                <a:lnTo>
                  <a:pt x="169642" y="342005"/>
                </a:lnTo>
                <a:lnTo>
                  <a:pt x="164807" y="338042"/>
                </a:lnTo>
                <a:lnTo>
                  <a:pt x="159972" y="334107"/>
                </a:lnTo>
                <a:lnTo>
                  <a:pt x="155153" y="330143"/>
                </a:lnTo>
                <a:lnTo>
                  <a:pt x="150301" y="326190"/>
                </a:lnTo>
                <a:lnTo>
                  <a:pt x="145499" y="322253"/>
                </a:lnTo>
                <a:lnTo>
                  <a:pt x="140659" y="318327"/>
                </a:lnTo>
                <a:lnTo>
                  <a:pt x="135818" y="314355"/>
                </a:lnTo>
                <a:lnTo>
                  <a:pt x="130943" y="310384"/>
                </a:lnTo>
                <a:lnTo>
                  <a:pt x="126005" y="306360"/>
                </a:lnTo>
                <a:lnTo>
                  <a:pt x="121175" y="302397"/>
                </a:lnTo>
                <a:lnTo>
                  <a:pt x="116433" y="298568"/>
                </a:lnTo>
                <a:lnTo>
                  <a:pt x="111564" y="294634"/>
                </a:lnTo>
                <a:lnTo>
                  <a:pt x="106678" y="290663"/>
                </a:lnTo>
                <a:lnTo>
                  <a:pt x="101742" y="286684"/>
                </a:lnTo>
                <a:lnTo>
                  <a:pt x="96908" y="282758"/>
                </a:lnTo>
                <a:lnTo>
                  <a:pt x="91942" y="278725"/>
                </a:lnTo>
                <a:lnTo>
                  <a:pt x="86983" y="274720"/>
                </a:lnTo>
                <a:lnTo>
                  <a:pt x="82050" y="270687"/>
                </a:lnTo>
                <a:lnTo>
                  <a:pt x="77113" y="266653"/>
                </a:lnTo>
                <a:lnTo>
                  <a:pt x="72181" y="262629"/>
                </a:lnTo>
                <a:lnTo>
                  <a:pt x="67141" y="258544"/>
                </a:lnTo>
                <a:lnTo>
                  <a:pt x="62160" y="254539"/>
                </a:lnTo>
                <a:lnTo>
                  <a:pt x="57165" y="250480"/>
                </a:lnTo>
                <a:lnTo>
                  <a:pt x="52323" y="246481"/>
                </a:lnTo>
                <a:lnTo>
                  <a:pt x="47509" y="242472"/>
                </a:lnTo>
                <a:lnTo>
                  <a:pt x="42594" y="238429"/>
                </a:lnTo>
                <a:lnTo>
                  <a:pt x="37707" y="234422"/>
                </a:lnTo>
                <a:lnTo>
                  <a:pt x="32759" y="230425"/>
                </a:lnTo>
                <a:lnTo>
                  <a:pt x="30940" y="228924"/>
                </a:lnTo>
                <a:lnTo>
                  <a:pt x="29835" y="228926"/>
                </a:lnTo>
                <a:lnTo>
                  <a:pt x="29257" y="228358"/>
                </a:lnTo>
                <a:lnTo>
                  <a:pt x="28930" y="227410"/>
                </a:lnTo>
                <a:lnTo>
                  <a:pt x="24220" y="223526"/>
                </a:lnTo>
                <a:lnTo>
                  <a:pt x="19458" y="219597"/>
                </a:lnTo>
                <a:lnTo>
                  <a:pt x="14595" y="215635"/>
                </a:lnTo>
                <a:lnTo>
                  <a:pt x="9567" y="211559"/>
                </a:lnTo>
                <a:lnTo>
                  <a:pt x="4900" y="206161"/>
                </a:lnTo>
                <a:lnTo>
                  <a:pt x="3376" y="204425"/>
                </a:lnTo>
                <a:lnTo>
                  <a:pt x="2199" y="203153"/>
                </a:lnTo>
                <a:lnTo>
                  <a:pt x="1057" y="201498"/>
                </a:lnTo>
                <a:lnTo>
                  <a:pt x="101" y="200585"/>
                </a:lnTo>
                <a:lnTo>
                  <a:pt x="0" y="198866"/>
                </a:lnTo>
                <a:lnTo>
                  <a:pt x="458" y="196741"/>
                </a:lnTo>
                <a:lnTo>
                  <a:pt x="1003" y="195415"/>
                </a:lnTo>
                <a:lnTo>
                  <a:pt x="1601" y="194397"/>
                </a:lnTo>
                <a:lnTo>
                  <a:pt x="2762" y="192910"/>
                </a:lnTo>
                <a:lnTo>
                  <a:pt x="8396" y="187297"/>
                </a:lnTo>
                <a:lnTo>
                  <a:pt x="10970" y="184816"/>
                </a:lnTo>
                <a:lnTo>
                  <a:pt x="28168" y="168489"/>
                </a:lnTo>
                <a:lnTo>
                  <a:pt x="36879" y="160245"/>
                </a:lnTo>
                <a:lnTo>
                  <a:pt x="39335" y="157922"/>
                </a:lnTo>
                <a:lnTo>
                  <a:pt x="56075" y="142017"/>
                </a:lnTo>
                <a:lnTo>
                  <a:pt x="87102" y="113049"/>
                </a:lnTo>
                <a:lnTo>
                  <a:pt x="117466" y="83679"/>
                </a:lnTo>
                <a:lnTo>
                  <a:pt x="141041" y="61856"/>
                </a:lnTo>
                <a:lnTo>
                  <a:pt x="143091" y="60026"/>
                </a:lnTo>
                <a:lnTo>
                  <a:pt x="153891" y="50598"/>
                </a:lnTo>
                <a:lnTo>
                  <a:pt x="158157" y="46278"/>
                </a:lnTo>
                <a:lnTo>
                  <a:pt x="159787" y="44605"/>
                </a:lnTo>
                <a:lnTo>
                  <a:pt x="161113" y="43258"/>
                </a:lnTo>
                <a:lnTo>
                  <a:pt x="162435" y="41730"/>
                </a:lnTo>
                <a:lnTo>
                  <a:pt x="163246" y="40352"/>
                </a:lnTo>
                <a:lnTo>
                  <a:pt x="174599" y="29643"/>
                </a:lnTo>
                <a:lnTo>
                  <a:pt x="205618" y="0"/>
                </a:lnTo>
                <a:lnTo>
                  <a:pt x="282576" y="3718"/>
                </a:lnTo>
                <a:lnTo>
                  <a:pt x="282942" y="5102"/>
                </a:lnTo>
                <a:lnTo>
                  <a:pt x="283109" y="6364"/>
                </a:lnTo>
                <a:lnTo>
                  <a:pt x="283060" y="7704"/>
                </a:lnTo>
                <a:lnTo>
                  <a:pt x="283353" y="8853"/>
                </a:lnTo>
                <a:lnTo>
                  <a:pt x="283638" y="10357"/>
                </a:lnTo>
                <a:lnTo>
                  <a:pt x="283700" y="11239"/>
                </a:lnTo>
                <a:lnTo>
                  <a:pt x="284123" y="12467"/>
                </a:lnTo>
                <a:lnTo>
                  <a:pt x="284501" y="13678"/>
                </a:lnTo>
                <a:lnTo>
                  <a:pt x="284884" y="14906"/>
                </a:lnTo>
                <a:lnTo>
                  <a:pt x="285526" y="16201"/>
                </a:lnTo>
                <a:lnTo>
                  <a:pt x="286376" y="17545"/>
                </a:lnTo>
                <a:lnTo>
                  <a:pt x="287025" y="19067"/>
                </a:lnTo>
                <a:lnTo>
                  <a:pt x="287612" y="20600"/>
                </a:lnTo>
                <a:lnTo>
                  <a:pt x="288200" y="21769"/>
                </a:lnTo>
                <a:lnTo>
                  <a:pt x="288726" y="23112"/>
                </a:lnTo>
                <a:lnTo>
                  <a:pt x="289574" y="24575"/>
                </a:lnTo>
                <a:lnTo>
                  <a:pt x="290140" y="25935"/>
                </a:lnTo>
                <a:lnTo>
                  <a:pt x="291183" y="27629"/>
                </a:lnTo>
                <a:lnTo>
                  <a:pt x="291812" y="28870"/>
                </a:lnTo>
                <a:lnTo>
                  <a:pt x="292949" y="29888"/>
                </a:lnTo>
                <a:lnTo>
                  <a:pt x="293710" y="31434"/>
                </a:lnTo>
                <a:lnTo>
                  <a:pt x="297216" y="33874"/>
                </a:lnTo>
                <a:lnTo>
                  <a:pt x="329543" y="51461"/>
                </a:lnTo>
                <a:lnTo>
                  <a:pt x="350836" y="63881"/>
                </a:lnTo>
                <a:lnTo>
                  <a:pt x="358820" y="68544"/>
                </a:lnTo>
                <a:lnTo>
                  <a:pt x="360391" y="69268"/>
                </a:lnTo>
                <a:lnTo>
                  <a:pt x="361797" y="69714"/>
                </a:lnTo>
                <a:lnTo>
                  <a:pt x="363290" y="70030"/>
                </a:lnTo>
                <a:lnTo>
                  <a:pt x="364258" y="70168"/>
                </a:lnTo>
                <a:lnTo>
                  <a:pt x="365376" y="70248"/>
                </a:lnTo>
                <a:lnTo>
                  <a:pt x="372905" y="70761"/>
                </a:lnTo>
                <a:lnTo>
                  <a:pt x="378596" y="71167"/>
                </a:lnTo>
                <a:lnTo>
                  <a:pt x="381484" y="71929"/>
                </a:lnTo>
                <a:lnTo>
                  <a:pt x="384856" y="72642"/>
                </a:lnTo>
                <a:lnTo>
                  <a:pt x="390098" y="74025"/>
                </a:lnTo>
                <a:lnTo>
                  <a:pt x="394305" y="75099"/>
                </a:lnTo>
                <a:lnTo>
                  <a:pt x="397049" y="75682"/>
                </a:lnTo>
                <a:lnTo>
                  <a:pt x="403543" y="76723"/>
                </a:lnTo>
                <a:lnTo>
                  <a:pt x="406315" y="77752"/>
                </a:lnTo>
                <a:lnTo>
                  <a:pt x="406884" y="77965"/>
                </a:lnTo>
                <a:lnTo>
                  <a:pt x="411752" y="80397"/>
                </a:lnTo>
                <a:lnTo>
                  <a:pt x="420277" y="84617"/>
                </a:lnTo>
                <a:lnTo>
                  <a:pt x="426342" y="87609"/>
                </a:lnTo>
                <a:lnTo>
                  <a:pt x="426597" y="87739"/>
                </a:lnTo>
                <a:lnTo>
                  <a:pt x="425866" y="89225"/>
                </a:lnTo>
                <a:lnTo>
                  <a:pt x="427608" y="90136"/>
                </a:lnTo>
                <a:lnTo>
                  <a:pt x="427378" y="92847"/>
                </a:lnTo>
                <a:lnTo>
                  <a:pt x="425268" y="94697"/>
                </a:lnTo>
                <a:lnTo>
                  <a:pt x="423441" y="937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FBB7BEE-985F-4768-9C2A-CF34DA80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259" y="4254231"/>
            <a:ext cx="84127" cy="57277"/>
          </a:xfrm>
          <a:custGeom xmlns:a="http://schemas.openxmlformats.org/drawingml/2006/main">
            <a:pathLst>
              <a:path w="84127" h="57277">
                <a:moveTo>
                  <a:pt x="48800" y="47521"/>
                </a:moveTo>
                <a:lnTo>
                  <a:pt x="16244" y="29564"/>
                </a:lnTo>
                <a:lnTo>
                  <a:pt x="5059" y="24131"/>
                </a:lnTo>
                <a:lnTo>
                  <a:pt x="347" y="21687"/>
                </a:lnTo>
                <a:lnTo>
                  <a:pt x="0" y="20384"/>
                </a:lnTo>
                <a:lnTo>
                  <a:pt x="428" y="19061"/>
                </a:lnTo>
                <a:lnTo>
                  <a:pt x="9711" y="13105"/>
                </a:lnTo>
                <a:lnTo>
                  <a:pt x="18738" y="7219"/>
                </a:lnTo>
                <a:lnTo>
                  <a:pt x="29237" y="0"/>
                </a:lnTo>
                <a:lnTo>
                  <a:pt x="38174" y="4591"/>
                </a:lnTo>
                <a:lnTo>
                  <a:pt x="38802" y="4939"/>
                </a:lnTo>
                <a:lnTo>
                  <a:pt x="84127" y="27240"/>
                </a:lnTo>
                <a:lnTo>
                  <a:pt x="68764" y="57277"/>
                </a:lnTo>
                <a:lnTo>
                  <a:pt x="48800" y="475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3199670-B0B9-4462-BD89-56C2E22E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453" y="2015539"/>
            <a:ext cx="164583" cy="53400"/>
          </a:xfrm>
          <a:custGeom xmlns:a="http://schemas.openxmlformats.org/drawingml/2006/main">
            <a:pathLst>
              <a:path w="164583" h="53400">
                <a:moveTo>
                  <a:pt x="116628" y="44800"/>
                </a:moveTo>
                <a:lnTo>
                  <a:pt x="82391" y="37971"/>
                </a:lnTo>
                <a:lnTo>
                  <a:pt x="64947" y="34710"/>
                </a:lnTo>
                <a:lnTo>
                  <a:pt x="30863" y="28615"/>
                </a:lnTo>
                <a:lnTo>
                  <a:pt x="15245" y="25425"/>
                </a:lnTo>
                <a:lnTo>
                  <a:pt x="10422" y="24358"/>
                </a:lnTo>
                <a:lnTo>
                  <a:pt x="9070" y="23847"/>
                </a:lnTo>
                <a:lnTo>
                  <a:pt x="8670" y="23693"/>
                </a:lnTo>
                <a:lnTo>
                  <a:pt x="4131" y="21316"/>
                </a:lnTo>
                <a:lnTo>
                  <a:pt x="0" y="19229"/>
                </a:lnTo>
                <a:lnTo>
                  <a:pt x="9785" y="0"/>
                </a:lnTo>
                <a:lnTo>
                  <a:pt x="14430" y="2347"/>
                </a:lnTo>
                <a:lnTo>
                  <a:pt x="18704" y="4585"/>
                </a:lnTo>
                <a:lnTo>
                  <a:pt x="20347" y="4078"/>
                </a:lnTo>
                <a:lnTo>
                  <a:pt x="30763" y="6657"/>
                </a:lnTo>
                <a:lnTo>
                  <a:pt x="103769" y="21108"/>
                </a:lnTo>
                <a:lnTo>
                  <a:pt x="161706" y="31643"/>
                </a:lnTo>
                <a:lnTo>
                  <a:pt x="164583" y="35894"/>
                </a:lnTo>
                <a:lnTo>
                  <a:pt x="161723" y="51035"/>
                </a:lnTo>
                <a:lnTo>
                  <a:pt x="158004" y="53400"/>
                </a:lnTo>
                <a:lnTo>
                  <a:pt x="116628" y="448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5793629-A69E-433D-99C8-7D74F61C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065" y="4588213"/>
            <a:ext cx="117581" cy="113811"/>
          </a:xfrm>
          <a:custGeom xmlns:a="http://schemas.openxmlformats.org/drawingml/2006/main">
            <a:pathLst>
              <a:path w="117581" h="113811">
                <a:moveTo>
                  <a:pt x="45855" y="3205"/>
                </a:moveTo>
                <a:lnTo>
                  <a:pt x="48774" y="5560"/>
                </a:lnTo>
                <a:lnTo>
                  <a:pt x="82286" y="20606"/>
                </a:lnTo>
                <a:lnTo>
                  <a:pt x="107946" y="31305"/>
                </a:lnTo>
                <a:lnTo>
                  <a:pt x="114236" y="29918"/>
                </a:lnTo>
                <a:lnTo>
                  <a:pt x="115555" y="27888"/>
                </a:lnTo>
                <a:lnTo>
                  <a:pt x="117581" y="32981"/>
                </a:lnTo>
                <a:lnTo>
                  <a:pt x="107557" y="35195"/>
                </a:lnTo>
                <a:lnTo>
                  <a:pt x="41295" y="5684"/>
                </a:lnTo>
                <a:lnTo>
                  <a:pt x="39072" y="6681"/>
                </a:lnTo>
                <a:lnTo>
                  <a:pt x="34457" y="19318"/>
                </a:lnTo>
                <a:lnTo>
                  <a:pt x="29307" y="41324"/>
                </a:lnTo>
                <a:lnTo>
                  <a:pt x="27746" y="45364"/>
                </a:lnTo>
                <a:lnTo>
                  <a:pt x="26124" y="51792"/>
                </a:lnTo>
                <a:lnTo>
                  <a:pt x="25894" y="55533"/>
                </a:lnTo>
                <a:lnTo>
                  <a:pt x="22895" y="66852"/>
                </a:lnTo>
                <a:lnTo>
                  <a:pt x="19853" y="79930"/>
                </a:lnTo>
                <a:lnTo>
                  <a:pt x="18251" y="83907"/>
                </a:lnTo>
                <a:lnTo>
                  <a:pt x="14455" y="100758"/>
                </a:lnTo>
                <a:lnTo>
                  <a:pt x="12789" y="106340"/>
                </a:lnTo>
                <a:lnTo>
                  <a:pt x="13745" y="113811"/>
                </a:lnTo>
                <a:lnTo>
                  <a:pt x="0" y="108891"/>
                </a:lnTo>
                <a:lnTo>
                  <a:pt x="3243" y="105964"/>
                </a:lnTo>
                <a:lnTo>
                  <a:pt x="7581" y="100994"/>
                </a:lnTo>
                <a:lnTo>
                  <a:pt x="7877" y="95922"/>
                </a:lnTo>
                <a:lnTo>
                  <a:pt x="8558" y="90238"/>
                </a:lnTo>
                <a:lnTo>
                  <a:pt x="8684" y="88013"/>
                </a:lnTo>
                <a:lnTo>
                  <a:pt x="11775" y="74496"/>
                </a:lnTo>
                <a:lnTo>
                  <a:pt x="16138" y="66010"/>
                </a:lnTo>
                <a:lnTo>
                  <a:pt x="15816" y="61018"/>
                </a:lnTo>
                <a:lnTo>
                  <a:pt x="18847" y="54279"/>
                </a:lnTo>
                <a:lnTo>
                  <a:pt x="21294" y="51883"/>
                </a:lnTo>
                <a:lnTo>
                  <a:pt x="24035" y="42411"/>
                </a:lnTo>
                <a:lnTo>
                  <a:pt x="25121" y="32171"/>
                </a:lnTo>
                <a:lnTo>
                  <a:pt x="27028" y="29160"/>
                </a:lnTo>
                <a:lnTo>
                  <a:pt x="25415" y="25569"/>
                </a:lnTo>
                <a:lnTo>
                  <a:pt x="28247" y="19327"/>
                </a:lnTo>
                <a:lnTo>
                  <a:pt x="26961" y="15864"/>
                </a:lnTo>
                <a:lnTo>
                  <a:pt x="27430" y="11843"/>
                </a:lnTo>
                <a:lnTo>
                  <a:pt x="29829" y="3382"/>
                </a:lnTo>
                <a:lnTo>
                  <a:pt x="29212" y="729"/>
                </a:lnTo>
                <a:lnTo>
                  <a:pt x="37177" y="0"/>
                </a:lnTo>
                <a:lnTo>
                  <a:pt x="40218" y="1477"/>
                </a:lnTo>
                <a:lnTo>
                  <a:pt x="45855" y="32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A5E3BB9-AF89-4378-B635-C429D54A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53" y="4307912"/>
            <a:ext cx="135829" cy="62469"/>
          </a:xfrm>
          <a:custGeom xmlns:a="http://schemas.openxmlformats.org/drawingml/2006/main">
            <a:pathLst>
              <a:path w="135829" h="62469">
                <a:moveTo>
                  <a:pt x="135829" y="38658"/>
                </a:moveTo>
                <a:lnTo>
                  <a:pt x="129317" y="62469"/>
                </a:lnTo>
                <a:lnTo>
                  <a:pt x="120075" y="60083"/>
                </a:lnTo>
                <a:lnTo>
                  <a:pt x="120873" y="57166"/>
                </a:lnTo>
                <a:lnTo>
                  <a:pt x="113932" y="55274"/>
                </a:lnTo>
                <a:lnTo>
                  <a:pt x="123027" y="42124"/>
                </a:lnTo>
                <a:lnTo>
                  <a:pt x="127535" y="43361"/>
                </a:lnTo>
                <a:lnTo>
                  <a:pt x="131338" y="37840"/>
                </a:lnTo>
                <a:lnTo>
                  <a:pt x="120249" y="34820"/>
                </a:lnTo>
                <a:lnTo>
                  <a:pt x="116606" y="34435"/>
                </a:lnTo>
                <a:lnTo>
                  <a:pt x="114809" y="34419"/>
                </a:lnTo>
                <a:lnTo>
                  <a:pt x="112706" y="35249"/>
                </a:lnTo>
                <a:lnTo>
                  <a:pt x="110445" y="35428"/>
                </a:lnTo>
                <a:lnTo>
                  <a:pt x="108235" y="34986"/>
                </a:lnTo>
                <a:lnTo>
                  <a:pt x="106236" y="33901"/>
                </a:lnTo>
                <a:lnTo>
                  <a:pt x="104627" y="32323"/>
                </a:lnTo>
                <a:lnTo>
                  <a:pt x="103084" y="30141"/>
                </a:lnTo>
                <a:lnTo>
                  <a:pt x="99242" y="27074"/>
                </a:lnTo>
                <a:lnTo>
                  <a:pt x="94001" y="27423"/>
                </a:lnTo>
                <a:lnTo>
                  <a:pt x="90787" y="26990"/>
                </a:lnTo>
                <a:lnTo>
                  <a:pt x="87734" y="25915"/>
                </a:lnTo>
                <a:lnTo>
                  <a:pt x="84950" y="24240"/>
                </a:lnTo>
                <a:lnTo>
                  <a:pt x="82518" y="21991"/>
                </a:lnTo>
                <a:lnTo>
                  <a:pt x="77499" y="22900"/>
                </a:lnTo>
                <a:lnTo>
                  <a:pt x="73494" y="24418"/>
                </a:lnTo>
                <a:lnTo>
                  <a:pt x="71240" y="24615"/>
                </a:lnTo>
                <a:lnTo>
                  <a:pt x="69024" y="24155"/>
                </a:lnTo>
                <a:lnTo>
                  <a:pt x="67026" y="23097"/>
                </a:lnTo>
                <a:lnTo>
                  <a:pt x="65421" y="21510"/>
                </a:lnTo>
                <a:lnTo>
                  <a:pt x="63879" y="19337"/>
                </a:lnTo>
                <a:lnTo>
                  <a:pt x="59932" y="16318"/>
                </a:lnTo>
                <a:lnTo>
                  <a:pt x="55131" y="16629"/>
                </a:lnTo>
                <a:lnTo>
                  <a:pt x="51922" y="16195"/>
                </a:lnTo>
                <a:lnTo>
                  <a:pt x="48864" y="15120"/>
                </a:lnTo>
                <a:lnTo>
                  <a:pt x="43607" y="11945"/>
                </a:lnTo>
                <a:lnTo>
                  <a:pt x="38588" y="12853"/>
                </a:lnTo>
                <a:lnTo>
                  <a:pt x="34583" y="14362"/>
                </a:lnTo>
                <a:lnTo>
                  <a:pt x="32323" y="14568"/>
                </a:lnTo>
                <a:lnTo>
                  <a:pt x="30107" y="14099"/>
                </a:lnTo>
                <a:lnTo>
                  <a:pt x="28115" y="13041"/>
                </a:lnTo>
                <a:lnTo>
                  <a:pt x="26505" y="11463"/>
                </a:lnTo>
                <a:lnTo>
                  <a:pt x="24962" y="9281"/>
                </a:lnTo>
                <a:lnTo>
                  <a:pt x="21798" y="7981"/>
                </a:lnTo>
                <a:lnTo>
                  <a:pt x="10141" y="4813"/>
                </a:lnTo>
                <a:lnTo>
                  <a:pt x="10666" y="11494"/>
                </a:lnTo>
                <a:lnTo>
                  <a:pt x="11023" y="22387"/>
                </a:lnTo>
                <a:lnTo>
                  <a:pt x="16797" y="23627"/>
                </a:lnTo>
                <a:lnTo>
                  <a:pt x="17238" y="29262"/>
                </a:lnTo>
                <a:lnTo>
                  <a:pt x="9583" y="27189"/>
                </a:lnTo>
                <a:lnTo>
                  <a:pt x="0" y="24548"/>
                </a:lnTo>
                <a:lnTo>
                  <a:pt x="6470" y="2724"/>
                </a:lnTo>
                <a:lnTo>
                  <a:pt x="7917" y="1310"/>
                </a:lnTo>
                <a:lnTo>
                  <a:pt x="10018" y="826"/>
                </a:lnTo>
                <a:lnTo>
                  <a:pt x="12992" y="0"/>
                </a:lnTo>
                <a:lnTo>
                  <a:pt x="128914" y="30034"/>
                </a:lnTo>
                <a:lnTo>
                  <a:pt x="135829" y="386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C849272-AD7F-4661-A6B0-5EE0B6F2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488" y="3066549"/>
            <a:ext cx="313513" cy="247898"/>
          </a:xfrm>
          <a:custGeom xmlns:a="http://schemas.openxmlformats.org/drawingml/2006/main">
            <a:pathLst>
              <a:path w="313513" h="247898">
                <a:moveTo>
                  <a:pt x="40026" y="203062"/>
                </a:moveTo>
                <a:lnTo>
                  <a:pt x="58361" y="189633"/>
                </a:lnTo>
                <a:lnTo>
                  <a:pt x="255927" y="36595"/>
                </a:lnTo>
                <a:lnTo>
                  <a:pt x="303464" y="0"/>
                </a:lnTo>
                <a:lnTo>
                  <a:pt x="313513" y="12713"/>
                </a:lnTo>
                <a:lnTo>
                  <a:pt x="284394" y="35885"/>
                </a:lnTo>
                <a:lnTo>
                  <a:pt x="281242" y="38391"/>
                </a:lnTo>
                <a:lnTo>
                  <a:pt x="200630" y="99874"/>
                </a:lnTo>
                <a:lnTo>
                  <a:pt x="93556" y="183454"/>
                </a:lnTo>
                <a:lnTo>
                  <a:pt x="91164" y="184556"/>
                </a:lnTo>
                <a:lnTo>
                  <a:pt x="80038" y="193449"/>
                </a:lnTo>
                <a:lnTo>
                  <a:pt x="52087" y="215340"/>
                </a:lnTo>
                <a:lnTo>
                  <a:pt x="48549" y="211718"/>
                </a:lnTo>
                <a:lnTo>
                  <a:pt x="26785" y="228389"/>
                </a:lnTo>
                <a:lnTo>
                  <a:pt x="29645" y="231283"/>
                </a:lnTo>
                <a:lnTo>
                  <a:pt x="18001" y="240409"/>
                </a:lnTo>
                <a:lnTo>
                  <a:pt x="14939" y="236646"/>
                </a:lnTo>
                <a:lnTo>
                  <a:pt x="12908" y="238294"/>
                </a:lnTo>
                <a:lnTo>
                  <a:pt x="15886" y="242068"/>
                </a:lnTo>
                <a:lnTo>
                  <a:pt x="8276" y="247898"/>
                </a:lnTo>
                <a:lnTo>
                  <a:pt x="5906" y="246467"/>
                </a:lnTo>
                <a:lnTo>
                  <a:pt x="5491" y="245950"/>
                </a:lnTo>
                <a:lnTo>
                  <a:pt x="3047" y="242973"/>
                </a:lnTo>
                <a:lnTo>
                  <a:pt x="635" y="239921"/>
                </a:lnTo>
                <a:lnTo>
                  <a:pt x="0" y="236805"/>
                </a:lnTo>
                <a:lnTo>
                  <a:pt x="7349" y="231026"/>
                </a:lnTo>
                <a:lnTo>
                  <a:pt x="10459" y="235134"/>
                </a:lnTo>
                <a:lnTo>
                  <a:pt x="12466" y="233405"/>
                </a:lnTo>
                <a:lnTo>
                  <a:pt x="9438" y="229450"/>
                </a:lnTo>
                <a:lnTo>
                  <a:pt x="19839" y="221386"/>
                </a:lnTo>
                <a:lnTo>
                  <a:pt x="22183" y="223747"/>
                </a:lnTo>
                <a:lnTo>
                  <a:pt x="43949" y="207139"/>
                </a:lnTo>
                <a:lnTo>
                  <a:pt x="40026" y="2030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22CEE16-3E8E-44B7-AB85-81E68798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595" y="2478336"/>
            <a:ext cx="406986" cy="171028"/>
          </a:xfrm>
          <a:custGeom xmlns:a="http://schemas.openxmlformats.org/drawingml/2006/main">
            <a:pathLst>
              <a:path w="406986" h="171028">
                <a:moveTo>
                  <a:pt x="392028" y="22021"/>
                </a:moveTo>
                <a:lnTo>
                  <a:pt x="375004" y="28535"/>
                </a:lnTo>
                <a:lnTo>
                  <a:pt x="341000" y="41598"/>
                </a:lnTo>
                <a:lnTo>
                  <a:pt x="273147" y="67902"/>
                </a:lnTo>
                <a:lnTo>
                  <a:pt x="271080" y="68813"/>
                </a:lnTo>
                <a:lnTo>
                  <a:pt x="257083" y="74462"/>
                </a:lnTo>
                <a:lnTo>
                  <a:pt x="254014" y="74627"/>
                </a:lnTo>
                <a:lnTo>
                  <a:pt x="249246" y="74435"/>
                </a:lnTo>
                <a:lnTo>
                  <a:pt x="244577" y="75034"/>
                </a:lnTo>
                <a:lnTo>
                  <a:pt x="243916" y="74715"/>
                </a:lnTo>
                <a:lnTo>
                  <a:pt x="239599" y="76160"/>
                </a:lnTo>
                <a:lnTo>
                  <a:pt x="239428" y="76420"/>
                </a:lnTo>
                <a:lnTo>
                  <a:pt x="238534" y="77801"/>
                </a:lnTo>
                <a:lnTo>
                  <a:pt x="238897" y="78037"/>
                </a:lnTo>
                <a:lnTo>
                  <a:pt x="238018" y="79391"/>
                </a:lnTo>
                <a:lnTo>
                  <a:pt x="235039" y="77448"/>
                </a:lnTo>
                <a:lnTo>
                  <a:pt x="233641" y="79599"/>
                </a:lnTo>
                <a:lnTo>
                  <a:pt x="232939" y="80666"/>
                </a:lnTo>
                <a:lnTo>
                  <a:pt x="230967" y="79735"/>
                </a:lnTo>
                <a:lnTo>
                  <a:pt x="228492" y="80384"/>
                </a:lnTo>
                <a:lnTo>
                  <a:pt x="223579" y="81654"/>
                </a:lnTo>
                <a:lnTo>
                  <a:pt x="221790" y="82121"/>
                </a:lnTo>
                <a:lnTo>
                  <a:pt x="220701" y="81440"/>
                </a:lnTo>
                <a:lnTo>
                  <a:pt x="220546" y="81690"/>
                </a:lnTo>
                <a:lnTo>
                  <a:pt x="219546" y="83292"/>
                </a:lnTo>
                <a:lnTo>
                  <a:pt x="217840" y="86025"/>
                </a:lnTo>
                <a:lnTo>
                  <a:pt x="217081" y="87239"/>
                </a:lnTo>
                <a:lnTo>
                  <a:pt x="216570" y="86924"/>
                </a:lnTo>
                <a:lnTo>
                  <a:pt x="215688" y="88342"/>
                </a:lnTo>
                <a:lnTo>
                  <a:pt x="214987" y="89463"/>
                </a:lnTo>
                <a:lnTo>
                  <a:pt x="195727" y="99761"/>
                </a:lnTo>
                <a:lnTo>
                  <a:pt x="184273" y="103766"/>
                </a:lnTo>
                <a:lnTo>
                  <a:pt x="174994" y="106119"/>
                </a:lnTo>
                <a:lnTo>
                  <a:pt x="174068" y="106499"/>
                </a:lnTo>
                <a:lnTo>
                  <a:pt x="126482" y="125152"/>
                </a:lnTo>
                <a:lnTo>
                  <a:pt x="108174" y="132328"/>
                </a:lnTo>
                <a:lnTo>
                  <a:pt x="38000" y="159108"/>
                </a:lnTo>
                <a:lnTo>
                  <a:pt x="5068" y="171028"/>
                </a:lnTo>
                <a:lnTo>
                  <a:pt x="0" y="156262"/>
                </a:lnTo>
                <a:lnTo>
                  <a:pt x="37092" y="141835"/>
                </a:lnTo>
                <a:lnTo>
                  <a:pt x="52052" y="136288"/>
                </a:lnTo>
                <a:lnTo>
                  <a:pt x="126485" y="108392"/>
                </a:lnTo>
                <a:lnTo>
                  <a:pt x="136997" y="104412"/>
                </a:lnTo>
                <a:lnTo>
                  <a:pt x="141353" y="102756"/>
                </a:lnTo>
                <a:lnTo>
                  <a:pt x="155786" y="97342"/>
                </a:lnTo>
                <a:lnTo>
                  <a:pt x="178224" y="89272"/>
                </a:lnTo>
                <a:lnTo>
                  <a:pt x="187844" y="85717"/>
                </a:lnTo>
                <a:lnTo>
                  <a:pt x="196681" y="84579"/>
                </a:lnTo>
                <a:lnTo>
                  <a:pt x="202529" y="84267"/>
                </a:lnTo>
                <a:lnTo>
                  <a:pt x="206460" y="84244"/>
                </a:lnTo>
                <a:lnTo>
                  <a:pt x="208462" y="83826"/>
                </a:lnTo>
                <a:lnTo>
                  <a:pt x="209670" y="84586"/>
                </a:lnTo>
                <a:lnTo>
                  <a:pt x="211334" y="81927"/>
                </a:lnTo>
                <a:lnTo>
                  <a:pt x="213071" y="79139"/>
                </a:lnTo>
                <a:lnTo>
                  <a:pt x="214018" y="77620"/>
                </a:lnTo>
                <a:lnTo>
                  <a:pt x="213553" y="77323"/>
                </a:lnTo>
                <a:lnTo>
                  <a:pt x="214527" y="75821"/>
                </a:lnTo>
                <a:lnTo>
                  <a:pt x="216557" y="72679"/>
                </a:lnTo>
                <a:lnTo>
                  <a:pt x="217558" y="71122"/>
                </a:lnTo>
                <a:lnTo>
                  <a:pt x="219879" y="72617"/>
                </a:lnTo>
                <a:lnTo>
                  <a:pt x="220735" y="71273"/>
                </a:lnTo>
                <a:lnTo>
                  <a:pt x="221399" y="70226"/>
                </a:lnTo>
                <a:lnTo>
                  <a:pt x="223999" y="71732"/>
                </a:lnTo>
                <a:lnTo>
                  <a:pt x="224559" y="70779"/>
                </a:lnTo>
                <a:lnTo>
                  <a:pt x="224752" y="70892"/>
                </a:lnTo>
                <a:lnTo>
                  <a:pt x="225223" y="70151"/>
                </a:lnTo>
                <a:lnTo>
                  <a:pt x="225640" y="69493"/>
                </a:lnTo>
                <a:lnTo>
                  <a:pt x="228498" y="71266"/>
                </a:lnTo>
                <a:lnTo>
                  <a:pt x="229337" y="69886"/>
                </a:lnTo>
                <a:lnTo>
                  <a:pt x="229491" y="69609"/>
                </a:lnTo>
                <a:lnTo>
                  <a:pt x="261542" y="56900"/>
                </a:lnTo>
                <a:lnTo>
                  <a:pt x="265435" y="55438"/>
                </a:lnTo>
                <a:lnTo>
                  <a:pt x="267498" y="54608"/>
                </a:lnTo>
                <a:lnTo>
                  <a:pt x="396359" y="3852"/>
                </a:lnTo>
                <a:lnTo>
                  <a:pt x="405676" y="459"/>
                </a:lnTo>
                <a:lnTo>
                  <a:pt x="406986" y="0"/>
                </a:lnTo>
                <a:lnTo>
                  <a:pt x="406986" y="16561"/>
                </a:lnTo>
                <a:lnTo>
                  <a:pt x="392028" y="220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E85EFB6-77DB-4EFC-8DC8-E5876310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92" y="3341802"/>
            <a:ext cx="118098" cy="103261"/>
          </a:xfrm>
          <a:custGeom xmlns:a="http://schemas.openxmlformats.org/drawingml/2006/main">
            <a:pathLst>
              <a:path w="118098" h="103261">
                <a:moveTo>
                  <a:pt x="7275" y="100392"/>
                </a:moveTo>
                <a:lnTo>
                  <a:pt x="6457" y="100677"/>
                </a:lnTo>
                <a:lnTo>
                  <a:pt x="6783" y="101598"/>
                </a:lnTo>
                <a:lnTo>
                  <a:pt x="6573" y="101676"/>
                </a:lnTo>
                <a:lnTo>
                  <a:pt x="6359" y="101809"/>
                </a:lnTo>
                <a:lnTo>
                  <a:pt x="6212" y="101941"/>
                </a:lnTo>
                <a:lnTo>
                  <a:pt x="6022" y="102146"/>
                </a:lnTo>
                <a:lnTo>
                  <a:pt x="5877" y="102387"/>
                </a:lnTo>
                <a:lnTo>
                  <a:pt x="5789" y="102617"/>
                </a:lnTo>
                <a:lnTo>
                  <a:pt x="5723" y="102856"/>
                </a:lnTo>
                <a:lnTo>
                  <a:pt x="5714" y="103165"/>
                </a:lnTo>
                <a:lnTo>
                  <a:pt x="5555" y="103261"/>
                </a:lnTo>
                <a:lnTo>
                  <a:pt x="0" y="87058"/>
                </a:lnTo>
                <a:lnTo>
                  <a:pt x="105" y="87246"/>
                </a:lnTo>
                <a:lnTo>
                  <a:pt x="233" y="87434"/>
                </a:lnTo>
                <a:lnTo>
                  <a:pt x="348" y="87549"/>
                </a:lnTo>
                <a:lnTo>
                  <a:pt x="519" y="87700"/>
                </a:lnTo>
                <a:lnTo>
                  <a:pt x="678" y="87814"/>
                </a:lnTo>
                <a:lnTo>
                  <a:pt x="865" y="87909"/>
                </a:lnTo>
                <a:lnTo>
                  <a:pt x="1045" y="87977"/>
                </a:lnTo>
                <a:lnTo>
                  <a:pt x="1213" y="88009"/>
                </a:lnTo>
                <a:lnTo>
                  <a:pt x="1393" y="88041"/>
                </a:lnTo>
                <a:lnTo>
                  <a:pt x="1672" y="88043"/>
                </a:lnTo>
                <a:lnTo>
                  <a:pt x="1844" y="88020"/>
                </a:lnTo>
                <a:lnTo>
                  <a:pt x="2049" y="87969"/>
                </a:lnTo>
                <a:lnTo>
                  <a:pt x="2375" y="88898"/>
                </a:lnTo>
                <a:lnTo>
                  <a:pt x="3221" y="88612"/>
                </a:lnTo>
                <a:lnTo>
                  <a:pt x="3582" y="89604"/>
                </a:lnTo>
                <a:lnTo>
                  <a:pt x="9529" y="85020"/>
                </a:lnTo>
                <a:lnTo>
                  <a:pt x="15045" y="80766"/>
                </a:lnTo>
                <a:lnTo>
                  <a:pt x="15821" y="80172"/>
                </a:lnTo>
                <a:lnTo>
                  <a:pt x="17620" y="78776"/>
                </a:lnTo>
                <a:lnTo>
                  <a:pt x="18046" y="78446"/>
                </a:lnTo>
                <a:lnTo>
                  <a:pt x="24120" y="73777"/>
                </a:lnTo>
                <a:lnTo>
                  <a:pt x="23775" y="72775"/>
                </a:lnTo>
                <a:lnTo>
                  <a:pt x="24588" y="72480"/>
                </a:lnTo>
                <a:lnTo>
                  <a:pt x="23934" y="70539"/>
                </a:lnTo>
                <a:lnTo>
                  <a:pt x="23304" y="70765"/>
                </a:lnTo>
                <a:lnTo>
                  <a:pt x="22186" y="67516"/>
                </a:lnTo>
                <a:lnTo>
                  <a:pt x="71542" y="29639"/>
                </a:lnTo>
                <a:lnTo>
                  <a:pt x="109715" y="0"/>
                </a:lnTo>
                <a:lnTo>
                  <a:pt x="113789" y="5558"/>
                </a:lnTo>
                <a:lnTo>
                  <a:pt x="116806" y="13548"/>
                </a:lnTo>
                <a:lnTo>
                  <a:pt x="118098" y="19790"/>
                </a:lnTo>
                <a:lnTo>
                  <a:pt x="117367" y="22305"/>
                </a:lnTo>
                <a:lnTo>
                  <a:pt x="33813" y="85936"/>
                </a:lnTo>
                <a:lnTo>
                  <a:pt x="30263" y="88598"/>
                </a:lnTo>
                <a:lnTo>
                  <a:pt x="28791" y="86105"/>
                </a:lnTo>
                <a:lnTo>
                  <a:pt x="29414" y="85833"/>
                </a:lnTo>
                <a:lnTo>
                  <a:pt x="28691" y="84022"/>
                </a:lnTo>
                <a:lnTo>
                  <a:pt x="28117" y="84246"/>
                </a:lnTo>
                <a:lnTo>
                  <a:pt x="27447" y="83581"/>
                </a:lnTo>
                <a:lnTo>
                  <a:pt x="26698" y="84138"/>
                </a:lnTo>
                <a:lnTo>
                  <a:pt x="21536" y="88073"/>
                </a:lnTo>
                <a:lnTo>
                  <a:pt x="18361" y="90553"/>
                </a:lnTo>
                <a:lnTo>
                  <a:pt x="17185" y="91458"/>
                </a:lnTo>
                <a:lnTo>
                  <a:pt x="12517" y="94842"/>
                </a:lnTo>
                <a:lnTo>
                  <a:pt x="6936" y="99380"/>
                </a:lnTo>
                <a:lnTo>
                  <a:pt x="7275" y="1003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2EA5874-0848-4539-B3D7-C0E93E9C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841" y="2785080"/>
            <a:ext cx="353219" cy="282897"/>
          </a:xfrm>
          <a:custGeom xmlns:a="http://schemas.openxmlformats.org/drawingml/2006/main">
            <a:pathLst>
              <a:path w="353219" h="282897">
                <a:moveTo>
                  <a:pt x="352483" y="8533"/>
                </a:moveTo>
                <a:lnTo>
                  <a:pt x="353049" y="9684"/>
                </a:lnTo>
                <a:lnTo>
                  <a:pt x="353219" y="10198"/>
                </a:lnTo>
                <a:lnTo>
                  <a:pt x="353214" y="10845"/>
                </a:lnTo>
                <a:lnTo>
                  <a:pt x="353154" y="11348"/>
                </a:lnTo>
                <a:lnTo>
                  <a:pt x="352994" y="11816"/>
                </a:lnTo>
                <a:lnTo>
                  <a:pt x="352688" y="12262"/>
                </a:lnTo>
                <a:lnTo>
                  <a:pt x="352237" y="12702"/>
                </a:lnTo>
                <a:lnTo>
                  <a:pt x="351344" y="13309"/>
                </a:lnTo>
                <a:lnTo>
                  <a:pt x="350881" y="13521"/>
                </a:lnTo>
                <a:lnTo>
                  <a:pt x="350340" y="13718"/>
                </a:lnTo>
                <a:lnTo>
                  <a:pt x="350437" y="14016"/>
                </a:lnTo>
                <a:lnTo>
                  <a:pt x="336453" y="26512"/>
                </a:lnTo>
                <a:lnTo>
                  <a:pt x="304795" y="52633"/>
                </a:lnTo>
                <a:lnTo>
                  <a:pt x="291801" y="63573"/>
                </a:lnTo>
                <a:lnTo>
                  <a:pt x="262907" y="86057"/>
                </a:lnTo>
                <a:lnTo>
                  <a:pt x="203789" y="132246"/>
                </a:lnTo>
                <a:lnTo>
                  <a:pt x="129027" y="190026"/>
                </a:lnTo>
                <a:lnTo>
                  <a:pt x="67322" y="238258"/>
                </a:lnTo>
                <a:lnTo>
                  <a:pt x="32948" y="265132"/>
                </a:lnTo>
                <a:lnTo>
                  <a:pt x="10211" y="282897"/>
                </a:lnTo>
                <a:lnTo>
                  <a:pt x="0" y="270352"/>
                </a:lnTo>
                <a:lnTo>
                  <a:pt x="302268" y="34182"/>
                </a:lnTo>
                <a:lnTo>
                  <a:pt x="338832" y="5918"/>
                </a:lnTo>
                <a:lnTo>
                  <a:pt x="344007" y="1690"/>
                </a:lnTo>
                <a:lnTo>
                  <a:pt x="344344" y="1144"/>
                </a:lnTo>
                <a:lnTo>
                  <a:pt x="344800" y="704"/>
                </a:lnTo>
                <a:lnTo>
                  <a:pt x="345253" y="336"/>
                </a:lnTo>
                <a:lnTo>
                  <a:pt x="345783" y="113"/>
                </a:lnTo>
                <a:lnTo>
                  <a:pt x="346248" y="0"/>
                </a:lnTo>
                <a:lnTo>
                  <a:pt x="346767" y="4"/>
                </a:lnTo>
                <a:lnTo>
                  <a:pt x="347244" y="101"/>
                </a:lnTo>
                <a:lnTo>
                  <a:pt x="347774" y="324"/>
                </a:lnTo>
                <a:lnTo>
                  <a:pt x="348184" y="650"/>
                </a:lnTo>
                <a:lnTo>
                  <a:pt x="348489" y="988"/>
                </a:lnTo>
                <a:lnTo>
                  <a:pt x="349235" y="2398"/>
                </a:lnTo>
                <a:lnTo>
                  <a:pt x="352483" y="85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1743AA2-E8BA-47AA-9C0A-D994B417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076" y="2637496"/>
            <a:ext cx="281426" cy="156116"/>
          </a:xfrm>
          <a:custGeom xmlns:a="http://schemas.openxmlformats.org/drawingml/2006/main">
            <a:pathLst>
              <a:path w="281426" h="156116">
                <a:moveTo>
                  <a:pt x="243939" y="29321"/>
                </a:moveTo>
                <a:lnTo>
                  <a:pt x="208585" y="42016"/>
                </a:lnTo>
                <a:lnTo>
                  <a:pt x="129758" y="72530"/>
                </a:lnTo>
                <a:lnTo>
                  <a:pt x="108363" y="83376"/>
                </a:lnTo>
                <a:lnTo>
                  <a:pt x="101978" y="87190"/>
                </a:lnTo>
                <a:lnTo>
                  <a:pt x="95901" y="91232"/>
                </a:lnTo>
                <a:lnTo>
                  <a:pt x="83580" y="99959"/>
                </a:lnTo>
                <a:lnTo>
                  <a:pt x="68543" y="110817"/>
                </a:lnTo>
                <a:lnTo>
                  <a:pt x="53519" y="121511"/>
                </a:lnTo>
                <a:lnTo>
                  <a:pt x="25632" y="143442"/>
                </a:lnTo>
                <a:lnTo>
                  <a:pt x="25506" y="143126"/>
                </a:lnTo>
                <a:lnTo>
                  <a:pt x="25247" y="142832"/>
                </a:lnTo>
                <a:lnTo>
                  <a:pt x="25033" y="142756"/>
                </a:lnTo>
                <a:lnTo>
                  <a:pt x="24874" y="143052"/>
                </a:lnTo>
                <a:lnTo>
                  <a:pt x="24479" y="143490"/>
                </a:lnTo>
                <a:lnTo>
                  <a:pt x="23746" y="144038"/>
                </a:lnTo>
                <a:lnTo>
                  <a:pt x="23283" y="144242"/>
                </a:lnTo>
                <a:lnTo>
                  <a:pt x="22811" y="144336"/>
                </a:lnTo>
                <a:lnTo>
                  <a:pt x="22298" y="144341"/>
                </a:lnTo>
                <a:lnTo>
                  <a:pt x="21692" y="144202"/>
                </a:lnTo>
                <a:lnTo>
                  <a:pt x="21116" y="143935"/>
                </a:lnTo>
                <a:lnTo>
                  <a:pt x="20716" y="143554"/>
                </a:lnTo>
                <a:lnTo>
                  <a:pt x="20328" y="143036"/>
                </a:lnTo>
                <a:lnTo>
                  <a:pt x="19870" y="142165"/>
                </a:lnTo>
                <a:lnTo>
                  <a:pt x="16994" y="144528"/>
                </a:lnTo>
                <a:lnTo>
                  <a:pt x="13475" y="147464"/>
                </a:lnTo>
                <a:lnTo>
                  <a:pt x="9887" y="150547"/>
                </a:lnTo>
                <a:lnTo>
                  <a:pt x="6068" y="153755"/>
                </a:lnTo>
                <a:lnTo>
                  <a:pt x="3248" y="156116"/>
                </a:lnTo>
                <a:lnTo>
                  <a:pt x="0" y="149982"/>
                </a:lnTo>
                <a:lnTo>
                  <a:pt x="2679" y="147761"/>
                </a:lnTo>
                <a:lnTo>
                  <a:pt x="6606" y="144413"/>
                </a:lnTo>
                <a:lnTo>
                  <a:pt x="7282" y="143840"/>
                </a:lnTo>
                <a:lnTo>
                  <a:pt x="9463" y="141978"/>
                </a:lnTo>
                <a:lnTo>
                  <a:pt x="10026" y="141535"/>
                </a:lnTo>
                <a:lnTo>
                  <a:pt x="13708" y="138440"/>
                </a:lnTo>
                <a:lnTo>
                  <a:pt x="16593" y="135995"/>
                </a:lnTo>
                <a:lnTo>
                  <a:pt x="15518" y="133947"/>
                </a:lnTo>
                <a:lnTo>
                  <a:pt x="15705" y="133860"/>
                </a:lnTo>
                <a:lnTo>
                  <a:pt x="15508" y="133355"/>
                </a:lnTo>
                <a:lnTo>
                  <a:pt x="32775" y="119131"/>
                </a:lnTo>
                <a:lnTo>
                  <a:pt x="53843" y="101882"/>
                </a:lnTo>
                <a:lnTo>
                  <a:pt x="97942" y="65300"/>
                </a:lnTo>
                <a:lnTo>
                  <a:pt x="129597" y="56075"/>
                </a:lnTo>
                <a:lnTo>
                  <a:pt x="164470" y="42447"/>
                </a:lnTo>
                <a:lnTo>
                  <a:pt x="229900" y="17964"/>
                </a:lnTo>
                <a:lnTo>
                  <a:pt x="244449" y="11855"/>
                </a:lnTo>
                <a:lnTo>
                  <a:pt x="275291" y="0"/>
                </a:lnTo>
                <a:lnTo>
                  <a:pt x="281426" y="14410"/>
                </a:lnTo>
                <a:lnTo>
                  <a:pt x="243939" y="293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E6F8DD8-0EF7-4C79-93D4-996418E6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367" y="2634597"/>
            <a:ext cx="12297" cy="17309"/>
          </a:xfrm>
          <a:custGeom xmlns:a="http://schemas.openxmlformats.org/drawingml/2006/main">
            <a:pathLst>
              <a:path w="12297" h="17309">
                <a:moveTo>
                  <a:pt x="0" y="2898"/>
                </a:moveTo>
                <a:lnTo>
                  <a:pt x="7229" y="0"/>
                </a:lnTo>
                <a:lnTo>
                  <a:pt x="12297" y="14767"/>
                </a:lnTo>
                <a:lnTo>
                  <a:pt x="6135" y="17309"/>
                </a:lnTo>
                <a:lnTo>
                  <a:pt x="0" y="28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5E6FAA9-5C82-490C-AB7B-465DAC39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936" y="4627204"/>
            <a:ext cx="55806" cy="78681"/>
          </a:xfrm>
          <a:custGeom xmlns:a="http://schemas.openxmlformats.org/drawingml/2006/main">
            <a:pathLst>
              <a:path w="55806" h="78681">
                <a:moveTo>
                  <a:pt x="47605" y="23521"/>
                </a:moveTo>
                <a:lnTo>
                  <a:pt x="47382" y="15183"/>
                </a:lnTo>
                <a:lnTo>
                  <a:pt x="53285" y="0"/>
                </a:lnTo>
                <a:lnTo>
                  <a:pt x="55487" y="68329"/>
                </a:lnTo>
                <a:lnTo>
                  <a:pt x="55721" y="73014"/>
                </a:lnTo>
                <a:lnTo>
                  <a:pt x="55806" y="77521"/>
                </a:lnTo>
                <a:lnTo>
                  <a:pt x="9193" y="78391"/>
                </a:lnTo>
                <a:lnTo>
                  <a:pt x="541" y="78681"/>
                </a:lnTo>
                <a:lnTo>
                  <a:pt x="0" y="66936"/>
                </a:lnTo>
                <a:lnTo>
                  <a:pt x="34812" y="66073"/>
                </a:lnTo>
                <a:lnTo>
                  <a:pt x="33554" y="24507"/>
                </a:lnTo>
                <a:lnTo>
                  <a:pt x="47605" y="235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F3FBD16-5D39-4A47-9023-70326929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168" y="4432477"/>
            <a:ext cx="197378" cy="109031"/>
          </a:xfrm>
          <a:custGeom xmlns:a="http://schemas.openxmlformats.org/drawingml/2006/main">
            <a:pathLst>
              <a:path w="197378" h="109031">
                <a:moveTo>
                  <a:pt x="58337" y="20942"/>
                </a:moveTo>
                <a:lnTo>
                  <a:pt x="82860" y="32134"/>
                </a:lnTo>
                <a:lnTo>
                  <a:pt x="106599" y="44258"/>
                </a:lnTo>
                <a:lnTo>
                  <a:pt x="133183" y="60042"/>
                </a:lnTo>
                <a:lnTo>
                  <a:pt x="165924" y="82733"/>
                </a:lnTo>
                <a:lnTo>
                  <a:pt x="181976" y="94884"/>
                </a:lnTo>
                <a:lnTo>
                  <a:pt x="197378" y="106341"/>
                </a:lnTo>
                <a:lnTo>
                  <a:pt x="194821" y="109031"/>
                </a:lnTo>
                <a:lnTo>
                  <a:pt x="179741" y="97984"/>
                </a:lnTo>
                <a:lnTo>
                  <a:pt x="163022" y="85459"/>
                </a:lnTo>
                <a:lnTo>
                  <a:pt x="134147" y="65764"/>
                </a:lnTo>
                <a:lnTo>
                  <a:pt x="130859" y="63527"/>
                </a:lnTo>
                <a:lnTo>
                  <a:pt x="101988" y="46300"/>
                </a:lnTo>
                <a:lnTo>
                  <a:pt x="98738" y="44490"/>
                </a:lnTo>
                <a:lnTo>
                  <a:pt x="79420" y="34565"/>
                </a:lnTo>
                <a:lnTo>
                  <a:pt x="68465" y="29140"/>
                </a:lnTo>
                <a:lnTo>
                  <a:pt x="57551" y="24797"/>
                </a:lnTo>
                <a:lnTo>
                  <a:pt x="37026" y="16743"/>
                </a:lnTo>
                <a:lnTo>
                  <a:pt x="18222" y="10028"/>
                </a:lnTo>
                <a:lnTo>
                  <a:pt x="0" y="4483"/>
                </a:lnTo>
                <a:lnTo>
                  <a:pt x="1094" y="0"/>
                </a:lnTo>
                <a:lnTo>
                  <a:pt x="20042" y="5591"/>
                </a:lnTo>
                <a:lnTo>
                  <a:pt x="35920" y="11352"/>
                </a:lnTo>
                <a:lnTo>
                  <a:pt x="58337" y="209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4927FC7-DBAB-4E1D-9316-2BB9BCBB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994" y="4568955"/>
            <a:ext cx="228440" cy="107405"/>
          </a:xfrm>
          <a:custGeom xmlns:a="http://schemas.openxmlformats.org/drawingml/2006/main">
            <a:pathLst>
              <a:path w="228440" h="107405">
                <a:moveTo>
                  <a:pt x="228440" y="0"/>
                </a:moveTo>
                <a:lnTo>
                  <a:pt x="176756" y="22731"/>
                </a:lnTo>
                <a:lnTo>
                  <a:pt x="13728" y="101349"/>
                </a:lnTo>
                <a:lnTo>
                  <a:pt x="0" y="10740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9FA45F8-3686-4368-9B9C-62277B5C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45" y="2176035"/>
            <a:ext cx="15194" cy="44897"/>
          </a:xfrm>
          <a:custGeom xmlns:a="http://schemas.openxmlformats.org/drawingml/2006/main">
            <a:pathLst>
              <a:path w="15194" h="44897">
                <a:moveTo>
                  <a:pt x="0" y="0"/>
                </a:moveTo>
                <a:lnTo>
                  <a:pt x="1294" y="4056"/>
                </a:lnTo>
                <a:lnTo>
                  <a:pt x="13478" y="39851"/>
                </a:lnTo>
                <a:lnTo>
                  <a:pt x="15194" y="448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39FA358-E529-471B-B6F6-B61E979D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201" y="2172457"/>
            <a:ext cx="15160" cy="45081"/>
          </a:xfrm>
          <a:custGeom xmlns:a="http://schemas.openxmlformats.org/drawingml/2006/main">
            <a:pathLst>
              <a:path w="15160" h="45081">
                <a:moveTo>
                  <a:pt x="0" y="0"/>
                </a:moveTo>
                <a:lnTo>
                  <a:pt x="13811" y="41281"/>
                </a:lnTo>
                <a:lnTo>
                  <a:pt x="15160" y="450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0567459-24FB-4741-9AF1-DE6253CC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17" y="2165655"/>
            <a:ext cx="15081" cy="45219"/>
          </a:xfrm>
          <a:custGeom xmlns:a="http://schemas.openxmlformats.org/drawingml/2006/main">
            <a:pathLst>
              <a:path w="15081" h="45219">
                <a:moveTo>
                  <a:pt x="15081" y="45219"/>
                </a:moveTo>
                <a:lnTo>
                  <a:pt x="13588" y="40422"/>
                </a:lnTo>
                <a:lnTo>
                  <a:pt x="1448" y="438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76930FC-5511-40DD-88BB-F0A151E1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600" y="4486689"/>
            <a:ext cx="153874" cy="311299"/>
          </a:xfrm>
          <a:custGeom xmlns:a="http://schemas.openxmlformats.org/drawingml/2006/main">
            <a:pathLst>
              <a:path w="153874" h="311299">
                <a:moveTo>
                  <a:pt x="10688" y="91400"/>
                </a:moveTo>
                <a:lnTo>
                  <a:pt x="11078" y="90334"/>
                </a:lnTo>
                <a:lnTo>
                  <a:pt x="27698" y="59618"/>
                </a:lnTo>
                <a:lnTo>
                  <a:pt x="28407" y="58588"/>
                </a:lnTo>
                <a:lnTo>
                  <a:pt x="42815" y="29889"/>
                </a:lnTo>
                <a:lnTo>
                  <a:pt x="41532" y="27163"/>
                </a:lnTo>
                <a:lnTo>
                  <a:pt x="24331" y="15120"/>
                </a:lnTo>
                <a:lnTo>
                  <a:pt x="18779" y="11951"/>
                </a:lnTo>
                <a:lnTo>
                  <a:pt x="15873" y="10297"/>
                </a:lnTo>
                <a:lnTo>
                  <a:pt x="9641" y="9241"/>
                </a:lnTo>
                <a:lnTo>
                  <a:pt x="5366" y="14710"/>
                </a:lnTo>
                <a:lnTo>
                  <a:pt x="7447" y="30750"/>
                </a:lnTo>
                <a:lnTo>
                  <a:pt x="8517" y="34520"/>
                </a:lnTo>
                <a:lnTo>
                  <a:pt x="8998" y="39426"/>
                </a:lnTo>
                <a:lnTo>
                  <a:pt x="10453" y="49735"/>
                </a:lnTo>
                <a:lnTo>
                  <a:pt x="10392" y="59073"/>
                </a:lnTo>
                <a:lnTo>
                  <a:pt x="14429" y="69942"/>
                </a:lnTo>
                <a:lnTo>
                  <a:pt x="12565" y="77333"/>
                </a:lnTo>
                <a:lnTo>
                  <a:pt x="9977" y="77583"/>
                </a:lnTo>
                <a:lnTo>
                  <a:pt x="10382" y="71770"/>
                </a:lnTo>
                <a:lnTo>
                  <a:pt x="9977" y="68493"/>
                </a:lnTo>
                <a:lnTo>
                  <a:pt x="7735" y="59853"/>
                </a:lnTo>
                <a:lnTo>
                  <a:pt x="3595" y="31762"/>
                </a:lnTo>
                <a:lnTo>
                  <a:pt x="3342" y="25739"/>
                </a:lnTo>
                <a:lnTo>
                  <a:pt x="3027" y="13833"/>
                </a:lnTo>
                <a:lnTo>
                  <a:pt x="7168" y="7311"/>
                </a:lnTo>
                <a:lnTo>
                  <a:pt x="7219" y="6080"/>
                </a:lnTo>
                <a:lnTo>
                  <a:pt x="0" y="1234"/>
                </a:lnTo>
                <a:lnTo>
                  <a:pt x="1887" y="0"/>
                </a:lnTo>
                <a:lnTo>
                  <a:pt x="9463" y="5238"/>
                </a:lnTo>
                <a:lnTo>
                  <a:pt x="12965" y="4344"/>
                </a:lnTo>
                <a:lnTo>
                  <a:pt x="15371" y="5018"/>
                </a:lnTo>
                <a:lnTo>
                  <a:pt x="18868" y="5390"/>
                </a:lnTo>
                <a:lnTo>
                  <a:pt x="21675" y="6874"/>
                </a:lnTo>
                <a:lnTo>
                  <a:pt x="24469" y="9159"/>
                </a:lnTo>
                <a:lnTo>
                  <a:pt x="27319" y="12299"/>
                </a:lnTo>
                <a:lnTo>
                  <a:pt x="31328" y="15363"/>
                </a:lnTo>
                <a:lnTo>
                  <a:pt x="37536" y="20765"/>
                </a:lnTo>
                <a:lnTo>
                  <a:pt x="50900" y="30741"/>
                </a:lnTo>
                <a:lnTo>
                  <a:pt x="67150" y="42226"/>
                </a:lnTo>
                <a:lnTo>
                  <a:pt x="74649" y="47530"/>
                </a:lnTo>
                <a:lnTo>
                  <a:pt x="75644" y="49498"/>
                </a:lnTo>
                <a:lnTo>
                  <a:pt x="74409" y="50478"/>
                </a:lnTo>
                <a:lnTo>
                  <a:pt x="47445" y="33000"/>
                </a:lnTo>
                <a:lnTo>
                  <a:pt x="43848" y="37722"/>
                </a:lnTo>
                <a:lnTo>
                  <a:pt x="43400" y="40403"/>
                </a:lnTo>
                <a:lnTo>
                  <a:pt x="45858" y="42861"/>
                </a:lnTo>
                <a:lnTo>
                  <a:pt x="51451" y="44845"/>
                </a:lnTo>
                <a:lnTo>
                  <a:pt x="67403" y="54780"/>
                </a:lnTo>
                <a:lnTo>
                  <a:pt x="71696" y="57172"/>
                </a:lnTo>
                <a:lnTo>
                  <a:pt x="94748" y="68249"/>
                </a:lnTo>
                <a:lnTo>
                  <a:pt x="97942" y="71936"/>
                </a:lnTo>
                <a:lnTo>
                  <a:pt x="111423" y="118845"/>
                </a:lnTo>
                <a:lnTo>
                  <a:pt x="110656" y="113891"/>
                </a:lnTo>
                <a:lnTo>
                  <a:pt x="111740" y="116932"/>
                </a:lnTo>
                <a:lnTo>
                  <a:pt x="121553" y="116418"/>
                </a:lnTo>
                <a:lnTo>
                  <a:pt x="127091" y="148006"/>
                </a:lnTo>
                <a:lnTo>
                  <a:pt x="129840" y="160413"/>
                </a:lnTo>
                <a:lnTo>
                  <a:pt x="136027" y="183585"/>
                </a:lnTo>
                <a:lnTo>
                  <a:pt x="139679" y="202918"/>
                </a:lnTo>
                <a:lnTo>
                  <a:pt x="148074" y="272905"/>
                </a:lnTo>
                <a:lnTo>
                  <a:pt x="153209" y="300022"/>
                </a:lnTo>
                <a:lnTo>
                  <a:pt x="153874" y="303639"/>
                </a:lnTo>
                <a:lnTo>
                  <a:pt x="149401" y="311299"/>
                </a:lnTo>
                <a:lnTo>
                  <a:pt x="144949" y="276085"/>
                </a:lnTo>
                <a:lnTo>
                  <a:pt x="144153" y="271096"/>
                </a:lnTo>
                <a:lnTo>
                  <a:pt x="133627" y="192229"/>
                </a:lnTo>
                <a:lnTo>
                  <a:pt x="123372" y="162678"/>
                </a:lnTo>
                <a:lnTo>
                  <a:pt x="113047" y="134505"/>
                </a:lnTo>
                <a:lnTo>
                  <a:pt x="111021" y="129412"/>
                </a:lnTo>
                <a:lnTo>
                  <a:pt x="92908" y="73399"/>
                </a:lnTo>
                <a:lnTo>
                  <a:pt x="38873" y="45423"/>
                </a:lnTo>
                <a:lnTo>
                  <a:pt x="33452" y="56078"/>
                </a:lnTo>
                <a:lnTo>
                  <a:pt x="30260" y="62201"/>
                </a:lnTo>
                <a:lnTo>
                  <a:pt x="36639" y="65430"/>
                </a:lnTo>
                <a:lnTo>
                  <a:pt x="35880" y="66871"/>
                </a:lnTo>
                <a:lnTo>
                  <a:pt x="29281" y="63994"/>
                </a:lnTo>
                <a:lnTo>
                  <a:pt x="23354" y="74297"/>
                </a:lnTo>
                <a:lnTo>
                  <a:pt x="15523" y="91956"/>
                </a:lnTo>
                <a:lnTo>
                  <a:pt x="15307" y="93264"/>
                </a:lnTo>
                <a:lnTo>
                  <a:pt x="29148" y="99767"/>
                </a:lnTo>
                <a:lnTo>
                  <a:pt x="32643" y="101524"/>
                </a:lnTo>
                <a:lnTo>
                  <a:pt x="24678" y="102253"/>
                </a:lnTo>
                <a:lnTo>
                  <a:pt x="15783" y="98635"/>
                </a:lnTo>
                <a:lnTo>
                  <a:pt x="12580" y="96734"/>
                </a:lnTo>
                <a:lnTo>
                  <a:pt x="10563" y="94929"/>
                </a:lnTo>
                <a:lnTo>
                  <a:pt x="10688" y="914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32A6CDA-EF0F-4776-878D-C6BBFA71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635" y="2251739"/>
            <a:ext cx="87540" cy="43290"/>
          </a:xfrm>
          <a:custGeom xmlns:a="http://schemas.openxmlformats.org/drawingml/2006/main">
            <a:pathLst>
              <a:path w="87540" h="43290">
                <a:moveTo>
                  <a:pt x="79974" y="16873"/>
                </a:moveTo>
                <a:lnTo>
                  <a:pt x="78326" y="18037"/>
                </a:lnTo>
                <a:lnTo>
                  <a:pt x="5103" y="43290"/>
                </a:lnTo>
                <a:lnTo>
                  <a:pt x="0" y="26737"/>
                </a:lnTo>
                <a:lnTo>
                  <a:pt x="71580" y="1764"/>
                </a:lnTo>
                <a:lnTo>
                  <a:pt x="74363" y="1363"/>
                </a:lnTo>
                <a:lnTo>
                  <a:pt x="76649" y="2405"/>
                </a:lnTo>
                <a:lnTo>
                  <a:pt x="83250" y="0"/>
                </a:lnTo>
                <a:lnTo>
                  <a:pt x="87540" y="12985"/>
                </a:lnTo>
                <a:lnTo>
                  <a:pt x="80982" y="15107"/>
                </a:lnTo>
                <a:lnTo>
                  <a:pt x="79974" y="168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4A97D19-24A5-4C4B-A516-B93352E9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837" y="2052700"/>
            <a:ext cx="199849" cy="59422"/>
          </a:xfrm>
          <a:custGeom xmlns:a="http://schemas.openxmlformats.org/drawingml/2006/main">
            <a:pathLst>
              <a:path w="199849" h="59422">
                <a:moveTo>
                  <a:pt x="177774" y="33571"/>
                </a:moveTo>
                <a:lnTo>
                  <a:pt x="186579" y="35307"/>
                </a:lnTo>
                <a:lnTo>
                  <a:pt x="187559" y="35045"/>
                </a:lnTo>
                <a:lnTo>
                  <a:pt x="188527" y="33016"/>
                </a:lnTo>
                <a:lnTo>
                  <a:pt x="196045" y="32673"/>
                </a:lnTo>
                <a:lnTo>
                  <a:pt x="198373" y="35517"/>
                </a:lnTo>
                <a:lnTo>
                  <a:pt x="199849" y="54598"/>
                </a:lnTo>
                <a:lnTo>
                  <a:pt x="198570" y="59422"/>
                </a:lnTo>
                <a:lnTo>
                  <a:pt x="189469" y="59196"/>
                </a:lnTo>
                <a:lnTo>
                  <a:pt x="186759" y="57464"/>
                </a:lnTo>
                <a:lnTo>
                  <a:pt x="184409" y="56979"/>
                </a:lnTo>
                <a:lnTo>
                  <a:pt x="119345" y="43518"/>
                </a:lnTo>
                <a:lnTo>
                  <a:pt x="2814" y="22149"/>
                </a:lnTo>
                <a:lnTo>
                  <a:pt x="0" y="17759"/>
                </a:lnTo>
                <a:lnTo>
                  <a:pt x="2860" y="2610"/>
                </a:lnTo>
                <a:lnTo>
                  <a:pt x="7219" y="0"/>
                </a:lnTo>
                <a:lnTo>
                  <a:pt x="177774" y="3357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25C975E-DE4B-431D-A495-7E9AEB4E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19" y="2844616"/>
            <a:ext cx="50076" cy="53494"/>
          </a:xfrm>
          <a:custGeom xmlns:a="http://schemas.openxmlformats.org/drawingml/2006/main">
            <a:pathLst>
              <a:path w="50076" h="53494">
                <a:moveTo>
                  <a:pt x="3523" y="53494"/>
                </a:moveTo>
                <a:lnTo>
                  <a:pt x="0" y="51637"/>
                </a:lnTo>
                <a:lnTo>
                  <a:pt x="770" y="48247"/>
                </a:lnTo>
                <a:lnTo>
                  <a:pt x="3124" y="43357"/>
                </a:lnTo>
                <a:lnTo>
                  <a:pt x="4199" y="40123"/>
                </a:lnTo>
                <a:lnTo>
                  <a:pt x="5988" y="33490"/>
                </a:lnTo>
                <a:lnTo>
                  <a:pt x="9623" y="21745"/>
                </a:lnTo>
                <a:lnTo>
                  <a:pt x="11675" y="17893"/>
                </a:lnTo>
                <a:lnTo>
                  <a:pt x="15908" y="11934"/>
                </a:lnTo>
                <a:lnTo>
                  <a:pt x="18266" y="9978"/>
                </a:lnTo>
                <a:lnTo>
                  <a:pt x="25054" y="4899"/>
                </a:lnTo>
                <a:lnTo>
                  <a:pt x="31081" y="3339"/>
                </a:lnTo>
                <a:lnTo>
                  <a:pt x="34735" y="3152"/>
                </a:lnTo>
                <a:lnTo>
                  <a:pt x="36872" y="3387"/>
                </a:lnTo>
                <a:lnTo>
                  <a:pt x="37678" y="3093"/>
                </a:lnTo>
                <a:lnTo>
                  <a:pt x="38452" y="3027"/>
                </a:lnTo>
                <a:lnTo>
                  <a:pt x="39049" y="3248"/>
                </a:lnTo>
                <a:lnTo>
                  <a:pt x="40256" y="4200"/>
                </a:lnTo>
                <a:lnTo>
                  <a:pt x="44100" y="1266"/>
                </a:lnTo>
                <a:lnTo>
                  <a:pt x="45500" y="0"/>
                </a:lnTo>
                <a:lnTo>
                  <a:pt x="50076" y="2011"/>
                </a:lnTo>
                <a:lnTo>
                  <a:pt x="49615" y="2962"/>
                </a:lnTo>
                <a:lnTo>
                  <a:pt x="47968" y="2449"/>
                </a:lnTo>
                <a:lnTo>
                  <a:pt x="45901" y="4034"/>
                </a:lnTo>
                <a:lnTo>
                  <a:pt x="42118" y="6920"/>
                </a:lnTo>
                <a:lnTo>
                  <a:pt x="42949" y="8201"/>
                </a:lnTo>
                <a:lnTo>
                  <a:pt x="43261" y="9468"/>
                </a:lnTo>
                <a:lnTo>
                  <a:pt x="42838" y="10581"/>
                </a:lnTo>
                <a:lnTo>
                  <a:pt x="43256" y="12273"/>
                </a:lnTo>
                <a:lnTo>
                  <a:pt x="43430" y="15065"/>
                </a:lnTo>
                <a:lnTo>
                  <a:pt x="42509" y="18214"/>
                </a:lnTo>
                <a:lnTo>
                  <a:pt x="40440" y="24198"/>
                </a:lnTo>
                <a:lnTo>
                  <a:pt x="37931" y="27406"/>
                </a:lnTo>
                <a:lnTo>
                  <a:pt x="35138" y="29793"/>
                </a:lnTo>
                <a:lnTo>
                  <a:pt x="31444" y="33123"/>
                </a:lnTo>
                <a:lnTo>
                  <a:pt x="27102" y="35341"/>
                </a:lnTo>
                <a:lnTo>
                  <a:pt x="20520" y="37873"/>
                </a:lnTo>
                <a:lnTo>
                  <a:pt x="14321" y="42244"/>
                </a:lnTo>
                <a:lnTo>
                  <a:pt x="10670" y="45728"/>
                </a:lnTo>
                <a:lnTo>
                  <a:pt x="4950" y="51115"/>
                </a:lnTo>
                <a:lnTo>
                  <a:pt x="3523" y="534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2B0BB30-F044-4DCF-B892-6E47850B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948" y="3191916"/>
            <a:ext cx="9413" cy="7176"/>
          </a:xfrm>
          <a:custGeom xmlns:a="http://schemas.openxmlformats.org/drawingml/2006/main">
            <a:pathLst>
              <a:path w="9413" h="7176">
                <a:moveTo>
                  <a:pt x="9413" y="4198"/>
                </a:moveTo>
                <a:lnTo>
                  <a:pt x="7401" y="7176"/>
                </a:lnTo>
                <a:lnTo>
                  <a:pt x="5976" y="6676"/>
                </a:lnTo>
                <a:lnTo>
                  <a:pt x="0" y="2619"/>
                </a:lnTo>
                <a:lnTo>
                  <a:pt x="4258" y="0"/>
                </a:lnTo>
                <a:lnTo>
                  <a:pt x="7804" y="2847"/>
                </a:lnTo>
                <a:lnTo>
                  <a:pt x="9413" y="41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288423A-2117-4DEE-8EAE-DFA273F8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034" y="3059854"/>
            <a:ext cx="16357" cy="27456"/>
          </a:xfrm>
          <a:custGeom xmlns:a="http://schemas.openxmlformats.org/drawingml/2006/main">
            <a:pathLst>
              <a:path w="16357" h="27456">
                <a:moveTo>
                  <a:pt x="8741" y="19640"/>
                </a:moveTo>
                <a:lnTo>
                  <a:pt x="7662" y="27456"/>
                </a:lnTo>
                <a:lnTo>
                  <a:pt x="0" y="18552"/>
                </a:lnTo>
                <a:lnTo>
                  <a:pt x="2713" y="18416"/>
                </a:lnTo>
                <a:lnTo>
                  <a:pt x="7482" y="12168"/>
                </a:lnTo>
                <a:lnTo>
                  <a:pt x="8365" y="6169"/>
                </a:lnTo>
                <a:lnTo>
                  <a:pt x="12194" y="0"/>
                </a:lnTo>
                <a:lnTo>
                  <a:pt x="16357" y="4052"/>
                </a:lnTo>
                <a:lnTo>
                  <a:pt x="13018" y="6646"/>
                </a:lnTo>
                <a:lnTo>
                  <a:pt x="12050" y="9659"/>
                </a:lnTo>
                <a:lnTo>
                  <a:pt x="8741" y="1964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67EA435-410F-4765-BB35-7E709499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4669" y="3216640"/>
            <a:ext cx="44889" cy="34118"/>
          </a:xfrm>
          <a:custGeom xmlns:a="http://schemas.openxmlformats.org/drawingml/2006/main">
            <a:pathLst>
              <a:path w="44889" h="34118">
                <a:moveTo>
                  <a:pt x="4617" y="22794"/>
                </a:moveTo>
                <a:lnTo>
                  <a:pt x="9663" y="28180"/>
                </a:lnTo>
                <a:lnTo>
                  <a:pt x="14931" y="30334"/>
                </a:lnTo>
                <a:lnTo>
                  <a:pt x="19096" y="30296"/>
                </a:lnTo>
                <a:lnTo>
                  <a:pt x="23387" y="28651"/>
                </a:lnTo>
                <a:lnTo>
                  <a:pt x="26707" y="25365"/>
                </a:lnTo>
                <a:lnTo>
                  <a:pt x="28953" y="25697"/>
                </a:lnTo>
                <a:lnTo>
                  <a:pt x="33773" y="25113"/>
                </a:lnTo>
                <a:lnTo>
                  <a:pt x="32815" y="22442"/>
                </a:lnTo>
                <a:lnTo>
                  <a:pt x="32681" y="20341"/>
                </a:lnTo>
                <a:lnTo>
                  <a:pt x="34227" y="18305"/>
                </a:lnTo>
                <a:lnTo>
                  <a:pt x="34356" y="16644"/>
                </a:lnTo>
                <a:lnTo>
                  <a:pt x="35662" y="14614"/>
                </a:lnTo>
                <a:lnTo>
                  <a:pt x="35337" y="13730"/>
                </a:lnTo>
                <a:lnTo>
                  <a:pt x="38665" y="8431"/>
                </a:lnTo>
                <a:lnTo>
                  <a:pt x="42173" y="10478"/>
                </a:lnTo>
                <a:lnTo>
                  <a:pt x="44400" y="8260"/>
                </a:lnTo>
                <a:lnTo>
                  <a:pt x="44889" y="10679"/>
                </a:lnTo>
                <a:lnTo>
                  <a:pt x="35335" y="20516"/>
                </a:lnTo>
                <a:lnTo>
                  <a:pt x="36363" y="24351"/>
                </a:lnTo>
                <a:lnTo>
                  <a:pt x="36350" y="26783"/>
                </a:lnTo>
                <a:lnTo>
                  <a:pt x="34368" y="29232"/>
                </a:lnTo>
                <a:lnTo>
                  <a:pt x="31407" y="30094"/>
                </a:lnTo>
                <a:lnTo>
                  <a:pt x="29209" y="31128"/>
                </a:lnTo>
                <a:lnTo>
                  <a:pt x="24893" y="31808"/>
                </a:lnTo>
                <a:lnTo>
                  <a:pt x="22943" y="32935"/>
                </a:lnTo>
                <a:lnTo>
                  <a:pt x="20366" y="33541"/>
                </a:lnTo>
                <a:lnTo>
                  <a:pt x="17168" y="34118"/>
                </a:lnTo>
                <a:lnTo>
                  <a:pt x="10303" y="32498"/>
                </a:lnTo>
                <a:lnTo>
                  <a:pt x="5756" y="29723"/>
                </a:lnTo>
                <a:lnTo>
                  <a:pt x="2873" y="23907"/>
                </a:lnTo>
                <a:lnTo>
                  <a:pt x="0" y="18272"/>
                </a:lnTo>
                <a:lnTo>
                  <a:pt x="11" y="18053"/>
                </a:lnTo>
                <a:lnTo>
                  <a:pt x="143" y="13814"/>
                </a:lnTo>
                <a:lnTo>
                  <a:pt x="489" y="8613"/>
                </a:lnTo>
                <a:lnTo>
                  <a:pt x="4437" y="0"/>
                </a:lnTo>
                <a:lnTo>
                  <a:pt x="4963" y="9240"/>
                </a:lnTo>
                <a:lnTo>
                  <a:pt x="5192" y="14253"/>
                </a:lnTo>
                <a:lnTo>
                  <a:pt x="4607" y="19935"/>
                </a:lnTo>
                <a:lnTo>
                  <a:pt x="4617" y="227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A5D720D-C338-47E9-A028-D7BF7440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940" y="3145135"/>
            <a:ext cx="6102" cy="29747"/>
          </a:xfrm>
          <a:custGeom xmlns:a="http://schemas.openxmlformats.org/drawingml/2006/main">
            <a:pathLst>
              <a:path w="6102" h="29747">
                <a:moveTo>
                  <a:pt x="0" y="6849"/>
                </a:moveTo>
                <a:lnTo>
                  <a:pt x="1318" y="0"/>
                </a:lnTo>
                <a:lnTo>
                  <a:pt x="5163" y="15118"/>
                </a:lnTo>
                <a:lnTo>
                  <a:pt x="6102" y="29193"/>
                </a:lnTo>
                <a:lnTo>
                  <a:pt x="734" y="29747"/>
                </a:lnTo>
                <a:lnTo>
                  <a:pt x="3486" y="21275"/>
                </a:lnTo>
                <a:lnTo>
                  <a:pt x="0" y="68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DB58DB1-DC9C-4575-8BB7-22EF0C81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663" y="3128968"/>
            <a:ext cx="11433" cy="15430"/>
          </a:xfrm>
          <a:custGeom xmlns:a="http://schemas.openxmlformats.org/drawingml/2006/main">
            <a:pathLst>
              <a:path w="11433" h="15430">
                <a:moveTo>
                  <a:pt x="8089" y="11566"/>
                </a:moveTo>
                <a:lnTo>
                  <a:pt x="11433" y="15430"/>
                </a:lnTo>
                <a:lnTo>
                  <a:pt x="8388" y="15429"/>
                </a:lnTo>
                <a:lnTo>
                  <a:pt x="0" y="12347"/>
                </a:lnTo>
                <a:lnTo>
                  <a:pt x="1348" y="10398"/>
                </a:lnTo>
                <a:lnTo>
                  <a:pt x="3063" y="5898"/>
                </a:lnTo>
                <a:lnTo>
                  <a:pt x="4367" y="2712"/>
                </a:lnTo>
                <a:lnTo>
                  <a:pt x="4807" y="186"/>
                </a:lnTo>
                <a:lnTo>
                  <a:pt x="9722" y="0"/>
                </a:lnTo>
                <a:lnTo>
                  <a:pt x="7146" y="6117"/>
                </a:lnTo>
                <a:lnTo>
                  <a:pt x="8089" y="1156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8ECA65E-0A77-4D44-A97E-0D20E724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123" y="2904513"/>
            <a:ext cx="13177" cy="12896"/>
          </a:xfrm>
          <a:custGeom xmlns:a="http://schemas.openxmlformats.org/drawingml/2006/main">
            <a:pathLst>
              <a:path w="13177" h="12896">
                <a:moveTo>
                  <a:pt x="3966" y="0"/>
                </a:moveTo>
                <a:lnTo>
                  <a:pt x="5483" y="853"/>
                </a:lnTo>
                <a:lnTo>
                  <a:pt x="6913" y="515"/>
                </a:lnTo>
                <a:lnTo>
                  <a:pt x="8526" y="354"/>
                </a:lnTo>
                <a:lnTo>
                  <a:pt x="10038" y="797"/>
                </a:lnTo>
                <a:lnTo>
                  <a:pt x="10782" y="1734"/>
                </a:lnTo>
                <a:lnTo>
                  <a:pt x="11418" y="3211"/>
                </a:lnTo>
                <a:lnTo>
                  <a:pt x="13177" y="3939"/>
                </a:lnTo>
                <a:lnTo>
                  <a:pt x="12127" y="5160"/>
                </a:lnTo>
                <a:lnTo>
                  <a:pt x="12647" y="6704"/>
                </a:lnTo>
                <a:lnTo>
                  <a:pt x="12575" y="8437"/>
                </a:lnTo>
                <a:lnTo>
                  <a:pt x="12061" y="9470"/>
                </a:lnTo>
                <a:lnTo>
                  <a:pt x="11131" y="10569"/>
                </a:lnTo>
                <a:lnTo>
                  <a:pt x="9530" y="11203"/>
                </a:lnTo>
                <a:lnTo>
                  <a:pt x="8916" y="12896"/>
                </a:lnTo>
                <a:lnTo>
                  <a:pt x="7338" y="12044"/>
                </a:lnTo>
                <a:lnTo>
                  <a:pt x="5785" y="12386"/>
                </a:lnTo>
                <a:lnTo>
                  <a:pt x="3680" y="12076"/>
                </a:lnTo>
                <a:lnTo>
                  <a:pt x="2214" y="11040"/>
                </a:lnTo>
                <a:lnTo>
                  <a:pt x="1630" y="9206"/>
                </a:lnTo>
                <a:lnTo>
                  <a:pt x="0" y="8712"/>
                </a:lnTo>
                <a:lnTo>
                  <a:pt x="795" y="7133"/>
                </a:lnTo>
                <a:lnTo>
                  <a:pt x="155" y="5474"/>
                </a:lnTo>
                <a:lnTo>
                  <a:pt x="291" y="3858"/>
                </a:lnTo>
                <a:lnTo>
                  <a:pt x="1215" y="2522"/>
                </a:lnTo>
                <a:lnTo>
                  <a:pt x="2213" y="1840"/>
                </a:lnTo>
                <a:lnTo>
                  <a:pt x="3466" y="1562"/>
                </a:lnTo>
                <a:lnTo>
                  <a:pt x="3966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2EE88B2-C5EE-4FB5-962F-B23BB44F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928" y="2403875"/>
            <a:ext cx="283806" cy="39350"/>
          </a:xfrm>
          <a:custGeom xmlns:a="http://schemas.openxmlformats.org/drawingml/2006/main">
            <a:pathLst>
              <a:path w="283806" h="39350">
                <a:moveTo>
                  <a:pt x="1435" y="19327"/>
                </a:moveTo>
                <a:lnTo>
                  <a:pt x="895" y="18749"/>
                </a:lnTo>
                <a:lnTo>
                  <a:pt x="401" y="17969"/>
                </a:lnTo>
                <a:lnTo>
                  <a:pt x="0" y="16714"/>
                </a:lnTo>
                <a:lnTo>
                  <a:pt x="169" y="14204"/>
                </a:lnTo>
                <a:lnTo>
                  <a:pt x="634" y="5557"/>
                </a:lnTo>
                <a:lnTo>
                  <a:pt x="589" y="3828"/>
                </a:lnTo>
                <a:lnTo>
                  <a:pt x="742" y="2667"/>
                </a:lnTo>
                <a:lnTo>
                  <a:pt x="1267" y="1633"/>
                </a:lnTo>
                <a:lnTo>
                  <a:pt x="2060" y="802"/>
                </a:lnTo>
                <a:lnTo>
                  <a:pt x="2738" y="511"/>
                </a:lnTo>
                <a:lnTo>
                  <a:pt x="2769" y="0"/>
                </a:lnTo>
                <a:lnTo>
                  <a:pt x="27090" y="1951"/>
                </a:lnTo>
                <a:lnTo>
                  <a:pt x="59379" y="4340"/>
                </a:lnTo>
                <a:lnTo>
                  <a:pt x="192599" y="14397"/>
                </a:lnTo>
                <a:lnTo>
                  <a:pt x="242963" y="18287"/>
                </a:lnTo>
                <a:lnTo>
                  <a:pt x="263426" y="19873"/>
                </a:lnTo>
                <a:lnTo>
                  <a:pt x="274443" y="20641"/>
                </a:lnTo>
                <a:lnTo>
                  <a:pt x="274884" y="19791"/>
                </a:lnTo>
                <a:lnTo>
                  <a:pt x="281104" y="20093"/>
                </a:lnTo>
                <a:lnTo>
                  <a:pt x="283778" y="22309"/>
                </a:lnTo>
                <a:lnTo>
                  <a:pt x="283806" y="39350"/>
                </a:lnTo>
                <a:lnTo>
                  <a:pt x="262257" y="37830"/>
                </a:lnTo>
                <a:lnTo>
                  <a:pt x="195493" y="33103"/>
                </a:lnTo>
                <a:lnTo>
                  <a:pt x="176949" y="31767"/>
                </a:lnTo>
                <a:lnTo>
                  <a:pt x="172512" y="30999"/>
                </a:lnTo>
                <a:lnTo>
                  <a:pt x="172260" y="31370"/>
                </a:lnTo>
                <a:lnTo>
                  <a:pt x="166883" y="30928"/>
                </a:lnTo>
                <a:lnTo>
                  <a:pt x="166899" y="30472"/>
                </a:lnTo>
                <a:lnTo>
                  <a:pt x="118343" y="27226"/>
                </a:lnTo>
                <a:lnTo>
                  <a:pt x="1435" y="193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43FB934-93E8-4937-9B95-468E3CC9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084" y="3086712"/>
            <a:ext cx="51870" cy="56338"/>
          </a:xfrm>
          <a:custGeom xmlns:a="http://schemas.openxmlformats.org/drawingml/2006/main">
            <a:pathLst>
              <a:path w="51870" h="56338">
                <a:moveTo>
                  <a:pt x="13463" y="24580"/>
                </a:moveTo>
                <a:lnTo>
                  <a:pt x="21013" y="15297"/>
                </a:lnTo>
                <a:lnTo>
                  <a:pt x="21052" y="15278"/>
                </a:lnTo>
                <a:lnTo>
                  <a:pt x="26063" y="8258"/>
                </a:lnTo>
                <a:lnTo>
                  <a:pt x="27354" y="6448"/>
                </a:lnTo>
                <a:lnTo>
                  <a:pt x="28492" y="6454"/>
                </a:lnTo>
                <a:lnTo>
                  <a:pt x="30722" y="5602"/>
                </a:lnTo>
                <a:lnTo>
                  <a:pt x="35504" y="0"/>
                </a:lnTo>
                <a:lnTo>
                  <a:pt x="51870" y="17216"/>
                </a:lnTo>
                <a:lnTo>
                  <a:pt x="45142" y="24701"/>
                </a:lnTo>
                <a:lnTo>
                  <a:pt x="43209" y="26857"/>
                </a:lnTo>
                <a:lnTo>
                  <a:pt x="15665" y="56338"/>
                </a:lnTo>
                <a:lnTo>
                  <a:pt x="2164" y="40967"/>
                </a:lnTo>
                <a:lnTo>
                  <a:pt x="0" y="38238"/>
                </a:lnTo>
                <a:lnTo>
                  <a:pt x="4839" y="33126"/>
                </a:lnTo>
                <a:lnTo>
                  <a:pt x="13463" y="245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B14D4A6-5373-4793-A88B-0E7309E2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395" y="3194376"/>
            <a:ext cx="37798" cy="62275"/>
          </a:xfrm>
          <a:custGeom xmlns:a="http://schemas.openxmlformats.org/drawingml/2006/main">
            <a:pathLst>
              <a:path w="37798" h="62275">
                <a:moveTo>
                  <a:pt x="7208" y="7960"/>
                </a:moveTo>
                <a:lnTo>
                  <a:pt x="0" y="4154"/>
                </a:lnTo>
                <a:lnTo>
                  <a:pt x="5127" y="0"/>
                </a:lnTo>
                <a:lnTo>
                  <a:pt x="8424" y="3146"/>
                </a:lnTo>
                <a:lnTo>
                  <a:pt x="15279" y="7745"/>
                </a:lnTo>
                <a:lnTo>
                  <a:pt x="25862" y="25389"/>
                </a:lnTo>
                <a:lnTo>
                  <a:pt x="26556" y="26545"/>
                </a:lnTo>
                <a:lnTo>
                  <a:pt x="26959" y="30561"/>
                </a:lnTo>
                <a:lnTo>
                  <a:pt x="37798" y="49427"/>
                </a:lnTo>
                <a:lnTo>
                  <a:pt x="33211" y="55634"/>
                </a:lnTo>
                <a:lnTo>
                  <a:pt x="26648" y="61976"/>
                </a:lnTo>
                <a:lnTo>
                  <a:pt x="25010" y="62275"/>
                </a:lnTo>
                <a:lnTo>
                  <a:pt x="22812" y="59537"/>
                </a:lnTo>
                <a:lnTo>
                  <a:pt x="18097" y="55709"/>
                </a:lnTo>
                <a:lnTo>
                  <a:pt x="15347" y="52157"/>
                </a:lnTo>
                <a:lnTo>
                  <a:pt x="11323" y="54979"/>
                </a:lnTo>
                <a:lnTo>
                  <a:pt x="8260" y="53485"/>
                </a:lnTo>
                <a:lnTo>
                  <a:pt x="3872" y="46852"/>
                </a:lnTo>
                <a:lnTo>
                  <a:pt x="4429" y="44542"/>
                </a:lnTo>
                <a:lnTo>
                  <a:pt x="5479" y="40178"/>
                </a:lnTo>
                <a:lnTo>
                  <a:pt x="6323" y="36485"/>
                </a:lnTo>
                <a:lnTo>
                  <a:pt x="13051" y="42199"/>
                </a:lnTo>
                <a:lnTo>
                  <a:pt x="19108" y="44652"/>
                </a:lnTo>
                <a:lnTo>
                  <a:pt x="25187" y="42549"/>
                </a:lnTo>
                <a:lnTo>
                  <a:pt x="25601" y="35670"/>
                </a:lnTo>
                <a:lnTo>
                  <a:pt x="21362" y="28178"/>
                </a:lnTo>
                <a:lnTo>
                  <a:pt x="19275" y="22058"/>
                </a:lnTo>
                <a:lnTo>
                  <a:pt x="16451" y="16795"/>
                </a:lnTo>
                <a:lnTo>
                  <a:pt x="7208" y="79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B04A5DC-F49C-4D08-8E06-9F6A0F99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952" y="3055432"/>
            <a:ext cx="24100" cy="23830"/>
          </a:xfrm>
          <a:custGeom xmlns:a="http://schemas.openxmlformats.org/drawingml/2006/main">
            <a:pathLst>
              <a:path w="24100" h="23830">
                <a:moveTo>
                  <a:pt x="3207" y="8591"/>
                </a:moveTo>
                <a:lnTo>
                  <a:pt x="7210" y="5388"/>
                </a:lnTo>
                <a:lnTo>
                  <a:pt x="11262" y="2119"/>
                </a:lnTo>
                <a:lnTo>
                  <a:pt x="13889" y="0"/>
                </a:lnTo>
                <a:lnTo>
                  <a:pt x="24100" y="12545"/>
                </a:lnTo>
                <a:lnTo>
                  <a:pt x="21457" y="14664"/>
                </a:lnTo>
                <a:lnTo>
                  <a:pt x="17175" y="18103"/>
                </a:lnTo>
                <a:lnTo>
                  <a:pt x="13161" y="21325"/>
                </a:lnTo>
                <a:lnTo>
                  <a:pt x="10048" y="23830"/>
                </a:lnTo>
                <a:lnTo>
                  <a:pt x="0" y="11117"/>
                </a:lnTo>
                <a:lnTo>
                  <a:pt x="3207" y="85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C21F1C1-AD86-4D91-AD1D-F31EB064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954" y="4580530"/>
            <a:ext cx="9772" cy="9556"/>
          </a:xfrm>
          <a:custGeom xmlns:a="http://schemas.openxmlformats.org/drawingml/2006/main">
            <a:pathLst>
              <a:path w="9772" h="9556">
                <a:moveTo>
                  <a:pt x="7679" y="0"/>
                </a:moveTo>
                <a:lnTo>
                  <a:pt x="9772" y="2168"/>
                </a:lnTo>
                <a:lnTo>
                  <a:pt x="2093" y="9556"/>
                </a:lnTo>
                <a:lnTo>
                  <a:pt x="0" y="7397"/>
                </a:lnTo>
                <a:lnTo>
                  <a:pt x="7679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FD0CF11-7CE4-48E4-ACBD-54F9A612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200" y="3203726"/>
            <a:ext cx="20517" cy="30828"/>
          </a:xfrm>
          <a:custGeom xmlns:a="http://schemas.openxmlformats.org/drawingml/2006/main">
            <a:pathLst>
              <a:path w="20517" h="30828">
                <a:moveTo>
                  <a:pt x="13495" y="14397"/>
                </a:moveTo>
                <a:lnTo>
                  <a:pt x="20517" y="27135"/>
                </a:lnTo>
                <a:lnTo>
                  <a:pt x="19673" y="30828"/>
                </a:lnTo>
                <a:lnTo>
                  <a:pt x="0" y="11596"/>
                </a:lnTo>
                <a:lnTo>
                  <a:pt x="477" y="7311"/>
                </a:lnTo>
                <a:lnTo>
                  <a:pt x="422" y="2932"/>
                </a:lnTo>
                <a:lnTo>
                  <a:pt x="1732" y="0"/>
                </a:lnTo>
                <a:lnTo>
                  <a:pt x="3686" y="4247"/>
                </a:lnTo>
                <a:lnTo>
                  <a:pt x="5865" y="13772"/>
                </a:lnTo>
                <a:lnTo>
                  <a:pt x="13495" y="143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D5730D7-E700-47D7-A6BF-01E4E985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781" y="3178405"/>
            <a:ext cx="40215" cy="66628"/>
          </a:xfrm>
          <a:custGeom xmlns:a="http://schemas.openxmlformats.org/drawingml/2006/main">
            <a:pathLst>
              <a:path w="40215" h="66628">
                <a:moveTo>
                  <a:pt x="15900" y="66628"/>
                </a:moveTo>
                <a:lnTo>
                  <a:pt x="13527" y="64432"/>
                </a:lnTo>
                <a:lnTo>
                  <a:pt x="33955" y="44440"/>
                </a:lnTo>
                <a:lnTo>
                  <a:pt x="35029" y="43282"/>
                </a:lnTo>
                <a:lnTo>
                  <a:pt x="34648" y="41762"/>
                </a:lnTo>
                <a:lnTo>
                  <a:pt x="14463" y="21751"/>
                </a:lnTo>
                <a:lnTo>
                  <a:pt x="14944" y="21146"/>
                </a:lnTo>
                <a:lnTo>
                  <a:pt x="0" y="6907"/>
                </a:lnTo>
                <a:lnTo>
                  <a:pt x="767" y="5757"/>
                </a:lnTo>
                <a:lnTo>
                  <a:pt x="15835" y="20056"/>
                </a:lnTo>
                <a:lnTo>
                  <a:pt x="35598" y="0"/>
                </a:lnTo>
                <a:lnTo>
                  <a:pt x="36984" y="3269"/>
                </a:lnTo>
                <a:lnTo>
                  <a:pt x="19698" y="20791"/>
                </a:lnTo>
                <a:lnTo>
                  <a:pt x="19552" y="21834"/>
                </a:lnTo>
                <a:lnTo>
                  <a:pt x="37694" y="39886"/>
                </a:lnTo>
                <a:lnTo>
                  <a:pt x="40215" y="42815"/>
                </a:lnTo>
                <a:lnTo>
                  <a:pt x="39960" y="43733"/>
                </a:lnTo>
                <a:lnTo>
                  <a:pt x="15900" y="6662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D8C63E7-471E-4098-AD71-61D38AFF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970" y="4136503"/>
            <a:ext cx="58743" cy="19854"/>
          </a:xfrm>
          <a:custGeom xmlns:a="http://schemas.openxmlformats.org/drawingml/2006/main">
            <a:pathLst>
              <a:path w="58743" h="19854">
                <a:moveTo>
                  <a:pt x="5731" y="1436"/>
                </a:moveTo>
                <a:lnTo>
                  <a:pt x="8048" y="2112"/>
                </a:lnTo>
                <a:lnTo>
                  <a:pt x="9523" y="2629"/>
                </a:lnTo>
                <a:lnTo>
                  <a:pt x="12377" y="3792"/>
                </a:lnTo>
                <a:lnTo>
                  <a:pt x="15363" y="5270"/>
                </a:lnTo>
                <a:lnTo>
                  <a:pt x="18477" y="6990"/>
                </a:lnTo>
                <a:lnTo>
                  <a:pt x="26550" y="11175"/>
                </a:lnTo>
                <a:lnTo>
                  <a:pt x="34492" y="15262"/>
                </a:lnTo>
                <a:lnTo>
                  <a:pt x="35562" y="15653"/>
                </a:lnTo>
                <a:lnTo>
                  <a:pt x="36274" y="15789"/>
                </a:lnTo>
                <a:lnTo>
                  <a:pt x="36934" y="15826"/>
                </a:lnTo>
                <a:lnTo>
                  <a:pt x="37625" y="15789"/>
                </a:lnTo>
                <a:lnTo>
                  <a:pt x="38257" y="15654"/>
                </a:lnTo>
                <a:lnTo>
                  <a:pt x="38776" y="15449"/>
                </a:lnTo>
                <a:lnTo>
                  <a:pt x="39620" y="14871"/>
                </a:lnTo>
                <a:lnTo>
                  <a:pt x="40965" y="13623"/>
                </a:lnTo>
                <a:lnTo>
                  <a:pt x="44275" y="10538"/>
                </a:lnTo>
                <a:lnTo>
                  <a:pt x="54384" y="1133"/>
                </a:lnTo>
                <a:lnTo>
                  <a:pt x="55015" y="524"/>
                </a:lnTo>
                <a:lnTo>
                  <a:pt x="55660" y="225"/>
                </a:lnTo>
                <a:lnTo>
                  <a:pt x="56569" y="0"/>
                </a:lnTo>
                <a:lnTo>
                  <a:pt x="57441" y="41"/>
                </a:lnTo>
                <a:lnTo>
                  <a:pt x="58104" y="241"/>
                </a:lnTo>
                <a:lnTo>
                  <a:pt x="58489" y="423"/>
                </a:lnTo>
                <a:lnTo>
                  <a:pt x="58739" y="616"/>
                </a:lnTo>
                <a:lnTo>
                  <a:pt x="58743" y="953"/>
                </a:lnTo>
                <a:lnTo>
                  <a:pt x="50979" y="9440"/>
                </a:lnTo>
                <a:lnTo>
                  <a:pt x="49186" y="11665"/>
                </a:lnTo>
                <a:lnTo>
                  <a:pt x="46569" y="14567"/>
                </a:lnTo>
                <a:lnTo>
                  <a:pt x="44458" y="16390"/>
                </a:lnTo>
                <a:lnTo>
                  <a:pt x="41080" y="19195"/>
                </a:lnTo>
                <a:lnTo>
                  <a:pt x="40215" y="19427"/>
                </a:lnTo>
                <a:lnTo>
                  <a:pt x="38962" y="19716"/>
                </a:lnTo>
                <a:lnTo>
                  <a:pt x="37693" y="19823"/>
                </a:lnTo>
                <a:lnTo>
                  <a:pt x="36517" y="19854"/>
                </a:lnTo>
                <a:lnTo>
                  <a:pt x="35446" y="19664"/>
                </a:lnTo>
                <a:lnTo>
                  <a:pt x="34109" y="19317"/>
                </a:lnTo>
                <a:lnTo>
                  <a:pt x="32758" y="18870"/>
                </a:lnTo>
                <a:lnTo>
                  <a:pt x="31126" y="18148"/>
                </a:lnTo>
                <a:lnTo>
                  <a:pt x="29985" y="17623"/>
                </a:lnTo>
                <a:lnTo>
                  <a:pt x="25439" y="15148"/>
                </a:lnTo>
                <a:lnTo>
                  <a:pt x="19842" y="11936"/>
                </a:lnTo>
                <a:lnTo>
                  <a:pt x="15852" y="9820"/>
                </a:lnTo>
                <a:lnTo>
                  <a:pt x="8350" y="5903"/>
                </a:lnTo>
                <a:lnTo>
                  <a:pt x="2546" y="2915"/>
                </a:lnTo>
                <a:lnTo>
                  <a:pt x="422" y="2343"/>
                </a:lnTo>
                <a:lnTo>
                  <a:pt x="95" y="1605"/>
                </a:lnTo>
                <a:lnTo>
                  <a:pt x="0" y="1170"/>
                </a:lnTo>
                <a:lnTo>
                  <a:pt x="103" y="848"/>
                </a:lnTo>
                <a:lnTo>
                  <a:pt x="229" y="563"/>
                </a:lnTo>
                <a:lnTo>
                  <a:pt x="643" y="397"/>
                </a:lnTo>
                <a:lnTo>
                  <a:pt x="1210" y="300"/>
                </a:lnTo>
                <a:lnTo>
                  <a:pt x="1724" y="332"/>
                </a:lnTo>
                <a:lnTo>
                  <a:pt x="5731" y="14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6744C2A-602D-45CD-BFCE-08DDEC61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714" y="2327849"/>
            <a:ext cx="33814" cy="36011"/>
          </a:xfrm>
          <a:custGeom xmlns:a="http://schemas.openxmlformats.org/drawingml/2006/main">
            <a:pathLst>
              <a:path w="33814" h="36011">
                <a:moveTo>
                  <a:pt x="17443" y="756"/>
                </a:moveTo>
                <a:lnTo>
                  <a:pt x="20610" y="4497"/>
                </a:lnTo>
                <a:lnTo>
                  <a:pt x="23110" y="8566"/>
                </a:lnTo>
                <a:lnTo>
                  <a:pt x="25122" y="16319"/>
                </a:lnTo>
                <a:lnTo>
                  <a:pt x="27842" y="22997"/>
                </a:lnTo>
                <a:lnTo>
                  <a:pt x="33814" y="31164"/>
                </a:lnTo>
                <a:lnTo>
                  <a:pt x="29971" y="36011"/>
                </a:lnTo>
                <a:lnTo>
                  <a:pt x="11678" y="23944"/>
                </a:lnTo>
                <a:lnTo>
                  <a:pt x="4849" y="20445"/>
                </a:lnTo>
                <a:lnTo>
                  <a:pt x="1556" y="15905"/>
                </a:lnTo>
                <a:lnTo>
                  <a:pt x="0" y="12130"/>
                </a:lnTo>
                <a:lnTo>
                  <a:pt x="230" y="9036"/>
                </a:lnTo>
                <a:lnTo>
                  <a:pt x="2108" y="3084"/>
                </a:lnTo>
                <a:lnTo>
                  <a:pt x="4138" y="4560"/>
                </a:lnTo>
                <a:lnTo>
                  <a:pt x="12709" y="2229"/>
                </a:lnTo>
                <a:lnTo>
                  <a:pt x="13302" y="0"/>
                </a:lnTo>
                <a:lnTo>
                  <a:pt x="17443" y="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75F6B2F-C4C0-4333-A309-37FCB71B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318" y="3645719"/>
            <a:ext cx="495907" cy="430230"/>
          </a:xfrm>
          <a:custGeom xmlns:a="http://schemas.openxmlformats.org/drawingml/2006/main">
            <a:pathLst>
              <a:path w="495907" h="430230">
                <a:moveTo>
                  <a:pt x="0" y="257694"/>
                </a:moveTo>
                <a:lnTo>
                  <a:pt x="977" y="258151"/>
                </a:lnTo>
                <a:lnTo>
                  <a:pt x="3368" y="259317"/>
                </a:lnTo>
                <a:lnTo>
                  <a:pt x="11080" y="266536"/>
                </a:lnTo>
                <a:lnTo>
                  <a:pt x="20280" y="274954"/>
                </a:lnTo>
                <a:lnTo>
                  <a:pt x="21681" y="276046"/>
                </a:lnTo>
                <a:lnTo>
                  <a:pt x="22697" y="276493"/>
                </a:lnTo>
                <a:lnTo>
                  <a:pt x="23923" y="276843"/>
                </a:lnTo>
                <a:lnTo>
                  <a:pt x="25304" y="276970"/>
                </a:lnTo>
                <a:lnTo>
                  <a:pt x="26552" y="276882"/>
                </a:lnTo>
                <a:lnTo>
                  <a:pt x="27240" y="276764"/>
                </a:lnTo>
                <a:lnTo>
                  <a:pt x="27765" y="276577"/>
                </a:lnTo>
                <a:lnTo>
                  <a:pt x="28785" y="276131"/>
                </a:lnTo>
                <a:lnTo>
                  <a:pt x="29559" y="275627"/>
                </a:lnTo>
                <a:lnTo>
                  <a:pt x="30712" y="274504"/>
                </a:lnTo>
                <a:lnTo>
                  <a:pt x="33001" y="272266"/>
                </a:lnTo>
                <a:lnTo>
                  <a:pt x="47980" y="256720"/>
                </a:lnTo>
                <a:lnTo>
                  <a:pt x="133365" y="169329"/>
                </a:lnTo>
                <a:lnTo>
                  <a:pt x="186943" y="113580"/>
                </a:lnTo>
                <a:lnTo>
                  <a:pt x="242174" y="56683"/>
                </a:lnTo>
                <a:lnTo>
                  <a:pt x="257557" y="40862"/>
                </a:lnTo>
                <a:lnTo>
                  <a:pt x="270519" y="23811"/>
                </a:lnTo>
                <a:lnTo>
                  <a:pt x="273166" y="18685"/>
                </a:lnTo>
                <a:lnTo>
                  <a:pt x="276533" y="13987"/>
                </a:lnTo>
                <a:lnTo>
                  <a:pt x="280545" y="9817"/>
                </a:lnTo>
                <a:lnTo>
                  <a:pt x="284648" y="6584"/>
                </a:lnTo>
                <a:lnTo>
                  <a:pt x="289140" y="3914"/>
                </a:lnTo>
                <a:lnTo>
                  <a:pt x="293944" y="1846"/>
                </a:lnTo>
                <a:lnTo>
                  <a:pt x="296380" y="715"/>
                </a:lnTo>
                <a:lnTo>
                  <a:pt x="298996" y="90"/>
                </a:lnTo>
                <a:lnTo>
                  <a:pt x="301677" y="0"/>
                </a:lnTo>
                <a:lnTo>
                  <a:pt x="304136" y="399"/>
                </a:lnTo>
                <a:lnTo>
                  <a:pt x="306479" y="1238"/>
                </a:lnTo>
                <a:lnTo>
                  <a:pt x="308627" y="2502"/>
                </a:lnTo>
                <a:lnTo>
                  <a:pt x="349834" y="27145"/>
                </a:lnTo>
                <a:lnTo>
                  <a:pt x="359710" y="33304"/>
                </a:lnTo>
                <a:lnTo>
                  <a:pt x="369179" y="40065"/>
                </a:lnTo>
                <a:lnTo>
                  <a:pt x="375956" y="45486"/>
                </a:lnTo>
                <a:lnTo>
                  <a:pt x="382474" y="51206"/>
                </a:lnTo>
                <a:lnTo>
                  <a:pt x="388715" y="57234"/>
                </a:lnTo>
                <a:lnTo>
                  <a:pt x="493983" y="158229"/>
                </a:lnTo>
                <a:lnTo>
                  <a:pt x="495043" y="159722"/>
                </a:lnTo>
                <a:lnTo>
                  <a:pt x="495697" y="161435"/>
                </a:lnTo>
                <a:lnTo>
                  <a:pt x="495907" y="163251"/>
                </a:lnTo>
                <a:lnTo>
                  <a:pt x="495449" y="165741"/>
                </a:lnTo>
                <a:lnTo>
                  <a:pt x="494163" y="167925"/>
                </a:lnTo>
                <a:lnTo>
                  <a:pt x="491845" y="170747"/>
                </a:lnTo>
                <a:lnTo>
                  <a:pt x="443141" y="221088"/>
                </a:lnTo>
                <a:lnTo>
                  <a:pt x="431594" y="233474"/>
                </a:lnTo>
                <a:lnTo>
                  <a:pt x="344658" y="322816"/>
                </a:lnTo>
                <a:lnTo>
                  <a:pt x="320158" y="348244"/>
                </a:lnTo>
                <a:lnTo>
                  <a:pt x="315810" y="353589"/>
                </a:lnTo>
                <a:lnTo>
                  <a:pt x="314718" y="355112"/>
                </a:lnTo>
                <a:lnTo>
                  <a:pt x="314073" y="356869"/>
                </a:lnTo>
                <a:lnTo>
                  <a:pt x="313921" y="358731"/>
                </a:lnTo>
                <a:lnTo>
                  <a:pt x="314277" y="360570"/>
                </a:lnTo>
                <a:lnTo>
                  <a:pt x="314905" y="361929"/>
                </a:lnTo>
                <a:lnTo>
                  <a:pt x="315813" y="363125"/>
                </a:lnTo>
                <a:lnTo>
                  <a:pt x="316869" y="365912"/>
                </a:lnTo>
                <a:lnTo>
                  <a:pt x="317415" y="368840"/>
                </a:lnTo>
                <a:lnTo>
                  <a:pt x="317406" y="372046"/>
                </a:lnTo>
                <a:lnTo>
                  <a:pt x="316781" y="375187"/>
                </a:lnTo>
                <a:lnTo>
                  <a:pt x="315565" y="378143"/>
                </a:lnTo>
                <a:lnTo>
                  <a:pt x="310511" y="383579"/>
                </a:lnTo>
                <a:lnTo>
                  <a:pt x="301583" y="392944"/>
                </a:lnTo>
                <a:lnTo>
                  <a:pt x="293180" y="402777"/>
                </a:lnTo>
                <a:lnTo>
                  <a:pt x="287963" y="409465"/>
                </a:lnTo>
                <a:lnTo>
                  <a:pt x="282991" y="416329"/>
                </a:lnTo>
                <a:lnTo>
                  <a:pt x="275729" y="426023"/>
                </a:lnTo>
                <a:lnTo>
                  <a:pt x="272014" y="4302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43E3187-1ABA-4413-970A-4063FE39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953" y="4104367"/>
            <a:ext cx="72808" cy="68773"/>
          </a:xfrm>
          <a:custGeom xmlns:a="http://schemas.openxmlformats.org/drawingml/2006/main">
            <a:pathLst>
              <a:path w="72808" h="68773">
                <a:moveTo>
                  <a:pt x="70570" y="64705"/>
                </a:moveTo>
                <a:lnTo>
                  <a:pt x="70963" y="65423"/>
                </a:lnTo>
                <a:lnTo>
                  <a:pt x="72808" y="67259"/>
                </a:lnTo>
                <a:lnTo>
                  <a:pt x="72298" y="67801"/>
                </a:lnTo>
                <a:lnTo>
                  <a:pt x="71392" y="68773"/>
                </a:lnTo>
                <a:lnTo>
                  <a:pt x="69952" y="68738"/>
                </a:lnTo>
                <a:lnTo>
                  <a:pt x="68115" y="67202"/>
                </a:lnTo>
                <a:lnTo>
                  <a:pt x="66523" y="66534"/>
                </a:lnTo>
                <a:lnTo>
                  <a:pt x="65353" y="65327"/>
                </a:lnTo>
                <a:lnTo>
                  <a:pt x="64512" y="64739"/>
                </a:lnTo>
                <a:lnTo>
                  <a:pt x="63473" y="63665"/>
                </a:lnTo>
                <a:lnTo>
                  <a:pt x="61771" y="62180"/>
                </a:lnTo>
                <a:lnTo>
                  <a:pt x="52066" y="52684"/>
                </a:lnTo>
                <a:lnTo>
                  <a:pt x="40853" y="41880"/>
                </a:lnTo>
                <a:lnTo>
                  <a:pt x="25917" y="27422"/>
                </a:lnTo>
                <a:lnTo>
                  <a:pt x="5618" y="7725"/>
                </a:lnTo>
                <a:lnTo>
                  <a:pt x="1087" y="3309"/>
                </a:lnTo>
                <a:lnTo>
                  <a:pt x="88" y="1186"/>
                </a:lnTo>
                <a:lnTo>
                  <a:pt x="224" y="1055"/>
                </a:lnTo>
                <a:lnTo>
                  <a:pt x="0" y="833"/>
                </a:lnTo>
                <a:lnTo>
                  <a:pt x="854" y="0"/>
                </a:lnTo>
                <a:lnTo>
                  <a:pt x="1055" y="222"/>
                </a:lnTo>
                <a:lnTo>
                  <a:pt x="1289" y="25"/>
                </a:lnTo>
                <a:lnTo>
                  <a:pt x="4222" y="985"/>
                </a:lnTo>
                <a:lnTo>
                  <a:pt x="32132" y="27630"/>
                </a:lnTo>
                <a:lnTo>
                  <a:pt x="45707" y="40611"/>
                </a:lnTo>
                <a:lnTo>
                  <a:pt x="58336" y="52662"/>
                </a:lnTo>
                <a:lnTo>
                  <a:pt x="70570" y="647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FFBDD4D-1829-4D85-9319-343E2EAD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86" y="2359013"/>
            <a:ext cx="18476" cy="16166"/>
          </a:xfrm>
          <a:custGeom xmlns:a="http://schemas.openxmlformats.org/drawingml/2006/main">
            <a:pathLst>
              <a:path w="18476" h="16166">
                <a:moveTo>
                  <a:pt x="7939" y="4127"/>
                </a:moveTo>
                <a:lnTo>
                  <a:pt x="12931" y="8604"/>
                </a:lnTo>
                <a:lnTo>
                  <a:pt x="18476" y="12009"/>
                </a:lnTo>
                <a:lnTo>
                  <a:pt x="15926" y="16166"/>
                </a:lnTo>
                <a:lnTo>
                  <a:pt x="7549" y="9612"/>
                </a:lnTo>
                <a:lnTo>
                  <a:pt x="0" y="4847"/>
                </a:lnTo>
                <a:lnTo>
                  <a:pt x="3842" y="0"/>
                </a:lnTo>
                <a:lnTo>
                  <a:pt x="7939" y="41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C30650C-3AC9-4945-B214-F22EA8E6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361" y="2217537"/>
            <a:ext cx="14436" cy="28977"/>
          </a:xfrm>
          <a:custGeom xmlns:a="http://schemas.openxmlformats.org/drawingml/2006/main">
            <a:pathLst>
              <a:path w="14436" h="28977">
                <a:moveTo>
                  <a:pt x="0" y="0"/>
                </a:moveTo>
                <a:lnTo>
                  <a:pt x="3656" y="10096"/>
                </a:lnTo>
                <a:lnTo>
                  <a:pt x="14436" y="2897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1C5D5D5-BBF3-412F-BCDB-0407ED0F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03" y="2140860"/>
            <a:ext cx="6642" cy="35175"/>
          </a:xfrm>
          <a:custGeom xmlns:a="http://schemas.openxmlformats.org/drawingml/2006/main">
            <a:pathLst>
              <a:path w="6642" h="35175">
                <a:moveTo>
                  <a:pt x="6642" y="0"/>
                </a:moveTo>
                <a:lnTo>
                  <a:pt x="0" y="28603"/>
                </a:lnTo>
                <a:lnTo>
                  <a:pt x="2242" y="351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D703D1F-6663-4E19-BCCE-F84E62E9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39" y="2220933"/>
            <a:ext cx="23358" cy="25582"/>
          </a:xfrm>
          <a:custGeom xmlns:a="http://schemas.openxmlformats.org/drawingml/2006/main">
            <a:pathLst>
              <a:path w="23358" h="25582">
                <a:moveTo>
                  <a:pt x="0" y="0"/>
                </a:moveTo>
                <a:lnTo>
                  <a:pt x="3348" y="9831"/>
                </a:lnTo>
                <a:lnTo>
                  <a:pt x="23358" y="2558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3FF40C0-37FB-4534-AB38-349E3B67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25573" cy="24795"/>
          </a:xfrm>
          <a:custGeom xmlns:a="http://schemas.openxmlformats.org/drawingml/2006/main">
            <a:pathLst>
              <a:path w="25573" h="24795">
                <a:moveTo>
                  <a:pt x="25573" y="24795"/>
                </a:moveTo>
                <a:lnTo>
                  <a:pt x="23661" y="191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85B5A0B-E14B-48CA-ADAC-5E887847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97" y="2210874"/>
            <a:ext cx="9248" cy="35640"/>
          </a:xfrm>
          <a:custGeom xmlns:a="http://schemas.openxmlformats.org/drawingml/2006/main">
            <a:pathLst>
              <a:path w="9248" h="35640">
                <a:moveTo>
                  <a:pt x="0" y="35640"/>
                </a:moveTo>
                <a:lnTo>
                  <a:pt x="9248" y="9674"/>
                </a:lnTo>
                <a:lnTo>
                  <a:pt x="6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6358105-32F5-472D-9758-B7F7BFDE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753" y="2167463"/>
            <a:ext cx="6789" cy="2581"/>
          </a:xfrm>
          <a:custGeom xmlns:a="http://schemas.openxmlformats.org/drawingml/2006/main">
            <a:pathLst>
              <a:path w="6789" h="2581">
                <a:moveTo>
                  <a:pt x="0" y="2228"/>
                </a:moveTo>
                <a:lnTo>
                  <a:pt x="3913" y="2581"/>
                </a:lnTo>
                <a:lnTo>
                  <a:pt x="6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81FE9EB-7F1F-4568-A9C5-8A54C8E3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14" y="2177870"/>
            <a:ext cx="6695" cy="2221"/>
          </a:xfrm>
          <a:custGeom xmlns:a="http://schemas.openxmlformats.org/drawingml/2006/main">
            <a:pathLst>
              <a:path w="6695" h="2221">
                <a:moveTo>
                  <a:pt x="0" y="2198"/>
                </a:moveTo>
                <a:lnTo>
                  <a:pt x="3625" y="2221"/>
                </a:lnTo>
                <a:lnTo>
                  <a:pt x="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57A2982-3AC6-4649-BB7A-B20E7059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309" y="2165655"/>
            <a:ext cx="6740" cy="2645"/>
          </a:xfrm>
          <a:custGeom xmlns:a="http://schemas.openxmlformats.org/drawingml/2006/main">
            <a:pathLst>
              <a:path w="6740" h="2645">
                <a:moveTo>
                  <a:pt x="0" y="2645"/>
                </a:moveTo>
                <a:lnTo>
                  <a:pt x="2908" y="0"/>
                </a:lnTo>
                <a:lnTo>
                  <a:pt x="6740" y="45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4256D78-87E2-4D3E-AAA9-D1F06683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378" y="2176035"/>
            <a:ext cx="6649" cy="2507"/>
          </a:xfrm>
          <a:custGeom xmlns:a="http://schemas.openxmlformats.org/drawingml/2006/main">
            <a:pathLst>
              <a:path w="6649" h="2507">
                <a:moveTo>
                  <a:pt x="0" y="2507"/>
                </a:moveTo>
                <a:lnTo>
                  <a:pt x="2867" y="0"/>
                </a:lnTo>
                <a:lnTo>
                  <a:pt x="6649" y="25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C80B801-A1B0-476B-ADBF-2FF9B3E7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485" y="2218002"/>
            <a:ext cx="6649" cy="2931"/>
          </a:xfrm>
          <a:custGeom xmlns:a="http://schemas.openxmlformats.org/drawingml/2006/main">
            <a:pathLst>
              <a:path w="6649" h="2931">
                <a:moveTo>
                  <a:pt x="6649" y="0"/>
                </a:moveTo>
                <a:lnTo>
                  <a:pt x="3955" y="2931"/>
                </a:lnTo>
                <a:lnTo>
                  <a:pt x="0" y="22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607B250-F6C8-42DE-9DA2-FA082FFA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42" y="2215324"/>
            <a:ext cx="5208" cy="2214"/>
          </a:xfrm>
          <a:custGeom xmlns:a="http://schemas.openxmlformats.org/drawingml/2006/main">
            <a:pathLst>
              <a:path w="5208" h="2214">
                <a:moveTo>
                  <a:pt x="5208" y="0"/>
                </a:moveTo>
                <a:lnTo>
                  <a:pt x="3119" y="2214"/>
                </a:lnTo>
                <a:lnTo>
                  <a:pt x="0" y="171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1080538-F4C3-4A13-968A-0A66C8E2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794" y="2211222"/>
            <a:ext cx="5526" cy="2624"/>
          </a:xfrm>
          <a:custGeom xmlns:a="http://schemas.openxmlformats.org/drawingml/2006/main">
            <a:pathLst>
              <a:path w="5526" h="2624">
                <a:moveTo>
                  <a:pt x="5526" y="0"/>
                </a:moveTo>
                <a:lnTo>
                  <a:pt x="3409" y="2624"/>
                </a:lnTo>
                <a:lnTo>
                  <a:pt x="0" y="190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793699D-F395-48F5-9FC1-948B734E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944" y="2215886"/>
            <a:ext cx="6497" cy="2696"/>
          </a:xfrm>
          <a:custGeom xmlns:a="http://schemas.openxmlformats.org/drawingml/2006/main">
            <a:pathLst>
              <a:path w="6497" h="2696">
                <a:moveTo>
                  <a:pt x="6497" y="385"/>
                </a:moveTo>
                <a:lnTo>
                  <a:pt x="2779" y="0"/>
                </a:lnTo>
                <a:lnTo>
                  <a:pt x="0" y="26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DAD6438-D0EF-415C-9C31-A1572DE0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951" y="2213738"/>
            <a:ext cx="5012" cy="2204"/>
          </a:xfrm>
          <a:custGeom xmlns:a="http://schemas.openxmlformats.org/drawingml/2006/main">
            <a:pathLst>
              <a:path w="5012" h="2204">
                <a:moveTo>
                  <a:pt x="5012" y="59"/>
                </a:moveTo>
                <a:lnTo>
                  <a:pt x="2061" y="0"/>
                </a:lnTo>
                <a:lnTo>
                  <a:pt x="0" y="220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54A49D8-CCE3-424B-9DF6-7250A815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351" y="2209423"/>
            <a:ext cx="5457" cy="2129"/>
          </a:xfrm>
          <a:custGeom xmlns:a="http://schemas.openxmlformats.org/drawingml/2006/main">
            <a:pathLst>
              <a:path w="5457" h="2129">
                <a:moveTo>
                  <a:pt x="5457" y="346"/>
                </a:moveTo>
                <a:lnTo>
                  <a:pt x="2325" y="0"/>
                </a:lnTo>
                <a:lnTo>
                  <a:pt x="0" y="21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25C6AEA-B48A-47CB-BEB3-47A00F26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920" y="2206077"/>
            <a:ext cx="6417" cy="2672"/>
          </a:xfrm>
          <a:custGeom xmlns:a="http://schemas.openxmlformats.org/drawingml/2006/main">
            <a:pathLst>
              <a:path w="6417" h="2672">
                <a:moveTo>
                  <a:pt x="6417" y="490"/>
                </a:moveTo>
                <a:lnTo>
                  <a:pt x="2885" y="0"/>
                </a:lnTo>
                <a:lnTo>
                  <a:pt x="0" y="26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CA049FD-0D21-4AFD-9BCC-54E8808D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395" y="2208167"/>
            <a:ext cx="6770" cy="2708"/>
          </a:xfrm>
          <a:custGeom xmlns:a="http://schemas.openxmlformats.org/drawingml/2006/main">
            <a:pathLst>
              <a:path w="6770" h="2708">
                <a:moveTo>
                  <a:pt x="6770" y="0"/>
                </a:moveTo>
                <a:lnTo>
                  <a:pt x="3903" y="2708"/>
                </a:lnTo>
                <a:lnTo>
                  <a:pt x="0" y="209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8A5E58D-49DB-4433-8CC4-8F776648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936" y="3175198"/>
            <a:ext cx="2673" cy="2640"/>
          </a:xfrm>
          <a:custGeom xmlns:a="http://schemas.openxmlformats.org/drawingml/2006/main">
            <a:pathLst>
              <a:path w="2673" h="2640">
                <a:moveTo>
                  <a:pt x="329" y="2206"/>
                </a:moveTo>
                <a:lnTo>
                  <a:pt x="96" y="1812"/>
                </a:lnTo>
                <a:lnTo>
                  <a:pt x="0" y="1368"/>
                </a:lnTo>
                <a:lnTo>
                  <a:pt x="71" y="911"/>
                </a:lnTo>
                <a:lnTo>
                  <a:pt x="284" y="504"/>
                </a:lnTo>
                <a:lnTo>
                  <a:pt x="627" y="203"/>
                </a:lnTo>
                <a:lnTo>
                  <a:pt x="1013" y="38"/>
                </a:lnTo>
                <a:lnTo>
                  <a:pt x="1425" y="0"/>
                </a:lnTo>
                <a:lnTo>
                  <a:pt x="1829" y="99"/>
                </a:lnTo>
                <a:lnTo>
                  <a:pt x="2186" y="308"/>
                </a:lnTo>
                <a:lnTo>
                  <a:pt x="2462" y="610"/>
                </a:lnTo>
                <a:lnTo>
                  <a:pt x="2628" y="997"/>
                </a:lnTo>
                <a:lnTo>
                  <a:pt x="2673" y="1406"/>
                </a:lnTo>
                <a:lnTo>
                  <a:pt x="2583" y="1809"/>
                </a:lnTo>
                <a:lnTo>
                  <a:pt x="2370" y="2170"/>
                </a:lnTo>
                <a:lnTo>
                  <a:pt x="2021" y="2471"/>
                </a:lnTo>
                <a:lnTo>
                  <a:pt x="1590" y="2628"/>
                </a:lnTo>
                <a:lnTo>
                  <a:pt x="1133" y="2640"/>
                </a:lnTo>
                <a:lnTo>
                  <a:pt x="688" y="2497"/>
                </a:lnTo>
                <a:lnTo>
                  <a:pt x="329" y="22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1F7CC75-1EFE-431D-B003-D482087F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485" y="2206883"/>
            <a:ext cx="20067" cy="6657"/>
          </a:xfrm>
          <a:custGeom xmlns:a="http://schemas.openxmlformats.org/drawingml/2006/main">
            <a:pathLst>
              <a:path w="20067" h="6657">
                <a:moveTo>
                  <a:pt x="0" y="6657"/>
                </a:moveTo>
                <a:lnTo>
                  <a:pt x="10576" y="3155"/>
                </a:lnTo>
                <a:lnTo>
                  <a:pt x="200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3157E53-864D-4501-AB65-C667BB3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170" y="2047091"/>
            <a:ext cx="29523" cy="16295"/>
          </a:xfrm>
          <a:custGeom xmlns:a="http://schemas.openxmlformats.org/drawingml/2006/main">
            <a:pathLst>
              <a:path w="29523" h="16295">
                <a:moveTo>
                  <a:pt x="15731" y="10144"/>
                </a:moveTo>
                <a:lnTo>
                  <a:pt x="13392" y="10925"/>
                </a:lnTo>
                <a:lnTo>
                  <a:pt x="11729" y="11506"/>
                </a:lnTo>
                <a:lnTo>
                  <a:pt x="10657" y="11853"/>
                </a:lnTo>
                <a:lnTo>
                  <a:pt x="9512" y="12229"/>
                </a:lnTo>
                <a:lnTo>
                  <a:pt x="8002" y="12679"/>
                </a:lnTo>
                <a:lnTo>
                  <a:pt x="5681" y="13477"/>
                </a:lnTo>
                <a:lnTo>
                  <a:pt x="3230" y="14216"/>
                </a:lnTo>
                <a:lnTo>
                  <a:pt x="3231" y="14671"/>
                </a:lnTo>
                <a:lnTo>
                  <a:pt x="2108" y="16295"/>
                </a:lnTo>
                <a:lnTo>
                  <a:pt x="0" y="8644"/>
                </a:lnTo>
                <a:lnTo>
                  <a:pt x="827" y="8267"/>
                </a:lnTo>
                <a:lnTo>
                  <a:pt x="1243" y="8639"/>
                </a:lnTo>
                <a:lnTo>
                  <a:pt x="4119" y="7716"/>
                </a:lnTo>
                <a:lnTo>
                  <a:pt x="6478" y="6907"/>
                </a:lnTo>
                <a:lnTo>
                  <a:pt x="7976" y="6394"/>
                </a:lnTo>
                <a:lnTo>
                  <a:pt x="9121" y="6018"/>
                </a:lnTo>
                <a:lnTo>
                  <a:pt x="10215" y="5652"/>
                </a:lnTo>
                <a:lnTo>
                  <a:pt x="11873" y="5099"/>
                </a:lnTo>
                <a:lnTo>
                  <a:pt x="14007" y="4387"/>
                </a:lnTo>
                <a:lnTo>
                  <a:pt x="17795" y="3195"/>
                </a:lnTo>
                <a:lnTo>
                  <a:pt x="27760" y="0"/>
                </a:lnTo>
                <a:lnTo>
                  <a:pt x="29523" y="5583"/>
                </a:lnTo>
                <a:lnTo>
                  <a:pt x="19463" y="8953"/>
                </a:lnTo>
                <a:lnTo>
                  <a:pt x="15731" y="101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C284C16-1707-458C-A480-6822EA1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294" y="4022638"/>
            <a:ext cx="46991" cy="52822"/>
          </a:xfrm>
          <a:custGeom xmlns:a="http://schemas.openxmlformats.org/drawingml/2006/main">
            <a:pathLst>
              <a:path w="46991" h="52822">
                <a:moveTo>
                  <a:pt x="37205" y="2935"/>
                </a:moveTo>
                <a:lnTo>
                  <a:pt x="37060" y="2337"/>
                </a:lnTo>
                <a:lnTo>
                  <a:pt x="36844" y="1769"/>
                </a:lnTo>
                <a:lnTo>
                  <a:pt x="36532" y="1140"/>
                </a:lnTo>
                <a:lnTo>
                  <a:pt x="36098" y="559"/>
                </a:lnTo>
                <a:lnTo>
                  <a:pt x="35548" y="0"/>
                </a:lnTo>
                <a:lnTo>
                  <a:pt x="46991" y="8231"/>
                </a:lnTo>
                <a:lnTo>
                  <a:pt x="46398" y="7937"/>
                </a:lnTo>
                <a:lnTo>
                  <a:pt x="45886" y="7786"/>
                </a:lnTo>
                <a:lnTo>
                  <a:pt x="45346" y="7628"/>
                </a:lnTo>
                <a:lnTo>
                  <a:pt x="44552" y="7558"/>
                </a:lnTo>
                <a:lnTo>
                  <a:pt x="43473" y="7668"/>
                </a:lnTo>
                <a:lnTo>
                  <a:pt x="42672" y="7963"/>
                </a:lnTo>
                <a:lnTo>
                  <a:pt x="42082" y="8243"/>
                </a:lnTo>
                <a:lnTo>
                  <a:pt x="41530" y="8676"/>
                </a:lnTo>
                <a:lnTo>
                  <a:pt x="41029" y="9136"/>
                </a:lnTo>
                <a:lnTo>
                  <a:pt x="40538" y="9769"/>
                </a:lnTo>
                <a:lnTo>
                  <a:pt x="35149" y="17326"/>
                </a:lnTo>
                <a:lnTo>
                  <a:pt x="46450" y="25451"/>
                </a:lnTo>
                <a:lnTo>
                  <a:pt x="26954" y="52822"/>
                </a:lnTo>
                <a:lnTo>
                  <a:pt x="0" y="33654"/>
                </a:lnTo>
                <a:lnTo>
                  <a:pt x="19551" y="6245"/>
                </a:lnTo>
                <a:lnTo>
                  <a:pt x="30936" y="14341"/>
                </a:lnTo>
                <a:lnTo>
                  <a:pt x="34167" y="9783"/>
                </a:lnTo>
                <a:lnTo>
                  <a:pt x="36566" y="6422"/>
                </a:lnTo>
                <a:lnTo>
                  <a:pt x="36853" y="5877"/>
                </a:lnTo>
                <a:lnTo>
                  <a:pt x="37089" y="5297"/>
                </a:lnTo>
                <a:lnTo>
                  <a:pt x="37243" y="4609"/>
                </a:lnTo>
                <a:lnTo>
                  <a:pt x="37292" y="4125"/>
                </a:lnTo>
                <a:lnTo>
                  <a:pt x="37278" y="3598"/>
                </a:lnTo>
                <a:lnTo>
                  <a:pt x="37205" y="293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F14F972-54BD-472E-81E5-43576011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379" y="4280466"/>
            <a:ext cx="28341" cy="9281"/>
          </a:xfrm>
          <a:custGeom xmlns:a="http://schemas.openxmlformats.org/drawingml/2006/main">
            <a:pathLst>
              <a:path w="28341" h="9281">
                <a:moveTo>
                  <a:pt x="26930" y="9281"/>
                </a:moveTo>
                <a:lnTo>
                  <a:pt x="0" y="1163"/>
                </a:lnTo>
                <a:lnTo>
                  <a:pt x="583" y="0"/>
                </a:lnTo>
                <a:lnTo>
                  <a:pt x="28341" y="8824"/>
                </a:lnTo>
                <a:lnTo>
                  <a:pt x="26930" y="92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5EAFCA0-A3E5-4894-B0FA-70DF5750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557" y="4281629"/>
            <a:ext cx="114752" cy="70074"/>
          </a:xfrm>
          <a:custGeom xmlns:a="http://schemas.openxmlformats.org/drawingml/2006/main">
            <a:pathLst>
              <a:path w="114752" h="70074">
                <a:moveTo>
                  <a:pt x="32718" y="57296"/>
                </a:moveTo>
                <a:lnTo>
                  <a:pt x="29620" y="58080"/>
                </a:lnTo>
                <a:lnTo>
                  <a:pt x="10194" y="70074"/>
                </a:lnTo>
                <a:lnTo>
                  <a:pt x="0" y="53094"/>
                </a:lnTo>
                <a:lnTo>
                  <a:pt x="27355" y="36725"/>
                </a:lnTo>
                <a:lnTo>
                  <a:pt x="87309" y="642"/>
                </a:lnTo>
                <a:lnTo>
                  <a:pt x="87822" y="0"/>
                </a:lnTo>
                <a:lnTo>
                  <a:pt x="114752" y="8118"/>
                </a:lnTo>
                <a:lnTo>
                  <a:pt x="32718" y="572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1D9F3275-5A9E-4833-9034-C5FE26DA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060" y="3453417"/>
            <a:ext cx="18695" cy="12403"/>
          </a:xfrm>
          <a:custGeom xmlns:a="http://schemas.openxmlformats.org/drawingml/2006/main">
            <a:pathLst>
              <a:path w="18695" h="12403">
                <a:moveTo>
                  <a:pt x="9290" y="9266"/>
                </a:moveTo>
                <a:lnTo>
                  <a:pt x="9722" y="0"/>
                </a:lnTo>
                <a:lnTo>
                  <a:pt x="14665" y="244"/>
                </a:lnTo>
                <a:lnTo>
                  <a:pt x="18695" y="5658"/>
                </a:lnTo>
                <a:lnTo>
                  <a:pt x="14682" y="12403"/>
                </a:lnTo>
                <a:lnTo>
                  <a:pt x="7386" y="11966"/>
                </a:lnTo>
                <a:lnTo>
                  <a:pt x="0" y="11522"/>
                </a:lnTo>
                <a:lnTo>
                  <a:pt x="78" y="8760"/>
                </a:lnTo>
                <a:lnTo>
                  <a:pt x="9290" y="926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5351172-9E02-4101-93A2-DBCABCAF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23" y="4556955"/>
            <a:ext cx="7021" cy="40987"/>
          </a:xfrm>
          <a:custGeom xmlns:a="http://schemas.openxmlformats.org/drawingml/2006/main">
            <a:pathLst>
              <a:path w="7021" h="40987">
                <a:moveTo>
                  <a:pt x="0" y="223"/>
                </a:moveTo>
                <a:lnTo>
                  <a:pt x="6081" y="0"/>
                </a:lnTo>
                <a:lnTo>
                  <a:pt x="3779" y="3494"/>
                </a:lnTo>
                <a:lnTo>
                  <a:pt x="2006" y="7193"/>
                </a:lnTo>
                <a:lnTo>
                  <a:pt x="1062" y="11180"/>
                </a:lnTo>
                <a:lnTo>
                  <a:pt x="761" y="15250"/>
                </a:lnTo>
                <a:lnTo>
                  <a:pt x="1201" y="19310"/>
                </a:lnTo>
                <a:lnTo>
                  <a:pt x="2425" y="23231"/>
                </a:lnTo>
                <a:lnTo>
                  <a:pt x="4318" y="26916"/>
                </a:lnTo>
                <a:lnTo>
                  <a:pt x="6798" y="30212"/>
                </a:lnTo>
                <a:lnTo>
                  <a:pt x="7021" y="40909"/>
                </a:lnTo>
                <a:lnTo>
                  <a:pt x="897" y="40987"/>
                </a:lnTo>
                <a:lnTo>
                  <a:pt x="0" y="22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62785722-CD13-47F8-8BF2-BF409E59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471" y="2845637"/>
            <a:ext cx="358110" cy="366325"/>
          </a:xfrm>
          <a:custGeom xmlns:a="http://schemas.openxmlformats.org/drawingml/2006/main">
            <a:pathLst>
              <a:path w="358110" h="366325">
                <a:moveTo>
                  <a:pt x="358110" y="0"/>
                </a:moveTo>
                <a:lnTo>
                  <a:pt x="157127" y="204157"/>
                </a:lnTo>
                <a:lnTo>
                  <a:pt x="63820" y="301167"/>
                </a:lnTo>
                <a:lnTo>
                  <a:pt x="62881" y="302158"/>
                </a:lnTo>
                <a:lnTo>
                  <a:pt x="62506" y="302523"/>
                </a:lnTo>
                <a:lnTo>
                  <a:pt x="43605" y="320936"/>
                </a:lnTo>
                <a:lnTo>
                  <a:pt x="30741" y="333623"/>
                </a:lnTo>
                <a:lnTo>
                  <a:pt x="22129" y="342825"/>
                </a:lnTo>
                <a:lnTo>
                  <a:pt x="0" y="3663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BC36E7C-8508-4FCC-8B16-6D0FA6A9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16314" cy="27880"/>
          </a:xfrm>
          <a:custGeom xmlns:a="http://schemas.openxmlformats.org/drawingml/2006/main">
            <a:pathLst>
              <a:path w="16314" h="27880">
                <a:moveTo>
                  <a:pt x="16314" y="27880"/>
                </a:moveTo>
                <a:lnTo>
                  <a:pt x="14433" y="219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8750C463-9BA0-4B46-BE45-42591B32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4556" cy="31596"/>
          </a:xfrm>
          <a:custGeom xmlns:a="http://schemas.openxmlformats.org/drawingml/2006/main">
            <a:pathLst>
              <a:path w="4556" h="31596">
                <a:moveTo>
                  <a:pt x="0" y="0"/>
                </a:moveTo>
                <a:lnTo>
                  <a:pt x="2657" y="25972"/>
                </a:lnTo>
                <a:lnTo>
                  <a:pt x="4556" y="315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9F94AF8-8351-4375-8E12-4A4F9C3E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844" y="2168741"/>
            <a:ext cx="5185" cy="2305"/>
          </a:xfrm>
          <a:custGeom xmlns:a="http://schemas.openxmlformats.org/drawingml/2006/main">
            <a:pathLst>
              <a:path w="5185" h="2305">
                <a:moveTo>
                  <a:pt x="0" y="2305"/>
                </a:moveTo>
                <a:lnTo>
                  <a:pt x="2114" y="0"/>
                </a:lnTo>
                <a:lnTo>
                  <a:pt x="5185" y="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264C58E-82D8-4A07-81B0-5D7681C7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111" y="2172457"/>
            <a:ext cx="5290" cy="2806"/>
          </a:xfrm>
          <a:custGeom xmlns:a="http://schemas.openxmlformats.org/drawingml/2006/main">
            <a:pathLst>
              <a:path w="5290" h="2806">
                <a:moveTo>
                  <a:pt x="0" y="2806"/>
                </a:moveTo>
                <a:lnTo>
                  <a:pt x="2090" y="0"/>
                </a:lnTo>
                <a:lnTo>
                  <a:pt x="5290" y="80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3BBE340-7CB8-41BD-A3BC-B08E3A77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203" y="2213846"/>
            <a:ext cx="2594" cy="32668"/>
          </a:xfrm>
          <a:custGeom xmlns:a="http://schemas.openxmlformats.org/drawingml/2006/main">
            <a:pathLst>
              <a:path w="2594" h="32668">
                <a:moveTo>
                  <a:pt x="2594" y="32668"/>
                </a:moveTo>
                <a:lnTo>
                  <a:pt x="2533" y="9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4CD7719-90D5-4195-A358-04191B21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958" y="2168741"/>
            <a:ext cx="15245" cy="45106"/>
          </a:xfrm>
          <a:custGeom xmlns:a="http://schemas.openxmlformats.org/drawingml/2006/main">
            <a:pathLst>
              <a:path w="15245" h="45106">
                <a:moveTo>
                  <a:pt x="15245" y="45106"/>
                </a:moveTo>
                <a:lnTo>
                  <a:pt x="13718" y="4068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8C42449-0A91-4905-9683-0FFDA5CF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773" y="4148291"/>
            <a:ext cx="106520" cy="134089"/>
          </a:xfrm>
          <a:custGeom xmlns:a="http://schemas.openxmlformats.org/drawingml/2006/main">
            <a:pathLst>
              <a:path w="106520" h="134089">
                <a:moveTo>
                  <a:pt x="92734" y="124063"/>
                </a:moveTo>
                <a:lnTo>
                  <a:pt x="75391" y="92708"/>
                </a:lnTo>
                <a:lnTo>
                  <a:pt x="72377" y="87632"/>
                </a:lnTo>
                <a:lnTo>
                  <a:pt x="59108" y="65113"/>
                </a:lnTo>
                <a:lnTo>
                  <a:pt x="43670" y="38899"/>
                </a:lnTo>
                <a:lnTo>
                  <a:pt x="40476" y="33136"/>
                </a:lnTo>
                <a:lnTo>
                  <a:pt x="36977" y="27017"/>
                </a:lnTo>
                <a:lnTo>
                  <a:pt x="24735" y="5983"/>
                </a:lnTo>
                <a:lnTo>
                  <a:pt x="2772" y="16131"/>
                </a:lnTo>
                <a:lnTo>
                  <a:pt x="0" y="10484"/>
                </a:lnTo>
                <a:lnTo>
                  <a:pt x="22272" y="0"/>
                </a:lnTo>
                <a:lnTo>
                  <a:pt x="25596" y="167"/>
                </a:lnTo>
                <a:lnTo>
                  <a:pt x="28996" y="1488"/>
                </a:lnTo>
                <a:lnTo>
                  <a:pt x="31113" y="3071"/>
                </a:lnTo>
                <a:lnTo>
                  <a:pt x="32262" y="4717"/>
                </a:lnTo>
                <a:lnTo>
                  <a:pt x="48669" y="32372"/>
                </a:lnTo>
                <a:lnTo>
                  <a:pt x="52377" y="38613"/>
                </a:lnTo>
                <a:lnTo>
                  <a:pt x="63852" y="57837"/>
                </a:lnTo>
                <a:lnTo>
                  <a:pt x="81107" y="86735"/>
                </a:lnTo>
                <a:lnTo>
                  <a:pt x="87612" y="97629"/>
                </a:lnTo>
                <a:lnTo>
                  <a:pt x="99431" y="117409"/>
                </a:lnTo>
                <a:lnTo>
                  <a:pt x="103510" y="124369"/>
                </a:lnTo>
                <a:lnTo>
                  <a:pt x="106520" y="129508"/>
                </a:lnTo>
                <a:lnTo>
                  <a:pt x="98647" y="134089"/>
                </a:lnTo>
                <a:lnTo>
                  <a:pt x="94695" y="127500"/>
                </a:lnTo>
                <a:lnTo>
                  <a:pt x="92734" y="1240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70F5240-C1C3-4FEE-80EF-E1CC5DCF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781" y="3306470"/>
            <a:ext cx="58198" cy="48880"/>
          </a:xfrm>
          <a:custGeom xmlns:a="http://schemas.openxmlformats.org/drawingml/2006/main">
            <a:pathLst>
              <a:path w="58198" h="48880">
                <a:moveTo>
                  <a:pt x="5691" y="36530"/>
                </a:moveTo>
                <a:lnTo>
                  <a:pt x="53341" y="0"/>
                </a:lnTo>
                <a:lnTo>
                  <a:pt x="55754" y="3051"/>
                </a:lnTo>
                <a:lnTo>
                  <a:pt x="58198" y="6029"/>
                </a:lnTo>
                <a:lnTo>
                  <a:pt x="10194" y="43307"/>
                </a:lnTo>
                <a:lnTo>
                  <a:pt x="3017" y="48880"/>
                </a:lnTo>
                <a:lnTo>
                  <a:pt x="0" y="40889"/>
                </a:lnTo>
                <a:lnTo>
                  <a:pt x="5691" y="365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EDB287E-DD7B-4D40-9E68-2077F02C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717" y="2753297"/>
            <a:ext cx="290589" cy="534461"/>
          </a:xfrm>
          <a:custGeom xmlns:a="http://schemas.openxmlformats.org/drawingml/2006/main">
            <a:pathLst>
              <a:path w="290589" h="534461">
                <a:moveTo>
                  <a:pt x="290589" y="534461"/>
                </a:moveTo>
                <a:lnTo>
                  <a:pt x="212416" y="347904"/>
                </a:lnTo>
                <a:lnTo>
                  <a:pt x="68728" y="145575"/>
                </a:lnTo>
                <a:lnTo>
                  <a:pt x="42879" y="100358"/>
                </a:lnTo>
                <a:lnTo>
                  <a:pt x="21210" y="556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1CF6367-4A58-49C9-9357-D3AF58C6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307" y="3287758"/>
            <a:ext cx="96473" cy="231561"/>
          </a:xfrm>
          <a:custGeom xmlns:a="http://schemas.openxmlformats.org/drawingml/2006/main">
            <a:pathLst>
              <a:path w="96473" h="231561">
                <a:moveTo>
                  <a:pt x="96473" y="231561"/>
                </a:moveTo>
                <a:lnTo>
                  <a:pt x="87147" y="197413"/>
                </a:lnTo>
                <a:lnTo>
                  <a:pt x="66622" y="16627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57E24F0-BCE2-4E24-9FEE-FBC7C883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321" y="3309521"/>
            <a:ext cx="42214" cy="32843"/>
          </a:xfrm>
          <a:custGeom xmlns:a="http://schemas.openxmlformats.org/drawingml/2006/main">
            <a:pathLst>
              <a:path w="42214" h="32843">
                <a:moveTo>
                  <a:pt x="0" y="32843"/>
                </a:moveTo>
                <a:lnTo>
                  <a:pt x="15244" y="21218"/>
                </a:lnTo>
                <a:lnTo>
                  <a:pt x="42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0A24303-8D74-4FB0-9890-CD6279F9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152" y="2826877"/>
            <a:ext cx="20509" cy="19749"/>
          </a:xfrm>
          <a:custGeom xmlns:a="http://schemas.openxmlformats.org/drawingml/2006/main">
            <a:pathLst>
              <a:path w="20509" h="19749">
                <a:moveTo>
                  <a:pt x="5184" y="14597"/>
                </a:moveTo>
                <a:lnTo>
                  <a:pt x="7278" y="11081"/>
                </a:lnTo>
                <a:lnTo>
                  <a:pt x="8598" y="7211"/>
                </a:lnTo>
                <a:lnTo>
                  <a:pt x="8980" y="4323"/>
                </a:lnTo>
                <a:lnTo>
                  <a:pt x="10984" y="1829"/>
                </a:lnTo>
                <a:lnTo>
                  <a:pt x="13702" y="0"/>
                </a:lnTo>
                <a:lnTo>
                  <a:pt x="16144" y="610"/>
                </a:lnTo>
                <a:lnTo>
                  <a:pt x="18961" y="1902"/>
                </a:lnTo>
                <a:lnTo>
                  <a:pt x="19723" y="3950"/>
                </a:lnTo>
                <a:lnTo>
                  <a:pt x="20509" y="6707"/>
                </a:lnTo>
                <a:lnTo>
                  <a:pt x="19893" y="9165"/>
                </a:lnTo>
                <a:lnTo>
                  <a:pt x="19236" y="11741"/>
                </a:lnTo>
                <a:lnTo>
                  <a:pt x="15610" y="13012"/>
                </a:lnTo>
                <a:lnTo>
                  <a:pt x="14622" y="13593"/>
                </a:lnTo>
                <a:lnTo>
                  <a:pt x="9072" y="10596"/>
                </a:lnTo>
                <a:lnTo>
                  <a:pt x="7229" y="15618"/>
                </a:lnTo>
                <a:lnTo>
                  <a:pt x="6798" y="16595"/>
                </a:lnTo>
                <a:lnTo>
                  <a:pt x="5642" y="19749"/>
                </a:lnTo>
                <a:lnTo>
                  <a:pt x="1066" y="17738"/>
                </a:lnTo>
                <a:lnTo>
                  <a:pt x="0" y="16418"/>
                </a:lnTo>
                <a:lnTo>
                  <a:pt x="5184" y="145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5B479F2-14FD-4328-BF31-133CF01A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396" y="3725489"/>
            <a:ext cx="47425" cy="89802"/>
          </a:xfrm>
          <a:custGeom xmlns:a="http://schemas.openxmlformats.org/drawingml/2006/main">
            <a:pathLst>
              <a:path w="47425" h="89802">
                <a:moveTo>
                  <a:pt x="5921" y="2664"/>
                </a:moveTo>
                <a:lnTo>
                  <a:pt x="11919" y="0"/>
                </a:lnTo>
                <a:lnTo>
                  <a:pt x="13332" y="3205"/>
                </a:lnTo>
                <a:lnTo>
                  <a:pt x="17259" y="13094"/>
                </a:lnTo>
                <a:lnTo>
                  <a:pt x="47425" y="87350"/>
                </a:lnTo>
                <a:lnTo>
                  <a:pt x="41521" y="89802"/>
                </a:lnTo>
                <a:lnTo>
                  <a:pt x="39572" y="85955"/>
                </a:lnTo>
                <a:lnTo>
                  <a:pt x="31829" y="88911"/>
                </a:lnTo>
                <a:lnTo>
                  <a:pt x="0" y="9552"/>
                </a:lnTo>
                <a:lnTo>
                  <a:pt x="7621" y="6417"/>
                </a:lnTo>
                <a:lnTo>
                  <a:pt x="5921" y="266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5819462-74BC-4C34-8669-71E50581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023" y="2358691"/>
            <a:ext cx="577778" cy="1182891"/>
          </a:xfrm>
          <a:custGeom xmlns:a="http://schemas.openxmlformats.org/drawingml/2006/main">
            <a:pathLst>
              <a:path w="577778" h="1182891">
                <a:moveTo>
                  <a:pt x="574437" y="1146300"/>
                </a:moveTo>
                <a:lnTo>
                  <a:pt x="575150" y="1146682"/>
                </a:lnTo>
                <a:lnTo>
                  <a:pt x="575458" y="1146719"/>
                </a:lnTo>
                <a:lnTo>
                  <a:pt x="575664" y="1146714"/>
                </a:lnTo>
                <a:lnTo>
                  <a:pt x="575881" y="1146672"/>
                </a:lnTo>
                <a:lnTo>
                  <a:pt x="576047" y="1146631"/>
                </a:lnTo>
                <a:lnTo>
                  <a:pt x="576643" y="1148309"/>
                </a:lnTo>
                <a:lnTo>
                  <a:pt x="577334" y="1148063"/>
                </a:lnTo>
                <a:lnTo>
                  <a:pt x="577604" y="1149003"/>
                </a:lnTo>
                <a:lnTo>
                  <a:pt x="577714" y="1149757"/>
                </a:lnTo>
                <a:lnTo>
                  <a:pt x="577757" y="1150129"/>
                </a:lnTo>
                <a:lnTo>
                  <a:pt x="577778" y="1150502"/>
                </a:lnTo>
                <a:lnTo>
                  <a:pt x="577778" y="1150912"/>
                </a:lnTo>
                <a:lnTo>
                  <a:pt x="577765" y="1151267"/>
                </a:lnTo>
                <a:lnTo>
                  <a:pt x="577751" y="1151586"/>
                </a:lnTo>
                <a:lnTo>
                  <a:pt x="577705" y="1151952"/>
                </a:lnTo>
                <a:lnTo>
                  <a:pt x="577653" y="1152309"/>
                </a:lnTo>
                <a:lnTo>
                  <a:pt x="577577" y="1152620"/>
                </a:lnTo>
                <a:lnTo>
                  <a:pt x="577497" y="1152969"/>
                </a:lnTo>
                <a:lnTo>
                  <a:pt x="577385" y="1153345"/>
                </a:lnTo>
                <a:lnTo>
                  <a:pt x="577108" y="1154063"/>
                </a:lnTo>
                <a:lnTo>
                  <a:pt x="576791" y="1154727"/>
                </a:lnTo>
                <a:lnTo>
                  <a:pt x="576391" y="1155412"/>
                </a:lnTo>
                <a:lnTo>
                  <a:pt x="575857" y="1156100"/>
                </a:lnTo>
                <a:lnTo>
                  <a:pt x="575232" y="1156727"/>
                </a:lnTo>
                <a:lnTo>
                  <a:pt x="574600" y="1157299"/>
                </a:lnTo>
                <a:lnTo>
                  <a:pt x="573909" y="1157773"/>
                </a:lnTo>
                <a:lnTo>
                  <a:pt x="573464" y="1158003"/>
                </a:lnTo>
                <a:lnTo>
                  <a:pt x="573389" y="1157723"/>
                </a:lnTo>
                <a:lnTo>
                  <a:pt x="572398" y="1157139"/>
                </a:lnTo>
                <a:lnTo>
                  <a:pt x="572103" y="1157165"/>
                </a:lnTo>
                <a:lnTo>
                  <a:pt x="571930" y="1157388"/>
                </a:lnTo>
                <a:lnTo>
                  <a:pt x="571408" y="1158312"/>
                </a:lnTo>
                <a:lnTo>
                  <a:pt x="571563" y="1158900"/>
                </a:lnTo>
                <a:lnTo>
                  <a:pt x="571668" y="1159289"/>
                </a:lnTo>
                <a:lnTo>
                  <a:pt x="571966" y="1160447"/>
                </a:lnTo>
                <a:lnTo>
                  <a:pt x="573724" y="1167223"/>
                </a:lnTo>
                <a:lnTo>
                  <a:pt x="573911" y="1167956"/>
                </a:lnTo>
                <a:lnTo>
                  <a:pt x="565484" y="1170137"/>
                </a:lnTo>
                <a:lnTo>
                  <a:pt x="563285" y="1161451"/>
                </a:lnTo>
                <a:lnTo>
                  <a:pt x="563191" y="1161062"/>
                </a:lnTo>
                <a:lnTo>
                  <a:pt x="563086" y="1160664"/>
                </a:lnTo>
                <a:lnTo>
                  <a:pt x="562067" y="1160108"/>
                </a:lnTo>
                <a:lnTo>
                  <a:pt x="561904" y="1160058"/>
                </a:lnTo>
                <a:lnTo>
                  <a:pt x="561726" y="1160071"/>
                </a:lnTo>
                <a:lnTo>
                  <a:pt x="561589" y="1160166"/>
                </a:lnTo>
                <a:lnTo>
                  <a:pt x="561080" y="1161172"/>
                </a:lnTo>
                <a:lnTo>
                  <a:pt x="561186" y="1161589"/>
                </a:lnTo>
                <a:lnTo>
                  <a:pt x="561285" y="1161969"/>
                </a:lnTo>
                <a:lnTo>
                  <a:pt x="563472" y="1170628"/>
                </a:lnTo>
                <a:lnTo>
                  <a:pt x="554850" y="1172796"/>
                </a:lnTo>
                <a:lnTo>
                  <a:pt x="552626" y="1164211"/>
                </a:lnTo>
                <a:lnTo>
                  <a:pt x="552526" y="1163822"/>
                </a:lnTo>
                <a:lnTo>
                  <a:pt x="552291" y="1162926"/>
                </a:lnTo>
                <a:lnTo>
                  <a:pt x="550647" y="1161958"/>
                </a:lnTo>
                <a:lnTo>
                  <a:pt x="550438" y="1162055"/>
                </a:lnTo>
                <a:lnTo>
                  <a:pt x="549653" y="1163378"/>
                </a:lnTo>
                <a:lnTo>
                  <a:pt x="549540" y="1163536"/>
                </a:lnTo>
                <a:lnTo>
                  <a:pt x="549506" y="1163747"/>
                </a:lnTo>
                <a:lnTo>
                  <a:pt x="549804" y="1164859"/>
                </a:lnTo>
                <a:lnTo>
                  <a:pt x="550083" y="1165917"/>
                </a:lnTo>
                <a:lnTo>
                  <a:pt x="550611" y="1167971"/>
                </a:lnTo>
                <a:lnTo>
                  <a:pt x="551872" y="1172829"/>
                </a:lnTo>
                <a:lnTo>
                  <a:pt x="552046" y="1173517"/>
                </a:lnTo>
                <a:lnTo>
                  <a:pt x="542622" y="1175961"/>
                </a:lnTo>
                <a:lnTo>
                  <a:pt x="542442" y="1175255"/>
                </a:lnTo>
                <a:lnTo>
                  <a:pt x="540634" y="1168271"/>
                </a:lnTo>
                <a:lnTo>
                  <a:pt x="540396" y="1167285"/>
                </a:lnTo>
                <a:lnTo>
                  <a:pt x="540148" y="1166335"/>
                </a:lnTo>
                <a:lnTo>
                  <a:pt x="539860" y="1166406"/>
                </a:lnTo>
                <a:lnTo>
                  <a:pt x="539295" y="1164253"/>
                </a:lnTo>
                <a:lnTo>
                  <a:pt x="539037" y="1163368"/>
                </a:lnTo>
                <a:lnTo>
                  <a:pt x="537029" y="1162291"/>
                </a:lnTo>
                <a:lnTo>
                  <a:pt x="535708" y="1164257"/>
                </a:lnTo>
                <a:lnTo>
                  <a:pt x="532218" y="1165169"/>
                </a:lnTo>
                <a:lnTo>
                  <a:pt x="532762" y="1167395"/>
                </a:lnTo>
                <a:lnTo>
                  <a:pt x="532057" y="1168553"/>
                </a:lnTo>
                <a:lnTo>
                  <a:pt x="532175" y="1169005"/>
                </a:lnTo>
                <a:lnTo>
                  <a:pt x="534493" y="1178016"/>
                </a:lnTo>
                <a:lnTo>
                  <a:pt x="525994" y="1180190"/>
                </a:lnTo>
                <a:lnTo>
                  <a:pt x="523658" y="1171152"/>
                </a:lnTo>
                <a:lnTo>
                  <a:pt x="523552" y="1170736"/>
                </a:lnTo>
                <a:lnTo>
                  <a:pt x="522560" y="1170143"/>
                </a:lnTo>
                <a:lnTo>
                  <a:pt x="522364" y="1170121"/>
                </a:lnTo>
                <a:lnTo>
                  <a:pt x="522204" y="1170170"/>
                </a:lnTo>
                <a:lnTo>
                  <a:pt x="522084" y="1170301"/>
                </a:lnTo>
                <a:lnTo>
                  <a:pt x="521568" y="1171244"/>
                </a:lnTo>
                <a:lnTo>
                  <a:pt x="521674" y="1171651"/>
                </a:lnTo>
                <a:lnTo>
                  <a:pt x="524010" y="1180698"/>
                </a:lnTo>
                <a:lnTo>
                  <a:pt x="515489" y="1182891"/>
                </a:lnTo>
                <a:lnTo>
                  <a:pt x="515315" y="1182221"/>
                </a:lnTo>
                <a:lnTo>
                  <a:pt x="514041" y="1177281"/>
                </a:lnTo>
                <a:lnTo>
                  <a:pt x="513146" y="1173807"/>
                </a:lnTo>
                <a:lnTo>
                  <a:pt x="513003" y="1173265"/>
                </a:lnTo>
                <a:lnTo>
                  <a:pt x="512131" y="1172750"/>
                </a:lnTo>
                <a:lnTo>
                  <a:pt x="511861" y="1172694"/>
                </a:lnTo>
                <a:lnTo>
                  <a:pt x="511608" y="1172828"/>
                </a:lnTo>
                <a:lnTo>
                  <a:pt x="511058" y="1173744"/>
                </a:lnTo>
                <a:lnTo>
                  <a:pt x="511091" y="1173935"/>
                </a:lnTo>
                <a:lnTo>
                  <a:pt x="510422" y="1173952"/>
                </a:lnTo>
                <a:lnTo>
                  <a:pt x="509510" y="1173858"/>
                </a:lnTo>
                <a:lnTo>
                  <a:pt x="508079" y="1173522"/>
                </a:lnTo>
                <a:lnTo>
                  <a:pt x="507004" y="1173150"/>
                </a:lnTo>
                <a:lnTo>
                  <a:pt x="506174" y="1172780"/>
                </a:lnTo>
                <a:lnTo>
                  <a:pt x="505222" y="1172213"/>
                </a:lnTo>
                <a:lnTo>
                  <a:pt x="504161" y="1171340"/>
                </a:lnTo>
                <a:lnTo>
                  <a:pt x="503186" y="1170327"/>
                </a:lnTo>
                <a:lnTo>
                  <a:pt x="502748" y="1169792"/>
                </a:lnTo>
                <a:lnTo>
                  <a:pt x="502136" y="1168806"/>
                </a:lnTo>
                <a:lnTo>
                  <a:pt x="501835" y="1168177"/>
                </a:lnTo>
                <a:lnTo>
                  <a:pt x="502574" y="1167847"/>
                </a:lnTo>
                <a:lnTo>
                  <a:pt x="501909" y="1166344"/>
                </a:lnTo>
                <a:lnTo>
                  <a:pt x="502238" y="1166126"/>
                </a:lnTo>
                <a:lnTo>
                  <a:pt x="502536" y="1165790"/>
                </a:lnTo>
                <a:lnTo>
                  <a:pt x="502731" y="1165357"/>
                </a:lnTo>
                <a:lnTo>
                  <a:pt x="502769" y="1164882"/>
                </a:lnTo>
                <a:lnTo>
                  <a:pt x="502691" y="1164474"/>
                </a:lnTo>
                <a:lnTo>
                  <a:pt x="500835" y="1160306"/>
                </a:lnTo>
                <a:lnTo>
                  <a:pt x="500460" y="1160471"/>
                </a:lnTo>
                <a:lnTo>
                  <a:pt x="500762" y="1161146"/>
                </a:lnTo>
                <a:lnTo>
                  <a:pt x="498926" y="1161959"/>
                </a:lnTo>
                <a:lnTo>
                  <a:pt x="485609" y="1132326"/>
                </a:lnTo>
                <a:lnTo>
                  <a:pt x="478414" y="1116311"/>
                </a:lnTo>
                <a:lnTo>
                  <a:pt x="478602" y="1116051"/>
                </a:lnTo>
                <a:lnTo>
                  <a:pt x="479550" y="1115626"/>
                </a:lnTo>
                <a:lnTo>
                  <a:pt x="479865" y="1116328"/>
                </a:lnTo>
                <a:lnTo>
                  <a:pt x="480212" y="1116164"/>
                </a:lnTo>
                <a:lnTo>
                  <a:pt x="477770" y="1110727"/>
                </a:lnTo>
                <a:lnTo>
                  <a:pt x="477472" y="1110443"/>
                </a:lnTo>
                <a:lnTo>
                  <a:pt x="477093" y="1110216"/>
                </a:lnTo>
                <a:lnTo>
                  <a:pt x="476722" y="1110135"/>
                </a:lnTo>
                <a:lnTo>
                  <a:pt x="476427" y="1110143"/>
                </a:lnTo>
                <a:lnTo>
                  <a:pt x="476056" y="1110253"/>
                </a:lnTo>
                <a:lnTo>
                  <a:pt x="472245" y="1102174"/>
                </a:lnTo>
                <a:lnTo>
                  <a:pt x="470454" y="1098386"/>
                </a:lnTo>
                <a:lnTo>
                  <a:pt x="471019" y="1098235"/>
                </a:lnTo>
                <a:lnTo>
                  <a:pt x="471484" y="1098086"/>
                </a:lnTo>
                <a:lnTo>
                  <a:pt x="471659" y="1097963"/>
                </a:lnTo>
                <a:lnTo>
                  <a:pt x="471801" y="1097823"/>
                </a:lnTo>
                <a:lnTo>
                  <a:pt x="471913" y="1097656"/>
                </a:lnTo>
                <a:lnTo>
                  <a:pt x="471948" y="1097482"/>
                </a:lnTo>
                <a:lnTo>
                  <a:pt x="471947" y="1097245"/>
                </a:lnTo>
                <a:lnTo>
                  <a:pt x="471888" y="1096909"/>
                </a:lnTo>
                <a:lnTo>
                  <a:pt x="465886" y="1073905"/>
                </a:lnTo>
                <a:lnTo>
                  <a:pt x="465808" y="1073688"/>
                </a:lnTo>
                <a:lnTo>
                  <a:pt x="465612" y="1073466"/>
                </a:lnTo>
                <a:lnTo>
                  <a:pt x="465363" y="1073317"/>
                </a:lnTo>
                <a:lnTo>
                  <a:pt x="465100" y="1073270"/>
                </a:lnTo>
                <a:lnTo>
                  <a:pt x="464755" y="1073315"/>
                </a:lnTo>
                <a:lnTo>
                  <a:pt x="445550" y="1078395"/>
                </a:lnTo>
                <a:lnTo>
                  <a:pt x="446718" y="1082718"/>
                </a:lnTo>
                <a:lnTo>
                  <a:pt x="446278" y="1082730"/>
                </a:lnTo>
                <a:lnTo>
                  <a:pt x="445407" y="1082707"/>
                </a:lnTo>
                <a:lnTo>
                  <a:pt x="443851" y="1082502"/>
                </a:lnTo>
                <a:lnTo>
                  <a:pt x="442246" y="1082126"/>
                </a:lnTo>
                <a:lnTo>
                  <a:pt x="440641" y="1081567"/>
                </a:lnTo>
                <a:lnTo>
                  <a:pt x="439150" y="1080850"/>
                </a:lnTo>
                <a:lnTo>
                  <a:pt x="437878" y="1079991"/>
                </a:lnTo>
                <a:lnTo>
                  <a:pt x="436914" y="1079215"/>
                </a:lnTo>
                <a:lnTo>
                  <a:pt x="435748" y="1078126"/>
                </a:lnTo>
                <a:lnTo>
                  <a:pt x="434892" y="1077192"/>
                </a:lnTo>
                <a:lnTo>
                  <a:pt x="433436" y="1074871"/>
                </a:lnTo>
                <a:lnTo>
                  <a:pt x="429603" y="1068915"/>
                </a:lnTo>
                <a:lnTo>
                  <a:pt x="425301" y="1062124"/>
                </a:lnTo>
                <a:lnTo>
                  <a:pt x="420606" y="1054798"/>
                </a:lnTo>
                <a:lnTo>
                  <a:pt x="419040" y="1052088"/>
                </a:lnTo>
                <a:lnTo>
                  <a:pt x="413083" y="1039876"/>
                </a:lnTo>
                <a:lnTo>
                  <a:pt x="405765" y="1020668"/>
                </a:lnTo>
                <a:lnTo>
                  <a:pt x="401839" y="1008028"/>
                </a:lnTo>
                <a:lnTo>
                  <a:pt x="393204" y="972942"/>
                </a:lnTo>
                <a:lnTo>
                  <a:pt x="394287" y="971484"/>
                </a:lnTo>
                <a:lnTo>
                  <a:pt x="394445" y="970487"/>
                </a:lnTo>
                <a:lnTo>
                  <a:pt x="393826" y="969884"/>
                </a:lnTo>
                <a:lnTo>
                  <a:pt x="392764" y="969775"/>
                </a:lnTo>
                <a:lnTo>
                  <a:pt x="390392" y="961913"/>
                </a:lnTo>
                <a:lnTo>
                  <a:pt x="389366" y="960465"/>
                </a:lnTo>
                <a:lnTo>
                  <a:pt x="388634" y="959546"/>
                </a:lnTo>
                <a:lnTo>
                  <a:pt x="383190" y="938430"/>
                </a:lnTo>
                <a:lnTo>
                  <a:pt x="382604" y="936942"/>
                </a:lnTo>
                <a:lnTo>
                  <a:pt x="383151" y="935707"/>
                </a:lnTo>
                <a:lnTo>
                  <a:pt x="381056" y="927765"/>
                </a:lnTo>
                <a:lnTo>
                  <a:pt x="382027" y="927129"/>
                </a:lnTo>
                <a:lnTo>
                  <a:pt x="382181" y="925777"/>
                </a:lnTo>
                <a:lnTo>
                  <a:pt x="381486" y="925040"/>
                </a:lnTo>
                <a:lnTo>
                  <a:pt x="379873" y="924563"/>
                </a:lnTo>
                <a:lnTo>
                  <a:pt x="367883" y="890012"/>
                </a:lnTo>
                <a:lnTo>
                  <a:pt x="352019" y="842200"/>
                </a:lnTo>
                <a:lnTo>
                  <a:pt x="343082" y="819346"/>
                </a:lnTo>
                <a:lnTo>
                  <a:pt x="334194" y="796608"/>
                </a:lnTo>
                <a:lnTo>
                  <a:pt x="303317" y="727751"/>
                </a:lnTo>
                <a:lnTo>
                  <a:pt x="295107" y="709978"/>
                </a:lnTo>
                <a:lnTo>
                  <a:pt x="285587" y="692258"/>
                </a:lnTo>
                <a:lnTo>
                  <a:pt x="270693" y="666390"/>
                </a:lnTo>
                <a:lnTo>
                  <a:pt x="258141" y="645999"/>
                </a:lnTo>
                <a:lnTo>
                  <a:pt x="249898" y="633738"/>
                </a:lnTo>
                <a:lnTo>
                  <a:pt x="235108" y="612859"/>
                </a:lnTo>
                <a:lnTo>
                  <a:pt x="208862" y="579485"/>
                </a:lnTo>
                <a:lnTo>
                  <a:pt x="205191" y="574381"/>
                </a:lnTo>
                <a:lnTo>
                  <a:pt x="201388" y="568269"/>
                </a:lnTo>
                <a:lnTo>
                  <a:pt x="196931" y="560180"/>
                </a:lnTo>
                <a:lnTo>
                  <a:pt x="187097" y="543433"/>
                </a:lnTo>
                <a:lnTo>
                  <a:pt x="176314" y="523678"/>
                </a:lnTo>
                <a:lnTo>
                  <a:pt x="167119" y="507862"/>
                </a:lnTo>
                <a:lnTo>
                  <a:pt x="159057" y="493573"/>
                </a:lnTo>
                <a:lnTo>
                  <a:pt x="156105" y="485699"/>
                </a:lnTo>
                <a:lnTo>
                  <a:pt x="153563" y="480884"/>
                </a:lnTo>
                <a:lnTo>
                  <a:pt x="142355" y="459783"/>
                </a:lnTo>
                <a:lnTo>
                  <a:pt x="121489" y="415473"/>
                </a:lnTo>
                <a:lnTo>
                  <a:pt x="119899" y="414604"/>
                </a:lnTo>
                <a:lnTo>
                  <a:pt x="118181" y="411224"/>
                </a:lnTo>
                <a:lnTo>
                  <a:pt x="117334" y="407631"/>
                </a:lnTo>
                <a:lnTo>
                  <a:pt x="117574" y="404464"/>
                </a:lnTo>
                <a:lnTo>
                  <a:pt x="118625" y="401822"/>
                </a:lnTo>
                <a:lnTo>
                  <a:pt x="117367" y="397255"/>
                </a:lnTo>
                <a:lnTo>
                  <a:pt x="116660" y="394987"/>
                </a:lnTo>
                <a:lnTo>
                  <a:pt x="116343" y="393748"/>
                </a:lnTo>
                <a:lnTo>
                  <a:pt x="116077" y="392726"/>
                </a:lnTo>
                <a:lnTo>
                  <a:pt x="115064" y="389446"/>
                </a:lnTo>
                <a:lnTo>
                  <a:pt x="113565" y="384621"/>
                </a:lnTo>
                <a:lnTo>
                  <a:pt x="112030" y="384142"/>
                </a:lnTo>
                <a:lnTo>
                  <a:pt x="106134" y="380709"/>
                </a:lnTo>
                <a:lnTo>
                  <a:pt x="102186" y="376058"/>
                </a:lnTo>
                <a:lnTo>
                  <a:pt x="53476" y="218259"/>
                </a:lnTo>
                <a:lnTo>
                  <a:pt x="42780" y="180375"/>
                </a:lnTo>
                <a:lnTo>
                  <a:pt x="43912" y="179708"/>
                </a:lnTo>
                <a:lnTo>
                  <a:pt x="44966" y="178469"/>
                </a:lnTo>
                <a:lnTo>
                  <a:pt x="44843" y="176978"/>
                </a:lnTo>
                <a:lnTo>
                  <a:pt x="41684" y="168408"/>
                </a:lnTo>
                <a:lnTo>
                  <a:pt x="40976" y="166486"/>
                </a:lnTo>
                <a:lnTo>
                  <a:pt x="40135" y="164213"/>
                </a:lnTo>
                <a:lnTo>
                  <a:pt x="29547" y="135490"/>
                </a:lnTo>
                <a:lnTo>
                  <a:pt x="27951" y="112988"/>
                </a:lnTo>
                <a:lnTo>
                  <a:pt x="28378" y="111829"/>
                </a:lnTo>
                <a:lnTo>
                  <a:pt x="28383" y="110308"/>
                </a:lnTo>
                <a:lnTo>
                  <a:pt x="28025" y="108815"/>
                </a:lnTo>
                <a:lnTo>
                  <a:pt x="2617" y="33973"/>
                </a:lnTo>
                <a:lnTo>
                  <a:pt x="0" y="22055"/>
                </a:lnTo>
                <a:lnTo>
                  <a:pt x="64113" y="0"/>
                </a:lnTo>
                <a:lnTo>
                  <a:pt x="88557" y="73309"/>
                </a:lnTo>
                <a:lnTo>
                  <a:pt x="90690" y="76824"/>
                </a:lnTo>
                <a:lnTo>
                  <a:pt x="94143" y="79411"/>
                </a:lnTo>
                <a:lnTo>
                  <a:pt x="111446" y="100287"/>
                </a:lnTo>
                <a:lnTo>
                  <a:pt x="111881" y="102207"/>
                </a:lnTo>
                <a:lnTo>
                  <a:pt x="113338" y="106695"/>
                </a:lnTo>
                <a:lnTo>
                  <a:pt x="116343" y="113867"/>
                </a:lnTo>
                <a:lnTo>
                  <a:pt x="119987" y="125175"/>
                </a:lnTo>
                <a:lnTo>
                  <a:pt x="122565" y="131182"/>
                </a:lnTo>
                <a:lnTo>
                  <a:pt x="123508" y="133298"/>
                </a:lnTo>
                <a:lnTo>
                  <a:pt x="129538" y="150282"/>
                </a:lnTo>
                <a:lnTo>
                  <a:pt x="132532" y="159166"/>
                </a:lnTo>
                <a:lnTo>
                  <a:pt x="135986" y="158391"/>
                </a:lnTo>
                <a:lnTo>
                  <a:pt x="149811" y="210438"/>
                </a:lnTo>
                <a:lnTo>
                  <a:pt x="186056" y="327048"/>
                </a:lnTo>
                <a:lnTo>
                  <a:pt x="192239" y="348345"/>
                </a:lnTo>
                <a:lnTo>
                  <a:pt x="192289" y="353408"/>
                </a:lnTo>
                <a:lnTo>
                  <a:pt x="190854" y="358228"/>
                </a:lnTo>
                <a:lnTo>
                  <a:pt x="189222" y="360630"/>
                </a:lnTo>
                <a:lnTo>
                  <a:pt x="187427" y="362763"/>
                </a:lnTo>
                <a:lnTo>
                  <a:pt x="191031" y="375721"/>
                </a:lnTo>
                <a:lnTo>
                  <a:pt x="192018" y="378674"/>
                </a:lnTo>
                <a:lnTo>
                  <a:pt x="194717" y="379313"/>
                </a:lnTo>
                <a:lnTo>
                  <a:pt x="199136" y="381938"/>
                </a:lnTo>
                <a:lnTo>
                  <a:pt x="202646" y="386008"/>
                </a:lnTo>
                <a:lnTo>
                  <a:pt x="205423" y="394051"/>
                </a:lnTo>
                <a:lnTo>
                  <a:pt x="205116" y="395298"/>
                </a:lnTo>
                <a:lnTo>
                  <a:pt x="220322" y="443200"/>
                </a:lnTo>
                <a:lnTo>
                  <a:pt x="227887" y="467393"/>
                </a:lnTo>
                <a:lnTo>
                  <a:pt x="230346" y="473504"/>
                </a:lnTo>
                <a:lnTo>
                  <a:pt x="280229" y="553456"/>
                </a:lnTo>
                <a:lnTo>
                  <a:pt x="281723" y="555748"/>
                </a:lnTo>
                <a:lnTo>
                  <a:pt x="277369" y="558578"/>
                </a:lnTo>
                <a:lnTo>
                  <a:pt x="282438" y="566350"/>
                </a:lnTo>
                <a:lnTo>
                  <a:pt x="292238" y="581376"/>
                </a:lnTo>
                <a:lnTo>
                  <a:pt x="311057" y="569166"/>
                </a:lnTo>
                <a:lnTo>
                  <a:pt x="315668" y="576923"/>
                </a:lnTo>
                <a:lnTo>
                  <a:pt x="316593" y="578356"/>
                </a:lnTo>
                <a:lnTo>
                  <a:pt x="353739" y="636709"/>
                </a:lnTo>
                <a:lnTo>
                  <a:pt x="416079" y="734912"/>
                </a:lnTo>
                <a:lnTo>
                  <a:pt x="439651" y="775060"/>
                </a:lnTo>
                <a:lnTo>
                  <a:pt x="447501" y="787623"/>
                </a:lnTo>
                <a:lnTo>
                  <a:pt x="451361" y="795227"/>
                </a:lnTo>
                <a:lnTo>
                  <a:pt x="454477" y="803588"/>
                </a:lnTo>
                <a:lnTo>
                  <a:pt x="480389" y="875053"/>
                </a:lnTo>
                <a:lnTo>
                  <a:pt x="479051" y="875498"/>
                </a:lnTo>
                <a:lnTo>
                  <a:pt x="485907" y="895602"/>
                </a:lnTo>
                <a:lnTo>
                  <a:pt x="518799" y="990947"/>
                </a:lnTo>
                <a:lnTo>
                  <a:pt x="522552" y="989837"/>
                </a:lnTo>
                <a:lnTo>
                  <a:pt x="545442" y="1061928"/>
                </a:lnTo>
                <a:lnTo>
                  <a:pt x="545265" y="1061997"/>
                </a:lnTo>
                <a:lnTo>
                  <a:pt x="547969" y="1070168"/>
                </a:lnTo>
                <a:lnTo>
                  <a:pt x="553524" y="1086372"/>
                </a:lnTo>
                <a:lnTo>
                  <a:pt x="574437" y="11463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01CF28B-F556-412D-AAA5-A855AF89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83" y="3252243"/>
            <a:ext cx="89383" cy="80166"/>
          </a:xfrm>
          <a:custGeom xmlns:a="http://schemas.openxmlformats.org/drawingml/2006/main">
            <a:pathLst>
              <a:path w="89383" h="80166">
                <a:moveTo>
                  <a:pt x="3141" y="46727"/>
                </a:moveTo>
                <a:lnTo>
                  <a:pt x="4347" y="45903"/>
                </a:lnTo>
                <a:lnTo>
                  <a:pt x="9094" y="41522"/>
                </a:lnTo>
                <a:lnTo>
                  <a:pt x="10686" y="42646"/>
                </a:lnTo>
                <a:lnTo>
                  <a:pt x="17140" y="34749"/>
                </a:lnTo>
                <a:lnTo>
                  <a:pt x="21109" y="31501"/>
                </a:lnTo>
                <a:lnTo>
                  <a:pt x="29026" y="24276"/>
                </a:lnTo>
                <a:lnTo>
                  <a:pt x="47065" y="3773"/>
                </a:lnTo>
                <a:lnTo>
                  <a:pt x="50150" y="885"/>
                </a:lnTo>
                <a:lnTo>
                  <a:pt x="53273" y="0"/>
                </a:lnTo>
                <a:lnTo>
                  <a:pt x="57203" y="2236"/>
                </a:lnTo>
                <a:lnTo>
                  <a:pt x="60970" y="3547"/>
                </a:lnTo>
                <a:lnTo>
                  <a:pt x="63681" y="5861"/>
                </a:lnTo>
                <a:lnTo>
                  <a:pt x="65218" y="8680"/>
                </a:lnTo>
                <a:lnTo>
                  <a:pt x="67505" y="12445"/>
                </a:lnTo>
                <a:lnTo>
                  <a:pt x="70456" y="14753"/>
                </a:lnTo>
                <a:lnTo>
                  <a:pt x="73622" y="16335"/>
                </a:lnTo>
                <a:lnTo>
                  <a:pt x="77291" y="18359"/>
                </a:lnTo>
                <a:lnTo>
                  <a:pt x="89383" y="30042"/>
                </a:lnTo>
                <a:lnTo>
                  <a:pt x="66820" y="44226"/>
                </a:lnTo>
                <a:lnTo>
                  <a:pt x="66393" y="44538"/>
                </a:lnTo>
                <a:lnTo>
                  <a:pt x="45761" y="62951"/>
                </a:lnTo>
                <a:lnTo>
                  <a:pt x="44143" y="64807"/>
                </a:lnTo>
                <a:lnTo>
                  <a:pt x="42983" y="65867"/>
                </a:lnTo>
                <a:lnTo>
                  <a:pt x="33601" y="72548"/>
                </a:lnTo>
                <a:lnTo>
                  <a:pt x="26000" y="80166"/>
                </a:lnTo>
                <a:lnTo>
                  <a:pt x="22712" y="76100"/>
                </a:lnTo>
                <a:lnTo>
                  <a:pt x="22748" y="74496"/>
                </a:lnTo>
                <a:lnTo>
                  <a:pt x="20898" y="73115"/>
                </a:lnTo>
                <a:lnTo>
                  <a:pt x="20071" y="72846"/>
                </a:lnTo>
                <a:lnTo>
                  <a:pt x="0" y="48150"/>
                </a:lnTo>
                <a:lnTo>
                  <a:pt x="3141" y="467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460BDB6-3D93-4611-A849-1A02F9EE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537" y="3481292"/>
            <a:ext cx="346045" cy="677634"/>
          </a:xfrm>
          <a:custGeom xmlns:a="http://schemas.openxmlformats.org/drawingml/2006/main">
            <a:pathLst>
              <a:path w="346045" h="677634">
                <a:moveTo>
                  <a:pt x="346045" y="616459"/>
                </a:moveTo>
                <a:lnTo>
                  <a:pt x="299468" y="663524"/>
                </a:lnTo>
                <a:lnTo>
                  <a:pt x="296064" y="668079"/>
                </a:lnTo>
                <a:lnTo>
                  <a:pt x="294787" y="670609"/>
                </a:lnTo>
                <a:lnTo>
                  <a:pt x="293034" y="672833"/>
                </a:lnTo>
                <a:lnTo>
                  <a:pt x="290703" y="674771"/>
                </a:lnTo>
                <a:lnTo>
                  <a:pt x="288018" y="676164"/>
                </a:lnTo>
                <a:lnTo>
                  <a:pt x="285120" y="677134"/>
                </a:lnTo>
                <a:lnTo>
                  <a:pt x="283635" y="677493"/>
                </a:lnTo>
                <a:lnTo>
                  <a:pt x="282110" y="677634"/>
                </a:lnTo>
                <a:lnTo>
                  <a:pt x="279435" y="677351"/>
                </a:lnTo>
                <a:lnTo>
                  <a:pt x="276916" y="676398"/>
                </a:lnTo>
                <a:lnTo>
                  <a:pt x="274721" y="674844"/>
                </a:lnTo>
                <a:lnTo>
                  <a:pt x="266809" y="668389"/>
                </a:lnTo>
                <a:lnTo>
                  <a:pt x="243308" y="646884"/>
                </a:lnTo>
                <a:lnTo>
                  <a:pt x="220074" y="625099"/>
                </a:lnTo>
                <a:lnTo>
                  <a:pt x="197121" y="603014"/>
                </a:lnTo>
                <a:lnTo>
                  <a:pt x="164538" y="570676"/>
                </a:lnTo>
                <a:lnTo>
                  <a:pt x="148456" y="554301"/>
                </a:lnTo>
                <a:lnTo>
                  <a:pt x="132543" y="537757"/>
                </a:lnTo>
                <a:lnTo>
                  <a:pt x="105677" y="509082"/>
                </a:lnTo>
                <a:lnTo>
                  <a:pt x="81988" y="482790"/>
                </a:lnTo>
                <a:lnTo>
                  <a:pt x="58790" y="456066"/>
                </a:lnTo>
                <a:lnTo>
                  <a:pt x="10341" y="399411"/>
                </a:lnTo>
                <a:lnTo>
                  <a:pt x="6992" y="395174"/>
                </a:lnTo>
                <a:lnTo>
                  <a:pt x="4240" y="390529"/>
                </a:lnTo>
                <a:lnTo>
                  <a:pt x="2138" y="385567"/>
                </a:lnTo>
                <a:lnTo>
                  <a:pt x="716" y="380367"/>
                </a:lnTo>
                <a:lnTo>
                  <a:pt x="4" y="375021"/>
                </a:lnTo>
                <a:lnTo>
                  <a:pt x="0" y="369866"/>
                </a:lnTo>
                <a:lnTo>
                  <a:pt x="650" y="364756"/>
                </a:lnTo>
                <a:lnTo>
                  <a:pt x="973" y="362243"/>
                </a:lnTo>
                <a:lnTo>
                  <a:pt x="1594" y="359794"/>
                </a:lnTo>
                <a:lnTo>
                  <a:pt x="2365" y="357752"/>
                </a:lnTo>
                <a:lnTo>
                  <a:pt x="3345" y="355813"/>
                </a:lnTo>
                <a:lnTo>
                  <a:pt x="5459" y="352222"/>
                </a:lnTo>
                <a:lnTo>
                  <a:pt x="7618" y="349960"/>
                </a:lnTo>
                <a:lnTo>
                  <a:pt x="87304" y="269840"/>
                </a:lnTo>
                <a:lnTo>
                  <a:pt x="167200" y="185158"/>
                </a:lnTo>
                <a:lnTo>
                  <a:pt x="247074" y="103171"/>
                </a:lnTo>
                <a:lnTo>
                  <a:pt x="257913" y="90893"/>
                </a:lnTo>
                <a:lnTo>
                  <a:pt x="266100" y="82694"/>
                </a:lnTo>
                <a:lnTo>
                  <a:pt x="308279" y="41713"/>
                </a:lnTo>
                <a:lnTo>
                  <a:pt x="3460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4CA4EA4-1063-4BCD-BC35-FA86867D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56" y="3288454"/>
            <a:ext cx="23521" cy="23007"/>
          </a:xfrm>
          <a:custGeom xmlns:a="http://schemas.openxmlformats.org/drawingml/2006/main">
            <a:pathLst>
              <a:path w="23521" h="23007">
                <a:moveTo>
                  <a:pt x="22212" y="0"/>
                </a:moveTo>
                <a:lnTo>
                  <a:pt x="22858" y="584"/>
                </a:lnTo>
                <a:lnTo>
                  <a:pt x="23521" y="1177"/>
                </a:lnTo>
                <a:lnTo>
                  <a:pt x="15435" y="8980"/>
                </a:lnTo>
                <a:lnTo>
                  <a:pt x="759" y="23007"/>
                </a:lnTo>
                <a:lnTo>
                  <a:pt x="0" y="22144"/>
                </a:lnTo>
                <a:lnTo>
                  <a:pt x="14155" y="7866"/>
                </a:lnTo>
                <a:lnTo>
                  <a:pt x="22212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0F22767-2011-4BA4-84BD-6ABC434C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297" y="3329111"/>
            <a:ext cx="58309" cy="79629"/>
          </a:xfrm>
          <a:custGeom xmlns:a="http://schemas.openxmlformats.org/drawingml/2006/main">
            <a:pathLst>
              <a:path w="58309" h="79629">
                <a:moveTo>
                  <a:pt x="23474" y="0"/>
                </a:moveTo>
                <a:lnTo>
                  <a:pt x="0" y="20210"/>
                </a:lnTo>
                <a:lnTo>
                  <a:pt x="58309" y="796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1369323-6108-4005-A472-50B54FCE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749" y="3289037"/>
            <a:ext cx="22164" cy="21842"/>
          </a:xfrm>
          <a:custGeom xmlns:a="http://schemas.openxmlformats.org/drawingml/2006/main">
            <a:pathLst>
              <a:path w="22164" h="21842">
                <a:moveTo>
                  <a:pt x="0" y="21842"/>
                </a:moveTo>
                <a:lnTo>
                  <a:pt x="16033" y="5592"/>
                </a:lnTo>
                <a:lnTo>
                  <a:pt x="221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81BB4EE-FE67-4AC7-9CCA-6369ACA6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281" y="3225668"/>
            <a:ext cx="102543" cy="82883"/>
          </a:xfrm>
          <a:custGeom xmlns:a="http://schemas.openxmlformats.org/drawingml/2006/main">
            <a:pathLst>
              <a:path w="102543" h="82883">
                <a:moveTo>
                  <a:pt x="83554" y="82883"/>
                </a:moveTo>
                <a:lnTo>
                  <a:pt x="59631" y="59884"/>
                </a:lnTo>
                <a:lnTo>
                  <a:pt x="58749" y="58814"/>
                </a:lnTo>
                <a:lnTo>
                  <a:pt x="0" y="2002"/>
                </a:lnTo>
                <a:lnTo>
                  <a:pt x="1966" y="0"/>
                </a:lnTo>
                <a:lnTo>
                  <a:pt x="48627" y="45694"/>
                </a:lnTo>
                <a:lnTo>
                  <a:pt x="59163" y="55925"/>
                </a:lnTo>
                <a:lnTo>
                  <a:pt x="70885" y="44518"/>
                </a:lnTo>
                <a:lnTo>
                  <a:pt x="102543" y="13251"/>
                </a:lnTo>
                <a:lnTo>
                  <a:pt x="101985" y="15561"/>
                </a:lnTo>
                <a:lnTo>
                  <a:pt x="97412" y="19791"/>
                </a:lnTo>
                <a:lnTo>
                  <a:pt x="67078" y="50895"/>
                </a:lnTo>
                <a:lnTo>
                  <a:pt x="61151" y="57912"/>
                </a:lnTo>
                <a:lnTo>
                  <a:pt x="84804" y="81639"/>
                </a:lnTo>
                <a:lnTo>
                  <a:pt x="83554" y="8288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4312396B-F6AF-4617-A279-3EB70E8F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183" y="4439822"/>
            <a:ext cx="42510" cy="30875"/>
          </a:xfrm>
          <a:custGeom xmlns:a="http://schemas.openxmlformats.org/drawingml/2006/main">
            <a:pathLst>
              <a:path w="42510" h="30875">
                <a:moveTo>
                  <a:pt x="3181" y="30875"/>
                </a:moveTo>
                <a:lnTo>
                  <a:pt x="0" y="25394"/>
                </a:lnTo>
                <a:lnTo>
                  <a:pt x="16876" y="15463"/>
                </a:lnTo>
                <a:lnTo>
                  <a:pt x="15232" y="12820"/>
                </a:lnTo>
                <a:lnTo>
                  <a:pt x="37265" y="0"/>
                </a:lnTo>
                <a:lnTo>
                  <a:pt x="42510" y="8814"/>
                </a:lnTo>
                <a:lnTo>
                  <a:pt x="3181" y="3087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6907DB2-E42A-47AA-A2AE-35197C4D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055" y="4099347"/>
            <a:ext cx="14754" cy="25130"/>
          </a:xfrm>
          <a:custGeom xmlns:a="http://schemas.openxmlformats.org/drawingml/2006/main">
            <a:pathLst>
              <a:path w="14754" h="25130">
                <a:moveTo>
                  <a:pt x="6309" y="58"/>
                </a:moveTo>
                <a:lnTo>
                  <a:pt x="9485" y="103"/>
                </a:lnTo>
                <a:lnTo>
                  <a:pt x="9953" y="956"/>
                </a:lnTo>
                <a:lnTo>
                  <a:pt x="11200" y="3182"/>
                </a:lnTo>
                <a:lnTo>
                  <a:pt x="12413" y="5409"/>
                </a:lnTo>
                <a:lnTo>
                  <a:pt x="13407" y="8216"/>
                </a:lnTo>
                <a:lnTo>
                  <a:pt x="14284" y="11472"/>
                </a:lnTo>
                <a:lnTo>
                  <a:pt x="14669" y="13393"/>
                </a:lnTo>
                <a:lnTo>
                  <a:pt x="14754" y="15349"/>
                </a:lnTo>
                <a:lnTo>
                  <a:pt x="14462" y="17625"/>
                </a:lnTo>
                <a:lnTo>
                  <a:pt x="13766" y="19811"/>
                </a:lnTo>
                <a:lnTo>
                  <a:pt x="13015" y="21379"/>
                </a:lnTo>
                <a:lnTo>
                  <a:pt x="12289" y="23703"/>
                </a:lnTo>
                <a:lnTo>
                  <a:pt x="12059" y="25130"/>
                </a:lnTo>
                <a:lnTo>
                  <a:pt x="5481" y="25119"/>
                </a:lnTo>
                <a:lnTo>
                  <a:pt x="4290" y="23757"/>
                </a:lnTo>
                <a:lnTo>
                  <a:pt x="3113" y="22030"/>
                </a:lnTo>
                <a:lnTo>
                  <a:pt x="1987" y="20174"/>
                </a:lnTo>
                <a:lnTo>
                  <a:pt x="1322" y="18852"/>
                </a:lnTo>
                <a:lnTo>
                  <a:pt x="718" y="16873"/>
                </a:lnTo>
                <a:lnTo>
                  <a:pt x="161" y="14784"/>
                </a:lnTo>
                <a:lnTo>
                  <a:pt x="0" y="12666"/>
                </a:lnTo>
                <a:lnTo>
                  <a:pt x="63" y="11006"/>
                </a:lnTo>
                <a:lnTo>
                  <a:pt x="338" y="9378"/>
                </a:lnTo>
                <a:lnTo>
                  <a:pt x="853" y="7943"/>
                </a:lnTo>
                <a:lnTo>
                  <a:pt x="1602" y="6530"/>
                </a:lnTo>
                <a:lnTo>
                  <a:pt x="2682" y="4507"/>
                </a:lnTo>
                <a:lnTo>
                  <a:pt x="3501" y="1680"/>
                </a:lnTo>
                <a:lnTo>
                  <a:pt x="3636" y="657"/>
                </a:lnTo>
                <a:lnTo>
                  <a:pt x="3669" y="0"/>
                </a:lnTo>
                <a:lnTo>
                  <a:pt x="6309" y="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85ABCD7-E22B-4568-898D-20D00FBA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452" y="2910252"/>
            <a:ext cx="12694" cy="7360"/>
          </a:xfrm>
          <a:custGeom xmlns:a="http://schemas.openxmlformats.org/drawingml/2006/main">
            <a:pathLst>
              <a:path w="12694" h="7360">
                <a:moveTo>
                  <a:pt x="5407" y="1785"/>
                </a:moveTo>
                <a:lnTo>
                  <a:pt x="12694" y="0"/>
                </a:lnTo>
                <a:lnTo>
                  <a:pt x="6658" y="6534"/>
                </a:lnTo>
                <a:lnTo>
                  <a:pt x="3991" y="7360"/>
                </a:lnTo>
                <a:lnTo>
                  <a:pt x="0" y="4459"/>
                </a:lnTo>
                <a:lnTo>
                  <a:pt x="5407" y="17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44EAE0E-6791-43C1-B31F-75534A77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004" y="4385066"/>
            <a:ext cx="14626" cy="28969"/>
          </a:xfrm>
          <a:custGeom xmlns:a="http://schemas.openxmlformats.org/drawingml/2006/main">
            <a:pathLst>
              <a:path w="14626" h="28969">
                <a:moveTo>
                  <a:pt x="14626" y="352"/>
                </a:moveTo>
                <a:lnTo>
                  <a:pt x="11812" y="5609"/>
                </a:lnTo>
                <a:lnTo>
                  <a:pt x="10776" y="10791"/>
                </a:lnTo>
                <a:lnTo>
                  <a:pt x="11701" y="22244"/>
                </a:lnTo>
                <a:lnTo>
                  <a:pt x="9664" y="22251"/>
                </a:lnTo>
                <a:lnTo>
                  <a:pt x="6694" y="28969"/>
                </a:lnTo>
                <a:lnTo>
                  <a:pt x="1091" y="28087"/>
                </a:lnTo>
                <a:lnTo>
                  <a:pt x="0" y="24344"/>
                </a:lnTo>
                <a:lnTo>
                  <a:pt x="1614" y="23109"/>
                </a:lnTo>
                <a:lnTo>
                  <a:pt x="4052" y="23974"/>
                </a:lnTo>
                <a:lnTo>
                  <a:pt x="4951" y="25936"/>
                </a:lnTo>
                <a:lnTo>
                  <a:pt x="7149" y="20787"/>
                </a:lnTo>
                <a:lnTo>
                  <a:pt x="7624" y="11429"/>
                </a:lnTo>
                <a:lnTo>
                  <a:pt x="7975" y="6538"/>
                </a:lnTo>
                <a:lnTo>
                  <a:pt x="8082" y="5069"/>
                </a:lnTo>
                <a:lnTo>
                  <a:pt x="6593" y="3596"/>
                </a:lnTo>
                <a:lnTo>
                  <a:pt x="7202" y="0"/>
                </a:lnTo>
                <a:lnTo>
                  <a:pt x="14626" y="3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71311A5-4FBA-4BA4-8AA1-45418D37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526" y="4385893"/>
            <a:ext cx="85389" cy="5909"/>
          </a:xfrm>
          <a:custGeom xmlns:a="http://schemas.openxmlformats.org/drawingml/2006/main">
            <a:pathLst>
              <a:path w="85389" h="5909">
                <a:moveTo>
                  <a:pt x="85389" y="4295"/>
                </a:moveTo>
                <a:lnTo>
                  <a:pt x="85308" y="5909"/>
                </a:lnTo>
                <a:lnTo>
                  <a:pt x="74794" y="5393"/>
                </a:lnTo>
                <a:lnTo>
                  <a:pt x="71582" y="5231"/>
                </a:lnTo>
                <a:lnTo>
                  <a:pt x="65107" y="4900"/>
                </a:lnTo>
                <a:lnTo>
                  <a:pt x="64677" y="4884"/>
                </a:lnTo>
                <a:lnTo>
                  <a:pt x="63414" y="4817"/>
                </a:lnTo>
                <a:lnTo>
                  <a:pt x="59688" y="4632"/>
                </a:lnTo>
                <a:lnTo>
                  <a:pt x="58442" y="4564"/>
                </a:lnTo>
                <a:lnTo>
                  <a:pt x="55095" y="4397"/>
                </a:lnTo>
                <a:lnTo>
                  <a:pt x="54950" y="4392"/>
                </a:lnTo>
                <a:lnTo>
                  <a:pt x="52721" y="4277"/>
                </a:lnTo>
                <a:lnTo>
                  <a:pt x="47430" y="4006"/>
                </a:lnTo>
                <a:lnTo>
                  <a:pt x="46190" y="3947"/>
                </a:lnTo>
                <a:lnTo>
                  <a:pt x="39274" y="3600"/>
                </a:lnTo>
                <a:lnTo>
                  <a:pt x="38028" y="3533"/>
                </a:lnTo>
                <a:lnTo>
                  <a:pt x="32710" y="3271"/>
                </a:lnTo>
                <a:lnTo>
                  <a:pt x="32615" y="3265"/>
                </a:lnTo>
                <a:lnTo>
                  <a:pt x="30357" y="3142"/>
                </a:lnTo>
                <a:lnTo>
                  <a:pt x="26916" y="2977"/>
                </a:lnTo>
                <a:lnTo>
                  <a:pt x="25659" y="2910"/>
                </a:lnTo>
                <a:lnTo>
                  <a:pt x="21944" y="2725"/>
                </a:lnTo>
                <a:lnTo>
                  <a:pt x="20704" y="2666"/>
                </a:lnTo>
                <a:lnTo>
                  <a:pt x="20212" y="2642"/>
                </a:lnTo>
                <a:lnTo>
                  <a:pt x="17089" y="2478"/>
                </a:lnTo>
                <a:lnTo>
                  <a:pt x="16882" y="2466"/>
                </a:lnTo>
                <a:lnTo>
                  <a:pt x="16000" y="2425"/>
                </a:lnTo>
                <a:lnTo>
                  <a:pt x="15821" y="2420"/>
                </a:lnTo>
                <a:lnTo>
                  <a:pt x="6374" y="1939"/>
                </a:lnTo>
                <a:lnTo>
                  <a:pt x="6145" y="1927"/>
                </a:lnTo>
                <a:lnTo>
                  <a:pt x="5290" y="1886"/>
                </a:lnTo>
                <a:lnTo>
                  <a:pt x="5150" y="1880"/>
                </a:lnTo>
                <a:lnTo>
                  <a:pt x="0" y="1642"/>
                </a:lnTo>
                <a:lnTo>
                  <a:pt x="85" y="0"/>
                </a:lnTo>
                <a:lnTo>
                  <a:pt x="85389" y="42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1A7A5A7-59F5-405F-B7B2-77180DE8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21" y="4392630"/>
            <a:ext cx="95092" cy="88205"/>
          </a:xfrm>
          <a:custGeom xmlns:a="http://schemas.openxmlformats.org/drawingml/2006/main">
            <a:pathLst>
              <a:path w="95092" h="88205">
                <a:moveTo>
                  <a:pt x="7372" y="82537"/>
                </a:moveTo>
                <a:lnTo>
                  <a:pt x="7096" y="73709"/>
                </a:lnTo>
                <a:lnTo>
                  <a:pt x="7279" y="61335"/>
                </a:lnTo>
                <a:lnTo>
                  <a:pt x="7578" y="56144"/>
                </a:lnTo>
                <a:lnTo>
                  <a:pt x="4608" y="53954"/>
                </a:lnTo>
                <a:lnTo>
                  <a:pt x="0" y="52900"/>
                </a:lnTo>
                <a:lnTo>
                  <a:pt x="219" y="48076"/>
                </a:lnTo>
                <a:lnTo>
                  <a:pt x="293" y="46635"/>
                </a:lnTo>
                <a:lnTo>
                  <a:pt x="2686" y="0"/>
                </a:lnTo>
                <a:lnTo>
                  <a:pt x="95092" y="4526"/>
                </a:lnTo>
                <a:lnTo>
                  <a:pt x="64073" y="34168"/>
                </a:lnTo>
                <a:lnTo>
                  <a:pt x="52721" y="44877"/>
                </a:lnTo>
                <a:lnTo>
                  <a:pt x="53082" y="43511"/>
                </a:lnTo>
                <a:lnTo>
                  <a:pt x="53724" y="42045"/>
                </a:lnTo>
                <a:lnTo>
                  <a:pt x="53853" y="40603"/>
                </a:lnTo>
                <a:lnTo>
                  <a:pt x="54417" y="37646"/>
                </a:lnTo>
                <a:lnTo>
                  <a:pt x="54275" y="35837"/>
                </a:lnTo>
                <a:lnTo>
                  <a:pt x="53583" y="30736"/>
                </a:lnTo>
                <a:lnTo>
                  <a:pt x="52993" y="25687"/>
                </a:lnTo>
                <a:lnTo>
                  <a:pt x="51220" y="17418"/>
                </a:lnTo>
                <a:lnTo>
                  <a:pt x="49171" y="12489"/>
                </a:lnTo>
                <a:lnTo>
                  <a:pt x="46733" y="6970"/>
                </a:lnTo>
                <a:lnTo>
                  <a:pt x="45826" y="5764"/>
                </a:lnTo>
                <a:lnTo>
                  <a:pt x="43599" y="5731"/>
                </a:lnTo>
                <a:lnTo>
                  <a:pt x="29537" y="5043"/>
                </a:lnTo>
                <a:lnTo>
                  <a:pt x="22727" y="4694"/>
                </a:lnTo>
                <a:lnTo>
                  <a:pt x="21537" y="4634"/>
                </a:lnTo>
                <a:lnTo>
                  <a:pt x="15405" y="34598"/>
                </a:lnTo>
                <a:lnTo>
                  <a:pt x="13772" y="43421"/>
                </a:lnTo>
                <a:lnTo>
                  <a:pt x="12167" y="53064"/>
                </a:lnTo>
                <a:lnTo>
                  <a:pt x="11863" y="57617"/>
                </a:lnTo>
                <a:lnTo>
                  <a:pt x="12556" y="60450"/>
                </a:lnTo>
                <a:lnTo>
                  <a:pt x="13939" y="62964"/>
                </a:lnTo>
                <a:lnTo>
                  <a:pt x="14799" y="64053"/>
                </a:lnTo>
                <a:lnTo>
                  <a:pt x="15919" y="65262"/>
                </a:lnTo>
                <a:lnTo>
                  <a:pt x="17119" y="66160"/>
                </a:lnTo>
                <a:lnTo>
                  <a:pt x="18120" y="66671"/>
                </a:lnTo>
                <a:lnTo>
                  <a:pt x="19059" y="67129"/>
                </a:lnTo>
                <a:lnTo>
                  <a:pt x="22259" y="68111"/>
                </a:lnTo>
                <a:lnTo>
                  <a:pt x="23657" y="68220"/>
                </a:lnTo>
                <a:lnTo>
                  <a:pt x="26585" y="67979"/>
                </a:lnTo>
                <a:lnTo>
                  <a:pt x="27039" y="67839"/>
                </a:lnTo>
                <a:lnTo>
                  <a:pt x="28102" y="67520"/>
                </a:lnTo>
                <a:lnTo>
                  <a:pt x="30516" y="66382"/>
                </a:lnTo>
                <a:lnTo>
                  <a:pt x="6940" y="88205"/>
                </a:lnTo>
                <a:lnTo>
                  <a:pt x="7372" y="8253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C7CD040-9D4B-40CD-AECE-FCBB9746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370" y="4351124"/>
            <a:ext cx="3528" cy="4910"/>
          </a:xfrm>
          <a:custGeom xmlns:a="http://schemas.openxmlformats.org/drawingml/2006/main">
            <a:pathLst>
              <a:path w="3528" h="4910">
                <a:moveTo>
                  <a:pt x="923" y="4842"/>
                </a:moveTo>
                <a:lnTo>
                  <a:pt x="769" y="4910"/>
                </a:lnTo>
                <a:lnTo>
                  <a:pt x="539" y="4880"/>
                </a:lnTo>
                <a:lnTo>
                  <a:pt x="311" y="4685"/>
                </a:lnTo>
                <a:lnTo>
                  <a:pt x="95" y="4336"/>
                </a:lnTo>
                <a:lnTo>
                  <a:pt x="0" y="3901"/>
                </a:lnTo>
                <a:lnTo>
                  <a:pt x="49" y="3207"/>
                </a:lnTo>
                <a:lnTo>
                  <a:pt x="176" y="2548"/>
                </a:lnTo>
                <a:lnTo>
                  <a:pt x="446" y="1985"/>
                </a:lnTo>
                <a:lnTo>
                  <a:pt x="812" y="1457"/>
                </a:lnTo>
                <a:lnTo>
                  <a:pt x="1180" y="1046"/>
                </a:lnTo>
                <a:lnTo>
                  <a:pt x="1552" y="736"/>
                </a:lnTo>
                <a:lnTo>
                  <a:pt x="1951" y="425"/>
                </a:lnTo>
                <a:lnTo>
                  <a:pt x="2319" y="197"/>
                </a:lnTo>
                <a:lnTo>
                  <a:pt x="2649" y="33"/>
                </a:lnTo>
                <a:lnTo>
                  <a:pt x="2866" y="0"/>
                </a:lnTo>
                <a:lnTo>
                  <a:pt x="3012" y="42"/>
                </a:lnTo>
                <a:lnTo>
                  <a:pt x="3311" y="170"/>
                </a:lnTo>
                <a:lnTo>
                  <a:pt x="3471" y="522"/>
                </a:lnTo>
                <a:lnTo>
                  <a:pt x="3515" y="703"/>
                </a:lnTo>
                <a:lnTo>
                  <a:pt x="3528" y="775"/>
                </a:lnTo>
                <a:lnTo>
                  <a:pt x="3456" y="1032"/>
                </a:lnTo>
                <a:lnTo>
                  <a:pt x="3301" y="1264"/>
                </a:lnTo>
                <a:lnTo>
                  <a:pt x="3006" y="1517"/>
                </a:lnTo>
                <a:lnTo>
                  <a:pt x="2556" y="1803"/>
                </a:lnTo>
                <a:lnTo>
                  <a:pt x="2113" y="2142"/>
                </a:lnTo>
                <a:lnTo>
                  <a:pt x="1652" y="2655"/>
                </a:lnTo>
                <a:lnTo>
                  <a:pt x="1322" y="3247"/>
                </a:lnTo>
                <a:lnTo>
                  <a:pt x="1168" y="3752"/>
                </a:lnTo>
                <a:lnTo>
                  <a:pt x="1080" y="4246"/>
                </a:lnTo>
                <a:lnTo>
                  <a:pt x="1043" y="4721"/>
                </a:lnTo>
                <a:lnTo>
                  <a:pt x="923" y="48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4B23E54-2CF2-4329-862F-9EB6A946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931" y="4350616"/>
            <a:ext cx="2482" cy="1662"/>
          </a:xfrm>
          <a:custGeom xmlns:a="http://schemas.openxmlformats.org/drawingml/2006/main">
            <a:pathLst>
              <a:path w="2482" h="1662">
                <a:moveTo>
                  <a:pt x="408" y="51"/>
                </a:moveTo>
                <a:lnTo>
                  <a:pt x="976" y="0"/>
                </a:lnTo>
                <a:lnTo>
                  <a:pt x="1419" y="98"/>
                </a:lnTo>
                <a:lnTo>
                  <a:pt x="1810" y="306"/>
                </a:lnTo>
                <a:lnTo>
                  <a:pt x="2135" y="562"/>
                </a:lnTo>
                <a:lnTo>
                  <a:pt x="2364" y="802"/>
                </a:lnTo>
                <a:lnTo>
                  <a:pt x="2459" y="1027"/>
                </a:lnTo>
                <a:lnTo>
                  <a:pt x="2482" y="1254"/>
                </a:lnTo>
                <a:lnTo>
                  <a:pt x="2348" y="1476"/>
                </a:lnTo>
                <a:lnTo>
                  <a:pt x="2123" y="1609"/>
                </a:lnTo>
                <a:lnTo>
                  <a:pt x="1862" y="1662"/>
                </a:lnTo>
                <a:lnTo>
                  <a:pt x="1564" y="1569"/>
                </a:lnTo>
                <a:lnTo>
                  <a:pt x="1173" y="1552"/>
                </a:lnTo>
                <a:lnTo>
                  <a:pt x="832" y="1543"/>
                </a:lnTo>
                <a:lnTo>
                  <a:pt x="593" y="1549"/>
                </a:lnTo>
                <a:lnTo>
                  <a:pt x="399" y="1409"/>
                </a:lnTo>
                <a:lnTo>
                  <a:pt x="219" y="1113"/>
                </a:lnTo>
                <a:lnTo>
                  <a:pt x="63" y="707"/>
                </a:lnTo>
                <a:lnTo>
                  <a:pt x="0" y="436"/>
                </a:lnTo>
                <a:lnTo>
                  <a:pt x="24" y="271"/>
                </a:lnTo>
                <a:lnTo>
                  <a:pt x="106" y="205"/>
                </a:lnTo>
                <a:lnTo>
                  <a:pt x="408" y="5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0C4ABF99-3701-44B8-9EEF-BB5978CA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253" y="4356692"/>
            <a:ext cx="12986" cy="22428"/>
          </a:xfrm>
          <a:custGeom xmlns:a="http://schemas.openxmlformats.org/drawingml/2006/main">
            <a:pathLst>
              <a:path w="12986" h="22428">
                <a:moveTo>
                  <a:pt x="12143" y="20306"/>
                </a:moveTo>
                <a:lnTo>
                  <a:pt x="12774" y="20544"/>
                </a:lnTo>
                <a:lnTo>
                  <a:pt x="12986" y="20948"/>
                </a:lnTo>
                <a:lnTo>
                  <a:pt x="12795" y="21135"/>
                </a:lnTo>
                <a:lnTo>
                  <a:pt x="12889" y="21315"/>
                </a:lnTo>
                <a:lnTo>
                  <a:pt x="12651" y="21786"/>
                </a:lnTo>
                <a:lnTo>
                  <a:pt x="12454" y="22174"/>
                </a:lnTo>
                <a:lnTo>
                  <a:pt x="12126" y="22428"/>
                </a:lnTo>
                <a:lnTo>
                  <a:pt x="11617" y="22150"/>
                </a:lnTo>
                <a:lnTo>
                  <a:pt x="11355" y="21948"/>
                </a:lnTo>
                <a:lnTo>
                  <a:pt x="11173" y="21834"/>
                </a:lnTo>
                <a:lnTo>
                  <a:pt x="10720" y="21554"/>
                </a:lnTo>
                <a:lnTo>
                  <a:pt x="10391" y="21353"/>
                </a:lnTo>
                <a:lnTo>
                  <a:pt x="10169" y="21214"/>
                </a:lnTo>
                <a:lnTo>
                  <a:pt x="8585" y="20171"/>
                </a:lnTo>
                <a:lnTo>
                  <a:pt x="7808" y="19663"/>
                </a:lnTo>
                <a:lnTo>
                  <a:pt x="7623" y="19650"/>
                </a:lnTo>
                <a:lnTo>
                  <a:pt x="7535" y="19488"/>
                </a:lnTo>
                <a:lnTo>
                  <a:pt x="7326" y="19394"/>
                </a:lnTo>
                <a:lnTo>
                  <a:pt x="4596" y="18454"/>
                </a:lnTo>
                <a:lnTo>
                  <a:pt x="3992" y="18179"/>
                </a:lnTo>
                <a:lnTo>
                  <a:pt x="3473" y="17773"/>
                </a:lnTo>
                <a:lnTo>
                  <a:pt x="2993" y="17139"/>
                </a:lnTo>
                <a:lnTo>
                  <a:pt x="2723" y="16418"/>
                </a:lnTo>
                <a:lnTo>
                  <a:pt x="2632" y="15910"/>
                </a:lnTo>
                <a:lnTo>
                  <a:pt x="2523" y="13654"/>
                </a:lnTo>
                <a:lnTo>
                  <a:pt x="2343" y="11482"/>
                </a:lnTo>
                <a:lnTo>
                  <a:pt x="2140" y="9283"/>
                </a:lnTo>
                <a:lnTo>
                  <a:pt x="1986" y="7246"/>
                </a:lnTo>
                <a:lnTo>
                  <a:pt x="1392" y="4821"/>
                </a:lnTo>
                <a:lnTo>
                  <a:pt x="649" y="2445"/>
                </a:lnTo>
                <a:lnTo>
                  <a:pt x="0" y="239"/>
                </a:lnTo>
                <a:lnTo>
                  <a:pt x="393" y="347"/>
                </a:lnTo>
                <a:lnTo>
                  <a:pt x="594" y="324"/>
                </a:lnTo>
                <a:lnTo>
                  <a:pt x="760" y="301"/>
                </a:lnTo>
                <a:lnTo>
                  <a:pt x="1137" y="0"/>
                </a:lnTo>
                <a:lnTo>
                  <a:pt x="1512" y="1101"/>
                </a:lnTo>
                <a:lnTo>
                  <a:pt x="1875" y="2176"/>
                </a:lnTo>
                <a:lnTo>
                  <a:pt x="2623" y="4524"/>
                </a:lnTo>
                <a:lnTo>
                  <a:pt x="3008" y="6236"/>
                </a:lnTo>
                <a:lnTo>
                  <a:pt x="3333" y="7985"/>
                </a:lnTo>
                <a:lnTo>
                  <a:pt x="3317" y="9479"/>
                </a:lnTo>
                <a:lnTo>
                  <a:pt x="3372" y="10935"/>
                </a:lnTo>
                <a:lnTo>
                  <a:pt x="3342" y="12366"/>
                </a:lnTo>
                <a:lnTo>
                  <a:pt x="3467" y="13702"/>
                </a:lnTo>
                <a:lnTo>
                  <a:pt x="3621" y="14481"/>
                </a:lnTo>
                <a:lnTo>
                  <a:pt x="3809" y="15059"/>
                </a:lnTo>
                <a:lnTo>
                  <a:pt x="4133" y="15497"/>
                </a:lnTo>
                <a:lnTo>
                  <a:pt x="4735" y="16110"/>
                </a:lnTo>
                <a:lnTo>
                  <a:pt x="5250" y="16588"/>
                </a:lnTo>
                <a:lnTo>
                  <a:pt x="5739" y="16958"/>
                </a:lnTo>
                <a:lnTo>
                  <a:pt x="6202" y="17173"/>
                </a:lnTo>
                <a:lnTo>
                  <a:pt x="6825" y="17312"/>
                </a:lnTo>
                <a:lnTo>
                  <a:pt x="7399" y="17470"/>
                </a:lnTo>
                <a:lnTo>
                  <a:pt x="7749" y="17625"/>
                </a:lnTo>
                <a:lnTo>
                  <a:pt x="7882" y="17594"/>
                </a:lnTo>
                <a:lnTo>
                  <a:pt x="8022" y="17845"/>
                </a:lnTo>
                <a:lnTo>
                  <a:pt x="8777" y="18126"/>
                </a:lnTo>
                <a:lnTo>
                  <a:pt x="9529" y="18507"/>
                </a:lnTo>
                <a:lnTo>
                  <a:pt x="11328" y="19653"/>
                </a:lnTo>
                <a:lnTo>
                  <a:pt x="11221" y="19829"/>
                </a:lnTo>
                <a:lnTo>
                  <a:pt x="11306" y="19881"/>
                </a:lnTo>
                <a:lnTo>
                  <a:pt x="11675" y="20108"/>
                </a:lnTo>
                <a:lnTo>
                  <a:pt x="12089" y="20371"/>
                </a:lnTo>
                <a:lnTo>
                  <a:pt x="12143" y="203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9F45D5F-5BCE-4C1E-BB3A-DC8E1870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63" y="4487291"/>
            <a:ext cx="21244" cy="14312"/>
          </a:xfrm>
          <a:custGeom xmlns:a="http://schemas.openxmlformats.org/drawingml/2006/main">
            <a:pathLst>
              <a:path w="21244" h="14312">
                <a:moveTo>
                  <a:pt x="16296" y="12968"/>
                </a:moveTo>
                <a:lnTo>
                  <a:pt x="16216" y="13116"/>
                </a:lnTo>
                <a:lnTo>
                  <a:pt x="7546" y="8698"/>
                </a:lnTo>
                <a:lnTo>
                  <a:pt x="5052" y="7425"/>
                </a:lnTo>
                <a:lnTo>
                  <a:pt x="5153" y="7222"/>
                </a:lnTo>
                <a:lnTo>
                  <a:pt x="0" y="4561"/>
                </a:lnTo>
                <a:lnTo>
                  <a:pt x="2111" y="2711"/>
                </a:lnTo>
                <a:lnTo>
                  <a:pt x="2341" y="0"/>
                </a:lnTo>
                <a:lnTo>
                  <a:pt x="7466" y="2680"/>
                </a:lnTo>
                <a:lnTo>
                  <a:pt x="7594" y="2467"/>
                </a:lnTo>
                <a:lnTo>
                  <a:pt x="18670" y="8187"/>
                </a:lnTo>
                <a:lnTo>
                  <a:pt x="18591" y="8381"/>
                </a:lnTo>
                <a:lnTo>
                  <a:pt x="21244" y="9759"/>
                </a:lnTo>
                <a:lnTo>
                  <a:pt x="20631" y="12317"/>
                </a:lnTo>
                <a:lnTo>
                  <a:pt x="18886" y="14312"/>
                </a:lnTo>
                <a:lnTo>
                  <a:pt x="16296" y="1296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EFDEC77-D3CF-4DA5-83FF-1231BE26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50" y="4496310"/>
            <a:ext cx="169669" cy="76292"/>
          </a:xfrm>
          <a:custGeom xmlns:a="http://schemas.openxmlformats.org/drawingml/2006/main">
            <a:pathLst>
              <a:path w="169669" h="76292">
                <a:moveTo>
                  <a:pt x="6685" y="2985"/>
                </a:moveTo>
                <a:lnTo>
                  <a:pt x="8319" y="0"/>
                </a:lnTo>
                <a:lnTo>
                  <a:pt x="12227" y="1792"/>
                </a:lnTo>
                <a:lnTo>
                  <a:pt x="15360" y="2311"/>
                </a:lnTo>
                <a:lnTo>
                  <a:pt x="18094" y="2940"/>
                </a:lnTo>
                <a:lnTo>
                  <a:pt x="21383" y="2835"/>
                </a:lnTo>
                <a:lnTo>
                  <a:pt x="23458" y="2371"/>
                </a:lnTo>
                <a:lnTo>
                  <a:pt x="35881" y="1652"/>
                </a:lnTo>
                <a:lnTo>
                  <a:pt x="37335" y="2425"/>
                </a:lnTo>
                <a:lnTo>
                  <a:pt x="41749" y="4786"/>
                </a:lnTo>
                <a:lnTo>
                  <a:pt x="42304" y="5081"/>
                </a:lnTo>
                <a:lnTo>
                  <a:pt x="48165" y="8160"/>
                </a:lnTo>
                <a:lnTo>
                  <a:pt x="54204" y="11417"/>
                </a:lnTo>
                <a:lnTo>
                  <a:pt x="59082" y="13985"/>
                </a:lnTo>
                <a:lnTo>
                  <a:pt x="60238" y="14665"/>
                </a:lnTo>
                <a:lnTo>
                  <a:pt x="60734" y="14880"/>
                </a:lnTo>
                <a:lnTo>
                  <a:pt x="66482" y="17862"/>
                </a:lnTo>
                <a:lnTo>
                  <a:pt x="68456" y="18885"/>
                </a:lnTo>
                <a:lnTo>
                  <a:pt x="69829" y="19559"/>
                </a:lnTo>
                <a:lnTo>
                  <a:pt x="70231" y="19776"/>
                </a:lnTo>
                <a:lnTo>
                  <a:pt x="72783" y="21139"/>
                </a:lnTo>
                <a:lnTo>
                  <a:pt x="78517" y="24030"/>
                </a:lnTo>
                <a:lnTo>
                  <a:pt x="79812" y="24688"/>
                </a:lnTo>
                <a:lnTo>
                  <a:pt x="80858" y="25217"/>
                </a:lnTo>
                <a:lnTo>
                  <a:pt x="85565" y="27679"/>
                </a:lnTo>
                <a:lnTo>
                  <a:pt x="91753" y="30850"/>
                </a:lnTo>
                <a:lnTo>
                  <a:pt x="92850" y="31414"/>
                </a:lnTo>
                <a:lnTo>
                  <a:pt x="96861" y="33494"/>
                </a:lnTo>
                <a:lnTo>
                  <a:pt x="99124" y="34673"/>
                </a:lnTo>
                <a:lnTo>
                  <a:pt x="103611" y="37060"/>
                </a:lnTo>
                <a:lnTo>
                  <a:pt x="104930" y="37763"/>
                </a:lnTo>
                <a:lnTo>
                  <a:pt x="106972" y="38830"/>
                </a:lnTo>
                <a:lnTo>
                  <a:pt x="108980" y="39870"/>
                </a:lnTo>
                <a:lnTo>
                  <a:pt x="110508" y="40667"/>
                </a:lnTo>
                <a:lnTo>
                  <a:pt x="111837" y="41370"/>
                </a:lnTo>
                <a:lnTo>
                  <a:pt x="116098" y="43626"/>
                </a:lnTo>
                <a:lnTo>
                  <a:pt x="118887" y="45083"/>
                </a:lnTo>
                <a:lnTo>
                  <a:pt x="120064" y="45699"/>
                </a:lnTo>
                <a:lnTo>
                  <a:pt x="128092" y="49887"/>
                </a:lnTo>
                <a:lnTo>
                  <a:pt x="128235" y="49592"/>
                </a:lnTo>
                <a:lnTo>
                  <a:pt x="130292" y="50576"/>
                </a:lnTo>
                <a:lnTo>
                  <a:pt x="130676" y="50757"/>
                </a:lnTo>
                <a:lnTo>
                  <a:pt x="130809" y="50508"/>
                </a:lnTo>
                <a:lnTo>
                  <a:pt x="135380" y="52919"/>
                </a:lnTo>
                <a:lnTo>
                  <a:pt x="142108" y="56477"/>
                </a:lnTo>
                <a:lnTo>
                  <a:pt x="145328" y="58186"/>
                </a:lnTo>
                <a:lnTo>
                  <a:pt x="146714" y="58915"/>
                </a:lnTo>
                <a:lnTo>
                  <a:pt x="158863" y="65545"/>
                </a:lnTo>
                <a:lnTo>
                  <a:pt x="158608" y="66872"/>
                </a:lnTo>
                <a:lnTo>
                  <a:pt x="159053" y="68755"/>
                </a:lnTo>
                <a:lnTo>
                  <a:pt x="163814" y="69850"/>
                </a:lnTo>
                <a:lnTo>
                  <a:pt x="167470" y="70747"/>
                </a:lnTo>
                <a:lnTo>
                  <a:pt x="169669" y="71190"/>
                </a:lnTo>
                <a:lnTo>
                  <a:pt x="168581" y="76292"/>
                </a:lnTo>
                <a:lnTo>
                  <a:pt x="166230" y="75798"/>
                </a:lnTo>
                <a:lnTo>
                  <a:pt x="162547" y="74930"/>
                </a:lnTo>
                <a:lnTo>
                  <a:pt x="157860" y="73878"/>
                </a:lnTo>
                <a:lnTo>
                  <a:pt x="156663" y="75240"/>
                </a:lnTo>
                <a:lnTo>
                  <a:pt x="156451" y="76083"/>
                </a:lnTo>
                <a:lnTo>
                  <a:pt x="156232" y="76043"/>
                </a:lnTo>
                <a:lnTo>
                  <a:pt x="155492" y="75899"/>
                </a:lnTo>
                <a:lnTo>
                  <a:pt x="154118" y="75635"/>
                </a:lnTo>
                <a:lnTo>
                  <a:pt x="139251" y="72765"/>
                </a:lnTo>
                <a:lnTo>
                  <a:pt x="133331" y="71282"/>
                </a:lnTo>
                <a:lnTo>
                  <a:pt x="128115" y="69634"/>
                </a:lnTo>
                <a:lnTo>
                  <a:pt x="126099" y="69359"/>
                </a:lnTo>
                <a:lnTo>
                  <a:pt x="117000" y="68141"/>
                </a:lnTo>
                <a:lnTo>
                  <a:pt x="100813" y="61554"/>
                </a:lnTo>
                <a:lnTo>
                  <a:pt x="85066" y="53625"/>
                </a:lnTo>
                <a:lnTo>
                  <a:pt x="75419" y="48541"/>
                </a:lnTo>
                <a:lnTo>
                  <a:pt x="58270" y="39328"/>
                </a:lnTo>
                <a:lnTo>
                  <a:pt x="48587" y="34364"/>
                </a:lnTo>
                <a:lnTo>
                  <a:pt x="30714" y="25170"/>
                </a:lnTo>
                <a:lnTo>
                  <a:pt x="20000" y="19631"/>
                </a:lnTo>
                <a:lnTo>
                  <a:pt x="10628" y="14795"/>
                </a:lnTo>
                <a:lnTo>
                  <a:pt x="2704" y="10714"/>
                </a:lnTo>
                <a:lnTo>
                  <a:pt x="4344" y="7546"/>
                </a:lnTo>
                <a:lnTo>
                  <a:pt x="0" y="5292"/>
                </a:lnTo>
                <a:lnTo>
                  <a:pt x="1744" y="3297"/>
                </a:lnTo>
                <a:lnTo>
                  <a:pt x="2358" y="740"/>
                </a:lnTo>
                <a:lnTo>
                  <a:pt x="6685" y="29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52AD7A3-850C-4462-B82E-BB7FF8E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50" y="4497050"/>
            <a:ext cx="2358" cy="4553"/>
          </a:xfrm>
          <a:custGeom xmlns:a="http://schemas.openxmlformats.org/drawingml/2006/main">
            <a:pathLst>
              <a:path w="2358" h="4553">
                <a:moveTo>
                  <a:pt x="2358" y="0"/>
                </a:moveTo>
                <a:lnTo>
                  <a:pt x="1744" y="2557"/>
                </a:lnTo>
                <a:lnTo>
                  <a:pt x="0" y="45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CE83CBA-4B4F-4C4D-8311-7A05D4C1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63" y="4487291"/>
            <a:ext cx="2341" cy="4561"/>
          </a:xfrm>
          <a:custGeom xmlns:a="http://schemas.openxmlformats.org/drawingml/2006/main">
            <a:pathLst>
              <a:path w="2341" h="4561">
                <a:moveTo>
                  <a:pt x="2341" y="0"/>
                </a:moveTo>
                <a:lnTo>
                  <a:pt x="2111" y="2711"/>
                </a:lnTo>
                <a:lnTo>
                  <a:pt x="0" y="45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426B44A-B0B0-48CD-924A-52F9FCCA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224" y="4479118"/>
            <a:ext cx="194991" cy="119029"/>
          </a:xfrm>
          <a:custGeom xmlns:a="http://schemas.openxmlformats.org/drawingml/2006/main">
            <a:pathLst>
              <a:path w="194991" h="119029">
                <a:moveTo>
                  <a:pt x="0" y="0"/>
                </a:moveTo>
                <a:lnTo>
                  <a:pt x="560" y="10251"/>
                </a:lnTo>
                <a:lnTo>
                  <a:pt x="3115" y="14510"/>
                </a:lnTo>
                <a:lnTo>
                  <a:pt x="6143" y="18456"/>
                </a:lnTo>
                <a:lnTo>
                  <a:pt x="9652" y="22071"/>
                </a:lnTo>
                <a:lnTo>
                  <a:pt x="13564" y="25257"/>
                </a:lnTo>
                <a:lnTo>
                  <a:pt x="17819" y="27959"/>
                </a:lnTo>
                <a:lnTo>
                  <a:pt x="22357" y="30154"/>
                </a:lnTo>
                <a:lnTo>
                  <a:pt x="27121" y="31814"/>
                </a:lnTo>
                <a:lnTo>
                  <a:pt x="194991" y="1190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0355F0B-DE7D-4370-A18E-AA0C999D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335" y="4373343"/>
            <a:ext cx="9752" cy="8828"/>
          </a:xfrm>
          <a:custGeom xmlns:a="http://schemas.openxmlformats.org/drawingml/2006/main">
            <a:pathLst>
              <a:path w="9752" h="8828">
                <a:moveTo>
                  <a:pt x="6837" y="257"/>
                </a:moveTo>
                <a:lnTo>
                  <a:pt x="7194" y="20"/>
                </a:lnTo>
                <a:lnTo>
                  <a:pt x="7617" y="0"/>
                </a:lnTo>
                <a:lnTo>
                  <a:pt x="8117" y="360"/>
                </a:lnTo>
                <a:lnTo>
                  <a:pt x="8642" y="1631"/>
                </a:lnTo>
                <a:lnTo>
                  <a:pt x="9565" y="3847"/>
                </a:lnTo>
                <a:lnTo>
                  <a:pt x="9747" y="4198"/>
                </a:lnTo>
                <a:lnTo>
                  <a:pt x="9752" y="4589"/>
                </a:lnTo>
                <a:lnTo>
                  <a:pt x="9474" y="5043"/>
                </a:lnTo>
                <a:lnTo>
                  <a:pt x="8428" y="5599"/>
                </a:lnTo>
                <a:lnTo>
                  <a:pt x="6123" y="6825"/>
                </a:lnTo>
                <a:lnTo>
                  <a:pt x="2640" y="8675"/>
                </a:lnTo>
                <a:lnTo>
                  <a:pt x="2025" y="8828"/>
                </a:lnTo>
                <a:lnTo>
                  <a:pt x="1707" y="8636"/>
                </a:lnTo>
                <a:lnTo>
                  <a:pt x="1537" y="8312"/>
                </a:lnTo>
                <a:lnTo>
                  <a:pt x="0" y="4618"/>
                </a:lnTo>
                <a:lnTo>
                  <a:pt x="6" y="4226"/>
                </a:lnTo>
                <a:lnTo>
                  <a:pt x="221" y="3884"/>
                </a:lnTo>
                <a:lnTo>
                  <a:pt x="6837" y="2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09D6850-C9A8-4F3E-B5C2-E1A06B27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003" y="4373825"/>
            <a:ext cx="16816" cy="9853"/>
          </a:xfrm>
          <a:custGeom xmlns:a="http://schemas.openxmlformats.org/drawingml/2006/main">
            <a:pathLst>
              <a:path w="16816" h="9853">
                <a:moveTo>
                  <a:pt x="0" y="648"/>
                </a:moveTo>
                <a:lnTo>
                  <a:pt x="195" y="215"/>
                </a:lnTo>
                <a:lnTo>
                  <a:pt x="758" y="0"/>
                </a:lnTo>
                <a:lnTo>
                  <a:pt x="1280" y="305"/>
                </a:lnTo>
                <a:lnTo>
                  <a:pt x="3148" y="1968"/>
                </a:lnTo>
                <a:lnTo>
                  <a:pt x="4543" y="3444"/>
                </a:lnTo>
                <a:lnTo>
                  <a:pt x="7290" y="7361"/>
                </a:lnTo>
                <a:lnTo>
                  <a:pt x="7868" y="7692"/>
                </a:lnTo>
                <a:lnTo>
                  <a:pt x="8392" y="7660"/>
                </a:lnTo>
                <a:lnTo>
                  <a:pt x="11619" y="6254"/>
                </a:lnTo>
                <a:lnTo>
                  <a:pt x="15804" y="4359"/>
                </a:lnTo>
                <a:lnTo>
                  <a:pt x="16368" y="4399"/>
                </a:lnTo>
                <a:lnTo>
                  <a:pt x="16764" y="4807"/>
                </a:lnTo>
                <a:lnTo>
                  <a:pt x="16816" y="5316"/>
                </a:lnTo>
                <a:lnTo>
                  <a:pt x="16543" y="5760"/>
                </a:lnTo>
                <a:lnTo>
                  <a:pt x="13235" y="7232"/>
                </a:lnTo>
                <a:lnTo>
                  <a:pt x="8398" y="9381"/>
                </a:lnTo>
                <a:lnTo>
                  <a:pt x="7972" y="9729"/>
                </a:lnTo>
                <a:lnTo>
                  <a:pt x="7434" y="9853"/>
                </a:lnTo>
                <a:lnTo>
                  <a:pt x="6667" y="9554"/>
                </a:lnTo>
                <a:lnTo>
                  <a:pt x="5968" y="9053"/>
                </a:lnTo>
                <a:lnTo>
                  <a:pt x="5958" y="8234"/>
                </a:lnTo>
                <a:lnTo>
                  <a:pt x="5760" y="7720"/>
                </a:lnTo>
                <a:lnTo>
                  <a:pt x="3113" y="4019"/>
                </a:lnTo>
                <a:lnTo>
                  <a:pt x="129" y="1110"/>
                </a:lnTo>
                <a:lnTo>
                  <a:pt x="0" y="6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717B7B5-C297-4651-8A34-5DAF163D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343" y="4236043"/>
            <a:ext cx="46313" cy="138002"/>
          </a:xfrm>
          <a:custGeom xmlns:a="http://schemas.openxmlformats.org/drawingml/2006/main">
            <a:pathLst>
              <a:path w="46313" h="138002">
                <a:moveTo>
                  <a:pt x="33756" y="137287"/>
                </a:moveTo>
                <a:lnTo>
                  <a:pt x="33906" y="137492"/>
                </a:lnTo>
                <a:lnTo>
                  <a:pt x="33931" y="137774"/>
                </a:lnTo>
                <a:lnTo>
                  <a:pt x="33750" y="137897"/>
                </a:lnTo>
                <a:lnTo>
                  <a:pt x="33518" y="137985"/>
                </a:lnTo>
                <a:lnTo>
                  <a:pt x="33211" y="138002"/>
                </a:lnTo>
                <a:lnTo>
                  <a:pt x="32920" y="137946"/>
                </a:lnTo>
                <a:lnTo>
                  <a:pt x="12985" y="128862"/>
                </a:lnTo>
                <a:lnTo>
                  <a:pt x="3867" y="124375"/>
                </a:lnTo>
                <a:lnTo>
                  <a:pt x="3236" y="123918"/>
                </a:lnTo>
                <a:lnTo>
                  <a:pt x="2336" y="123222"/>
                </a:lnTo>
                <a:lnTo>
                  <a:pt x="1496" y="122260"/>
                </a:lnTo>
                <a:lnTo>
                  <a:pt x="778" y="121049"/>
                </a:lnTo>
                <a:lnTo>
                  <a:pt x="289" y="119842"/>
                </a:lnTo>
                <a:lnTo>
                  <a:pt x="68" y="118873"/>
                </a:lnTo>
                <a:lnTo>
                  <a:pt x="0" y="117982"/>
                </a:lnTo>
                <a:lnTo>
                  <a:pt x="172" y="116903"/>
                </a:lnTo>
                <a:lnTo>
                  <a:pt x="584" y="115143"/>
                </a:lnTo>
                <a:lnTo>
                  <a:pt x="1353" y="111744"/>
                </a:lnTo>
                <a:lnTo>
                  <a:pt x="2947" y="108905"/>
                </a:lnTo>
                <a:lnTo>
                  <a:pt x="4643" y="105317"/>
                </a:lnTo>
                <a:lnTo>
                  <a:pt x="6950" y="100137"/>
                </a:lnTo>
                <a:lnTo>
                  <a:pt x="9120" y="96492"/>
                </a:lnTo>
                <a:lnTo>
                  <a:pt x="11787" y="90792"/>
                </a:lnTo>
                <a:lnTo>
                  <a:pt x="14139" y="85210"/>
                </a:lnTo>
                <a:lnTo>
                  <a:pt x="14451" y="84546"/>
                </a:lnTo>
                <a:lnTo>
                  <a:pt x="14796" y="83226"/>
                </a:lnTo>
                <a:lnTo>
                  <a:pt x="15534" y="80747"/>
                </a:lnTo>
                <a:lnTo>
                  <a:pt x="16498" y="78371"/>
                </a:lnTo>
                <a:lnTo>
                  <a:pt x="17343" y="77010"/>
                </a:lnTo>
                <a:lnTo>
                  <a:pt x="18277" y="74945"/>
                </a:lnTo>
                <a:lnTo>
                  <a:pt x="20984" y="68443"/>
                </a:lnTo>
                <a:lnTo>
                  <a:pt x="23830" y="61683"/>
                </a:lnTo>
                <a:lnTo>
                  <a:pt x="27012" y="54130"/>
                </a:lnTo>
                <a:lnTo>
                  <a:pt x="28366" y="51097"/>
                </a:lnTo>
                <a:lnTo>
                  <a:pt x="29490" y="47825"/>
                </a:lnTo>
                <a:lnTo>
                  <a:pt x="30843" y="43053"/>
                </a:lnTo>
                <a:lnTo>
                  <a:pt x="32925" y="35893"/>
                </a:lnTo>
                <a:lnTo>
                  <a:pt x="35448" y="28084"/>
                </a:lnTo>
                <a:lnTo>
                  <a:pt x="37979" y="19975"/>
                </a:lnTo>
                <a:lnTo>
                  <a:pt x="39426" y="15391"/>
                </a:lnTo>
                <a:lnTo>
                  <a:pt x="40920" y="9632"/>
                </a:lnTo>
                <a:lnTo>
                  <a:pt x="42726" y="2370"/>
                </a:lnTo>
                <a:lnTo>
                  <a:pt x="42845" y="1812"/>
                </a:lnTo>
                <a:lnTo>
                  <a:pt x="42945" y="1153"/>
                </a:lnTo>
                <a:lnTo>
                  <a:pt x="43154" y="628"/>
                </a:lnTo>
                <a:lnTo>
                  <a:pt x="43553" y="290"/>
                </a:lnTo>
                <a:lnTo>
                  <a:pt x="44116" y="75"/>
                </a:lnTo>
                <a:lnTo>
                  <a:pt x="44533" y="0"/>
                </a:lnTo>
                <a:lnTo>
                  <a:pt x="45007" y="15"/>
                </a:lnTo>
                <a:lnTo>
                  <a:pt x="45499" y="248"/>
                </a:lnTo>
                <a:lnTo>
                  <a:pt x="45956" y="655"/>
                </a:lnTo>
                <a:lnTo>
                  <a:pt x="46209" y="1140"/>
                </a:lnTo>
                <a:lnTo>
                  <a:pt x="46313" y="1492"/>
                </a:lnTo>
                <a:lnTo>
                  <a:pt x="45263" y="4653"/>
                </a:lnTo>
                <a:lnTo>
                  <a:pt x="42833" y="12351"/>
                </a:lnTo>
                <a:lnTo>
                  <a:pt x="41977" y="15215"/>
                </a:lnTo>
                <a:lnTo>
                  <a:pt x="39736" y="22725"/>
                </a:lnTo>
                <a:lnTo>
                  <a:pt x="36366" y="33516"/>
                </a:lnTo>
                <a:lnTo>
                  <a:pt x="34378" y="40200"/>
                </a:lnTo>
                <a:lnTo>
                  <a:pt x="32451" y="46690"/>
                </a:lnTo>
                <a:lnTo>
                  <a:pt x="31494" y="49548"/>
                </a:lnTo>
                <a:lnTo>
                  <a:pt x="31434" y="49787"/>
                </a:lnTo>
                <a:lnTo>
                  <a:pt x="31423" y="50024"/>
                </a:lnTo>
                <a:lnTo>
                  <a:pt x="30771" y="51954"/>
                </a:lnTo>
                <a:lnTo>
                  <a:pt x="29426" y="53866"/>
                </a:lnTo>
                <a:lnTo>
                  <a:pt x="24792" y="65383"/>
                </a:lnTo>
                <a:lnTo>
                  <a:pt x="21552" y="73274"/>
                </a:lnTo>
                <a:lnTo>
                  <a:pt x="18674" y="80272"/>
                </a:lnTo>
                <a:lnTo>
                  <a:pt x="16798" y="84894"/>
                </a:lnTo>
                <a:lnTo>
                  <a:pt x="16698" y="85134"/>
                </a:lnTo>
                <a:lnTo>
                  <a:pt x="15153" y="87898"/>
                </a:lnTo>
                <a:lnTo>
                  <a:pt x="13763" y="90394"/>
                </a:lnTo>
                <a:lnTo>
                  <a:pt x="9581" y="98338"/>
                </a:lnTo>
                <a:lnTo>
                  <a:pt x="8199" y="101152"/>
                </a:lnTo>
                <a:lnTo>
                  <a:pt x="6756" y="104178"/>
                </a:lnTo>
                <a:lnTo>
                  <a:pt x="5189" y="107616"/>
                </a:lnTo>
                <a:lnTo>
                  <a:pt x="3614" y="111137"/>
                </a:lnTo>
                <a:lnTo>
                  <a:pt x="1935" y="114770"/>
                </a:lnTo>
                <a:lnTo>
                  <a:pt x="1714" y="115268"/>
                </a:lnTo>
                <a:lnTo>
                  <a:pt x="1358" y="115742"/>
                </a:lnTo>
                <a:lnTo>
                  <a:pt x="1007" y="116407"/>
                </a:lnTo>
                <a:lnTo>
                  <a:pt x="750" y="117243"/>
                </a:lnTo>
                <a:lnTo>
                  <a:pt x="644" y="118074"/>
                </a:lnTo>
                <a:lnTo>
                  <a:pt x="668" y="118985"/>
                </a:lnTo>
                <a:lnTo>
                  <a:pt x="892" y="119881"/>
                </a:lnTo>
                <a:lnTo>
                  <a:pt x="1255" y="120727"/>
                </a:lnTo>
                <a:lnTo>
                  <a:pt x="1682" y="121262"/>
                </a:lnTo>
                <a:lnTo>
                  <a:pt x="2307" y="121902"/>
                </a:lnTo>
                <a:lnTo>
                  <a:pt x="3180" y="122434"/>
                </a:lnTo>
                <a:lnTo>
                  <a:pt x="8093" y="125311"/>
                </a:lnTo>
                <a:lnTo>
                  <a:pt x="18647" y="130079"/>
                </a:lnTo>
                <a:lnTo>
                  <a:pt x="22233" y="131724"/>
                </a:lnTo>
                <a:lnTo>
                  <a:pt x="33756" y="13728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5FE85202-97F1-4E20-AE49-D0943CFB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770" y="4286067"/>
            <a:ext cx="75675" cy="25253"/>
          </a:xfrm>
          <a:custGeom xmlns:a="http://schemas.openxmlformats.org/drawingml/2006/main">
            <a:pathLst>
              <a:path w="75675" h="25253">
                <a:moveTo>
                  <a:pt x="60659" y="24222"/>
                </a:moveTo>
                <a:lnTo>
                  <a:pt x="59826" y="23925"/>
                </a:lnTo>
                <a:lnTo>
                  <a:pt x="59914" y="23668"/>
                </a:lnTo>
                <a:lnTo>
                  <a:pt x="59328" y="23465"/>
                </a:lnTo>
                <a:lnTo>
                  <a:pt x="59141" y="23989"/>
                </a:lnTo>
                <a:lnTo>
                  <a:pt x="58380" y="23708"/>
                </a:lnTo>
                <a:lnTo>
                  <a:pt x="57665" y="23445"/>
                </a:lnTo>
                <a:lnTo>
                  <a:pt x="57870" y="22957"/>
                </a:lnTo>
                <a:lnTo>
                  <a:pt x="57795" y="22676"/>
                </a:lnTo>
                <a:lnTo>
                  <a:pt x="2475" y="2929"/>
                </a:lnTo>
                <a:lnTo>
                  <a:pt x="0" y="3842"/>
                </a:lnTo>
                <a:lnTo>
                  <a:pt x="1344" y="1930"/>
                </a:lnTo>
                <a:lnTo>
                  <a:pt x="1997" y="0"/>
                </a:lnTo>
                <a:lnTo>
                  <a:pt x="2109" y="462"/>
                </a:lnTo>
                <a:lnTo>
                  <a:pt x="2402" y="982"/>
                </a:lnTo>
                <a:lnTo>
                  <a:pt x="2722" y="1283"/>
                </a:lnTo>
                <a:lnTo>
                  <a:pt x="3151" y="1454"/>
                </a:lnTo>
                <a:lnTo>
                  <a:pt x="3533" y="1554"/>
                </a:lnTo>
                <a:lnTo>
                  <a:pt x="3851" y="1554"/>
                </a:lnTo>
                <a:lnTo>
                  <a:pt x="63388" y="22338"/>
                </a:lnTo>
                <a:lnTo>
                  <a:pt x="63814" y="22427"/>
                </a:lnTo>
                <a:lnTo>
                  <a:pt x="64447" y="22501"/>
                </a:lnTo>
                <a:lnTo>
                  <a:pt x="65195" y="22509"/>
                </a:lnTo>
                <a:lnTo>
                  <a:pt x="65721" y="22358"/>
                </a:lnTo>
                <a:lnTo>
                  <a:pt x="72663" y="18204"/>
                </a:lnTo>
                <a:lnTo>
                  <a:pt x="73293" y="17759"/>
                </a:lnTo>
                <a:lnTo>
                  <a:pt x="73536" y="17452"/>
                </a:lnTo>
                <a:lnTo>
                  <a:pt x="73955" y="17468"/>
                </a:lnTo>
                <a:lnTo>
                  <a:pt x="74951" y="17797"/>
                </a:lnTo>
                <a:lnTo>
                  <a:pt x="75675" y="18798"/>
                </a:lnTo>
                <a:lnTo>
                  <a:pt x="67706" y="24455"/>
                </a:lnTo>
                <a:lnTo>
                  <a:pt x="67229" y="24759"/>
                </a:lnTo>
                <a:lnTo>
                  <a:pt x="66876" y="24905"/>
                </a:lnTo>
                <a:lnTo>
                  <a:pt x="65978" y="25138"/>
                </a:lnTo>
                <a:lnTo>
                  <a:pt x="65100" y="25253"/>
                </a:lnTo>
                <a:lnTo>
                  <a:pt x="64190" y="25240"/>
                </a:lnTo>
                <a:lnTo>
                  <a:pt x="63278" y="25137"/>
                </a:lnTo>
                <a:lnTo>
                  <a:pt x="62405" y="24832"/>
                </a:lnTo>
                <a:lnTo>
                  <a:pt x="60659" y="242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5F8CD6D6-DED6-4143-9179-F2F558B9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677" y="4309775"/>
            <a:ext cx="9951" cy="22795"/>
          </a:xfrm>
          <a:custGeom xmlns:a="http://schemas.openxmlformats.org/drawingml/2006/main">
            <a:pathLst>
              <a:path w="9951" h="22795">
                <a:moveTo>
                  <a:pt x="473" y="0"/>
                </a:moveTo>
                <a:lnTo>
                  <a:pt x="0" y="1306"/>
                </a:lnTo>
                <a:lnTo>
                  <a:pt x="700" y="2872"/>
                </a:lnTo>
                <a:lnTo>
                  <a:pt x="908" y="3158"/>
                </a:lnTo>
                <a:lnTo>
                  <a:pt x="2738" y="5688"/>
                </a:lnTo>
                <a:lnTo>
                  <a:pt x="9951" y="2279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CC11E2A-FB20-4555-9B19-380ED1A4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358" y="4278852"/>
            <a:ext cx="645537" cy="591524"/>
          </a:xfrm>
          <a:custGeom xmlns:a="http://schemas.openxmlformats.org/drawingml/2006/main">
            <a:pathLst>
              <a:path w="645537" h="591524">
                <a:moveTo>
                  <a:pt x="628886" y="57475"/>
                </a:moveTo>
                <a:lnTo>
                  <a:pt x="619361" y="64649"/>
                </a:lnTo>
                <a:lnTo>
                  <a:pt x="619159" y="64991"/>
                </a:lnTo>
                <a:lnTo>
                  <a:pt x="619012" y="65377"/>
                </a:lnTo>
                <a:lnTo>
                  <a:pt x="618910" y="65726"/>
                </a:lnTo>
                <a:lnTo>
                  <a:pt x="618887" y="66118"/>
                </a:lnTo>
                <a:lnTo>
                  <a:pt x="618914" y="66491"/>
                </a:lnTo>
                <a:lnTo>
                  <a:pt x="618959" y="66727"/>
                </a:lnTo>
                <a:lnTo>
                  <a:pt x="619208" y="66857"/>
                </a:lnTo>
                <a:lnTo>
                  <a:pt x="619541" y="66994"/>
                </a:lnTo>
                <a:lnTo>
                  <a:pt x="619951" y="67101"/>
                </a:lnTo>
                <a:lnTo>
                  <a:pt x="620464" y="67115"/>
                </a:lnTo>
                <a:lnTo>
                  <a:pt x="620976" y="67056"/>
                </a:lnTo>
                <a:lnTo>
                  <a:pt x="621352" y="66937"/>
                </a:lnTo>
                <a:lnTo>
                  <a:pt x="630813" y="60111"/>
                </a:lnTo>
                <a:lnTo>
                  <a:pt x="645537" y="80189"/>
                </a:lnTo>
                <a:lnTo>
                  <a:pt x="636204" y="87012"/>
                </a:lnTo>
                <a:lnTo>
                  <a:pt x="636101" y="87115"/>
                </a:lnTo>
                <a:lnTo>
                  <a:pt x="635995" y="87309"/>
                </a:lnTo>
                <a:lnTo>
                  <a:pt x="635949" y="87492"/>
                </a:lnTo>
                <a:lnTo>
                  <a:pt x="635936" y="87629"/>
                </a:lnTo>
                <a:lnTo>
                  <a:pt x="635942" y="87848"/>
                </a:lnTo>
                <a:lnTo>
                  <a:pt x="627265" y="94161"/>
                </a:lnTo>
                <a:lnTo>
                  <a:pt x="620922" y="98828"/>
                </a:lnTo>
                <a:lnTo>
                  <a:pt x="603372" y="112672"/>
                </a:lnTo>
                <a:lnTo>
                  <a:pt x="596954" y="117041"/>
                </a:lnTo>
                <a:lnTo>
                  <a:pt x="575600" y="131568"/>
                </a:lnTo>
                <a:lnTo>
                  <a:pt x="567692" y="137414"/>
                </a:lnTo>
                <a:lnTo>
                  <a:pt x="565479" y="140251"/>
                </a:lnTo>
                <a:lnTo>
                  <a:pt x="565032" y="141082"/>
                </a:lnTo>
                <a:lnTo>
                  <a:pt x="556462" y="157358"/>
                </a:lnTo>
                <a:lnTo>
                  <a:pt x="555999" y="160349"/>
                </a:lnTo>
                <a:lnTo>
                  <a:pt x="553327" y="163316"/>
                </a:lnTo>
                <a:lnTo>
                  <a:pt x="544980" y="179175"/>
                </a:lnTo>
                <a:lnTo>
                  <a:pt x="536108" y="196943"/>
                </a:lnTo>
                <a:lnTo>
                  <a:pt x="534301" y="201609"/>
                </a:lnTo>
                <a:lnTo>
                  <a:pt x="534364" y="203575"/>
                </a:lnTo>
                <a:lnTo>
                  <a:pt x="535400" y="205187"/>
                </a:lnTo>
                <a:lnTo>
                  <a:pt x="537053" y="205462"/>
                </a:lnTo>
                <a:lnTo>
                  <a:pt x="539618" y="203737"/>
                </a:lnTo>
                <a:lnTo>
                  <a:pt x="542805" y="201002"/>
                </a:lnTo>
                <a:lnTo>
                  <a:pt x="552039" y="182605"/>
                </a:lnTo>
                <a:lnTo>
                  <a:pt x="553596" y="179431"/>
                </a:lnTo>
                <a:lnTo>
                  <a:pt x="566879" y="186568"/>
                </a:lnTo>
                <a:lnTo>
                  <a:pt x="566876" y="187078"/>
                </a:lnTo>
                <a:lnTo>
                  <a:pt x="559617" y="200613"/>
                </a:lnTo>
                <a:lnTo>
                  <a:pt x="569958" y="206635"/>
                </a:lnTo>
                <a:lnTo>
                  <a:pt x="557594" y="229277"/>
                </a:lnTo>
                <a:lnTo>
                  <a:pt x="551697" y="238614"/>
                </a:lnTo>
                <a:lnTo>
                  <a:pt x="532829" y="228746"/>
                </a:lnTo>
                <a:lnTo>
                  <a:pt x="530156" y="233380"/>
                </a:lnTo>
                <a:lnTo>
                  <a:pt x="549275" y="243660"/>
                </a:lnTo>
                <a:lnTo>
                  <a:pt x="546573" y="249324"/>
                </a:lnTo>
                <a:lnTo>
                  <a:pt x="528039" y="239620"/>
                </a:lnTo>
                <a:lnTo>
                  <a:pt x="526639" y="241962"/>
                </a:lnTo>
                <a:lnTo>
                  <a:pt x="544581" y="251417"/>
                </a:lnTo>
                <a:lnTo>
                  <a:pt x="544173" y="252239"/>
                </a:lnTo>
                <a:lnTo>
                  <a:pt x="532203" y="246880"/>
                </a:lnTo>
                <a:lnTo>
                  <a:pt x="530977" y="248214"/>
                </a:lnTo>
                <a:lnTo>
                  <a:pt x="526110" y="275678"/>
                </a:lnTo>
                <a:lnTo>
                  <a:pt x="525898" y="276922"/>
                </a:lnTo>
                <a:lnTo>
                  <a:pt x="520213" y="309981"/>
                </a:lnTo>
                <a:lnTo>
                  <a:pt x="521412" y="312500"/>
                </a:lnTo>
                <a:lnTo>
                  <a:pt x="522442" y="314085"/>
                </a:lnTo>
                <a:lnTo>
                  <a:pt x="524277" y="313427"/>
                </a:lnTo>
                <a:lnTo>
                  <a:pt x="532968" y="294944"/>
                </a:lnTo>
                <a:lnTo>
                  <a:pt x="544491" y="300269"/>
                </a:lnTo>
                <a:lnTo>
                  <a:pt x="536632" y="316243"/>
                </a:lnTo>
                <a:lnTo>
                  <a:pt x="540549" y="318572"/>
                </a:lnTo>
                <a:lnTo>
                  <a:pt x="550628" y="300025"/>
                </a:lnTo>
                <a:lnTo>
                  <a:pt x="569904" y="310338"/>
                </a:lnTo>
                <a:lnTo>
                  <a:pt x="560148" y="329286"/>
                </a:lnTo>
                <a:lnTo>
                  <a:pt x="558014" y="333423"/>
                </a:lnTo>
                <a:lnTo>
                  <a:pt x="566197" y="337124"/>
                </a:lnTo>
                <a:lnTo>
                  <a:pt x="560355" y="350868"/>
                </a:lnTo>
                <a:lnTo>
                  <a:pt x="559489" y="352731"/>
                </a:lnTo>
                <a:lnTo>
                  <a:pt x="523928" y="346955"/>
                </a:lnTo>
                <a:lnTo>
                  <a:pt x="516547" y="348270"/>
                </a:lnTo>
                <a:lnTo>
                  <a:pt x="514324" y="349877"/>
                </a:lnTo>
                <a:lnTo>
                  <a:pt x="512069" y="352797"/>
                </a:lnTo>
                <a:lnTo>
                  <a:pt x="508628" y="358180"/>
                </a:lnTo>
                <a:lnTo>
                  <a:pt x="505869" y="362497"/>
                </a:lnTo>
                <a:lnTo>
                  <a:pt x="499868" y="369596"/>
                </a:lnTo>
                <a:lnTo>
                  <a:pt x="496685" y="375009"/>
                </a:lnTo>
                <a:lnTo>
                  <a:pt x="495467" y="376853"/>
                </a:lnTo>
                <a:lnTo>
                  <a:pt x="495043" y="377912"/>
                </a:lnTo>
                <a:lnTo>
                  <a:pt x="492157" y="386532"/>
                </a:lnTo>
                <a:lnTo>
                  <a:pt x="489228" y="397804"/>
                </a:lnTo>
                <a:lnTo>
                  <a:pt x="488121" y="405967"/>
                </a:lnTo>
                <a:lnTo>
                  <a:pt x="486468" y="419045"/>
                </a:lnTo>
                <a:lnTo>
                  <a:pt x="482393" y="428907"/>
                </a:lnTo>
                <a:lnTo>
                  <a:pt x="481122" y="434479"/>
                </a:lnTo>
                <a:lnTo>
                  <a:pt x="478856" y="441643"/>
                </a:lnTo>
                <a:lnTo>
                  <a:pt x="461309" y="465196"/>
                </a:lnTo>
                <a:lnTo>
                  <a:pt x="443344" y="488177"/>
                </a:lnTo>
                <a:lnTo>
                  <a:pt x="439426" y="492989"/>
                </a:lnTo>
                <a:lnTo>
                  <a:pt x="435205" y="496707"/>
                </a:lnTo>
                <a:lnTo>
                  <a:pt x="408277" y="517301"/>
                </a:lnTo>
                <a:lnTo>
                  <a:pt x="378485" y="546304"/>
                </a:lnTo>
                <a:lnTo>
                  <a:pt x="366414" y="553653"/>
                </a:lnTo>
                <a:lnTo>
                  <a:pt x="362001" y="556666"/>
                </a:lnTo>
                <a:lnTo>
                  <a:pt x="355247" y="559348"/>
                </a:lnTo>
                <a:lnTo>
                  <a:pt x="349151" y="561777"/>
                </a:lnTo>
                <a:lnTo>
                  <a:pt x="342827" y="563619"/>
                </a:lnTo>
                <a:lnTo>
                  <a:pt x="341410" y="564030"/>
                </a:lnTo>
                <a:lnTo>
                  <a:pt x="324618" y="569928"/>
                </a:lnTo>
                <a:lnTo>
                  <a:pt x="293921" y="577057"/>
                </a:lnTo>
                <a:lnTo>
                  <a:pt x="288737" y="577913"/>
                </a:lnTo>
                <a:lnTo>
                  <a:pt x="265361" y="579994"/>
                </a:lnTo>
                <a:lnTo>
                  <a:pt x="243456" y="580898"/>
                </a:lnTo>
                <a:lnTo>
                  <a:pt x="242458" y="582427"/>
                </a:lnTo>
                <a:lnTo>
                  <a:pt x="231753" y="581261"/>
                </a:lnTo>
                <a:lnTo>
                  <a:pt x="222727" y="579667"/>
                </a:lnTo>
                <a:lnTo>
                  <a:pt x="206408" y="576781"/>
                </a:lnTo>
                <a:lnTo>
                  <a:pt x="200971" y="576076"/>
                </a:lnTo>
                <a:lnTo>
                  <a:pt x="186464" y="575255"/>
                </a:lnTo>
                <a:lnTo>
                  <a:pt x="182085" y="574268"/>
                </a:lnTo>
                <a:lnTo>
                  <a:pt x="174605" y="573490"/>
                </a:lnTo>
                <a:lnTo>
                  <a:pt x="166154" y="573184"/>
                </a:lnTo>
                <a:lnTo>
                  <a:pt x="155024" y="573476"/>
                </a:lnTo>
                <a:lnTo>
                  <a:pt x="143421" y="575311"/>
                </a:lnTo>
                <a:lnTo>
                  <a:pt x="136268" y="577649"/>
                </a:lnTo>
                <a:lnTo>
                  <a:pt x="128651" y="580618"/>
                </a:lnTo>
                <a:lnTo>
                  <a:pt x="117571" y="585381"/>
                </a:lnTo>
                <a:lnTo>
                  <a:pt x="107852" y="590309"/>
                </a:lnTo>
                <a:lnTo>
                  <a:pt x="104476" y="591524"/>
                </a:lnTo>
                <a:lnTo>
                  <a:pt x="0" y="591524"/>
                </a:lnTo>
                <a:lnTo>
                  <a:pt x="1391" y="589451"/>
                </a:lnTo>
                <a:lnTo>
                  <a:pt x="8913" y="579662"/>
                </a:lnTo>
                <a:lnTo>
                  <a:pt x="14570" y="571753"/>
                </a:lnTo>
                <a:lnTo>
                  <a:pt x="25052" y="558672"/>
                </a:lnTo>
                <a:lnTo>
                  <a:pt x="25737" y="557779"/>
                </a:lnTo>
                <a:lnTo>
                  <a:pt x="36758" y="543335"/>
                </a:lnTo>
                <a:lnTo>
                  <a:pt x="45696" y="531187"/>
                </a:lnTo>
                <a:lnTo>
                  <a:pt x="52553" y="524768"/>
                </a:lnTo>
                <a:lnTo>
                  <a:pt x="63042" y="517069"/>
                </a:lnTo>
                <a:lnTo>
                  <a:pt x="71037" y="513416"/>
                </a:lnTo>
                <a:lnTo>
                  <a:pt x="81826" y="509070"/>
                </a:lnTo>
                <a:lnTo>
                  <a:pt x="82767" y="508790"/>
                </a:lnTo>
                <a:lnTo>
                  <a:pt x="92778" y="505831"/>
                </a:lnTo>
                <a:lnTo>
                  <a:pt x="104753" y="503112"/>
                </a:lnTo>
                <a:lnTo>
                  <a:pt x="117427" y="500867"/>
                </a:lnTo>
                <a:lnTo>
                  <a:pt x="133458" y="499999"/>
                </a:lnTo>
                <a:lnTo>
                  <a:pt x="160427" y="500694"/>
                </a:lnTo>
                <a:lnTo>
                  <a:pt x="173349" y="501074"/>
                </a:lnTo>
                <a:lnTo>
                  <a:pt x="208112" y="503849"/>
                </a:lnTo>
                <a:lnTo>
                  <a:pt x="226989" y="505357"/>
                </a:lnTo>
                <a:lnTo>
                  <a:pt x="235731" y="505491"/>
                </a:lnTo>
                <a:lnTo>
                  <a:pt x="244442" y="505107"/>
                </a:lnTo>
                <a:lnTo>
                  <a:pt x="271553" y="502053"/>
                </a:lnTo>
                <a:lnTo>
                  <a:pt x="287555" y="499683"/>
                </a:lnTo>
                <a:lnTo>
                  <a:pt x="294980" y="497921"/>
                </a:lnTo>
                <a:lnTo>
                  <a:pt x="304014" y="495151"/>
                </a:lnTo>
                <a:lnTo>
                  <a:pt x="311782" y="494774"/>
                </a:lnTo>
                <a:lnTo>
                  <a:pt x="317285" y="491833"/>
                </a:lnTo>
                <a:lnTo>
                  <a:pt x="322808" y="487971"/>
                </a:lnTo>
                <a:lnTo>
                  <a:pt x="328566" y="484568"/>
                </a:lnTo>
                <a:lnTo>
                  <a:pt x="332217" y="481020"/>
                </a:lnTo>
                <a:lnTo>
                  <a:pt x="338383" y="475319"/>
                </a:lnTo>
                <a:lnTo>
                  <a:pt x="343250" y="468797"/>
                </a:lnTo>
                <a:lnTo>
                  <a:pt x="353960" y="453841"/>
                </a:lnTo>
                <a:lnTo>
                  <a:pt x="358237" y="448865"/>
                </a:lnTo>
                <a:lnTo>
                  <a:pt x="370405" y="431402"/>
                </a:lnTo>
                <a:lnTo>
                  <a:pt x="378341" y="417075"/>
                </a:lnTo>
                <a:lnTo>
                  <a:pt x="390423" y="398056"/>
                </a:lnTo>
                <a:lnTo>
                  <a:pt x="401934" y="379199"/>
                </a:lnTo>
                <a:lnTo>
                  <a:pt x="403866" y="376498"/>
                </a:lnTo>
                <a:lnTo>
                  <a:pt x="407063" y="372041"/>
                </a:lnTo>
                <a:lnTo>
                  <a:pt x="406482" y="369907"/>
                </a:lnTo>
                <a:lnTo>
                  <a:pt x="413429" y="353602"/>
                </a:lnTo>
                <a:lnTo>
                  <a:pt x="417935" y="345677"/>
                </a:lnTo>
                <a:lnTo>
                  <a:pt x="421588" y="339014"/>
                </a:lnTo>
                <a:lnTo>
                  <a:pt x="423198" y="335756"/>
                </a:lnTo>
                <a:lnTo>
                  <a:pt x="423786" y="334574"/>
                </a:lnTo>
                <a:lnTo>
                  <a:pt x="424676" y="332775"/>
                </a:lnTo>
                <a:lnTo>
                  <a:pt x="426380" y="329050"/>
                </a:lnTo>
                <a:lnTo>
                  <a:pt x="437656" y="303613"/>
                </a:lnTo>
                <a:lnTo>
                  <a:pt x="438779" y="298984"/>
                </a:lnTo>
                <a:lnTo>
                  <a:pt x="438791" y="298820"/>
                </a:lnTo>
                <a:lnTo>
                  <a:pt x="438731" y="298657"/>
                </a:lnTo>
                <a:lnTo>
                  <a:pt x="438581" y="298479"/>
                </a:lnTo>
                <a:lnTo>
                  <a:pt x="438416" y="298365"/>
                </a:lnTo>
                <a:lnTo>
                  <a:pt x="438411" y="298156"/>
                </a:lnTo>
                <a:lnTo>
                  <a:pt x="438368" y="298020"/>
                </a:lnTo>
                <a:lnTo>
                  <a:pt x="438080" y="297882"/>
                </a:lnTo>
                <a:lnTo>
                  <a:pt x="438725" y="295469"/>
                </a:lnTo>
                <a:lnTo>
                  <a:pt x="438272" y="293751"/>
                </a:lnTo>
                <a:lnTo>
                  <a:pt x="439360" y="288648"/>
                </a:lnTo>
                <a:lnTo>
                  <a:pt x="440565" y="287159"/>
                </a:lnTo>
                <a:lnTo>
                  <a:pt x="441086" y="284714"/>
                </a:lnTo>
                <a:lnTo>
                  <a:pt x="441250" y="284800"/>
                </a:lnTo>
                <a:lnTo>
                  <a:pt x="441536" y="284820"/>
                </a:lnTo>
                <a:lnTo>
                  <a:pt x="441806" y="284722"/>
                </a:lnTo>
                <a:lnTo>
                  <a:pt x="442042" y="284570"/>
                </a:lnTo>
                <a:lnTo>
                  <a:pt x="442213" y="284256"/>
                </a:lnTo>
                <a:lnTo>
                  <a:pt x="442442" y="283011"/>
                </a:lnTo>
                <a:lnTo>
                  <a:pt x="443103" y="279514"/>
                </a:lnTo>
                <a:lnTo>
                  <a:pt x="443599" y="275266"/>
                </a:lnTo>
                <a:lnTo>
                  <a:pt x="444457" y="267373"/>
                </a:lnTo>
                <a:lnTo>
                  <a:pt x="444251" y="265038"/>
                </a:lnTo>
                <a:lnTo>
                  <a:pt x="444642" y="261885"/>
                </a:lnTo>
                <a:lnTo>
                  <a:pt x="446461" y="243683"/>
                </a:lnTo>
                <a:lnTo>
                  <a:pt x="447060" y="237419"/>
                </a:lnTo>
                <a:lnTo>
                  <a:pt x="447664" y="231328"/>
                </a:lnTo>
                <a:lnTo>
                  <a:pt x="448830" y="219228"/>
                </a:lnTo>
                <a:lnTo>
                  <a:pt x="448952" y="217749"/>
                </a:lnTo>
                <a:lnTo>
                  <a:pt x="448863" y="217734"/>
                </a:lnTo>
                <a:lnTo>
                  <a:pt x="449077" y="215924"/>
                </a:lnTo>
                <a:lnTo>
                  <a:pt x="449850" y="209464"/>
                </a:lnTo>
                <a:lnTo>
                  <a:pt x="450682" y="202502"/>
                </a:lnTo>
                <a:lnTo>
                  <a:pt x="451779" y="193318"/>
                </a:lnTo>
                <a:lnTo>
                  <a:pt x="452909" y="184107"/>
                </a:lnTo>
                <a:lnTo>
                  <a:pt x="454272" y="173578"/>
                </a:lnTo>
                <a:lnTo>
                  <a:pt x="455277" y="165791"/>
                </a:lnTo>
                <a:lnTo>
                  <a:pt x="455691" y="161581"/>
                </a:lnTo>
                <a:lnTo>
                  <a:pt x="455805" y="160394"/>
                </a:lnTo>
                <a:lnTo>
                  <a:pt x="455997" y="158813"/>
                </a:lnTo>
                <a:lnTo>
                  <a:pt x="457173" y="149236"/>
                </a:lnTo>
                <a:lnTo>
                  <a:pt x="458014" y="143239"/>
                </a:lnTo>
                <a:lnTo>
                  <a:pt x="459207" y="136622"/>
                </a:lnTo>
                <a:lnTo>
                  <a:pt x="460042" y="132319"/>
                </a:lnTo>
                <a:lnTo>
                  <a:pt x="460446" y="130723"/>
                </a:lnTo>
                <a:lnTo>
                  <a:pt x="461922" y="124919"/>
                </a:lnTo>
                <a:lnTo>
                  <a:pt x="465697" y="113406"/>
                </a:lnTo>
                <a:lnTo>
                  <a:pt x="467282" y="108965"/>
                </a:lnTo>
                <a:lnTo>
                  <a:pt x="467941" y="107490"/>
                </a:lnTo>
                <a:lnTo>
                  <a:pt x="470621" y="101863"/>
                </a:lnTo>
                <a:lnTo>
                  <a:pt x="474767" y="94467"/>
                </a:lnTo>
                <a:lnTo>
                  <a:pt x="475606" y="92869"/>
                </a:lnTo>
                <a:lnTo>
                  <a:pt x="479336" y="87452"/>
                </a:lnTo>
                <a:lnTo>
                  <a:pt x="480855" y="85417"/>
                </a:lnTo>
                <a:lnTo>
                  <a:pt x="481245" y="84942"/>
                </a:lnTo>
                <a:lnTo>
                  <a:pt x="482714" y="83127"/>
                </a:lnTo>
                <a:lnTo>
                  <a:pt x="486699" y="78495"/>
                </a:lnTo>
                <a:lnTo>
                  <a:pt x="491276" y="73091"/>
                </a:lnTo>
                <a:lnTo>
                  <a:pt x="493475" y="70556"/>
                </a:lnTo>
                <a:lnTo>
                  <a:pt x="497513" y="66487"/>
                </a:lnTo>
                <a:lnTo>
                  <a:pt x="500373" y="63643"/>
                </a:lnTo>
                <a:lnTo>
                  <a:pt x="503034" y="61104"/>
                </a:lnTo>
                <a:lnTo>
                  <a:pt x="505335" y="58867"/>
                </a:lnTo>
                <a:lnTo>
                  <a:pt x="506754" y="57672"/>
                </a:lnTo>
                <a:lnTo>
                  <a:pt x="509200" y="55640"/>
                </a:lnTo>
                <a:lnTo>
                  <a:pt x="511270" y="53719"/>
                </a:lnTo>
                <a:lnTo>
                  <a:pt x="521551" y="45623"/>
                </a:lnTo>
                <a:lnTo>
                  <a:pt x="532265" y="37872"/>
                </a:lnTo>
                <a:lnTo>
                  <a:pt x="548450" y="26423"/>
                </a:lnTo>
                <a:lnTo>
                  <a:pt x="557269" y="20015"/>
                </a:lnTo>
                <a:lnTo>
                  <a:pt x="566063" y="13926"/>
                </a:lnTo>
                <a:lnTo>
                  <a:pt x="576368" y="6732"/>
                </a:lnTo>
                <a:lnTo>
                  <a:pt x="576526" y="6791"/>
                </a:lnTo>
                <a:lnTo>
                  <a:pt x="576846" y="6883"/>
                </a:lnTo>
                <a:lnTo>
                  <a:pt x="577170" y="6884"/>
                </a:lnTo>
                <a:lnTo>
                  <a:pt x="577480" y="6784"/>
                </a:lnTo>
                <a:lnTo>
                  <a:pt x="586746" y="0"/>
                </a:lnTo>
                <a:lnTo>
                  <a:pt x="601516" y="20141"/>
                </a:lnTo>
                <a:lnTo>
                  <a:pt x="591970" y="27334"/>
                </a:lnTo>
                <a:lnTo>
                  <a:pt x="591767" y="27676"/>
                </a:lnTo>
                <a:lnTo>
                  <a:pt x="591621" y="28063"/>
                </a:lnTo>
                <a:lnTo>
                  <a:pt x="591519" y="28421"/>
                </a:lnTo>
                <a:lnTo>
                  <a:pt x="591495" y="28804"/>
                </a:lnTo>
                <a:lnTo>
                  <a:pt x="591522" y="29176"/>
                </a:lnTo>
                <a:lnTo>
                  <a:pt x="591573" y="29421"/>
                </a:lnTo>
                <a:lnTo>
                  <a:pt x="591816" y="29542"/>
                </a:lnTo>
                <a:lnTo>
                  <a:pt x="592149" y="29679"/>
                </a:lnTo>
                <a:lnTo>
                  <a:pt x="592559" y="29787"/>
                </a:lnTo>
                <a:lnTo>
                  <a:pt x="593073" y="29810"/>
                </a:lnTo>
                <a:lnTo>
                  <a:pt x="593585" y="29741"/>
                </a:lnTo>
                <a:lnTo>
                  <a:pt x="593966" y="29622"/>
                </a:lnTo>
                <a:lnTo>
                  <a:pt x="603449" y="22777"/>
                </a:lnTo>
                <a:lnTo>
                  <a:pt x="628886" y="5747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31F45C70-BE31-4857-A117-41D03EDE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133" y="4210939"/>
            <a:ext cx="12413" cy="15062"/>
          </a:xfrm>
          <a:custGeom xmlns:a="http://schemas.openxmlformats.org/drawingml/2006/main">
            <a:pathLst>
              <a:path w="12413" h="15062">
                <a:moveTo>
                  <a:pt x="3563" y="625"/>
                </a:moveTo>
                <a:lnTo>
                  <a:pt x="5466" y="0"/>
                </a:lnTo>
                <a:lnTo>
                  <a:pt x="7464" y="38"/>
                </a:lnTo>
                <a:lnTo>
                  <a:pt x="9074" y="578"/>
                </a:lnTo>
                <a:lnTo>
                  <a:pt x="10472" y="1542"/>
                </a:lnTo>
                <a:lnTo>
                  <a:pt x="11545" y="2853"/>
                </a:lnTo>
                <a:lnTo>
                  <a:pt x="12211" y="4411"/>
                </a:lnTo>
                <a:lnTo>
                  <a:pt x="12413" y="6100"/>
                </a:lnTo>
                <a:lnTo>
                  <a:pt x="12203" y="8701"/>
                </a:lnTo>
                <a:lnTo>
                  <a:pt x="11382" y="11192"/>
                </a:lnTo>
                <a:lnTo>
                  <a:pt x="10811" y="12373"/>
                </a:lnTo>
                <a:lnTo>
                  <a:pt x="9985" y="13406"/>
                </a:lnTo>
                <a:lnTo>
                  <a:pt x="8298" y="14562"/>
                </a:lnTo>
                <a:lnTo>
                  <a:pt x="6308" y="15062"/>
                </a:lnTo>
                <a:lnTo>
                  <a:pt x="4271" y="14824"/>
                </a:lnTo>
                <a:lnTo>
                  <a:pt x="2444" y="13899"/>
                </a:lnTo>
                <a:lnTo>
                  <a:pt x="1212" y="12684"/>
                </a:lnTo>
                <a:lnTo>
                  <a:pt x="380" y="11175"/>
                </a:lnTo>
                <a:lnTo>
                  <a:pt x="0" y="9491"/>
                </a:lnTo>
                <a:lnTo>
                  <a:pt x="110" y="7767"/>
                </a:lnTo>
                <a:lnTo>
                  <a:pt x="759" y="4707"/>
                </a:lnTo>
                <a:lnTo>
                  <a:pt x="1971" y="1824"/>
                </a:lnTo>
                <a:lnTo>
                  <a:pt x="3563" y="6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37D5A8C-863B-4FA6-A3B1-CAF3A5A9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254" y="4075949"/>
            <a:ext cx="39078" cy="43942"/>
          </a:xfrm>
          <a:custGeom xmlns:a="http://schemas.openxmlformats.org/drawingml/2006/main">
            <a:pathLst>
              <a:path w="39078" h="43942">
                <a:moveTo>
                  <a:pt x="39078" y="0"/>
                </a:moveTo>
                <a:lnTo>
                  <a:pt x="38141" y="1063"/>
                </a:lnTo>
                <a:lnTo>
                  <a:pt x="34886" y="4748"/>
                </a:lnTo>
                <a:lnTo>
                  <a:pt x="2206" y="41734"/>
                </a:lnTo>
                <a:lnTo>
                  <a:pt x="0" y="4394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FB74EC24-60CE-4B15-A80B-5C672DB6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628" y="3862292"/>
            <a:ext cx="48784" cy="35422"/>
          </a:xfrm>
          <a:custGeom xmlns:a="http://schemas.openxmlformats.org/drawingml/2006/main">
            <a:pathLst>
              <a:path w="48784" h="35422">
                <a:moveTo>
                  <a:pt x="0" y="0"/>
                </a:moveTo>
                <a:lnTo>
                  <a:pt x="14865" y="11875"/>
                </a:lnTo>
                <a:lnTo>
                  <a:pt x="19604" y="15556"/>
                </a:lnTo>
                <a:lnTo>
                  <a:pt x="23065" y="19199"/>
                </a:lnTo>
                <a:lnTo>
                  <a:pt x="25690" y="21862"/>
                </a:lnTo>
                <a:lnTo>
                  <a:pt x="29331" y="25564"/>
                </a:lnTo>
                <a:lnTo>
                  <a:pt x="32361" y="28316"/>
                </a:lnTo>
                <a:lnTo>
                  <a:pt x="35892" y="30390"/>
                </a:lnTo>
                <a:lnTo>
                  <a:pt x="48784" y="3542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C3CCD9F-195F-4035-A3B3-97D50621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735" y="3986103"/>
            <a:ext cx="20530" cy="21170"/>
          </a:xfrm>
          <a:custGeom xmlns:a="http://schemas.openxmlformats.org/drawingml/2006/main">
            <a:pathLst>
              <a:path w="20530" h="21170">
                <a:moveTo>
                  <a:pt x="8136" y="17344"/>
                </a:moveTo>
                <a:lnTo>
                  <a:pt x="280" y="9747"/>
                </a:lnTo>
                <a:lnTo>
                  <a:pt x="73" y="9543"/>
                </a:lnTo>
                <a:lnTo>
                  <a:pt x="0" y="9299"/>
                </a:lnTo>
                <a:lnTo>
                  <a:pt x="11" y="9098"/>
                </a:lnTo>
                <a:lnTo>
                  <a:pt x="101" y="8913"/>
                </a:lnTo>
                <a:lnTo>
                  <a:pt x="2168" y="6900"/>
                </a:lnTo>
                <a:lnTo>
                  <a:pt x="5932" y="3065"/>
                </a:lnTo>
                <a:lnTo>
                  <a:pt x="8717" y="167"/>
                </a:lnTo>
                <a:lnTo>
                  <a:pt x="8925" y="34"/>
                </a:lnTo>
                <a:lnTo>
                  <a:pt x="9181" y="0"/>
                </a:lnTo>
                <a:lnTo>
                  <a:pt x="9472" y="56"/>
                </a:lnTo>
                <a:lnTo>
                  <a:pt x="16073" y="3651"/>
                </a:lnTo>
                <a:lnTo>
                  <a:pt x="20530" y="5937"/>
                </a:lnTo>
                <a:lnTo>
                  <a:pt x="17484" y="8013"/>
                </a:lnTo>
                <a:lnTo>
                  <a:pt x="16035" y="6403"/>
                </a:lnTo>
                <a:lnTo>
                  <a:pt x="13878" y="5003"/>
                </a:lnTo>
                <a:lnTo>
                  <a:pt x="10915" y="3743"/>
                </a:lnTo>
                <a:lnTo>
                  <a:pt x="8144" y="3380"/>
                </a:lnTo>
                <a:lnTo>
                  <a:pt x="7826" y="3388"/>
                </a:lnTo>
                <a:lnTo>
                  <a:pt x="6369" y="3782"/>
                </a:lnTo>
                <a:lnTo>
                  <a:pt x="4840" y="5626"/>
                </a:lnTo>
                <a:lnTo>
                  <a:pt x="4713" y="5912"/>
                </a:lnTo>
                <a:lnTo>
                  <a:pt x="4412" y="7159"/>
                </a:lnTo>
                <a:lnTo>
                  <a:pt x="4434" y="7377"/>
                </a:lnTo>
                <a:lnTo>
                  <a:pt x="4565" y="7683"/>
                </a:lnTo>
                <a:lnTo>
                  <a:pt x="4778" y="7923"/>
                </a:lnTo>
                <a:lnTo>
                  <a:pt x="6775" y="9792"/>
                </a:lnTo>
                <a:lnTo>
                  <a:pt x="9981" y="12248"/>
                </a:lnTo>
                <a:lnTo>
                  <a:pt x="12502" y="14112"/>
                </a:lnTo>
                <a:lnTo>
                  <a:pt x="12205" y="21170"/>
                </a:lnTo>
                <a:lnTo>
                  <a:pt x="8136" y="173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4236B21-5F8F-4F13-9F8E-FE91DB5B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964" y="4099696"/>
            <a:ext cx="27703" cy="27783"/>
          </a:xfrm>
          <a:custGeom xmlns:a="http://schemas.openxmlformats.org/drawingml/2006/main">
            <a:pathLst>
              <a:path w="27703" h="27783">
                <a:moveTo>
                  <a:pt x="27378" y="27708"/>
                </a:moveTo>
                <a:lnTo>
                  <a:pt x="24914" y="27783"/>
                </a:lnTo>
                <a:lnTo>
                  <a:pt x="15486" y="19864"/>
                </a:lnTo>
                <a:lnTo>
                  <a:pt x="9220" y="14392"/>
                </a:lnTo>
                <a:lnTo>
                  <a:pt x="6252" y="11638"/>
                </a:lnTo>
                <a:lnTo>
                  <a:pt x="4195" y="10054"/>
                </a:lnTo>
                <a:lnTo>
                  <a:pt x="3063" y="9018"/>
                </a:lnTo>
                <a:lnTo>
                  <a:pt x="2545" y="8431"/>
                </a:lnTo>
                <a:lnTo>
                  <a:pt x="1354" y="6641"/>
                </a:lnTo>
                <a:lnTo>
                  <a:pt x="746" y="5609"/>
                </a:lnTo>
                <a:lnTo>
                  <a:pt x="430" y="4634"/>
                </a:lnTo>
                <a:lnTo>
                  <a:pt x="245" y="3965"/>
                </a:lnTo>
                <a:lnTo>
                  <a:pt x="139" y="2483"/>
                </a:lnTo>
                <a:lnTo>
                  <a:pt x="30" y="509"/>
                </a:lnTo>
                <a:lnTo>
                  <a:pt x="0" y="0"/>
                </a:lnTo>
                <a:lnTo>
                  <a:pt x="7565" y="6903"/>
                </a:lnTo>
                <a:lnTo>
                  <a:pt x="19684" y="17830"/>
                </a:lnTo>
                <a:lnTo>
                  <a:pt x="27561" y="24953"/>
                </a:lnTo>
                <a:lnTo>
                  <a:pt x="27648" y="26344"/>
                </a:lnTo>
                <a:lnTo>
                  <a:pt x="27703" y="27345"/>
                </a:lnTo>
                <a:lnTo>
                  <a:pt x="27378" y="277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31FD862C-A047-4CB9-88CD-6B2E3D0A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91" y="4078215"/>
            <a:ext cx="4611" cy="7629"/>
          </a:xfrm>
          <a:custGeom xmlns:a="http://schemas.openxmlformats.org/drawingml/2006/main">
            <a:pathLst>
              <a:path w="4611" h="7629">
                <a:moveTo>
                  <a:pt x="0" y="7629"/>
                </a:moveTo>
                <a:lnTo>
                  <a:pt x="1434" y="6160"/>
                </a:lnTo>
                <a:lnTo>
                  <a:pt x="46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4241BD5-692E-4ABC-9BC7-1620F796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204" y="4085844"/>
            <a:ext cx="8787" cy="9225"/>
          </a:xfrm>
          <a:custGeom xmlns:a="http://schemas.openxmlformats.org/drawingml/2006/main">
            <a:pathLst>
              <a:path w="8787" h="9225">
                <a:moveTo>
                  <a:pt x="0" y="9225"/>
                </a:moveTo>
                <a:lnTo>
                  <a:pt x="6069" y="3324"/>
                </a:lnTo>
                <a:lnTo>
                  <a:pt x="8053" y="748"/>
                </a:lnTo>
                <a:lnTo>
                  <a:pt x="87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EBB87D3A-530F-42EA-A93D-E2E08C42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789" y="3770197"/>
            <a:ext cx="47676" cy="31475"/>
          </a:xfrm>
          <a:custGeom xmlns:a="http://schemas.openxmlformats.org/drawingml/2006/main">
            <a:pathLst>
              <a:path w="47676" h="31475">
                <a:moveTo>
                  <a:pt x="2329" y="1229"/>
                </a:moveTo>
                <a:lnTo>
                  <a:pt x="4332" y="0"/>
                </a:lnTo>
                <a:lnTo>
                  <a:pt x="4296" y="1549"/>
                </a:lnTo>
                <a:lnTo>
                  <a:pt x="4693" y="3051"/>
                </a:lnTo>
                <a:lnTo>
                  <a:pt x="5694" y="4627"/>
                </a:lnTo>
                <a:lnTo>
                  <a:pt x="7165" y="5790"/>
                </a:lnTo>
                <a:lnTo>
                  <a:pt x="8933" y="6408"/>
                </a:lnTo>
                <a:lnTo>
                  <a:pt x="14316" y="7649"/>
                </a:lnTo>
                <a:lnTo>
                  <a:pt x="17533" y="8000"/>
                </a:lnTo>
                <a:lnTo>
                  <a:pt x="20765" y="8069"/>
                </a:lnTo>
                <a:lnTo>
                  <a:pt x="23081" y="8107"/>
                </a:lnTo>
                <a:lnTo>
                  <a:pt x="25353" y="8575"/>
                </a:lnTo>
                <a:lnTo>
                  <a:pt x="27497" y="9456"/>
                </a:lnTo>
                <a:lnTo>
                  <a:pt x="29011" y="10408"/>
                </a:lnTo>
                <a:lnTo>
                  <a:pt x="30758" y="10826"/>
                </a:lnTo>
                <a:lnTo>
                  <a:pt x="32539" y="10669"/>
                </a:lnTo>
                <a:lnTo>
                  <a:pt x="33935" y="10094"/>
                </a:lnTo>
                <a:lnTo>
                  <a:pt x="35161" y="9214"/>
                </a:lnTo>
                <a:lnTo>
                  <a:pt x="36236" y="7910"/>
                </a:lnTo>
                <a:lnTo>
                  <a:pt x="37610" y="6936"/>
                </a:lnTo>
                <a:lnTo>
                  <a:pt x="39196" y="6347"/>
                </a:lnTo>
                <a:lnTo>
                  <a:pt x="41167" y="6203"/>
                </a:lnTo>
                <a:lnTo>
                  <a:pt x="43126" y="6460"/>
                </a:lnTo>
                <a:lnTo>
                  <a:pt x="44499" y="6906"/>
                </a:lnTo>
                <a:lnTo>
                  <a:pt x="45682" y="7731"/>
                </a:lnTo>
                <a:lnTo>
                  <a:pt x="46560" y="8873"/>
                </a:lnTo>
                <a:lnTo>
                  <a:pt x="46984" y="9910"/>
                </a:lnTo>
                <a:lnTo>
                  <a:pt x="47153" y="11016"/>
                </a:lnTo>
                <a:lnTo>
                  <a:pt x="47535" y="13211"/>
                </a:lnTo>
                <a:lnTo>
                  <a:pt x="47676" y="17014"/>
                </a:lnTo>
                <a:lnTo>
                  <a:pt x="44810" y="20415"/>
                </a:lnTo>
                <a:lnTo>
                  <a:pt x="42937" y="22151"/>
                </a:lnTo>
                <a:lnTo>
                  <a:pt x="41242" y="24054"/>
                </a:lnTo>
                <a:lnTo>
                  <a:pt x="39676" y="26191"/>
                </a:lnTo>
                <a:lnTo>
                  <a:pt x="37830" y="28098"/>
                </a:lnTo>
                <a:lnTo>
                  <a:pt x="36306" y="29342"/>
                </a:lnTo>
                <a:lnTo>
                  <a:pt x="34598" y="30316"/>
                </a:lnTo>
                <a:lnTo>
                  <a:pt x="31782" y="31211"/>
                </a:lnTo>
                <a:lnTo>
                  <a:pt x="31097" y="31475"/>
                </a:lnTo>
                <a:lnTo>
                  <a:pt x="30365" y="31431"/>
                </a:lnTo>
                <a:lnTo>
                  <a:pt x="29720" y="31075"/>
                </a:lnTo>
                <a:lnTo>
                  <a:pt x="29220" y="30314"/>
                </a:lnTo>
                <a:lnTo>
                  <a:pt x="29190" y="29413"/>
                </a:lnTo>
                <a:lnTo>
                  <a:pt x="28998" y="27023"/>
                </a:lnTo>
                <a:lnTo>
                  <a:pt x="29437" y="24670"/>
                </a:lnTo>
                <a:lnTo>
                  <a:pt x="30789" y="21409"/>
                </a:lnTo>
                <a:lnTo>
                  <a:pt x="31427" y="17931"/>
                </a:lnTo>
                <a:lnTo>
                  <a:pt x="31471" y="16445"/>
                </a:lnTo>
                <a:lnTo>
                  <a:pt x="30899" y="15076"/>
                </a:lnTo>
                <a:lnTo>
                  <a:pt x="29806" y="14058"/>
                </a:lnTo>
                <a:lnTo>
                  <a:pt x="28393" y="13576"/>
                </a:lnTo>
                <a:lnTo>
                  <a:pt x="25965" y="12484"/>
                </a:lnTo>
                <a:lnTo>
                  <a:pt x="23438" y="11659"/>
                </a:lnTo>
                <a:lnTo>
                  <a:pt x="20426" y="11029"/>
                </a:lnTo>
                <a:lnTo>
                  <a:pt x="17356" y="10774"/>
                </a:lnTo>
                <a:lnTo>
                  <a:pt x="14512" y="10595"/>
                </a:lnTo>
                <a:lnTo>
                  <a:pt x="11723" y="9986"/>
                </a:lnTo>
                <a:lnTo>
                  <a:pt x="9882" y="9343"/>
                </a:lnTo>
                <a:lnTo>
                  <a:pt x="8166" y="8405"/>
                </a:lnTo>
                <a:lnTo>
                  <a:pt x="6737" y="7314"/>
                </a:lnTo>
                <a:lnTo>
                  <a:pt x="5481" y="6018"/>
                </a:lnTo>
                <a:lnTo>
                  <a:pt x="1625" y="2869"/>
                </a:lnTo>
                <a:lnTo>
                  <a:pt x="0" y="1546"/>
                </a:lnTo>
                <a:lnTo>
                  <a:pt x="2329" y="12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D543722-AE9D-497C-800D-AC7A4AEC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167" y="3760448"/>
            <a:ext cx="8872" cy="11295"/>
          </a:xfrm>
          <a:custGeom xmlns:a="http://schemas.openxmlformats.org/drawingml/2006/main">
            <a:pathLst>
              <a:path w="8872" h="11295">
                <a:moveTo>
                  <a:pt x="1471" y="11217"/>
                </a:moveTo>
                <a:lnTo>
                  <a:pt x="522" y="10559"/>
                </a:lnTo>
                <a:lnTo>
                  <a:pt x="104" y="9759"/>
                </a:lnTo>
                <a:lnTo>
                  <a:pt x="41" y="8868"/>
                </a:lnTo>
                <a:lnTo>
                  <a:pt x="0" y="7111"/>
                </a:lnTo>
                <a:lnTo>
                  <a:pt x="569" y="5010"/>
                </a:lnTo>
                <a:lnTo>
                  <a:pt x="1764" y="3184"/>
                </a:lnTo>
                <a:lnTo>
                  <a:pt x="2379" y="1564"/>
                </a:lnTo>
                <a:lnTo>
                  <a:pt x="3676" y="418"/>
                </a:lnTo>
                <a:lnTo>
                  <a:pt x="5361" y="0"/>
                </a:lnTo>
                <a:lnTo>
                  <a:pt x="6656" y="230"/>
                </a:lnTo>
                <a:lnTo>
                  <a:pt x="7779" y="928"/>
                </a:lnTo>
                <a:lnTo>
                  <a:pt x="8560" y="1991"/>
                </a:lnTo>
                <a:lnTo>
                  <a:pt x="8872" y="2994"/>
                </a:lnTo>
                <a:lnTo>
                  <a:pt x="8861" y="4051"/>
                </a:lnTo>
                <a:lnTo>
                  <a:pt x="8727" y="6131"/>
                </a:lnTo>
                <a:lnTo>
                  <a:pt x="8166" y="8096"/>
                </a:lnTo>
                <a:lnTo>
                  <a:pt x="6955" y="9749"/>
                </a:lnTo>
                <a:lnTo>
                  <a:pt x="4951" y="10978"/>
                </a:lnTo>
                <a:lnTo>
                  <a:pt x="2622" y="11295"/>
                </a:lnTo>
                <a:lnTo>
                  <a:pt x="1471" y="1121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9217D342-62DD-4965-AF1A-A41AA47C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9" y="3772270"/>
            <a:ext cx="40414" cy="14697"/>
          </a:xfrm>
          <a:custGeom xmlns:a="http://schemas.openxmlformats.org/drawingml/2006/main">
            <a:pathLst>
              <a:path w="40414" h="14697">
                <a:moveTo>
                  <a:pt x="40414" y="14697"/>
                </a:moveTo>
                <a:lnTo>
                  <a:pt x="29566" y="10624"/>
                </a:lnTo>
                <a:lnTo>
                  <a:pt x="25633" y="8962"/>
                </a:lnTo>
                <a:lnTo>
                  <a:pt x="21525" y="7814"/>
                </a:lnTo>
                <a:lnTo>
                  <a:pt x="17609" y="7217"/>
                </a:lnTo>
                <a:lnTo>
                  <a:pt x="13651" y="7095"/>
                </a:lnTo>
                <a:lnTo>
                  <a:pt x="9042" y="6226"/>
                </a:lnTo>
                <a:lnTo>
                  <a:pt x="6772" y="5612"/>
                </a:lnTo>
                <a:lnTo>
                  <a:pt x="4642" y="4613"/>
                </a:lnTo>
                <a:lnTo>
                  <a:pt x="2845" y="3340"/>
                </a:lnTo>
                <a:lnTo>
                  <a:pt x="1281" y="17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05BF002-A290-41E6-91CA-10574C36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75" y="3746319"/>
            <a:ext cx="7431" cy="32689"/>
          </a:xfrm>
          <a:custGeom xmlns:a="http://schemas.openxmlformats.org/drawingml/2006/main">
            <a:pathLst>
              <a:path w="7431" h="32689">
                <a:moveTo>
                  <a:pt x="7093" y="0"/>
                </a:moveTo>
                <a:lnTo>
                  <a:pt x="7183" y="4816"/>
                </a:lnTo>
                <a:lnTo>
                  <a:pt x="7431" y="9300"/>
                </a:lnTo>
                <a:lnTo>
                  <a:pt x="7052" y="14129"/>
                </a:lnTo>
                <a:lnTo>
                  <a:pt x="6621" y="19478"/>
                </a:lnTo>
                <a:lnTo>
                  <a:pt x="6433" y="23336"/>
                </a:lnTo>
                <a:lnTo>
                  <a:pt x="6643" y="25107"/>
                </a:lnTo>
                <a:lnTo>
                  <a:pt x="6743" y="25951"/>
                </a:lnTo>
                <a:lnTo>
                  <a:pt x="5939" y="26747"/>
                </a:lnTo>
                <a:lnTo>
                  <a:pt x="0" y="326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91E3228-6673-4ED6-A4C1-0634B377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27" y="3780665"/>
            <a:ext cx="7591" cy="7581"/>
          </a:xfrm>
          <a:custGeom xmlns:a="http://schemas.openxmlformats.org/drawingml/2006/main">
            <a:pathLst>
              <a:path w="7591" h="7581">
                <a:moveTo>
                  <a:pt x="7591" y="0"/>
                </a:moveTo>
                <a:lnTo>
                  <a:pt x="1864" y="5718"/>
                </a:lnTo>
                <a:lnTo>
                  <a:pt x="0" y="75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FC46045-4698-4019-ACA6-8AC96AAC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342" y="3649494"/>
            <a:ext cx="7659" cy="7555"/>
          </a:xfrm>
          <a:custGeom xmlns:a="http://schemas.openxmlformats.org/drawingml/2006/main">
            <a:pathLst>
              <a:path w="7659" h="7555">
                <a:moveTo>
                  <a:pt x="7659" y="0"/>
                </a:moveTo>
                <a:lnTo>
                  <a:pt x="1821" y="5758"/>
                </a:lnTo>
                <a:lnTo>
                  <a:pt x="0" y="755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D26C39A-B8A4-4F22-97E6-DEA2505D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620" y="3635588"/>
            <a:ext cx="12614" cy="12314"/>
          </a:xfrm>
          <a:custGeom xmlns:a="http://schemas.openxmlformats.org/drawingml/2006/main">
            <a:pathLst>
              <a:path w="12614" h="12314">
                <a:moveTo>
                  <a:pt x="12614" y="0"/>
                </a:moveTo>
                <a:lnTo>
                  <a:pt x="10578" y="1885"/>
                </a:lnTo>
                <a:lnTo>
                  <a:pt x="0" y="123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5C1CDDB6-21FF-44E4-B668-3C018CE8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00" y="3593520"/>
            <a:ext cx="77692" cy="62443"/>
          </a:xfrm>
          <a:custGeom xmlns:a="http://schemas.openxmlformats.org/drawingml/2006/main">
            <a:pathLst>
              <a:path w="77692" h="62443">
                <a:moveTo>
                  <a:pt x="2845" y="8647"/>
                </a:moveTo>
                <a:lnTo>
                  <a:pt x="4323" y="5939"/>
                </a:lnTo>
                <a:lnTo>
                  <a:pt x="6296" y="3573"/>
                </a:lnTo>
                <a:lnTo>
                  <a:pt x="8693" y="1623"/>
                </a:lnTo>
                <a:lnTo>
                  <a:pt x="10286" y="706"/>
                </a:lnTo>
                <a:lnTo>
                  <a:pt x="12046" y="149"/>
                </a:lnTo>
                <a:lnTo>
                  <a:pt x="13882" y="0"/>
                </a:lnTo>
                <a:lnTo>
                  <a:pt x="15696" y="243"/>
                </a:lnTo>
                <a:lnTo>
                  <a:pt x="17415" y="880"/>
                </a:lnTo>
                <a:lnTo>
                  <a:pt x="18947" y="1878"/>
                </a:lnTo>
                <a:lnTo>
                  <a:pt x="22049" y="3535"/>
                </a:lnTo>
                <a:lnTo>
                  <a:pt x="24958" y="5525"/>
                </a:lnTo>
                <a:lnTo>
                  <a:pt x="27426" y="8948"/>
                </a:lnTo>
                <a:lnTo>
                  <a:pt x="29482" y="12637"/>
                </a:lnTo>
                <a:lnTo>
                  <a:pt x="30851" y="15870"/>
                </a:lnTo>
                <a:lnTo>
                  <a:pt x="31906" y="19212"/>
                </a:lnTo>
                <a:lnTo>
                  <a:pt x="32757" y="21868"/>
                </a:lnTo>
                <a:lnTo>
                  <a:pt x="33004" y="24639"/>
                </a:lnTo>
                <a:lnTo>
                  <a:pt x="32649" y="27409"/>
                </a:lnTo>
                <a:lnTo>
                  <a:pt x="32165" y="28943"/>
                </a:lnTo>
                <a:lnTo>
                  <a:pt x="32219" y="30544"/>
                </a:lnTo>
                <a:lnTo>
                  <a:pt x="32806" y="32050"/>
                </a:lnTo>
                <a:lnTo>
                  <a:pt x="33848" y="33270"/>
                </a:lnTo>
                <a:lnTo>
                  <a:pt x="34813" y="33891"/>
                </a:lnTo>
                <a:lnTo>
                  <a:pt x="35964" y="33960"/>
                </a:lnTo>
                <a:lnTo>
                  <a:pt x="37037" y="33404"/>
                </a:lnTo>
                <a:lnTo>
                  <a:pt x="37667" y="32367"/>
                </a:lnTo>
                <a:lnTo>
                  <a:pt x="39784" y="31390"/>
                </a:lnTo>
                <a:lnTo>
                  <a:pt x="42125" y="31136"/>
                </a:lnTo>
                <a:lnTo>
                  <a:pt x="44431" y="31640"/>
                </a:lnTo>
                <a:lnTo>
                  <a:pt x="46629" y="32036"/>
                </a:lnTo>
                <a:lnTo>
                  <a:pt x="48724" y="32800"/>
                </a:lnTo>
                <a:lnTo>
                  <a:pt x="49624" y="33259"/>
                </a:lnTo>
                <a:lnTo>
                  <a:pt x="50274" y="34025"/>
                </a:lnTo>
                <a:lnTo>
                  <a:pt x="50579" y="34982"/>
                </a:lnTo>
                <a:lnTo>
                  <a:pt x="50534" y="35822"/>
                </a:lnTo>
                <a:lnTo>
                  <a:pt x="50226" y="36604"/>
                </a:lnTo>
                <a:lnTo>
                  <a:pt x="49235" y="37933"/>
                </a:lnTo>
                <a:lnTo>
                  <a:pt x="47955" y="38678"/>
                </a:lnTo>
                <a:lnTo>
                  <a:pt x="46494" y="38899"/>
                </a:lnTo>
                <a:lnTo>
                  <a:pt x="44575" y="39105"/>
                </a:lnTo>
                <a:lnTo>
                  <a:pt x="42775" y="39818"/>
                </a:lnTo>
                <a:lnTo>
                  <a:pt x="40974" y="41287"/>
                </a:lnTo>
                <a:lnTo>
                  <a:pt x="39652" y="43189"/>
                </a:lnTo>
                <a:lnTo>
                  <a:pt x="38917" y="45340"/>
                </a:lnTo>
                <a:lnTo>
                  <a:pt x="38872" y="47610"/>
                </a:lnTo>
                <a:lnTo>
                  <a:pt x="39504" y="49779"/>
                </a:lnTo>
                <a:lnTo>
                  <a:pt x="40283" y="51152"/>
                </a:lnTo>
                <a:lnTo>
                  <a:pt x="40628" y="51744"/>
                </a:lnTo>
                <a:lnTo>
                  <a:pt x="42161" y="53379"/>
                </a:lnTo>
                <a:lnTo>
                  <a:pt x="44034" y="54604"/>
                </a:lnTo>
                <a:lnTo>
                  <a:pt x="46141" y="55368"/>
                </a:lnTo>
                <a:lnTo>
                  <a:pt x="48374" y="55627"/>
                </a:lnTo>
                <a:lnTo>
                  <a:pt x="50598" y="55358"/>
                </a:lnTo>
                <a:lnTo>
                  <a:pt x="61337" y="54106"/>
                </a:lnTo>
                <a:lnTo>
                  <a:pt x="64889" y="53856"/>
                </a:lnTo>
                <a:lnTo>
                  <a:pt x="68439" y="54135"/>
                </a:lnTo>
                <a:lnTo>
                  <a:pt x="71908" y="54935"/>
                </a:lnTo>
                <a:lnTo>
                  <a:pt x="73688" y="55571"/>
                </a:lnTo>
                <a:lnTo>
                  <a:pt x="75303" y="56530"/>
                </a:lnTo>
                <a:lnTo>
                  <a:pt x="76698" y="57795"/>
                </a:lnTo>
                <a:lnTo>
                  <a:pt x="77448" y="58732"/>
                </a:lnTo>
                <a:lnTo>
                  <a:pt x="77692" y="59909"/>
                </a:lnTo>
                <a:lnTo>
                  <a:pt x="77382" y="61065"/>
                </a:lnTo>
                <a:lnTo>
                  <a:pt x="76712" y="61866"/>
                </a:lnTo>
                <a:lnTo>
                  <a:pt x="75776" y="62338"/>
                </a:lnTo>
                <a:lnTo>
                  <a:pt x="74729" y="62402"/>
                </a:lnTo>
                <a:lnTo>
                  <a:pt x="69175" y="61876"/>
                </a:lnTo>
                <a:lnTo>
                  <a:pt x="65686" y="61122"/>
                </a:lnTo>
                <a:lnTo>
                  <a:pt x="62122" y="60944"/>
                </a:lnTo>
                <a:lnTo>
                  <a:pt x="59218" y="61240"/>
                </a:lnTo>
                <a:lnTo>
                  <a:pt x="56385" y="61917"/>
                </a:lnTo>
                <a:lnTo>
                  <a:pt x="52717" y="62443"/>
                </a:lnTo>
                <a:lnTo>
                  <a:pt x="49010" y="62341"/>
                </a:lnTo>
                <a:lnTo>
                  <a:pt x="45376" y="61619"/>
                </a:lnTo>
                <a:lnTo>
                  <a:pt x="42317" y="60480"/>
                </a:lnTo>
                <a:lnTo>
                  <a:pt x="39463" y="58907"/>
                </a:lnTo>
                <a:lnTo>
                  <a:pt x="36872" y="56918"/>
                </a:lnTo>
                <a:lnTo>
                  <a:pt x="31033" y="51107"/>
                </a:lnTo>
                <a:lnTo>
                  <a:pt x="26321" y="45558"/>
                </a:lnTo>
                <a:lnTo>
                  <a:pt x="24747" y="42357"/>
                </a:lnTo>
                <a:lnTo>
                  <a:pt x="23989" y="40729"/>
                </a:lnTo>
                <a:lnTo>
                  <a:pt x="23552" y="38983"/>
                </a:lnTo>
                <a:lnTo>
                  <a:pt x="23448" y="37819"/>
                </a:lnTo>
                <a:lnTo>
                  <a:pt x="23040" y="36719"/>
                </a:lnTo>
                <a:lnTo>
                  <a:pt x="22762" y="35506"/>
                </a:lnTo>
                <a:lnTo>
                  <a:pt x="22383" y="31973"/>
                </a:lnTo>
                <a:lnTo>
                  <a:pt x="22411" y="28429"/>
                </a:lnTo>
                <a:lnTo>
                  <a:pt x="22853" y="24910"/>
                </a:lnTo>
                <a:lnTo>
                  <a:pt x="23389" y="23056"/>
                </a:lnTo>
                <a:lnTo>
                  <a:pt x="23232" y="21138"/>
                </a:lnTo>
                <a:lnTo>
                  <a:pt x="22405" y="19393"/>
                </a:lnTo>
                <a:lnTo>
                  <a:pt x="20940" y="18011"/>
                </a:lnTo>
                <a:lnTo>
                  <a:pt x="19275" y="16871"/>
                </a:lnTo>
                <a:lnTo>
                  <a:pt x="17281" y="15932"/>
                </a:lnTo>
                <a:lnTo>
                  <a:pt x="15121" y="15488"/>
                </a:lnTo>
                <a:lnTo>
                  <a:pt x="12925" y="15547"/>
                </a:lnTo>
                <a:lnTo>
                  <a:pt x="10798" y="16123"/>
                </a:lnTo>
                <a:lnTo>
                  <a:pt x="6868" y="17494"/>
                </a:lnTo>
                <a:lnTo>
                  <a:pt x="3392" y="18934"/>
                </a:lnTo>
                <a:lnTo>
                  <a:pt x="2546" y="19412"/>
                </a:lnTo>
                <a:lnTo>
                  <a:pt x="1570" y="19439"/>
                </a:lnTo>
                <a:lnTo>
                  <a:pt x="700" y="19006"/>
                </a:lnTo>
                <a:lnTo>
                  <a:pt x="114" y="18157"/>
                </a:lnTo>
                <a:lnTo>
                  <a:pt x="25" y="17130"/>
                </a:lnTo>
                <a:lnTo>
                  <a:pt x="0" y="15145"/>
                </a:lnTo>
                <a:lnTo>
                  <a:pt x="656" y="13196"/>
                </a:lnTo>
                <a:lnTo>
                  <a:pt x="2845" y="864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C91DC305-625E-496B-8BC0-9BBEAC67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678" y="3631986"/>
            <a:ext cx="6991" cy="6824"/>
          </a:xfrm>
          <a:custGeom xmlns:a="http://schemas.openxmlformats.org/drawingml/2006/main">
            <a:pathLst>
              <a:path w="6991" h="6824">
                <a:moveTo>
                  <a:pt x="1679" y="145"/>
                </a:moveTo>
                <a:lnTo>
                  <a:pt x="2673" y="0"/>
                </a:lnTo>
                <a:lnTo>
                  <a:pt x="4478" y="325"/>
                </a:lnTo>
                <a:lnTo>
                  <a:pt x="6324" y="2180"/>
                </a:lnTo>
                <a:lnTo>
                  <a:pt x="6948" y="3420"/>
                </a:lnTo>
                <a:lnTo>
                  <a:pt x="6991" y="4813"/>
                </a:lnTo>
                <a:lnTo>
                  <a:pt x="6488" y="6047"/>
                </a:lnTo>
                <a:lnTo>
                  <a:pt x="5364" y="6760"/>
                </a:lnTo>
                <a:lnTo>
                  <a:pt x="4646" y="6824"/>
                </a:lnTo>
                <a:lnTo>
                  <a:pt x="3950" y="6652"/>
                </a:lnTo>
                <a:lnTo>
                  <a:pt x="2615" y="6195"/>
                </a:lnTo>
                <a:lnTo>
                  <a:pt x="1520" y="5487"/>
                </a:lnTo>
                <a:lnTo>
                  <a:pt x="624" y="4536"/>
                </a:lnTo>
                <a:lnTo>
                  <a:pt x="46" y="3358"/>
                </a:lnTo>
                <a:lnTo>
                  <a:pt x="0" y="2048"/>
                </a:lnTo>
                <a:lnTo>
                  <a:pt x="262" y="1221"/>
                </a:lnTo>
                <a:lnTo>
                  <a:pt x="745" y="498"/>
                </a:lnTo>
                <a:lnTo>
                  <a:pt x="1679" y="1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52BD4166-962F-401E-AD8F-893734A6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234" y="3585870"/>
            <a:ext cx="53791" cy="27352"/>
          </a:xfrm>
          <a:custGeom xmlns:a="http://schemas.openxmlformats.org/drawingml/2006/main">
            <a:pathLst>
              <a:path w="53791" h="27352">
                <a:moveTo>
                  <a:pt x="469" y="31"/>
                </a:moveTo>
                <a:lnTo>
                  <a:pt x="4697" y="0"/>
                </a:lnTo>
                <a:lnTo>
                  <a:pt x="20722" y="15432"/>
                </a:lnTo>
                <a:lnTo>
                  <a:pt x="42767" y="13123"/>
                </a:lnTo>
                <a:lnTo>
                  <a:pt x="50166" y="20314"/>
                </a:lnTo>
                <a:lnTo>
                  <a:pt x="53791" y="23842"/>
                </a:lnTo>
                <a:lnTo>
                  <a:pt x="51977" y="27352"/>
                </a:lnTo>
                <a:lnTo>
                  <a:pt x="41362" y="17132"/>
                </a:lnTo>
                <a:lnTo>
                  <a:pt x="19426" y="19365"/>
                </a:lnTo>
                <a:lnTo>
                  <a:pt x="0" y="626"/>
                </a:lnTo>
                <a:lnTo>
                  <a:pt x="469" y="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F679703-7B1B-426F-B78C-712378D5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389" y="3319385"/>
            <a:ext cx="24523" cy="28478"/>
          </a:xfrm>
          <a:custGeom xmlns:a="http://schemas.openxmlformats.org/drawingml/2006/main">
            <a:pathLst>
              <a:path w="24523" h="28478">
                <a:moveTo>
                  <a:pt x="9672" y="28129"/>
                </a:moveTo>
                <a:lnTo>
                  <a:pt x="9370" y="27691"/>
                </a:lnTo>
                <a:lnTo>
                  <a:pt x="8990" y="27446"/>
                </a:lnTo>
                <a:lnTo>
                  <a:pt x="8061" y="26724"/>
                </a:lnTo>
                <a:lnTo>
                  <a:pt x="7436" y="26285"/>
                </a:lnTo>
                <a:lnTo>
                  <a:pt x="7101" y="26066"/>
                </a:lnTo>
                <a:lnTo>
                  <a:pt x="6989" y="25814"/>
                </a:lnTo>
                <a:lnTo>
                  <a:pt x="6547" y="24960"/>
                </a:lnTo>
                <a:lnTo>
                  <a:pt x="6027" y="24072"/>
                </a:lnTo>
                <a:lnTo>
                  <a:pt x="5669" y="23599"/>
                </a:lnTo>
                <a:lnTo>
                  <a:pt x="5370" y="23270"/>
                </a:lnTo>
                <a:lnTo>
                  <a:pt x="4887" y="22946"/>
                </a:lnTo>
                <a:lnTo>
                  <a:pt x="1404" y="20743"/>
                </a:lnTo>
                <a:lnTo>
                  <a:pt x="0" y="17875"/>
                </a:lnTo>
                <a:lnTo>
                  <a:pt x="2" y="14377"/>
                </a:lnTo>
                <a:lnTo>
                  <a:pt x="106" y="13072"/>
                </a:lnTo>
                <a:lnTo>
                  <a:pt x="480" y="9510"/>
                </a:lnTo>
                <a:lnTo>
                  <a:pt x="1656" y="8413"/>
                </a:lnTo>
                <a:lnTo>
                  <a:pt x="4231" y="6021"/>
                </a:lnTo>
                <a:lnTo>
                  <a:pt x="5131" y="4440"/>
                </a:lnTo>
                <a:lnTo>
                  <a:pt x="6571" y="1960"/>
                </a:lnTo>
                <a:lnTo>
                  <a:pt x="9381" y="0"/>
                </a:lnTo>
                <a:lnTo>
                  <a:pt x="15398" y="2691"/>
                </a:lnTo>
                <a:lnTo>
                  <a:pt x="17608" y="1029"/>
                </a:lnTo>
                <a:lnTo>
                  <a:pt x="24523" y="1182"/>
                </a:lnTo>
                <a:lnTo>
                  <a:pt x="22778" y="4143"/>
                </a:lnTo>
                <a:lnTo>
                  <a:pt x="17710" y="12849"/>
                </a:lnTo>
                <a:lnTo>
                  <a:pt x="16733" y="11345"/>
                </a:lnTo>
                <a:lnTo>
                  <a:pt x="13928" y="8623"/>
                </a:lnTo>
                <a:lnTo>
                  <a:pt x="11835" y="8606"/>
                </a:lnTo>
                <a:lnTo>
                  <a:pt x="7967" y="13537"/>
                </a:lnTo>
                <a:lnTo>
                  <a:pt x="6608" y="15276"/>
                </a:lnTo>
                <a:lnTo>
                  <a:pt x="7634" y="17353"/>
                </a:lnTo>
                <a:lnTo>
                  <a:pt x="10524" y="20528"/>
                </a:lnTo>
                <a:lnTo>
                  <a:pt x="12154" y="21204"/>
                </a:lnTo>
                <a:lnTo>
                  <a:pt x="13505" y="20840"/>
                </a:lnTo>
                <a:lnTo>
                  <a:pt x="9915" y="28478"/>
                </a:lnTo>
                <a:lnTo>
                  <a:pt x="9672" y="281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D601515E-0423-4F83-A7BE-7574F186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145" y="3429360"/>
            <a:ext cx="54078" cy="56091"/>
          </a:xfrm>
          <a:custGeom xmlns:a="http://schemas.openxmlformats.org/drawingml/2006/main">
            <a:pathLst>
              <a:path w="54078" h="56091">
                <a:moveTo>
                  <a:pt x="1888" y="47944"/>
                </a:moveTo>
                <a:lnTo>
                  <a:pt x="3252" y="47853"/>
                </a:lnTo>
                <a:lnTo>
                  <a:pt x="5191" y="47537"/>
                </a:lnTo>
                <a:lnTo>
                  <a:pt x="7196" y="47001"/>
                </a:lnTo>
                <a:lnTo>
                  <a:pt x="9217" y="46446"/>
                </a:lnTo>
                <a:lnTo>
                  <a:pt x="10779" y="46013"/>
                </a:lnTo>
                <a:lnTo>
                  <a:pt x="12235" y="45172"/>
                </a:lnTo>
                <a:lnTo>
                  <a:pt x="13701" y="44086"/>
                </a:lnTo>
                <a:lnTo>
                  <a:pt x="15545" y="42561"/>
                </a:lnTo>
                <a:lnTo>
                  <a:pt x="16989" y="41275"/>
                </a:lnTo>
                <a:lnTo>
                  <a:pt x="19345" y="38397"/>
                </a:lnTo>
                <a:lnTo>
                  <a:pt x="19682" y="37022"/>
                </a:lnTo>
                <a:lnTo>
                  <a:pt x="19989" y="35147"/>
                </a:lnTo>
                <a:lnTo>
                  <a:pt x="20080" y="33769"/>
                </a:lnTo>
                <a:lnTo>
                  <a:pt x="19721" y="33478"/>
                </a:lnTo>
                <a:lnTo>
                  <a:pt x="22893" y="29850"/>
                </a:lnTo>
                <a:lnTo>
                  <a:pt x="25596" y="26608"/>
                </a:lnTo>
                <a:lnTo>
                  <a:pt x="28723" y="22963"/>
                </a:lnTo>
                <a:lnTo>
                  <a:pt x="29000" y="22464"/>
                </a:lnTo>
                <a:lnTo>
                  <a:pt x="29546" y="21174"/>
                </a:lnTo>
                <a:lnTo>
                  <a:pt x="30579" y="18514"/>
                </a:lnTo>
                <a:lnTo>
                  <a:pt x="32101" y="14475"/>
                </a:lnTo>
                <a:lnTo>
                  <a:pt x="32182" y="13753"/>
                </a:lnTo>
                <a:lnTo>
                  <a:pt x="32071" y="13146"/>
                </a:lnTo>
                <a:lnTo>
                  <a:pt x="31780" y="12707"/>
                </a:lnTo>
                <a:lnTo>
                  <a:pt x="31154" y="12032"/>
                </a:lnTo>
                <a:lnTo>
                  <a:pt x="29145" y="9708"/>
                </a:lnTo>
                <a:lnTo>
                  <a:pt x="28653" y="8619"/>
                </a:lnTo>
                <a:lnTo>
                  <a:pt x="28279" y="7335"/>
                </a:lnTo>
                <a:lnTo>
                  <a:pt x="28240" y="6517"/>
                </a:lnTo>
                <a:lnTo>
                  <a:pt x="30404" y="2715"/>
                </a:lnTo>
                <a:lnTo>
                  <a:pt x="33511" y="0"/>
                </a:lnTo>
                <a:lnTo>
                  <a:pt x="35397" y="23"/>
                </a:lnTo>
                <a:lnTo>
                  <a:pt x="36110" y="823"/>
                </a:lnTo>
                <a:lnTo>
                  <a:pt x="36130" y="2189"/>
                </a:lnTo>
                <a:lnTo>
                  <a:pt x="35481" y="3190"/>
                </a:lnTo>
                <a:lnTo>
                  <a:pt x="35005" y="3522"/>
                </a:lnTo>
                <a:lnTo>
                  <a:pt x="34394" y="3820"/>
                </a:lnTo>
                <a:lnTo>
                  <a:pt x="33375" y="4103"/>
                </a:lnTo>
                <a:lnTo>
                  <a:pt x="32470" y="4464"/>
                </a:lnTo>
                <a:lnTo>
                  <a:pt x="31848" y="4990"/>
                </a:lnTo>
                <a:lnTo>
                  <a:pt x="31553" y="5854"/>
                </a:lnTo>
                <a:lnTo>
                  <a:pt x="31223" y="6883"/>
                </a:lnTo>
                <a:lnTo>
                  <a:pt x="31400" y="7853"/>
                </a:lnTo>
                <a:lnTo>
                  <a:pt x="31721" y="8592"/>
                </a:lnTo>
                <a:lnTo>
                  <a:pt x="32413" y="9448"/>
                </a:lnTo>
                <a:lnTo>
                  <a:pt x="35256" y="10210"/>
                </a:lnTo>
                <a:lnTo>
                  <a:pt x="36090" y="11181"/>
                </a:lnTo>
                <a:lnTo>
                  <a:pt x="36181" y="12481"/>
                </a:lnTo>
                <a:lnTo>
                  <a:pt x="36052" y="13905"/>
                </a:lnTo>
                <a:lnTo>
                  <a:pt x="35802" y="15233"/>
                </a:lnTo>
                <a:lnTo>
                  <a:pt x="35451" y="16681"/>
                </a:lnTo>
                <a:lnTo>
                  <a:pt x="35340" y="18196"/>
                </a:lnTo>
                <a:lnTo>
                  <a:pt x="35444" y="19979"/>
                </a:lnTo>
                <a:lnTo>
                  <a:pt x="35724" y="22549"/>
                </a:lnTo>
                <a:lnTo>
                  <a:pt x="35841" y="23575"/>
                </a:lnTo>
                <a:lnTo>
                  <a:pt x="38032" y="27934"/>
                </a:lnTo>
                <a:lnTo>
                  <a:pt x="40559" y="31501"/>
                </a:lnTo>
                <a:lnTo>
                  <a:pt x="42705" y="33539"/>
                </a:lnTo>
                <a:lnTo>
                  <a:pt x="44546" y="35203"/>
                </a:lnTo>
                <a:lnTo>
                  <a:pt x="47123" y="37092"/>
                </a:lnTo>
                <a:lnTo>
                  <a:pt x="51029" y="38409"/>
                </a:lnTo>
                <a:lnTo>
                  <a:pt x="53261" y="40718"/>
                </a:lnTo>
                <a:lnTo>
                  <a:pt x="54078" y="42709"/>
                </a:lnTo>
                <a:lnTo>
                  <a:pt x="53738" y="44586"/>
                </a:lnTo>
                <a:lnTo>
                  <a:pt x="50163" y="48825"/>
                </a:lnTo>
                <a:lnTo>
                  <a:pt x="49216" y="49069"/>
                </a:lnTo>
                <a:lnTo>
                  <a:pt x="47482" y="48487"/>
                </a:lnTo>
                <a:lnTo>
                  <a:pt x="43316" y="46621"/>
                </a:lnTo>
                <a:lnTo>
                  <a:pt x="41706" y="44405"/>
                </a:lnTo>
                <a:lnTo>
                  <a:pt x="40178" y="42542"/>
                </a:lnTo>
                <a:lnTo>
                  <a:pt x="39112" y="41897"/>
                </a:lnTo>
                <a:lnTo>
                  <a:pt x="37256" y="40880"/>
                </a:lnTo>
                <a:lnTo>
                  <a:pt x="35206" y="39742"/>
                </a:lnTo>
                <a:lnTo>
                  <a:pt x="32844" y="38803"/>
                </a:lnTo>
                <a:lnTo>
                  <a:pt x="31390" y="38450"/>
                </a:lnTo>
                <a:lnTo>
                  <a:pt x="30865" y="38427"/>
                </a:lnTo>
                <a:lnTo>
                  <a:pt x="28855" y="38791"/>
                </a:lnTo>
                <a:lnTo>
                  <a:pt x="26035" y="39503"/>
                </a:lnTo>
                <a:lnTo>
                  <a:pt x="25250" y="39980"/>
                </a:lnTo>
                <a:lnTo>
                  <a:pt x="23954" y="40770"/>
                </a:lnTo>
                <a:lnTo>
                  <a:pt x="18965" y="43836"/>
                </a:lnTo>
                <a:lnTo>
                  <a:pt x="13965" y="47713"/>
                </a:lnTo>
                <a:lnTo>
                  <a:pt x="11791" y="49675"/>
                </a:lnTo>
                <a:lnTo>
                  <a:pt x="9385" y="52134"/>
                </a:lnTo>
                <a:lnTo>
                  <a:pt x="8398" y="54228"/>
                </a:lnTo>
                <a:lnTo>
                  <a:pt x="8559" y="56091"/>
                </a:lnTo>
                <a:lnTo>
                  <a:pt x="0" y="47211"/>
                </a:lnTo>
                <a:lnTo>
                  <a:pt x="1888" y="479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F3F00B5-F37C-42F1-884C-6CC17AC5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837" y="3560422"/>
            <a:ext cx="92611" cy="49290"/>
          </a:xfrm>
          <a:custGeom xmlns:a="http://schemas.openxmlformats.org/drawingml/2006/main">
            <a:pathLst>
              <a:path w="92611" h="49290">
                <a:moveTo>
                  <a:pt x="62563" y="45761"/>
                </a:moveTo>
                <a:lnTo>
                  <a:pt x="55164" y="38571"/>
                </a:lnTo>
                <a:lnTo>
                  <a:pt x="33118" y="40879"/>
                </a:lnTo>
                <a:lnTo>
                  <a:pt x="17094" y="25447"/>
                </a:lnTo>
                <a:lnTo>
                  <a:pt x="12866" y="25478"/>
                </a:lnTo>
                <a:lnTo>
                  <a:pt x="12397" y="26073"/>
                </a:lnTo>
                <a:lnTo>
                  <a:pt x="6944" y="20735"/>
                </a:lnTo>
                <a:lnTo>
                  <a:pt x="674" y="14854"/>
                </a:lnTo>
                <a:lnTo>
                  <a:pt x="279" y="14281"/>
                </a:lnTo>
                <a:lnTo>
                  <a:pt x="130" y="13912"/>
                </a:lnTo>
                <a:lnTo>
                  <a:pt x="0" y="13223"/>
                </a:lnTo>
                <a:lnTo>
                  <a:pt x="36" y="12466"/>
                </a:lnTo>
                <a:lnTo>
                  <a:pt x="303" y="11830"/>
                </a:lnTo>
                <a:lnTo>
                  <a:pt x="680" y="11310"/>
                </a:lnTo>
                <a:lnTo>
                  <a:pt x="2097" y="9833"/>
                </a:lnTo>
                <a:lnTo>
                  <a:pt x="10991" y="297"/>
                </a:lnTo>
                <a:lnTo>
                  <a:pt x="11332" y="124"/>
                </a:lnTo>
                <a:lnTo>
                  <a:pt x="11870" y="0"/>
                </a:lnTo>
                <a:lnTo>
                  <a:pt x="18732" y="628"/>
                </a:lnTo>
                <a:lnTo>
                  <a:pt x="18918" y="1124"/>
                </a:lnTo>
                <a:lnTo>
                  <a:pt x="19214" y="1763"/>
                </a:lnTo>
                <a:lnTo>
                  <a:pt x="19551" y="2282"/>
                </a:lnTo>
                <a:lnTo>
                  <a:pt x="20119" y="2859"/>
                </a:lnTo>
                <a:lnTo>
                  <a:pt x="32272" y="13913"/>
                </a:lnTo>
                <a:lnTo>
                  <a:pt x="32529" y="14124"/>
                </a:lnTo>
                <a:lnTo>
                  <a:pt x="33072" y="14410"/>
                </a:lnTo>
                <a:lnTo>
                  <a:pt x="33702" y="14603"/>
                </a:lnTo>
                <a:lnTo>
                  <a:pt x="34283" y="14642"/>
                </a:lnTo>
                <a:lnTo>
                  <a:pt x="34823" y="14582"/>
                </a:lnTo>
                <a:lnTo>
                  <a:pt x="35326" y="14432"/>
                </a:lnTo>
                <a:lnTo>
                  <a:pt x="35806" y="14201"/>
                </a:lnTo>
                <a:lnTo>
                  <a:pt x="36265" y="13843"/>
                </a:lnTo>
                <a:lnTo>
                  <a:pt x="39611" y="10247"/>
                </a:lnTo>
                <a:lnTo>
                  <a:pt x="41812" y="7875"/>
                </a:lnTo>
                <a:lnTo>
                  <a:pt x="44345" y="5147"/>
                </a:lnTo>
                <a:lnTo>
                  <a:pt x="45048" y="4755"/>
                </a:lnTo>
                <a:lnTo>
                  <a:pt x="45794" y="4462"/>
                </a:lnTo>
                <a:lnTo>
                  <a:pt x="46449" y="4335"/>
                </a:lnTo>
                <a:lnTo>
                  <a:pt x="46946" y="4359"/>
                </a:lnTo>
                <a:lnTo>
                  <a:pt x="49554" y="4672"/>
                </a:lnTo>
                <a:lnTo>
                  <a:pt x="49998" y="4596"/>
                </a:lnTo>
                <a:lnTo>
                  <a:pt x="50583" y="4371"/>
                </a:lnTo>
                <a:lnTo>
                  <a:pt x="50955" y="4106"/>
                </a:lnTo>
                <a:lnTo>
                  <a:pt x="51194" y="3854"/>
                </a:lnTo>
                <a:lnTo>
                  <a:pt x="51391" y="3493"/>
                </a:lnTo>
                <a:lnTo>
                  <a:pt x="51572" y="2969"/>
                </a:lnTo>
                <a:lnTo>
                  <a:pt x="56159" y="3239"/>
                </a:lnTo>
                <a:lnTo>
                  <a:pt x="56429" y="3742"/>
                </a:lnTo>
                <a:lnTo>
                  <a:pt x="56792" y="4361"/>
                </a:lnTo>
                <a:lnTo>
                  <a:pt x="57195" y="4842"/>
                </a:lnTo>
                <a:lnTo>
                  <a:pt x="57674" y="5239"/>
                </a:lnTo>
                <a:lnTo>
                  <a:pt x="58261" y="5497"/>
                </a:lnTo>
                <a:lnTo>
                  <a:pt x="58855" y="5608"/>
                </a:lnTo>
                <a:lnTo>
                  <a:pt x="59453" y="5638"/>
                </a:lnTo>
                <a:lnTo>
                  <a:pt x="74692" y="6653"/>
                </a:lnTo>
                <a:lnTo>
                  <a:pt x="75107" y="6742"/>
                </a:lnTo>
                <a:lnTo>
                  <a:pt x="75458" y="6924"/>
                </a:lnTo>
                <a:lnTo>
                  <a:pt x="75830" y="7260"/>
                </a:lnTo>
                <a:lnTo>
                  <a:pt x="88342" y="19224"/>
                </a:lnTo>
                <a:lnTo>
                  <a:pt x="91870" y="22436"/>
                </a:lnTo>
                <a:lnTo>
                  <a:pt x="92235" y="22727"/>
                </a:lnTo>
                <a:lnTo>
                  <a:pt x="92611" y="22818"/>
                </a:lnTo>
                <a:lnTo>
                  <a:pt x="66188" y="49290"/>
                </a:lnTo>
                <a:lnTo>
                  <a:pt x="62563" y="457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0F9D502-1CAF-4047-9C1E-A8E90576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874" y="3504886"/>
            <a:ext cx="20589" cy="20648"/>
          </a:xfrm>
          <a:custGeom xmlns:a="http://schemas.openxmlformats.org/drawingml/2006/main">
            <a:pathLst>
              <a:path w="20589" h="20648">
                <a:moveTo>
                  <a:pt x="14542" y="18312"/>
                </a:moveTo>
                <a:lnTo>
                  <a:pt x="11575" y="15222"/>
                </a:lnTo>
                <a:lnTo>
                  <a:pt x="4558" y="7912"/>
                </a:lnTo>
                <a:lnTo>
                  <a:pt x="658" y="3689"/>
                </a:lnTo>
                <a:lnTo>
                  <a:pt x="142" y="3148"/>
                </a:lnTo>
                <a:lnTo>
                  <a:pt x="21" y="2805"/>
                </a:lnTo>
                <a:lnTo>
                  <a:pt x="0" y="2441"/>
                </a:lnTo>
                <a:lnTo>
                  <a:pt x="86" y="2092"/>
                </a:lnTo>
                <a:lnTo>
                  <a:pt x="300" y="1759"/>
                </a:lnTo>
                <a:lnTo>
                  <a:pt x="1960" y="221"/>
                </a:lnTo>
                <a:lnTo>
                  <a:pt x="2290" y="48"/>
                </a:lnTo>
                <a:lnTo>
                  <a:pt x="2724" y="0"/>
                </a:lnTo>
                <a:lnTo>
                  <a:pt x="3185" y="124"/>
                </a:lnTo>
                <a:lnTo>
                  <a:pt x="3528" y="443"/>
                </a:lnTo>
                <a:lnTo>
                  <a:pt x="13173" y="10497"/>
                </a:lnTo>
                <a:lnTo>
                  <a:pt x="13556" y="10842"/>
                </a:lnTo>
                <a:lnTo>
                  <a:pt x="14029" y="11012"/>
                </a:lnTo>
                <a:lnTo>
                  <a:pt x="14555" y="11080"/>
                </a:lnTo>
                <a:lnTo>
                  <a:pt x="15096" y="11074"/>
                </a:lnTo>
                <a:lnTo>
                  <a:pt x="15628" y="10951"/>
                </a:lnTo>
                <a:lnTo>
                  <a:pt x="16062" y="10684"/>
                </a:lnTo>
                <a:lnTo>
                  <a:pt x="16375" y="10485"/>
                </a:lnTo>
                <a:lnTo>
                  <a:pt x="17648" y="9285"/>
                </a:lnTo>
                <a:lnTo>
                  <a:pt x="20589" y="6419"/>
                </a:lnTo>
                <a:lnTo>
                  <a:pt x="19881" y="20648"/>
                </a:lnTo>
                <a:lnTo>
                  <a:pt x="16486" y="20301"/>
                </a:lnTo>
                <a:lnTo>
                  <a:pt x="14542" y="183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0838609-A13F-4682-9C0A-0FA629B1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775" y="3900810"/>
            <a:ext cx="50877" cy="22476"/>
          </a:xfrm>
          <a:custGeom xmlns:a="http://schemas.openxmlformats.org/drawingml/2006/main">
            <a:pathLst>
              <a:path w="50877" h="22476">
                <a:moveTo>
                  <a:pt x="50398" y="1679"/>
                </a:moveTo>
                <a:lnTo>
                  <a:pt x="50032" y="1744"/>
                </a:lnTo>
                <a:lnTo>
                  <a:pt x="49661" y="1854"/>
                </a:lnTo>
                <a:lnTo>
                  <a:pt x="49280" y="1991"/>
                </a:lnTo>
                <a:lnTo>
                  <a:pt x="48932" y="2156"/>
                </a:lnTo>
                <a:lnTo>
                  <a:pt x="48647" y="2327"/>
                </a:lnTo>
                <a:lnTo>
                  <a:pt x="48439" y="2469"/>
                </a:lnTo>
                <a:lnTo>
                  <a:pt x="48231" y="2630"/>
                </a:lnTo>
                <a:lnTo>
                  <a:pt x="48007" y="2818"/>
                </a:lnTo>
                <a:lnTo>
                  <a:pt x="47817" y="3023"/>
                </a:lnTo>
                <a:lnTo>
                  <a:pt x="45450" y="5482"/>
                </a:lnTo>
                <a:lnTo>
                  <a:pt x="43974" y="7024"/>
                </a:lnTo>
                <a:lnTo>
                  <a:pt x="42454" y="8604"/>
                </a:lnTo>
                <a:lnTo>
                  <a:pt x="39420" y="11781"/>
                </a:lnTo>
                <a:lnTo>
                  <a:pt x="33319" y="18192"/>
                </a:lnTo>
                <a:lnTo>
                  <a:pt x="32115" y="19463"/>
                </a:lnTo>
                <a:lnTo>
                  <a:pt x="31507" y="20098"/>
                </a:lnTo>
                <a:lnTo>
                  <a:pt x="31197" y="20416"/>
                </a:lnTo>
                <a:lnTo>
                  <a:pt x="31056" y="20556"/>
                </a:lnTo>
                <a:lnTo>
                  <a:pt x="30892" y="20688"/>
                </a:lnTo>
                <a:lnTo>
                  <a:pt x="30592" y="20933"/>
                </a:lnTo>
                <a:lnTo>
                  <a:pt x="30324" y="21132"/>
                </a:lnTo>
                <a:lnTo>
                  <a:pt x="30077" y="21293"/>
                </a:lnTo>
                <a:lnTo>
                  <a:pt x="29797" y="21464"/>
                </a:lnTo>
                <a:lnTo>
                  <a:pt x="29390" y="21694"/>
                </a:lnTo>
                <a:lnTo>
                  <a:pt x="29109" y="21820"/>
                </a:lnTo>
                <a:lnTo>
                  <a:pt x="28795" y="21956"/>
                </a:lnTo>
                <a:lnTo>
                  <a:pt x="28469" y="22073"/>
                </a:lnTo>
                <a:lnTo>
                  <a:pt x="28114" y="22183"/>
                </a:lnTo>
                <a:lnTo>
                  <a:pt x="27643" y="22305"/>
                </a:lnTo>
                <a:lnTo>
                  <a:pt x="27277" y="22378"/>
                </a:lnTo>
                <a:lnTo>
                  <a:pt x="26994" y="22422"/>
                </a:lnTo>
                <a:lnTo>
                  <a:pt x="26488" y="22472"/>
                </a:lnTo>
                <a:lnTo>
                  <a:pt x="26002" y="22476"/>
                </a:lnTo>
                <a:lnTo>
                  <a:pt x="25612" y="22468"/>
                </a:lnTo>
                <a:lnTo>
                  <a:pt x="25181" y="22434"/>
                </a:lnTo>
                <a:lnTo>
                  <a:pt x="24716" y="22364"/>
                </a:lnTo>
                <a:lnTo>
                  <a:pt x="24239" y="22259"/>
                </a:lnTo>
                <a:lnTo>
                  <a:pt x="23840" y="22142"/>
                </a:lnTo>
                <a:lnTo>
                  <a:pt x="23525" y="22041"/>
                </a:lnTo>
                <a:lnTo>
                  <a:pt x="23130" y="21887"/>
                </a:lnTo>
                <a:lnTo>
                  <a:pt x="22735" y="21707"/>
                </a:lnTo>
                <a:lnTo>
                  <a:pt x="22305" y="21463"/>
                </a:lnTo>
                <a:lnTo>
                  <a:pt x="21947" y="21254"/>
                </a:lnTo>
                <a:lnTo>
                  <a:pt x="21595" y="20999"/>
                </a:lnTo>
                <a:lnTo>
                  <a:pt x="21327" y="20797"/>
                </a:lnTo>
                <a:lnTo>
                  <a:pt x="20694" y="20258"/>
                </a:lnTo>
                <a:lnTo>
                  <a:pt x="19951" y="19604"/>
                </a:lnTo>
                <a:lnTo>
                  <a:pt x="18478" y="18340"/>
                </a:lnTo>
                <a:lnTo>
                  <a:pt x="15617" y="15857"/>
                </a:lnTo>
                <a:lnTo>
                  <a:pt x="15172" y="15477"/>
                </a:lnTo>
                <a:lnTo>
                  <a:pt x="14726" y="15061"/>
                </a:lnTo>
                <a:lnTo>
                  <a:pt x="13908" y="14290"/>
                </a:lnTo>
                <a:lnTo>
                  <a:pt x="12163" y="12660"/>
                </a:lnTo>
                <a:lnTo>
                  <a:pt x="8747" y="9444"/>
                </a:lnTo>
                <a:lnTo>
                  <a:pt x="5623" y="6512"/>
                </a:lnTo>
                <a:lnTo>
                  <a:pt x="4930" y="5857"/>
                </a:lnTo>
                <a:lnTo>
                  <a:pt x="4342" y="5326"/>
                </a:lnTo>
                <a:lnTo>
                  <a:pt x="3073" y="4203"/>
                </a:lnTo>
                <a:lnTo>
                  <a:pt x="1073" y="3445"/>
                </a:lnTo>
                <a:lnTo>
                  <a:pt x="0" y="3173"/>
                </a:lnTo>
                <a:lnTo>
                  <a:pt x="543" y="2603"/>
                </a:lnTo>
                <a:lnTo>
                  <a:pt x="1021" y="2108"/>
                </a:lnTo>
                <a:lnTo>
                  <a:pt x="2907" y="2968"/>
                </a:lnTo>
                <a:lnTo>
                  <a:pt x="4911" y="4491"/>
                </a:lnTo>
                <a:lnTo>
                  <a:pt x="9687" y="8928"/>
                </a:lnTo>
                <a:lnTo>
                  <a:pt x="16110" y="15078"/>
                </a:lnTo>
                <a:lnTo>
                  <a:pt x="19399" y="18152"/>
                </a:lnTo>
                <a:lnTo>
                  <a:pt x="21005" y="19594"/>
                </a:lnTo>
                <a:lnTo>
                  <a:pt x="21960" y="20270"/>
                </a:lnTo>
                <a:lnTo>
                  <a:pt x="23095" y="20786"/>
                </a:lnTo>
                <a:lnTo>
                  <a:pt x="24275" y="21101"/>
                </a:lnTo>
                <a:lnTo>
                  <a:pt x="25456" y="21215"/>
                </a:lnTo>
                <a:lnTo>
                  <a:pt x="26385" y="21136"/>
                </a:lnTo>
                <a:lnTo>
                  <a:pt x="27086" y="21063"/>
                </a:lnTo>
                <a:lnTo>
                  <a:pt x="28027" y="20792"/>
                </a:lnTo>
                <a:lnTo>
                  <a:pt x="29097" y="20335"/>
                </a:lnTo>
                <a:lnTo>
                  <a:pt x="29693" y="19882"/>
                </a:lnTo>
                <a:lnTo>
                  <a:pt x="30608" y="19011"/>
                </a:lnTo>
                <a:lnTo>
                  <a:pt x="34299" y="15570"/>
                </a:lnTo>
                <a:lnTo>
                  <a:pt x="37796" y="11979"/>
                </a:lnTo>
                <a:lnTo>
                  <a:pt x="40408" y="9277"/>
                </a:lnTo>
                <a:lnTo>
                  <a:pt x="43698" y="5865"/>
                </a:lnTo>
                <a:lnTo>
                  <a:pt x="48384" y="1050"/>
                </a:lnTo>
                <a:lnTo>
                  <a:pt x="48591" y="871"/>
                </a:lnTo>
                <a:lnTo>
                  <a:pt x="48808" y="638"/>
                </a:lnTo>
                <a:lnTo>
                  <a:pt x="49012" y="323"/>
                </a:lnTo>
                <a:lnTo>
                  <a:pt x="49154" y="0"/>
                </a:lnTo>
                <a:lnTo>
                  <a:pt x="50877" y="1630"/>
                </a:lnTo>
                <a:lnTo>
                  <a:pt x="50398" y="16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3E6B744-51F9-487C-B0FB-4506C357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454" y="3862069"/>
            <a:ext cx="48989" cy="36231"/>
          </a:xfrm>
          <a:custGeom xmlns:a="http://schemas.openxmlformats.org/drawingml/2006/main">
            <a:pathLst>
              <a:path w="48989" h="36231">
                <a:moveTo>
                  <a:pt x="48927" y="35755"/>
                </a:moveTo>
                <a:lnTo>
                  <a:pt x="48853" y="35894"/>
                </a:lnTo>
                <a:lnTo>
                  <a:pt x="48750" y="36006"/>
                </a:lnTo>
                <a:lnTo>
                  <a:pt x="48652" y="36090"/>
                </a:lnTo>
                <a:lnTo>
                  <a:pt x="48508" y="36158"/>
                </a:lnTo>
                <a:lnTo>
                  <a:pt x="48348" y="36217"/>
                </a:lnTo>
                <a:lnTo>
                  <a:pt x="48165" y="36231"/>
                </a:lnTo>
                <a:lnTo>
                  <a:pt x="47997" y="36208"/>
                </a:lnTo>
                <a:lnTo>
                  <a:pt x="47839" y="36139"/>
                </a:lnTo>
                <a:lnTo>
                  <a:pt x="46787" y="35630"/>
                </a:lnTo>
                <a:lnTo>
                  <a:pt x="45884" y="35207"/>
                </a:lnTo>
                <a:lnTo>
                  <a:pt x="45557" y="35088"/>
                </a:lnTo>
                <a:lnTo>
                  <a:pt x="43805" y="34443"/>
                </a:lnTo>
                <a:lnTo>
                  <a:pt x="42581" y="33947"/>
                </a:lnTo>
                <a:lnTo>
                  <a:pt x="41143" y="33357"/>
                </a:lnTo>
                <a:lnTo>
                  <a:pt x="40439" y="33102"/>
                </a:lnTo>
                <a:lnTo>
                  <a:pt x="38400" y="32391"/>
                </a:lnTo>
                <a:lnTo>
                  <a:pt x="36496" y="31704"/>
                </a:lnTo>
                <a:lnTo>
                  <a:pt x="36083" y="31469"/>
                </a:lnTo>
                <a:lnTo>
                  <a:pt x="34389" y="30494"/>
                </a:lnTo>
                <a:lnTo>
                  <a:pt x="32993" y="29602"/>
                </a:lnTo>
                <a:lnTo>
                  <a:pt x="31633" y="28590"/>
                </a:lnTo>
                <a:lnTo>
                  <a:pt x="31169" y="28138"/>
                </a:lnTo>
                <a:lnTo>
                  <a:pt x="30246" y="27215"/>
                </a:lnTo>
                <a:lnTo>
                  <a:pt x="29251" y="26313"/>
                </a:lnTo>
                <a:lnTo>
                  <a:pt x="27983" y="25171"/>
                </a:lnTo>
                <a:lnTo>
                  <a:pt x="26725" y="24048"/>
                </a:lnTo>
                <a:lnTo>
                  <a:pt x="25500" y="22869"/>
                </a:lnTo>
                <a:lnTo>
                  <a:pt x="25237" y="22612"/>
                </a:lnTo>
                <a:lnTo>
                  <a:pt x="24298" y="21708"/>
                </a:lnTo>
                <a:lnTo>
                  <a:pt x="23612" y="20870"/>
                </a:lnTo>
                <a:lnTo>
                  <a:pt x="22437" y="19480"/>
                </a:lnTo>
                <a:lnTo>
                  <a:pt x="21235" y="18145"/>
                </a:lnTo>
                <a:lnTo>
                  <a:pt x="20041" y="16856"/>
                </a:lnTo>
                <a:lnTo>
                  <a:pt x="19055" y="15881"/>
                </a:lnTo>
                <a:lnTo>
                  <a:pt x="18735" y="15570"/>
                </a:lnTo>
                <a:lnTo>
                  <a:pt x="18581" y="15465"/>
                </a:lnTo>
                <a:lnTo>
                  <a:pt x="17051" y="14367"/>
                </a:lnTo>
                <a:lnTo>
                  <a:pt x="15981" y="13548"/>
                </a:lnTo>
                <a:lnTo>
                  <a:pt x="14887" y="12694"/>
                </a:lnTo>
                <a:lnTo>
                  <a:pt x="13987" y="11980"/>
                </a:lnTo>
                <a:lnTo>
                  <a:pt x="13320" y="11469"/>
                </a:lnTo>
                <a:lnTo>
                  <a:pt x="12728" y="11011"/>
                </a:lnTo>
                <a:lnTo>
                  <a:pt x="11505" y="10106"/>
                </a:lnTo>
                <a:lnTo>
                  <a:pt x="10548" y="9393"/>
                </a:lnTo>
                <a:lnTo>
                  <a:pt x="9576" y="8681"/>
                </a:lnTo>
                <a:lnTo>
                  <a:pt x="8943" y="8170"/>
                </a:lnTo>
                <a:lnTo>
                  <a:pt x="7374" y="6863"/>
                </a:lnTo>
                <a:lnTo>
                  <a:pt x="5822" y="5575"/>
                </a:lnTo>
                <a:lnTo>
                  <a:pt x="4276" y="4286"/>
                </a:lnTo>
                <a:lnTo>
                  <a:pt x="3394" y="3635"/>
                </a:lnTo>
                <a:lnTo>
                  <a:pt x="1954" y="2562"/>
                </a:lnTo>
                <a:lnTo>
                  <a:pt x="853" y="1626"/>
                </a:lnTo>
                <a:lnTo>
                  <a:pt x="390" y="1228"/>
                </a:lnTo>
                <a:lnTo>
                  <a:pt x="145" y="1016"/>
                </a:lnTo>
                <a:lnTo>
                  <a:pt x="81" y="909"/>
                </a:lnTo>
                <a:lnTo>
                  <a:pt x="39" y="819"/>
                </a:lnTo>
                <a:lnTo>
                  <a:pt x="14" y="710"/>
                </a:lnTo>
                <a:lnTo>
                  <a:pt x="0" y="601"/>
                </a:lnTo>
                <a:lnTo>
                  <a:pt x="19" y="491"/>
                </a:lnTo>
                <a:lnTo>
                  <a:pt x="45" y="390"/>
                </a:lnTo>
                <a:lnTo>
                  <a:pt x="98" y="289"/>
                </a:lnTo>
                <a:lnTo>
                  <a:pt x="162" y="205"/>
                </a:lnTo>
                <a:lnTo>
                  <a:pt x="249" y="121"/>
                </a:lnTo>
                <a:lnTo>
                  <a:pt x="343" y="64"/>
                </a:lnTo>
                <a:lnTo>
                  <a:pt x="448" y="24"/>
                </a:lnTo>
                <a:lnTo>
                  <a:pt x="570" y="3"/>
                </a:lnTo>
                <a:lnTo>
                  <a:pt x="681" y="0"/>
                </a:lnTo>
                <a:lnTo>
                  <a:pt x="793" y="15"/>
                </a:lnTo>
                <a:lnTo>
                  <a:pt x="906" y="67"/>
                </a:lnTo>
                <a:lnTo>
                  <a:pt x="1009" y="137"/>
                </a:lnTo>
                <a:lnTo>
                  <a:pt x="2395" y="1284"/>
                </a:lnTo>
                <a:lnTo>
                  <a:pt x="3940" y="2564"/>
                </a:lnTo>
                <a:lnTo>
                  <a:pt x="5497" y="3816"/>
                </a:lnTo>
                <a:lnTo>
                  <a:pt x="7281" y="5254"/>
                </a:lnTo>
                <a:lnTo>
                  <a:pt x="9080" y="6609"/>
                </a:lnTo>
                <a:lnTo>
                  <a:pt x="10451" y="7629"/>
                </a:lnTo>
                <a:lnTo>
                  <a:pt x="10760" y="7903"/>
                </a:lnTo>
                <a:lnTo>
                  <a:pt x="12010" y="8963"/>
                </a:lnTo>
                <a:lnTo>
                  <a:pt x="12792" y="9643"/>
                </a:lnTo>
                <a:lnTo>
                  <a:pt x="13807" y="10454"/>
                </a:lnTo>
                <a:lnTo>
                  <a:pt x="15402" y="11696"/>
                </a:lnTo>
                <a:lnTo>
                  <a:pt x="16534" y="12532"/>
                </a:lnTo>
                <a:lnTo>
                  <a:pt x="17621" y="13332"/>
                </a:lnTo>
                <a:lnTo>
                  <a:pt x="18963" y="14517"/>
                </a:lnTo>
                <a:lnTo>
                  <a:pt x="20363" y="15764"/>
                </a:lnTo>
                <a:lnTo>
                  <a:pt x="21409" y="16683"/>
                </a:lnTo>
                <a:lnTo>
                  <a:pt x="22010" y="17260"/>
                </a:lnTo>
                <a:lnTo>
                  <a:pt x="22942" y="18146"/>
                </a:lnTo>
                <a:lnTo>
                  <a:pt x="23425" y="18661"/>
                </a:lnTo>
                <a:lnTo>
                  <a:pt x="24675" y="19958"/>
                </a:lnTo>
                <a:lnTo>
                  <a:pt x="25857" y="21165"/>
                </a:lnTo>
                <a:lnTo>
                  <a:pt x="26344" y="21671"/>
                </a:lnTo>
                <a:lnTo>
                  <a:pt x="26958" y="22302"/>
                </a:lnTo>
                <a:lnTo>
                  <a:pt x="27922" y="23315"/>
                </a:lnTo>
                <a:lnTo>
                  <a:pt x="28989" y="24434"/>
                </a:lnTo>
                <a:lnTo>
                  <a:pt x="29978" y="25328"/>
                </a:lnTo>
                <a:lnTo>
                  <a:pt x="30985" y="26257"/>
                </a:lnTo>
                <a:lnTo>
                  <a:pt x="32188" y="27246"/>
                </a:lnTo>
                <a:lnTo>
                  <a:pt x="33422" y="28342"/>
                </a:lnTo>
                <a:lnTo>
                  <a:pt x="34586" y="29113"/>
                </a:lnTo>
                <a:lnTo>
                  <a:pt x="35337" y="29448"/>
                </a:lnTo>
                <a:lnTo>
                  <a:pt x="36381" y="29903"/>
                </a:lnTo>
                <a:lnTo>
                  <a:pt x="37006" y="30114"/>
                </a:lnTo>
                <a:lnTo>
                  <a:pt x="38059" y="30478"/>
                </a:lnTo>
                <a:lnTo>
                  <a:pt x="38861" y="30839"/>
                </a:lnTo>
                <a:lnTo>
                  <a:pt x="39934" y="31321"/>
                </a:lnTo>
                <a:lnTo>
                  <a:pt x="40503" y="31534"/>
                </a:lnTo>
                <a:lnTo>
                  <a:pt x="43838" y="32766"/>
                </a:lnTo>
                <a:lnTo>
                  <a:pt x="46081" y="33617"/>
                </a:lnTo>
                <a:lnTo>
                  <a:pt x="47645" y="34313"/>
                </a:lnTo>
                <a:lnTo>
                  <a:pt x="48508" y="34682"/>
                </a:lnTo>
                <a:lnTo>
                  <a:pt x="48633" y="34761"/>
                </a:lnTo>
                <a:lnTo>
                  <a:pt x="48753" y="34849"/>
                </a:lnTo>
                <a:lnTo>
                  <a:pt x="48839" y="34947"/>
                </a:lnTo>
                <a:lnTo>
                  <a:pt x="48909" y="35063"/>
                </a:lnTo>
                <a:lnTo>
                  <a:pt x="48963" y="35208"/>
                </a:lnTo>
                <a:lnTo>
                  <a:pt x="48989" y="35362"/>
                </a:lnTo>
                <a:lnTo>
                  <a:pt x="48982" y="35499"/>
                </a:lnTo>
                <a:lnTo>
                  <a:pt x="48958" y="35645"/>
                </a:lnTo>
                <a:lnTo>
                  <a:pt x="48927" y="357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5B230DC-5AC6-4FAE-8A1C-F35A0B9C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698" y="2257536"/>
            <a:ext cx="15757" cy="1980"/>
          </a:xfrm>
          <a:custGeom xmlns:a="http://schemas.openxmlformats.org/drawingml/2006/main">
            <a:pathLst>
              <a:path w="15757" h="1980">
                <a:moveTo>
                  <a:pt x="0" y="1980"/>
                </a:moveTo>
                <a:lnTo>
                  <a:pt x="10194" y="729"/>
                </a:lnTo>
                <a:lnTo>
                  <a:pt x="157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886E7F19-A056-4BA5-AD5F-B22ED6B2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288" y="2217520"/>
            <a:ext cx="230410" cy="42646"/>
          </a:xfrm>
          <a:custGeom xmlns:a="http://schemas.openxmlformats.org/drawingml/2006/main">
            <a:pathLst>
              <a:path w="230410" h="42646">
                <a:moveTo>
                  <a:pt x="0" y="0"/>
                </a:moveTo>
                <a:lnTo>
                  <a:pt x="212917" y="42646"/>
                </a:lnTo>
                <a:lnTo>
                  <a:pt x="230410" y="419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CCBB2E47-69D8-4567-B2CB-C073BA5F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07" y="2212547"/>
            <a:ext cx="24381" cy="4973"/>
          </a:xfrm>
          <a:custGeom xmlns:a="http://schemas.openxmlformats.org/drawingml/2006/main">
            <a:pathLst>
              <a:path w="24381" h="4973">
                <a:moveTo>
                  <a:pt x="0" y="0"/>
                </a:moveTo>
                <a:lnTo>
                  <a:pt x="9679" y="1878"/>
                </a:lnTo>
                <a:lnTo>
                  <a:pt x="24381" y="497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43425DE6-4B41-4A01-9601-17E39144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087" y="2086547"/>
            <a:ext cx="1557" cy="24725"/>
          </a:xfrm>
          <a:custGeom xmlns:a="http://schemas.openxmlformats.org/drawingml/2006/main">
            <a:pathLst>
              <a:path w="1557" h="24725">
                <a:moveTo>
                  <a:pt x="0" y="0"/>
                </a:moveTo>
                <a:lnTo>
                  <a:pt x="712" y="12269"/>
                </a:lnTo>
                <a:lnTo>
                  <a:pt x="1557" y="247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0BDB1F5-7A5D-4E07-935E-CD770D50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697" y="2152606"/>
            <a:ext cx="7420" cy="2418"/>
          </a:xfrm>
          <a:custGeom xmlns:a="http://schemas.openxmlformats.org/drawingml/2006/main">
            <a:pathLst>
              <a:path w="7420" h="2418">
                <a:moveTo>
                  <a:pt x="0" y="2418"/>
                </a:moveTo>
                <a:lnTo>
                  <a:pt x="3156" y="1369"/>
                </a:lnTo>
                <a:lnTo>
                  <a:pt x="74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303B011-8CBB-4B51-96FE-9BCB0552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327" y="2415014"/>
            <a:ext cx="273964" cy="19265"/>
          </a:xfrm>
          <a:custGeom xmlns:a="http://schemas.openxmlformats.org/drawingml/2006/main">
            <a:pathLst>
              <a:path w="273964" h="19265">
                <a:moveTo>
                  <a:pt x="273964" y="16091"/>
                </a:moveTo>
                <a:lnTo>
                  <a:pt x="267512" y="19265"/>
                </a:lnTo>
                <a:lnTo>
                  <a:pt x="194313" y="128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ECD689F3-15D5-4657-9974-88706054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06" y="2569436"/>
            <a:ext cx="33468" cy="11190"/>
          </a:xfrm>
          <a:custGeom xmlns:a="http://schemas.openxmlformats.org/drawingml/2006/main">
            <a:pathLst>
              <a:path w="33468" h="11190">
                <a:moveTo>
                  <a:pt x="33468" y="0"/>
                </a:moveTo>
                <a:lnTo>
                  <a:pt x="16393" y="6205"/>
                </a:lnTo>
                <a:lnTo>
                  <a:pt x="0" y="1119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D20E086-9633-4E04-AD20-86448062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060" y="2564036"/>
            <a:ext cx="435147" cy="27179"/>
          </a:xfrm>
          <a:custGeom xmlns:a="http://schemas.openxmlformats.org/drawingml/2006/main">
            <a:pathLst>
              <a:path w="435147" h="27179">
                <a:moveTo>
                  <a:pt x="435147" y="16590"/>
                </a:moveTo>
                <a:lnTo>
                  <a:pt x="392299" y="27179"/>
                </a:lnTo>
                <a:lnTo>
                  <a:pt x="372188" y="2543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2D99264B-438F-4F7A-BE85-74E7B9E0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22" y="2560329"/>
            <a:ext cx="32738" cy="3708"/>
          </a:xfrm>
          <a:custGeom xmlns:a="http://schemas.openxmlformats.org/drawingml/2006/main">
            <a:pathLst>
              <a:path w="32738" h="3708">
                <a:moveTo>
                  <a:pt x="32738" y="3708"/>
                </a:moveTo>
                <a:lnTo>
                  <a:pt x="19614" y="281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9C7F9A7C-0985-4A94-9DAA-E4873A2D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411" y="2522900"/>
            <a:ext cx="22896" cy="8135"/>
          </a:xfrm>
          <a:custGeom xmlns:a="http://schemas.openxmlformats.org/drawingml/2006/main">
            <a:pathLst>
              <a:path w="22896" h="8135">
                <a:moveTo>
                  <a:pt x="22896" y="0"/>
                </a:moveTo>
                <a:lnTo>
                  <a:pt x="12562" y="3569"/>
                </a:lnTo>
                <a:lnTo>
                  <a:pt x="0" y="813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FD40E170-EF6C-46EB-98C7-73FD14EA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851" y="1949850"/>
            <a:ext cx="50960" cy="40496"/>
          </a:xfrm>
          <a:custGeom xmlns:a="http://schemas.openxmlformats.org/drawingml/2006/main">
            <a:pathLst>
              <a:path w="50960" h="40496">
                <a:moveTo>
                  <a:pt x="0" y="40496"/>
                </a:moveTo>
                <a:lnTo>
                  <a:pt x="31271" y="28703"/>
                </a:lnTo>
                <a:lnTo>
                  <a:pt x="509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45C7F11-1B64-448F-9B91-9AB2F4AA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931" y="2022874"/>
            <a:ext cx="28953" cy="21625"/>
          </a:xfrm>
          <a:custGeom xmlns:a="http://schemas.openxmlformats.org/drawingml/2006/main">
            <a:pathLst>
              <a:path w="28953" h="21625">
                <a:moveTo>
                  <a:pt x="0" y="21625"/>
                </a:moveTo>
                <a:lnTo>
                  <a:pt x="20130" y="14689"/>
                </a:lnTo>
                <a:lnTo>
                  <a:pt x="28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D6035D3-39CE-49B6-B345-07D7059A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692" y="2175615"/>
            <a:ext cx="108327" cy="35309"/>
          </a:xfrm>
          <a:custGeom xmlns:a="http://schemas.openxmlformats.org/drawingml/2006/main">
            <a:pathLst>
              <a:path w="108327" h="35309">
                <a:moveTo>
                  <a:pt x="0" y="35309"/>
                </a:moveTo>
                <a:lnTo>
                  <a:pt x="31127" y="24916"/>
                </a:lnTo>
                <a:lnTo>
                  <a:pt x="54539" y="17422"/>
                </a:lnTo>
                <a:lnTo>
                  <a:pt x="1083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D4A528EE-0EF7-4C50-AC56-1733C5D3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745" y="1941180"/>
            <a:ext cx="198492" cy="127268"/>
          </a:xfrm>
          <a:custGeom xmlns:a="http://schemas.openxmlformats.org/drawingml/2006/main">
            <a:pathLst>
              <a:path w="198492" h="127268">
                <a:moveTo>
                  <a:pt x="198492" y="0"/>
                </a:moveTo>
                <a:lnTo>
                  <a:pt x="111255" y="89609"/>
                </a:lnTo>
                <a:lnTo>
                  <a:pt x="95961" y="102284"/>
                </a:lnTo>
                <a:lnTo>
                  <a:pt x="76004" y="110065"/>
                </a:lnTo>
                <a:lnTo>
                  <a:pt x="0" y="12726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153C4D8-1D35-47CB-8BAD-B3CC5FDC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903" y="2221833"/>
            <a:ext cx="136138" cy="40246"/>
          </a:xfrm>
          <a:custGeom xmlns:a="http://schemas.openxmlformats.org/drawingml/2006/main">
            <a:pathLst>
              <a:path w="136138" h="40246">
                <a:moveTo>
                  <a:pt x="136138" y="0"/>
                </a:moveTo>
                <a:lnTo>
                  <a:pt x="90263" y="21363"/>
                </a:lnTo>
                <a:lnTo>
                  <a:pt x="59194" y="29271"/>
                </a:lnTo>
                <a:lnTo>
                  <a:pt x="43570" y="33119"/>
                </a:lnTo>
                <a:lnTo>
                  <a:pt x="0" y="4024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C66413F-18AF-475F-B374-FB21DF78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254" y="2267685"/>
            <a:ext cx="167934" cy="65749"/>
          </a:xfrm>
          <a:custGeom xmlns:a="http://schemas.openxmlformats.org/drawingml/2006/main">
            <a:pathLst>
              <a:path w="167934" h="65749">
                <a:moveTo>
                  <a:pt x="167934" y="0"/>
                </a:moveTo>
                <a:lnTo>
                  <a:pt x="158779" y="3831"/>
                </a:lnTo>
                <a:lnTo>
                  <a:pt x="151877" y="8340"/>
                </a:lnTo>
                <a:lnTo>
                  <a:pt x="146326" y="13524"/>
                </a:lnTo>
                <a:lnTo>
                  <a:pt x="119810" y="42452"/>
                </a:lnTo>
                <a:lnTo>
                  <a:pt x="108378" y="51517"/>
                </a:lnTo>
                <a:lnTo>
                  <a:pt x="96798" y="59009"/>
                </a:lnTo>
                <a:lnTo>
                  <a:pt x="83725" y="63590"/>
                </a:lnTo>
                <a:lnTo>
                  <a:pt x="72315" y="65677"/>
                </a:lnTo>
                <a:lnTo>
                  <a:pt x="54734" y="65749"/>
                </a:lnTo>
                <a:lnTo>
                  <a:pt x="21606" y="62024"/>
                </a:lnTo>
                <a:lnTo>
                  <a:pt x="0" y="591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3026B170-7525-4975-B051-B4F4F5A4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42" y="2344828"/>
            <a:ext cx="113331" cy="89365"/>
          </a:xfrm>
          <a:custGeom xmlns:a="http://schemas.openxmlformats.org/drawingml/2006/main">
            <a:pathLst>
              <a:path w="113331" h="89365">
                <a:moveTo>
                  <a:pt x="113331" y="0"/>
                </a:moveTo>
                <a:lnTo>
                  <a:pt x="47450" y="68977"/>
                </a:lnTo>
                <a:lnTo>
                  <a:pt x="0" y="8936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4EAA6719-C1DE-4158-AF2F-C0CAC9D5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686" y="2064047"/>
            <a:ext cx="4755" cy="13930"/>
          </a:xfrm>
          <a:custGeom xmlns:a="http://schemas.openxmlformats.org/drawingml/2006/main">
            <a:pathLst>
              <a:path w="4755" h="13930">
                <a:moveTo>
                  <a:pt x="4755" y="13930"/>
                </a:moveTo>
                <a:lnTo>
                  <a:pt x="2570" y="67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9B4A94AA-2531-4C0B-9149-23D08867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946" y="2727532"/>
            <a:ext cx="8771" cy="25765"/>
          </a:xfrm>
          <a:custGeom xmlns:a="http://schemas.openxmlformats.org/drawingml/2006/main">
            <a:pathLst>
              <a:path w="8771" h="25765">
                <a:moveTo>
                  <a:pt x="8771" y="25765"/>
                </a:moveTo>
                <a:lnTo>
                  <a:pt x="4110" y="1353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6FEBAEBC-4E6B-4D5A-82F5-9B1AAEB4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888" y="2469463"/>
            <a:ext cx="12953" cy="40183"/>
          </a:xfrm>
          <a:custGeom xmlns:a="http://schemas.openxmlformats.org/drawingml/2006/main">
            <a:pathLst>
              <a:path w="12953" h="40183">
                <a:moveTo>
                  <a:pt x="12953" y="40183"/>
                </a:moveTo>
                <a:lnTo>
                  <a:pt x="7958" y="2372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0C2E1D9-D79C-475D-B196-290A2BEC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754" y="2014283"/>
            <a:ext cx="240723" cy="60187"/>
          </a:xfrm>
          <a:custGeom xmlns:a="http://schemas.openxmlformats.org/drawingml/2006/main">
            <a:pathLst>
              <a:path w="240723" h="60187">
                <a:moveTo>
                  <a:pt x="240723" y="5910"/>
                </a:moveTo>
                <a:lnTo>
                  <a:pt x="133852" y="58996"/>
                </a:lnTo>
                <a:lnTo>
                  <a:pt x="119826" y="60187"/>
                </a:lnTo>
                <a:lnTo>
                  <a:pt x="105667" y="56609"/>
                </a:lnTo>
                <a:lnTo>
                  <a:pt x="16131" y="859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5F662AC6-0E0C-4B21-9891-95D81186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610" y="3418633"/>
            <a:ext cx="25516" cy="19338"/>
          </a:xfrm>
          <a:custGeom xmlns:a="http://schemas.openxmlformats.org/drawingml/2006/main">
            <a:pathLst>
              <a:path w="25516" h="19338">
                <a:moveTo>
                  <a:pt x="0" y="19338"/>
                </a:moveTo>
                <a:lnTo>
                  <a:pt x="13292" y="9414"/>
                </a:lnTo>
                <a:lnTo>
                  <a:pt x="255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169522E-9041-44F6-B3F0-E22CF365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827" y="3305766"/>
            <a:ext cx="28581" cy="8460"/>
          </a:xfrm>
          <a:custGeom xmlns:a="http://schemas.openxmlformats.org/drawingml/2006/main">
            <a:pathLst>
              <a:path w="28581" h="8460">
                <a:moveTo>
                  <a:pt x="0" y="8460"/>
                </a:moveTo>
                <a:lnTo>
                  <a:pt x="15753" y="4055"/>
                </a:lnTo>
                <a:lnTo>
                  <a:pt x="285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E5C2C207-72DB-442A-A5A2-2AE1BF99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384" y="3385648"/>
            <a:ext cx="31199" cy="7370"/>
          </a:xfrm>
          <a:custGeom xmlns:a="http://schemas.openxmlformats.org/drawingml/2006/main">
            <a:pathLst>
              <a:path w="31199" h="7370">
                <a:moveTo>
                  <a:pt x="0" y="7370"/>
                </a:moveTo>
                <a:lnTo>
                  <a:pt x="13923" y="3798"/>
                </a:lnTo>
                <a:lnTo>
                  <a:pt x="311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9BBAFA16-CEE1-4A8B-A8D4-42FA8AA4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37" y="3450197"/>
            <a:ext cx="8560" cy="2220"/>
          </a:xfrm>
          <a:custGeom xmlns:a="http://schemas.openxmlformats.org/drawingml/2006/main">
            <a:pathLst>
              <a:path w="8560" h="2220">
                <a:moveTo>
                  <a:pt x="0" y="2220"/>
                </a:moveTo>
                <a:lnTo>
                  <a:pt x="5036" y="903"/>
                </a:lnTo>
                <a:lnTo>
                  <a:pt x="8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68634D82-28BD-4211-994F-0631ABFB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706" y="3452417"/>
            <a:ext cx="237531" cy="47728"/>
          </a:xfrm>
          <a:custGeom xmlns:a="http://schemas.openxmlformats.org/drawingml/2006/main">
            <a:pathLst>
              <a:path w="237531" h="47728">
                <a:moveTo>
                  <a:pt x="0" y="46564"/>
                </a:moveTo>
                <a:lnTo>
                  <a:pt x="53943" y="47728"/>
                </a:lnTo>
                <a:lnTo>
                  <a:pt x="2375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54436FE0-1229-4665-AAB5-36BEC0E5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890" y="3498196"/>
            <a:ext cx="20816" cy="953"/>
          </a:xfrm>
          <a:custGeom xmlns:a="http://schemas.openxmlformats.org/drawingml/2006/main">
            <a:pathLst>
              <a:path w="20816" h="953">
                <a:moveTo>
                  <a:pt x="0" y="0"/>
                </a:moveTo>
                <a:lnTo>
                  <a:pt x="9162" y="534"/>
                </a:lnTo>
                <a:lnTo>
                  <a:pt x="20816" y="78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D8C8BE87-E100-4A05-A7DD-27079A22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38" y="3485154"/>
            <a:ext cx="37242" cy="1814"/>
          </a:xfrm>
          <a:custGeom xmlns:a="http://schemas.openxmlformats.org/drawingml/2006/main">
            <a:pathLst>
              <a:path w="37242" h="1814">
                <a:moveTo>
                  <a:pt x="0" y="0"/>
                </a:moveTo>
                <a:lnTo>
                  <a:pt x="15181" y="532"/>
                </a:lnTo>
                <a:lnTo>
                  <a:pt x="37242" y="18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6BE05B1C-8459-47B8-8891-CC5BEA18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170" y="3470892"/>
            <a:ext cx="258568" cy="14263"/>
          </a:xfrm>
          <a:custGeom xmlns:a="http://schemas.openxmlformats.org/drawingml/2006/main">
            <a:pathLst>
              <a:path w="258568" h="14263">
                <a:moveTo>
                  <a:pt x="0" y="0"/>
                </a:moveTo>
                <a:lnTo>
                  <a:pt x="202491" y="12294"/>
                </a:lnTo>
                <a:lnTo>
                  <a:pt x="258568" y="1426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93123DB1-942F-44A5-A8EC-3BDE3632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404" y="3938105"/>
            <a:ext cx="301728" cy="174947"/>
          </a:xfrm>
          <a:custGeom xmlns:a="http://schemas.openxmlformats.org/drawingml/2006/main">
            <a:pathLst>
              <a:path w="301728" h="174947">
                <a:moveTo>
                  <a:pt x="0" y="11366"/>
                </a:moveTo>
                <a:lnTo>
                  <a:pt x="32512" y="1012"/>
                </a:lnTo>
                <a:lnTo>
                  <a:pt x="45233" y="0"/>
                </a:lnTo>
                <a:lnTo>
                  <a:pt x="57907" y="3334"/>
                </a:lnTo>
                <a:lnTo>
                  <a:pt x="207095" y="108630"/>
                </a:lnTo>
                <a:lnTo>
                  <a:pt x="301728" y="17494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242F267C-9770-4133-A90A-D1A5E798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923" y="3949471"/>
            <a:ext cx="31480" cy="12030"/>
          </a:xfrm>
          <a:custGeom xmlns:a="http://schemas.openxmlformats.org/drawingml/2006/main">
            <a:pathLst>
              <a:path w="31480" h="12030">
                <a:moveTo>
                  <a:pt x="0" y="12030"/>
                </a:moveTo>
                <a:lnTo>
                  <a:pt x="16568" y="5679"/>
                </a:lnTo>
                <a:lnTo>
                  <a:pt x="314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4ACBE6B1-F2C6-42E6-A92C-26A0525C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959" y="3961500"/>
            <a:ext cx="34964" cy="13397"/>
          </a:xfrm>
          <a:custGeom xmlns:a="http://schemas.openxmlformats.org/drawingml/2006/main">
            <a:pathLst>
              <a:path w="34964" h="13397">
                <a:moveTo>
                  <a:pt x="0" y="13397"/>
                </a:moveTo>
                <a:lnTo>
                  <a:pt x="17579" y="6664"/>
                </a:lnTo>
                <a:lnTo>
                  <a:pt x="349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5B44D37C-C65F-4F41-81B5-87EF7CF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13" y="3974898"/>
            <a:ext cx="176246" cy="45759"/>
          </a:xfrm>
          <a:custGeom xmlns:a="http://schemas.openxmlformats.org/drawingml/2006/main">
            <a:pathLst>
              <a:path w="176246" h="45759">
                <a:moveTo>
                  <a:pt x="0" y="45759"/>
                </a:moveTo>
                <a:lnTo>
                  <a:pt x="110444" y="21073"/>
                </a:lnTo>
                <a:lnTo>
                  <a:pt x="1762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34316562-1784-4CAA-857A-1181E223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126" y="4559128"/>
            <a:ext cx="137560" cy="311248"/>
          </a:xfrm>
          <a:custGeom xmlns:a="http://schemas.openxmlformats.org/drawingml/2006/main">
            <a:pathLst>
              <a:path w="137560" h="311248">
                <a:moveTo>
                  <a:pt x="137560" y="311248"/>
                </a:moveTo>
                <a:lnTo>
                  <a:pt x="52868" y="11723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6526451F-12D5-449D-8591-1B0AF01B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767" y="4329409"/>
            <a:ext cx="6948" cy="15902"/>
          </a:xfrm>
          <a:custGeom xmlns:a="http://schemas.openxmlformats.org/drawingml/2006/main">
            <a:pathLst>
              <a:path w="6948" h="15902">
                <a:moveTo>
                  <a:pt x="6948" y="15902"/>
                </a:moveTo>
                <a:lnTo>
                  <a:pt x="2924" y="698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7DA344C-790C-4563-9731-800DCD4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780" y="3519319"/>
            <a:ext cx="7232" cy="28155"/>
          </a:xfrm>
          <a:custGeom xmlns:a="http://schemas.openxmlformats.org/drawingml/2006/main">
            <a:pathLst>
              <a:path w="7232" h="28155">
                <a:moveTo>
                  <a:pt x="7232" y="28155"/>
                </a:moveTo>
                <a:lnTo>
                  <a:pt x="3345" y="1320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DC70D30D-CD72-4E56-89C7-2F32BE84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012" y="3547474"/>
            <a:ext cx="154701" cy="473182"/>
          </a:xfrm>
          <a:custGeom xmlns:a="http://schemas.openxmlformats.org/drawingml/2006/main">
            <a:pathLst>
              <a:path w="154701" h="473182">
                <a:moveTo>
                  <a:pt x="154701" y="473182"/>
                </a:moveTo>
                <a:lnTo>
                  <a:pt x="108959" y="376603"/>
                </a:lnTo>
                <a:lnTo>
                  <a:pt x="35773" y="171863"/>
                </a:lnTo>
                <a:lnTo>
                  <a:pt x="33880" y="10915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E94B38C8-C31D-48D3-9AC7-C902083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18" y="4310673"/>
            <a:ext cx="28812" cy="19870"/>
          </a:xfrm>
          <a:custGeom xmlns:a="http://schemas.openxmlformats.org/drawingml/2006/main">
            <a:pathLst>
              <a:path w="28812" h="19870">
                <a:moveTo>
                  <a:pt x="0" y="19870"/>
                </a:moveTo>
                <a:lnTo>
                  <a:pt x="14658" y="9765"/>
                </a:lnTo>
                <a:lnTo>
                  <a:pt x="28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20AEDF8F-73FF-4CC3-8A8B-6992439F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830" y="4020657"/>
            <a:ext cx="312542" cy="290016"/>
          </a:xfrm>
          <a:custGeom xmlns:a="http://schemas.openxmlformats.org/drawingml/2006/main">
            <a:pathLst>
              <a:path w="312542" h="290016">
                <a:moveTo>
                  <a:pt x="0" y="290016"/>
                </a:moveTo>
                <a:lnTo>
                  <a:pt x="127631" y="236365"/>
                </a:lnTo>
                <a:lnTo>
                  <a:pt x="146946" y="227265"/>
                </a:lnTo>
                <a:lnTo>
                  <a:pt x="239021" y="161298"/>
                </a:lnTo>
                <a:lnTo>
                  <a:pt x="303754" y="71458"/>
                </a:lnTo>
                <a:lnTo>
                  <a:pt x="312542" y="40548"/>
                </a:lnTo>
                <a:lnTo>
                  <a:pt x="3068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58EA206-4715-47A0-B41C-48265E08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164" y="4128579"/>
            <a:ext cx="743390" cy="285109"/>
          </a:xfrm>
          <a:custGeom xmlns:a="http://schemas.openxmlformats.org/drawingml/2006/main">
            <a:pathLst>
              <a:path w="743390" h="285109">
                <a:moveTo>
                  <a:pt x="0" y="0"/>
                </a:moveTo>
                <a:lnTo>
                  <a:pt x="123929" y="89609"/>
                </a:lnTo>
                <a:lnTo>
                  <a:pt x="176406" y="127023"/>
                </a:lnTo>
                <a:lnTo>
                  <a:pt x="212262" y="144922"/>
                </a:lnTo>
                <a:lnTo>
                  <a:pt x="249658" y="154472"/>
                </a:lnTo>
                <a:lnTo>
                  <a:pt x="379620" y="187129"/>
                </a:lnTo>
                <a:lnTo>
                  <a:pt x="625475" y="252706"/>
                </a:lnTo>
                <a:lnTo>
                  <a:pt x="743390" y="28510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44CF4907-629B-4669-9168-ECA660B9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292" y="2200288"/>
            <a:ext cx="4860" cy="4864"/>
          </a:xfrm>
          <a:custGeom xmlns:a="http://schemas.openxmlformats.org/drawingml/2006/main">
            <a:pathLst>
              <a:path w="4860" h="4864">
                <a:moveTo>
                  <a:pt x="2126" y="0"/>
                </a:moveTo>
                <a:lnTo>
                  <a:pt x="2678" y="860"/>
                </a:lnTo>
                <a:lnTo>
                  <a:pt x="3534" y="309"/>
                </a:lnTo>
                <a:lnTo>
                  <a:pt x="4860" y="2369"/>
                </a:lnTo>
                <a:lnTo>
                  <a:pt x="4142" y="2834"/>
                </a:lnTo>
                <a:lnTo>
                  <a:pt x="4578" y="3506"/>
                </a:lnTo>
                <a:lnTo>
                  <a:pt x="2456" y="4864"/>
                </a:lnTo>
                <a:lnTo>
                  <a:pt x="1927" y="4050"/>
                </a:lnTo>
                <a:lnTo>
                  <a:pt x="1280" y="4468"/>
                </a:lnTo>
                <a:lnTo>
                  <a:pt x="0" y="2479"/>
                </a:lnTo>
                <a:lnTo>
                  <a:pt x="801" y="1966"/>
                </a:lnTo>
                <a:lnTo>
                  <a:pt x="294" y="1178"/>
                </a:lnTo>
                <a:lnTo>
                  <a:pt x="2126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99B15CBF-BC24-4376-BADB-FA4EEC4D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982" y="4173693"/>
            <a:ext cx="24280" cy="25583"/>
          </a:xfrm>
          <a:custGeom xmlns:a="http://schemas.openxmlformats.org/drawingml/2006/main">
            <a:pathLst>
              <a:path w="24280" h="25583">
                <a:moveTo>
                  <a:pt x="2937" y="13436"/>
                </a:moveTo>
                <a:lnTo>
                  <a:pt x="8398" y="9192"/>
                </a:lnTo>
                <a:lnTo>
                  <a:pt x="9130" y="7761"/>
                </a:lnTo>
                <a:lnTo>
                  <a:pt x="7940" y="6244"/>
                </a:lnTo>
                <a:lnTo>
                  <a:pt x="19463" y="0"/>
                </a:lnTo>
                <a:lnTo>
                  <a:pt x="24280" y="2405"/>
                </a:lnTo>
                <a:lnTo>
                  <a:pt x="23756" y="3056"/>
                </a:lnTo>
                <a:lnTo>
                  <a:pt x="21313" y="8732"/>
                </a:lnTo>
                <a:lnTo>
                  <a:pt x="20741" y="10751"/>
                </a:lnTo>
                <a:lnTo>
                  <a:pt x="20493" y="13608"/>
                </a:lnTo>
                <a:lnTo>
                  <a:pt x="20865" y="16468"/>
                </a:lnTo>
                <a:lnTo>
                  <a:pt x="17159" y="23798"/>
                </a:lnTo>
                <a:lnTo>
                  <a:pt x="11354" y="25583"/>
                </a:lnTo>
                <a:lnTo>
                  <a:pt x="0" y="17358"/>
                </a:lnTo>
                <a:lnTo>
                  <a:pt x="2937" y="134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775C3E09-16DC-45BF-9054-A6980E58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723" y="4195849"/>
            <a:ext cx="30745" cy="17508"/>
          </a:xfrm>
          <a:custGeom xmlns:a="http://schemas.openxmlformats.org/drawingml/2006/main">
            <a:pathLst>
              <a:path w="30745" h="17508">
                <a:moveTo>
                  <a:pt x="882" y="9906"/>
                </a:moveTo>
                <a:lnTo>
                  <a:pt x="1481" y="10000"/>
                </a:lnTo>
                <a:lnTo>
                  <a:pt x="2392" y="10040"/>
                </a:lnTo>
                <a:lnTo>
                  <a:pt x="13094" y="9892"/>
                </a:lnTo>
                <a:lnTo>
                  <a:pt x="13912" y="9816"/>
                </a:lnTo>
                <a:lnTo>
                  <a:pt x="14729" y="9694"/>
                </a:lnTo>
                <a:lnTo>
                  <a:pt x="15528" y="9527"/>
                </a:lnTo>
                <a:lnTo>
                  <a:pt x="16326" y="9306"/>
                </a:lnTo>
                <a:lnTo>
                  <a:pt x="17481" y="8893"/>
                </a:lnTo>
                <a:lnTo>
                  <a:pt x="18231" y="8554"/>
                </a:lnTo>
                <a:lnTo>
                  <a:pt x="18957" y="8170"/>
                </a:lnTo>
                <a:lnTo>
                  <a:pt x="20005" y="7514"/>
                </a:lnTo>
                <a:lnTo>
                  <a:pt x="27997" y="452"/>
                </a:lnTo>
                <a:lnTo>
                  <a:pt x="28917" y="0"/>
                </a:lnTo>
                <a:lnTo>
                  <a:pt x="30745" y="990"/>
                </a:lnTo>
                <a:lnTo>
                  <a:pt x="29724" y="2666"/>
                </a:lnTo>
                <a:lnTo>
                  <a:pt x="28589" y="4882"/>
                </a:lnTo>
                <a:lnTo>
                  <a:pt x="27827" y="8127"/>
                </a:lnTo>
                <a:lnTo>
                  <a:pt x="25711" y="11025"/>
                </a:lnTo>
                <a:lnTo>
                  <a:pt x="22414" y="12733"/>
                </a:lnTo>
                <a:lnTo>
                  <a:pt x="21357" y="13044"/>
                </a:lnTo>
                <a:lnTo>
                  <a:pt x="16864" y="16351"/>
                </a:lnTo>
                <a:lnTo>
                  <a:pt x="15483" y="17508"/>
                </a:lnTo>
                <a:lnTo>
                  <a:pt x="0" y="9684"/>
                </a:lnTo>
                <a:lnTo>
                  <a:pt x="882" y="99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21671F53-CA4E-4BDA-8ED5-8735186C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39" y="4559937"/>
            <a:ext cx="231282" cy="132162"/>
          </a:xfrm>
          <a:custGeom xmlns:a="http://schemas.openxmlformats.org/drawingml/2006/main">
            <a:pathLst>
              <a:path w="231282" h="132162">
                <a:moveTo>
                  <a:pt x="5014" y="92139"/>
                </a:moveTo>
                <a:lnTo>
                  <a:pt x="10732" y="91678"/>
                </a:lnTo>
                <a:lnTo>
                  <a:pt x="38443" y="79522"/>
                </a:lnTo>
                <a:lnTo>
                  <a:pt x="219663" y="0"/>
                </a:lnTo>
                <a:lnTo>
                  <a:pt x="231282" y="25733"/>
                </a:lnTo>
                <a:lnTo>
                  <a:pt x="230147" y="28815"/>
                </a:lnTo>
                <a:lnTo>
                  <a:pt x="227187" y="32901"/>
                </a:lnTo>
                <a:lnTo>
                  <a:pt x="223057" y="34568"/>
                </a:lnTo>
                <a:lnTo>
                  <a:pt x="222217" y="32769"/>
                </a:lnTo>
                <a:lnTo>
                  <a:pt x="208498" y="39136"/>
                </a:lnTo>
                <a:lnTo>
                  <a:pt x="208498" y="41221"/>
                </a:lnTo>
                <a:lnTo>
                  <a:pt x="136514" y="72196"/>
                </a:lnTo>
                <a:lnTo>
                  <a:pt x="100167" y="88799"/>
                </a:lnTo>
                <a:lnTo>
                  <a:pt x="94947" y="91223"/>
                </a:lnTo>
                <a:lnTo>
                  <a:pt x="68683" y="103241"/>
                </a:lnTo>
                <a:lnTo>
                  <a:pt x="25340" y="123080"/>
                </a:lnTo>
                <a:lnTo>
                  <a:pt x="23205" y="124631"/>
                </a:lnTo>
                <a:lnTo>
                  <a:pt x="20860" y="126697"/>
                </a:lnTo>
                <a:lnTo>
                  <a:pt x="19360" y="129050"/>
                </a:lnTo>
                <a:lnTo>
                  <a:pt x="18098" y="132162"/>
                </a:lnTo>
                <a:lnTo>
                  <a:pt x="0" y="89065"/>
                </a:lnTo>
                <a:lnTo>
                  <a:pt x="5014" y="9213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D6B2599-4D03-4326-9575-7427136A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326" y="4288600"/>
            <a:ext cx="234711" cy="420046"/>
          </a:xfrm>
          <a:custGeom xmlns:a="http://schemas.openxmlformats.org/drawingml/2006/main">
            <a:pathLst>
              <a:path w="234711" h="420046">
                <a:moveTo>
                  <a:pt x="234711" y="403499"/>
                </a:moveTo>
                <a:lnTo>
                  <a:pt x="234184" y="406564"/>
                </a:lnTo>
                <a:lnTo>
                  <a:pt x="188742" y="420046"/>
                </a:lnTo>
                <a:lnTo>
                  <a:pt x="173751" y="384737"/>
                </a:lnTo>
                <a:lnTo>
                  <a:pt x="170246" y="383846"/>
                </a:lnTo>
                <a:lnTo>
                  <a:pt x="121571" y="406520"/>
                </a:lnTo>
                <a:lnTo>
                  <a:pt x="119353" y="401797"/>
                </a:lnTo>
                <a:lnTo>
                  <a:pt x="118037" y="399081"/>
                </a:lnTo>
                <a:lnTo>
                  <a:pt x="115899" y="393991"/>
                </a:lnTo>
                <a:lnTo>
                  <a:pt x="116489" y="393711"/>
                </a:lnTo>
                <a:lnTo>
                  <a:pt x="155731" y="374684"/>
                </a:lnTo>
                <a:lnTo>
                  <a:pt x="159125" y="373291"/>
                </a:lnTo>
                <a:lnTo>
                  <a:pt x="165131" y="366811"/>
                </a:lnTo>
                <a:lnTo>
                  <a:pt x="117790" y="262740"/>
                </a:lnTo>
                <a:lnTo>
                  <a:pt x="36669" y="84397"/>
                </a:lnTo>
                <a:lnTo>
                  <a:pt x="26835" y="60447"/>
                </a:lnTo>
                <a:lnTo>
                  <a:pt x="24024" y="55839"/>
                </a:lnTo>
                <a:lnTo>
                  <a:pt x="23436" y="54488"/>
                </a:lnTo>
                <a:lnTo>
                  <a:pt x="20280" y="47175"/>
                </a:lnTo>
                <a:lnTo>
                  <a:pt x="19639" y="45699"/>
                </a:lnTo>
                <a:lnTo>
                  <a:pt x="13602" y="32623"/>
                </a:lnTo>
                <a:lnTo>
                  <a:pt x="10559" y="28541"/>
                </a:lnTo>
                <a:lnTo>
                  <a:pt x="6208" y="26024"/>
                </a:lnTo>
                <a:lnTo>
                  <a:pt x="0" y="24821"/>
                </a:lnTo>
                <a:lnTo>
                  <a:pt x="60666" y="0"/>
                </a:lnTo>
                <a:lnTo>
                  <a:pt x="58644" y="5200"/>
                </a:lnTo>
                <a:lnTo>
                  <a:pt x="58056" y="9770"/>
                </a:lnTo>
                <a:lnTo>
                  <a:pt x="59481" y="13649"/>
                </a:lnTo>
                <a:lnTo>
                  <a:pt x="60224" y="15360"/>
                </a:lnTo>
                <a:lnTo>
                  <a:pt x="64687" y="25671"/>
                </a:lnTo>
                <a:lnTo>
                  <a:pt x="65197" y="26842"/>
                </a:lnTo>
                <a:lnTo>
                  <a:pt x="69101" y="35847"/>
                </a:lnTo>
                <a:lnTo>
                  <a:pt x="163415" y="243371"/>
                </a:lnTo>
                <a:lnTo>
                  <a:pt x="171924" y="262128"/>
                </a:lnTo>
                <a:lnTo>
                  <a:pt x="172309" y="262983"/>
                </a:lnTo>
                <a:lnTo>
                  <a:pt x="216103" y="359277"/>
                </a:lnTo>
                <a:lnTo>
                  <a:pt x="216613" y="360402"/>
                </a:lnTo>
                <a:lnTo>
                  <a:pt x="234711" y="4034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51482290-90BB-47E9-B9B0-A3B9AAE5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455" y="3312110"/>
            <a:ext cx="49228" cy="39567"/>
          </a:xfrm>
          <a:custGeom xmlns:a="http://schemas.openxmlformats.org/drawingml/2006/main">
            <a:pathLst>
              <a:path w="49228" h="39567">
                <a:moveTo>
                  <a:pt x="9905" y="116"/>
                </a:moveTo>
                <a:lnTo>
                  <a:pt x="10833" y="0"/>
                </a:lnTo>
                <a:lnTo>
                  <a:pt x="16475" y="5533"/>
                </a:lnTo>
                <a:lnTo>
                  <a:pt x="16628" y="6449"/>
                </a:lnTo>
                <a:lnTo>
                  <a:pt x="16827" y="7227"/>
                </a:lnTo>
                <a:lnTo>
                  <a:pt x="18069" y="8396"/>
                </a:lnTo>
                <a:lnTo>
                  <a:pt x="18965" y="9147"/>
                </a:lnTo>
                <a:lnTo>
                  <a:pt x="20113" y="9954"/>
                </a:lnTo>
                <a:lnTo>
                  <a:pt x="21581" y="11646"/>
                </a:lnTo>
                <a:lnTo>
                  <a:pt x="22191" y="11930"/>
                </a:lnTo>
                <a:lnTo>
                  <a:pt x="22988" y="12546"/>
                </a:lnTo>
                <a:lnTo>
                  <a:pt x="23278" y="13176"/>
                </a:lnTo>
                <a:lnTo>
                  <a:pt x="24403" y="14130"/>
                </a:lnTo>
                <a:lnTo>
                  <a:pt x="31130" y="20618"/>
                </a:lnTo>
                <a:lnTo>
                  <a:pt x="32048" y="20757"/>
                </a:lnTo>
                <a:lnTo>
                  <a:pt x="32803" y="20591"/>
                </a:lnTo>
                <a:lnTo>
                  <a:pt x="33572" y="19961"/>
                </a:lnTo>
                <a:lnTo>
                  <a:pt x="34265" y="18968"/>
                </a:lnTo>
                <a:lnTo>
                  <a:pt x="34745" y="17725"/>
                </a:lnTo>
                <a:lnTo>
                  <a:pt x="34589" y="16673"/>
                </a:lnTo>
                <a:lnTo>
                  <a:pt x="34388" y="15831"/>
                </a:lnTo>
                <a:lnTo>
                  <a:pt x="39698" y="15835"/>
                </a:lnTo>
                <a:lnTo>
                  <a:pt x="39982" y="17276"/>
                </a:lnTo>
                <a:lnTo>
                  <a:pt x="40935" y="18890"/>
                </a:lnTo>
                <a:lnTo>
                  <a:pt x="41805" y="19304"/>
                </a:lnTo>
                <a:lnTo>
                  <a:pt x="43586" y="18974"/>
                </a:lnTo>
                <a:lnTo>
                  <a:pt x="45717" y="18981"/>
                </a:lnTo>
                <a:lnTo>
                  <a:pt x="45940" y="16233"/>
                </a:lnTo>
                <a:lnTo>
                  <a:pt x="49228" y="20299"/>
                </a:lnTo>
                <a:lnTo>
                  <a:pt x="29990" y="39567"/>
                </a:lnTo>
                <a:lnTo>
                  <a:pt x="0" y="10209"/>
                </a:lnTo>
                <a:lnTo>
                  <a:pt x="9905" y="11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0651A20-2424-479A-ADE1-EDAF612B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893" y="3332409"/>
            <a:ext cx="126733" cy="121735"/>
          </a:xfrm>
          <a:custGeom xmlns:a="http://schemas.openxmlformats.org/drawingml/2006/main">
            <a:pathLst>
              <a:path w="126733" h="121735">
                <a:moveTo>
                  <a:pt x="125866" y="12756"/>
                </a:moveTo>
                <a:lnTo>
                  <a:pt x="120702" y="18869"/>
                </a:lnTo>
                <a:lnTo>
                  <a:pt x="117940" y="22595"/>
                </a:lnTo>
                <a:lnTo>
                  <a:pt x="110024" y="30923"/>
                </a:lnTo>
                <a:lnTo>
                  <a:pt x="100727" y="40589"/>
                </a:lnTo>
                <a:lnTo>
                  <a:pt x="68263" y="72198"/>
                </a:lnTo>
                <a:lnTo>
                  <a:pt x="41204" y="98333"/>
                </a:lnTo>
                <a:lnTo>
                  <a:pt x="22700" y="116270"/>
                </a:lnTo>
                <a:lnTo>
                  <a:pt x="19164" y="119662"/>
                </a:lnTo>
                <a:lnTo>
                  <a:pt x="17469" y="120718"/>
                </a:lnTo>
                <a:lnTo>
                  <a:pt x="15130" y="121281"/>
                </a:lnTo>
                <a:lnTo>
                  <a:pt x="12893" y="121678"/>
                </a:lnTo>
                <a:lnTo>
                  <a:pt x="10746" y="121735"/>
                </a:lnTo>
                <a:lnTo>
                  <a:pt x="8614" y="121045"/>
                </a:lnTo>
                <a:lnTo>
                  <a:pt x="6957" y="120006"/>
                </a:lnTo>
                <a:lnTo>
                  <a:pt x="2440" y="116063"/>
                </a:lnTo>
                <a:lnTo>
                  <a:pt x="1288" y="115539"/>
                </a:lnTo>
                <a:lnTo>
                  <a:pt x="0" y="115773"/>
                </a:lnTo>
                <a:lnTo>
                  <a:pt x="4055" y="104689"/>
                </a:lnTo>
                <a:lnTo>
                  <a:pt x="23788" y="85745"/>
                </a:lnTo>
                <a:lnTo>
                  <a:pt x="42206" y="67947"/>
                </a:lnTo>
                <a:lnTo>
                  <a:pt x="42656" y="67234"/>
                </a:lnTo>
                <a:lnTo>
                  <a:pt x="43043" y="66267"/>
                </a:lnTo>
                <a:lnTo>
                  <a:pt x="43060" y="65046"/>
                </a:lnTo>
                <a:lnTo>
                  <a:pt x="44801" y="63396"/>
                </a:lnTo>
                <a:lnTo>
                  <a:pt x="45481" y="63579"/>
                </a:lnTo>
                <a:lnTo>
                  <a:pt x="46405" y="63308"/>
                </a:lnTo>
                <a:lnTo>
                  <a:pt x="47087" y="62934"/>
                </a:lnTo>
                <a:lnTo>
                  <a:pt x="47780" y="62360"/>
                </a:lnTo>
                <a:lnTo>
                  <a:pt x="50457" y="63163"/>
                </a:lnTo>
                <a:lnTo>
                  <a:pt x="52742" y="63285"/>
                </a:lnTo>
                <a:lnTo>
                  <a:pt x="54008" y="63087"/>
                </a:lnTo>
                <a:lnTo>
                  <a:pt x="55688" y="61849"/>
                </a:lnTo>
                <a:lnTo>
                  <a:pt x="97553" y="19268"/>
                </a:lnTo>
                <a:lnTo>
                  <a:pt x="116790" y="0"/>
                </a:lnTo>
                <a:lnTo>
                  <a:pt x="126733" y="12223"/>
                </a:lnTo>
                <a:lnTo>
                  <a:pt x="125866" y="12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F4AED09B-CEDC-49AB-B270-D3E08C61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9" y="3300393"/>
            <a:ext cx="32465" cy="27552"/>
          </a:xfrm>
          <a:custGeom xmlns:a="http://schemas.openxmlformats.org/drawingml/2006/main">
            <a:pathLst>
              <a:path w="32465" h="27552">
                <a:moveTo>
                  <a:pt x="32465" y="24695"/>
                </a:moveTo>
                <a:lnTo>
                  <a:pt x="32363" y="24662"/>
                </a:lnTo>
                <a:lnTo>
                  <a:pt x="30696" y="25289"/>
                </a:lnTo>
                <a:lnTo>
                  <a:pt x="29467" y="26288"/>
                </a:lnTo>
                <a:lnTo>
                  <a:pt x="28865" y="27552"/>
                </a:lnTo>
                <a:lnTo>
                  <a:pt x="23555" y="27548"/>
                </a:lnTo>
                <a:lnTo>
                  <a:pt x="22724" y="27151"/>
                </a:lnTo>
                <a:lnTo>
                  <a:pt x="22202" y="26837"/>
                </a:lnTo>
                <a:lnTo>
                  <a:pt x="21549" y="25533"/>
                </a:lnTo>
                <a:lnTo>
                  <a:pt x="20867" y="24049"/>
                </a:lnTo>
                <a:lnTo>
                  <a:pt x="20339" y="23270"/>
                </a:lnTo>
                <a:lnTo>
                  <a:pt x="19594" y="22716"/>
                </a:lnTo>
                <a:lnTo>
                  <a:pt x="19376" y="22504"/>
                </a:lnTo>
                <a:lnTo>
                  <a:pt x="18730" y="22111"/>
                </a:lnTo>
                <a:lnTo>
                  <a:pt x="18283" y="21886"/>
                </a:lnTo>
                <a:lnTo>
                  <a:pt x="17976" y="21238"/>
                </a:lnTo>
                <a:lnTo>
                  <a:pt x="17798" y="20423"/>
                </a:lnTo>
                <a:lnTo>
                  <a:pt x="16948" y="19945"/>
                </a:lnTo>
                <a:lnTo>
                  <a:pt x="16596" y="19718"/>
                </a:lnTo>
                <a:lnTo>
                  <a:pt x="15807" y="18345"/>
                </a:lnTo>
                <a:lnTo>
                  <a:pt x="14980" y="17875"/>
                </a:lnTo>
                <a:lnTo>
                  <a:pt x="14368" y="17327"/>
                </a:lnTo>
                <a:lnTo>
                  <a:pt x="13966" y="16673"/>
                </a:lnTo>
                <a:lnTo>
                  <a:pt x="13004" y="16152"/>
                </a:lnTo>
                <a:lnTo>
                  <a:pt x="11369" y="14665"/>
                </a:lnTo>
                <a:lnTo>
                  <a:pt x="10346" y="13955"/>
                </a:lnTo>
                <a:lnTo>
                  <a:pt x="9247" y="13774"/>
                </a:lnTo>
                <a:lnTo>
                  <a:pt x="7151" y="15689"/>
                </a:lnTo>
                <a:lnTo>
                  <a:pt x="6623" y="16158"/>
                </a:lnTo>
                <a:lnTo>
                  <a:pt x="5642" y="17250"/>
                </a:lnTo>
                <a:lnTo>
                  <a:pt x="0" y="11717"/>
                </a:lnTo>
                <a:lnTo>
                  <a:pt x="6228" y="5766"/>
                </a:lnTo>
                <a:lnTo>
                  <a:pt x="12394" y="0"/>
                </a:lnTo>
                <a:lnTo>
                  <a:pt x="32465" y="246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AC691F5F-F7D5-405C-A094-32855D00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611" y="2207880"/>
            <a:ext cx="349248" cy="170884"/>
          </a:xfrm>
          <a:custGeom xmlns:a="http://schemas.openxmlformats.org/drawingml/2006/main">
            <a:pathLst>
              <a:path w="349248" h="170884">
                <a:moveTo>
                  <a:pt x="133858" y="160861"/>
                </a:moveTo>
                <a:lnTo>
                  <a:pt x="130339" y="161875"/>
                </a:lnTo>
                <a:lnTo>
                  <a:pt x="125392" y="163336"/>
                </a:lnTo>
                <a:lnTo>
                  <a:pt x="116793" y="164621"/>
                </a:lnTo>
                <a:lnTo>
                  <a:pt x="105392" y="165561"/>
                </a:lnTo>
                <a:lnTo>
                  <a:pt x="92790" y="164975"/>
                </a:lnTo>
                <a:lnTo>
                  <a:pt x="78226" y="162538"/>
                </a:lnTo>
                <a:lnTo>
                  <a:pt x="68548" y="159506"/>
                </a:lnTo>
                <a:lnTo>
                  <a:pt x="60855" y="157096"/>
                </a:lnTo>
                <a:lnTo>
                  <a:pt x="48724" y="154922"/>
                </a:lnTo>
                <a:lnTo>
                  <a:pt x="42700" y="155082"/>
                </a:lnTo>
                <a:lnTo>
                  <a:pt x="39541" y="156268"/>
                </a:lnTo>
                <a:lnTo>
                  <a:pt x="28264" y="161686"/>
                </a:lnTo>
                <a:lnTo>
                  <a:pt x="16332" y="167422"/>
                </a:lnTo>
                <a:lnTo>
                  <a:pt x="12319" y="168986"/>
                </a:lnTo>
                <a:lnTo>
                  <a:pt x="9487" y="170081"/>
                </a:lnTo>
                <a:lnTo>
                  <a:pt x="6001" y="170884"/>
                </a:lnTo>
                <a:lnTo>
                  <a:pt x="2728" y="170479"/>
                </a:lnTo>
                <a:lnTo>
                  <a:pt x="334" y="168748"/>
                </a:lnTo>
                <a:lnTo>
                  <a:pt x="0" y="167300"/>
                </a:lnTo>
                <a:lnTo>
                  <a:pt x="2550" y="163142"/>
                </a:lnTo>
                <a:lnTo>
                  <a:pt x="8736" y="163406"/>
                </a:lnTo>
                <a:lnTo>
                  <a:pt x="16036" y="161947"/>
                </a:lnTo>
                <a:lnTo>
                  <a:pt x="25287" y="155407"/>
                </a:lnTo>
                <a:lnTo>
                  <a:pt x="34094" y="148925"/>
                </a:lnTo>
                <a:lnTo>
                  <a:pt x="45180" y="142820"/>
                </a:lnTo>
                <a:lnTo>
                  <a:pt x="52954" y="139671"/>
                </a:lnTo>
                <a:lnTo>
                  <a:pt x="65046" y="136800"/>
                </a:lnTo>
                <a:lnTo>
                  <a:pt x="77981" y="135237"/>
                </a:lnTo>
                <a:lnTo>
                  <a:pt x="91593" y="135850"/>
                </a:lnTo>
                <a:lnTo>
                  <a:pt x="100442" y="137054"/>
                </a:lnTo>
                <a:lnTo>
                  <a:pt x="104625" y="138155"/>
                </a:lnTo>
                <a:lnTo>
                  <a:pt x="106350" y="140732"/>
                </a:lnTo>
                <a:lnTo>
                  <a:pt x="107333" y="144159"/>
                </a:lnTo>
                <a:lnTo>
                  <a:pt x="109002" y="149880"/>
                </a:lnTo>
                <a:lnTo>
                  <a:pt x="111118" y="153349"/>
                </a:lnTo>
                <a:lnTo>
                  <a:pt x="113402" y="156203"/>
                </a:lnTo>
                <a:lnTo>
                  <a:pt x="116251" y="158059"/>
                </a:lnTo>
                <a:lnTo>
                  <a:pt x="119380" y="158294"/>
                </a:lnTo>
                <a:lnTo>
                  <a:pt x="124522" y="156828"/>
                </a:lnTo>
                <a:lnTo>
                  <a:pt x="135617" y="152744"/>
                </a:lnTo>
                <a:lnTo>
                  <a:pt x="137505" y="150563"/>
                </a:lnTo>
                <a:lnTo>
                  <a:pt x="144805" y="148465"/>
                </a:lnTo>
                <a:lnTo>
                  <a:pt x="150576" y="144851"/>
                </a:lnTo>
                <a:lnTo>
                  <a:pt x="155086" y="140377"/>
                </a:lnTo>
                <a:lnTo>
                  <a:pt x="156996" y="136501"/>
                </a:lnTo>
                <a:lnTo>
                  <a:pt x="158042" y="131591"/>
                </a:lnTo>
                <a:lnTo>
                  <a:pt x="159106" y="123346"/>
                </a:lnTo>
                <a:lnTo>
                  <a:pt x="161840" y="116870"/>
                </a:lnTo>
                <a:lnTo>
                  <a:pt x="166394" y="111758"/>
                </a:lnTo>
                <a:lnTo>
                  <a:pt x="170314" y="109231"/>
                </a:lnTo>
                <a:lnTo>
                  <a:pt x="174388" y="107246"/>
                </a:lnTo>
                <a:lnTo>
                  <a:pt x="177702" y="106466"/>
                </a:lnTo>
                <a:lnTo>
                  <a:pt x="180773" y="105984"/>
                </a:lnTo>
                <a:lnTo>
                  <a:pt x="187692" y="105499"/>
                </a:lnTo>
                <a:lnTo>
                  <a:pt x="194687" y="105988"/>
                </a:lnTo>
                <a:lnTo>
                  <a:pt x="210664" y="109152"/>
                </a:lnTo>
                <a:lnTo>
                  <a:pt x="223272" y="110994"/>
                </a:lnTo>
                <a:lnTo>
                  <a:pt x="233966" y="111557"/>
                </a:lnTo>
                <a:lnTo>
                  <a:pt x="243767" y="111452"/>
                </a:lnTo>
                <a:lnTo>
                  <a:pt x="253936" y="110307"/>
                </a:lnTo>
                <a:lnTo>
                  <a:pt x="254195" y="110828"/>
                </a:lnTo>
                <a:lnTo>
                  <a:pt x="261991" y="109155"/>
                </a:lnTo>
                <a:lnTo>
                  <a:pt x="269140" y="106624"/>
                </a:lnTo>
                <a:lnTo>
                  <a:pt x="276031" y="102788"/>
                </a:lnTo>
                <a:lnTo>
                  <a:pt x="281567" y="98943"/>
                </a:lnTo>
                <a:lnTo>
                  <a:pt x="286491" y="94768"/>
                </a:lnTo>
                <a:lnTo>
                  <a:pt x="286313" y="94362"/>
                </a:lnTo>
                <a:lnTo>
                  <a:pt x="289615" y="91214"/>
                </a:lnTo>
                <a:lnTo>
                  <a:pt x="293858" y="85955"/>
                </a:lnTo>
                <a:lnTo>
                  <a:pt x="297643" y="79587"/>
                </a:lnTo>
                <a:lnTo>
                  <a:pt x="301974" y="69052"/>
                </a:lnTo>
                <a:lnTo>
                  <a:pt x="304374" y="60298"/>
                </a:lnTo>
                <a:lnTo>
                  <a:pt x="305993" y="51575"/>
                </a:lnTo>
                <a:lnTo>
                  <a:pt x="307156" y="46233"/>
                </a:lnTo>
                <a:lnTo>
                  <a:pt x="308561" y="39492"/>
                </a:lnTo>
                <a:lnTo>
                  <a:pt x="308604" y="36704"/>
                </a:lnTo>
                <a:lnTo>
                  <a:pt x="308188" y="32616"/>
                </a:lnTo>
                <a:lnTo>
                  <a:pt x="310001" y="26346"/>
                </a:lnTo>
                <a:lnTo>
                  <a:pt x="314350" y="19408"/>
                </a:lnTo>
                <a:lnTo>
                  <a:pt x="319725" y="13272"/>
                </a:lnTo>
                <a:lnTo>
                  <a:pt x="323742" y="10223"/>
                </a:lnTo>
                <a:lnTo>
                  <a:pt x="347823" y="0"/>
                </a:lnTo>
                <a:lnTo>
                  <a:pt x="349248" y="2212"/>
                </a:lnTo>
                <a:lnTo>
                  <a:pt x="343513" y="5270"/>
                </a:lnTo>
                <a:lnTo>
                  <a:pt x="339207" y="7334"/>
                </a:lnTo>
                <a:lnTo>
                  <a:pt x="331109" y="11703"/>
                </a:lnTo>
                <a:lnTo>
                  <a:pt x="322063" y="16270"/>
                </a:lnTo>
                <a:lnTo>
                  <a:pt x="319836" y="20401"/>
                </a:lnTo>
                <a:lnTo>
                  <a:pt x="317669" y="29722"/>
                </a:lnTo>
                <a:lnTo>
                  <a:pt x="317778" y="36123"/>
                </a:lnTo>
                <a:lnTo>
                  <a:pt x="316816" y="40010"/>
                </a:lnTo>
                <a:lnTo>
                  <a:pt x="319205" y="44683"/>
                </a:lnTo>
                <a:lnTo>
                  <a:pt x="322948" y="50177"/>
                </a:lnTo>
                <a:lnTo>
                  <a:pt x="327654" y="56236"/>
                </a:lnTo>
                <a:lnTo>
                  <a:pt x="329436" y="59295"/>
                </a:lnTo>
                <a:lnTo>
                  <a:pt x="331976" y="64228"/>
                </a:lnTo>
                <a:lnTo>
                  <a:pt x="333109" y="67404"/>
                </a:lnTo>
                <a:lnTo>
                  <a:pt x="334358" y="73055"/>
                </a:lnTo>
                <a:lnTo>
                  <a:pt x="334796" y="79902"/>
                </a:lnTo>
                <a:lnTo>
                  <a:pt x="334740" y="88056"/>
                </a:lnTo>
                <a:lnTo>
                  <a:pt x="333405" y="94049"/>
                </a:lnTo>
                <a:lnTo>
                  <a:pt x="332353" y="98950"/>
                </a:lnTo>
                <a:lnTo>
                  <a:pt x="329922" y="105901"/>
                </a:lnTo>
                <a:lnTo>
                  <a:pt x="325345" y="113291"/>
                </a:lnTo>
                <a:lnTo>
                  <a:pt x="321770" y="118706"/>
                </a:lnTo>
                <a:lnTo>
                  <a:pt x="311525" y="129162"/>
                </a:lnTo>
                <a:lnTo>
                  <a:pt x="303088" y="135489"/>
                </a:lnTo>
                <a:lnTo>
                  <a:pt x="292458" y="141965"/>
                </a:lnTo>
                <a:lnTo>
                  <a:pt x="282788" y="146549"/>
                </a:lnTo>
                <a:lnTo>
                  <a:pt x="271061" y="149939"/>
                </a:lnTo>
                <a:lnTo>
                  <a:pt x="261105" y="152181"/>
                </a:lnTo>
                <a:lnTo>
                  <a:pt x="251097" y="153949"/>
                </a:lnTo>
                <a:lnTo>
                  <a:pt x="241265" y="154766"/>
                </a:lnTo>
                <a:lnTo>
                  <a:pt x="229521" y="153967"/>
                </a:lnTo>
                <a:lnTo>
                  <a:pt x="216962" y="151614"/>
                </a:lnTo>
                <a:lnTo>
                  <a:pt x="211350" y="149886"/>
                </a:lnTo>
                <a:lnTo>
                  <a:pt x="208613" y="148256"/>
                </a:lnTo>
                <a:lnTo>
                  <a:pt x="206355" y="145547"/>
                </a:lnTo>
                <a:lnTo>
                  <a:pt x="205475" y="140123"/>
                </a:lnTo>
                <a:lnTo>
                  <a:pt x="209520" y="129704"/>
                </a:lnTo>
                <a:lnTo>
                  <a:pt x="209958" y="126459"/>
                </a:lnTo>
                <a:lnTo>
                  <a:pt x="209008" y="124271"/>
                </a:lnTo>
                <a:lnTo>
                  <a:pt x="206648" y="121729"/>
                </a:lnTo>
                <a:lnTo>
                  <a:pt x="202328" y="119885"/>
                </a:lnTo>
                <a:lnTo>
                  <a:pt x="195617" y="118961"/>
                </a:lnTo>
                <a:lnTo>
                  <a:pt x="187775" y="120162"/>
                </a:lnTo>
                <a:lnTo>
                  <a:pt x="181417" y="122881"/>
                </a:lnTo>
                <a:lnTo>
                  <a:pt x="175929" y="126643"/>
                </a:lnTo>
                <a:lnTo>
                  <a:pt x="172664" y="129900"/>
                </a:lnTo>
                <a:lnTo>
                  <a:pt x="169736" y="134086"/>
                </a:lnTo>
                <a:lnTo>
                  <a:pt x="162229" y="145798"/>
                </a:lnTo>
                <a:lnTo>
                  <a:pt x="157445" y="150462"/>
                </a:lnTo>
                <a:lnTo>
                  <a:pt x="152874" y="153908"/>
                </a:lnTo>
                <a:lnTo>
                  <a:pt x="150147" y="155383"/>
                </a:lnTo>
                <a:lnTo>
                  <a:pt x="146615" y="156114"/>
                </a:lnTo>
                <a:lnTo>
                  <a:pt x="143592" y="156941"/>
                </a:lnTo>
                <a:lnTo>
                  <a:pt x="138100" y="158672"/>
                </a:lnTo>
                <a:lnTo>
                  <a:pt x="133858" y="1608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76CE0508-8F14-46D3-9DF5-0796A9DD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88" y="2977619"/>
            <a:ext cx="254709" cy="143515"/>
          </a:xfrm>
          <a:custGeom xmlns:a="http://schemas.openxmlformats.org/drawingml/2006/main">
            <a:pathLst>
              <a:path w="254709" h="143515">
                <a:moveTo>
                  <a:pt x="237532" y="143515"/>
                </a:moveTo>
                <a:lnTo>
                  <a:pt x="178803" y="86286"/>
                </a:lnTo>
                <a:lnTo>
                  <a:pt x="174640" y="82235"/>
                </a:lnTo>
                <a:lnTo>
                  <a:pt x="138546" y="45224"/>
                </a:lnTo>
                <a:lnTo>
                  <a:pt x="131257" y="38141"/>
                </a:lnTo>
                <a:lnTo>
                  <a:pt x="124324" y="31686"/>
                </a:lnTo>
                <a:lnTo>
                  <a:pt x="121807" y="29530"/>
                </a:lnTo>
                <a:lnTo>
                  <a:pt x="116858" y="24880"/>
                </a:lnTo>
                <a:lnTo>
                  <a:pt x="115084" y="23816"/>
                </a:lnTo>
                <a:lnTo>
                  <a:pt x="16367" y="126309"/>
                </a:lnTo>
                <a:lnTo>
                  <a:pt x="0" y="109093"/>
                </a:lnTo>
                <a:lnTo>
                  <a:pt x="5549" y="102387"/>
                </a:lnTo>
                <a:lnTo>
                  <a:pt x="8401" y="99077"/>
                </a:lnTo>
                <a:lnTo>
                  <a:pt x="11213" y="95559"/>
                </a:lnTo>
                <a:lnTo>
                  <a:pt x="24996" y="76327"/>
                </a:lnTo>
                <a:lnTo>
                  <a:pt x="28611" y="69454"/>
                </a:lnTo>
                <a:lnTo>
                  <a:pt x="33345" y="62724"/>
                </a:lnTo>
                <a:lnTo>
                  <a:pt x="50945" y="36668"/>
                </a:lnTo>
                <a:lnTo>
                  <a:pt x="58275" y="25851"/>
                </a:lnTo>
                <a:lnTo>
                  <a:pt x="60163" y="23232"/>
                </a:lnTo>
                <a:lnTo>
                  <a:pt x="61800" y="20830"/>
                </a:lnTo>
                <a:lnTo>
                  <a:pt x="63102" y="20103"/>
                </a:lnTo>
                <a:lnTo>
                  <a:pt x="64561" y="19781"/>
                </a:lnTo>
                <a:lnTo>
                  <a:pt x="66137" y="19912"/>
                </a:lnTo>
                <a:lnTo>
                  <a:pt x="67598" y="20529"/>
                </a:lnTo>
                <a:lnTo>
                  <a:pt x="70447" y="22585"/>
                </a:lnTo>
                <a:lnTo>
                  <a:pt x="72185" y="24378"/>
                </a:lnTo>
                <a:lnTo>
                  <a:pt x="77440" y="29822"/>
                </a:lnTo>
                <a:lnTo>
                  <a:pt x="82516" y="34650"/>
                </a:lnTo>
                <a:lnTo>
                  <a:pt x="87649" y="39514"/>
                </a:lnTo>
                <a:lnTo>
                  <a:pt x="88194" y="39900"/>
                </a:lnTo>
                <a:lnTo>
                  <a:pt x="88801" y="40057"/>
                </a:lnTo>
                <a:lnTo>
                  <a:pt x="89509" y="40038"/>
                </a:lnTo>
                <a:lnTo>
                  <a:pt x="90302" y="39662"/>
                </a:lnTo>
                <a:lnTo>
                  <a:pt x="91765" y="38257"/>
                </a:lnTo>
                <a:lnTo>
                  <a:pt x="103989" y="25852"/>
                </a:lnTo>
                <a:lnTo>
                  <a:pt x="123286" y="6154"/>
                </a:lnTo>
                <a:lnTo>
                  <a:pt x="123450" y="5840"/>
                </a:lnTo>
                <a:lnTo>
                  <a:pt x="123522" y="5583"/>
                </a:lnTo>
                <a:lnTo>
                  <a:pt x="123521" y="5346"/>
                </a:lnTo>
                <a:lnTo>
                  <a:pt x="123460" y="5148"/>
                </a:lnTo>
                <a:lnTo>
                  <a:pt x="122008" y="3829"/>
                </a:lnTo>
                <a:lnTo>
                  <a:pt x="121611" y="3366"/>
                </a:lnTo>
                <a:lnTo>
                  <a:pt x="121522" y="2776"/>
                </a:lnTo>
                <a:lnTo>
                  <a:pt x="121697" y="2225"/>
                </a:lnTo>
                <a:lnTo>
                  <a:pt x="122275" y="1490"/>
                </a:lnTo>
                <a:lnTo>
                  <a:pt x="123841" y="0"/>
                </a:lnTo>
                <a:lnTo>
                  <a:pt x="126263" y="2349"/>
                </a:lnTo>
                <a:lnTo>
                  <a:pt x="134737" y="10567"/>
                </a:lnTo>
                <a:lnTo>
                  <a:pt x="136443" y="12206"/>
                </a:lnTo>
                <a:lnTo>
                  <a:pt x="142122" y="17675"/>
                </a:lnTo>
                <a:lnTo>
                  <a:pt x="156680" y="31687"/>
                </a:lnTo>
                <a:lnTo>
                  <a:pt x="171547" y="46001"/>
                </a:lnTo>
                <a:lnTo>
                  <a:pt x="201545" y="74867"/>
                </a:lnTo>
                <a:lnTo>
                  <a:pt x="210127" y="83127"/>
                </a:lnTo>
                <a:lnTo>
                  <a:pt x="223992" y="96465"/>
                </a:lnTo>
                <a:lnTo>
                  <a:pt x="234354" y="106436"/>
                </a:lnTo>
                <a:lnTo>
                  <a:pt x="243079" y="114838"/>
                </a:lnTo>
                <a:lnTo>
                  <a:pt x="254709" y="126113"/>
                </a:lnTo>
                <a:lnTo>
                  <a:pt x="237532" y="14351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1501392B-2D82-46BF-A9C6-3C1A0E5C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724" y="1884363"/>
            <a:ext cx="856581" cy="214453"/>
          </a:xfrm>
          <a:custGeom xmlns:a="http://schemas.openxmlformats.org/drawingml/2006/main">
            <a:pathLst>
              <a:path w="856581" h="214453">
                <a:moveTo>
                  <a:pt x="821816" y="117422"/>
                </a:moveTo>
                <a:lnTo>
                  <a:pt x="813222" y="120326"/>
                </a:lnTo>
                <a:lnTo>
                  <a:pt x="679297" y="165598"/>
                </a:lnTo>
                <a:lnTo>
                  <a:pt x="646813" y="176725"/>
                </a:lnTo>
                <a:lnTo>
                  <a:pt x="545041" y="212577"/>
                </a:lnTo>
                <a:lnTo>
                  <a:pt x="529075" y="214453"/>
                </a:lnTo>
                <a:lnTo>
                  <a:pt x="339801" y="180025"/>
                </a:lnTo>
                <a:lnTo>
                  <a:pt x="313616" y="174716"/>
                </a:lnTo>
                <a:lnTo>
                  <a:pt x="167898" y="146172"/>
                </a:lnTo>
                <a:lnTo>
                  <a:pt x="157837" y="140733"/>
                </a:lnTo>
                <a:lnTo>
                  <a:pt x="0" y="0"/>
                </a:lnTo>
                <a:lnTo>
                  <a:pt x="856581" y="105669"/>
                </a:lnTo>
                <a:lnTo>
                  <a:pt x="821816" y="1174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4FF0C91E-1746-4FD2-A7BF-ED7C0653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749" y="1801989"/>
            <a:ext cx="242485" cy="564823"/>
          </a:xfrm>
          <a:custGeom xmlns:a="http://schemas.openxmlformats.org/drawingml/2006/main">
            <a:pathLst>
              <a:path w="242485" h="564823">
                <a:moveTo>
                  <a:pt x="39444" y="926"/>
                </a:moveTo>
                <a:lnTo>
                  <a:pt x="39016" y="1174"/>
                </a:lnTo>
                <a:lnTo>
                  <a:pt x="38608" y="1559"/>
                </a:lnTo>
                <a:lnTo>
                  <a:pt x="38446" y="1982"/>
                </a:lnTo>
                <a:lnTo>
                  <a:pt x="38549" y="2917"/>
                </a:lnTo>
                <a:lnTo>
                  <a:pt x="42197" y="10609"/>
                </a:lnTo>
                <a:lnTo>
                  <a:pt x="45988" y="19937"/>
                </a:lnTo>
                <a:lnTo>
                  <a:pt x="47848" y="19633"/>
                </a:lnTo>
                <a:lnTo>
                  <a:pt x="49491" y="19326"/>
                </a:lnTo>
                <a:lnTo>
                  <a:pt x="50867" y="19308"/>
                </a:lnTo>
                <a:lnTo>
                  <a:pt x="52215" y="19473"/>
                </a:lnTo>
                <a:lnTo>
                  <a:pt x="53967" y="19937"/>
                </a:lnTo>
                <a:lnTo>
                  <a:pt x="55327" y="20530"/>
                </a:lnTo>
                <a:lnTo>
                  <a:pt x="56462" y="21292"/>
                </a:lnTo>
                <a:lnTo>
                  <a:pt x="57454" y="22350"/>
                </a:lnTo>
                <a:lnTo>
                  <a:pt x="58793" y="24073"/>
                </a:lnTo>
                <a:lnTo>
                  <a:pt x="59514" y="25611"/>
                </a:lnTo>
                <a:lnTo>
                  <a:pt x="69754" y="49489"/>
                </a:lnTo>
                <a:lnTo>
                  <a:pt x="70786" y="50992"/>
                </a:lnTo>
                <a:lnTo>
                  <a:pt x="72453" y="51814"/>
                </a:lnTo>
                <a:lnTo>
                  <a:pt x="75238" y="51085"/>
                </a:lnTo>
                <a:lnTo>
                  <a:pt x="78081" y="53579"/>
                </a:lnTo>
                <a:lnTo>
                  <a:pt x="78640" y="54065"/>
                </a:lnTo>
                <a:lnTo>
                  <a:pt x="78846" y="54679"/>
                </a:lnTo>
                <a:lnTo>
                  <a:pt x="81760" y="63292"/>
                </a:lnTo>
                <a:lnTo>
                  <a:pt x="82007" y="64014"/>
                </a:lnTo>
                <a:lnTo>
                  <a:pt x="81796" y="64894"/>
                </a:lnTo>
                <a:lnTo>
                  <a:pt x="81017" y="68139"/>
                </a:lnTo>
                <a:lnTo>
                  <a:pt x="79960" y="68449"/>
                </a:lnTo>
                <a:lnTo>
                  <a:pt x="82242" y="74838"/>
                </a:lnTo>
                <a:lnTo>
                  <a:pt x="113724" y="164541"/>
                </a:lnTo>
                <a:lnTo>
                  <a:pt x="121408" y="187010"/>
                </a:lnTo>
                <a:lnTo>
                  <a:pt x="144625" y="254149"/>
                </a:lnTo>
                <a:lnTo>
                  <a:pt x="142847" y="254815"/>
                </a:lnTo>
                <a:lnTo>
                  <a:pt x="138679" y="256200"/>
                </a:lnTo>
                <a:lnTo>
                  <a:pt x="141287" y="263974"/>
                </a:lnTo>
                <a:lnTo>
                  <a:pt x="145455" y="262562"/>
                </a:lnTo>
                <a:lnTo>
                  <a:pt x="147252" y="261995"/>
                </a:lnTo>
                <a:lnTo>
                  <a:pt x="166435" y="317982"/>
                </a:lnTo>
                <a:lnTo>
                  <a:pt x="173495" y="338355"/>
                </a:lnTo>
                <a:lnTo>
                  <a:pt x="175556" y="344622"/>
                </a:lnTo>
                <a:lnTo>
                  <a:pt x="177048" y="348973"/>
                </a:lnTo>
                <a:lnTo>
                  <a:pt x="178709" y="353821"/>
                </a:lnTo>
                <a:lnTo>
                  <a:pt x="180354" y="358906"/>
                </a:lnTo>
                <a:lnTo>
                  <a:pt x="195029" y="402049"/>
                </a:lnTo>
                <a:lnTo>
                  <a:pt x="195198" y="402537"/>
                </a:lnTo>
                <a:lnTo>
                  <a:pt x="195253" y="402708"/>
                </a:lnTo>
                <a:lnTo>
                  <a:pt x="242485" y="542521"/>
                </a:lnTo>
                <a:lnTo>
                  <a:pt x="178429" y="564611"/>
                </a:lnTo>
                <a:lnTo>
                  <a:pt x="177632" y="564823"/>
                </a:lnTo>
                <a:lnTo>
                  <a:pt x="143245" y="463866"/>
                </a:lnTo>
                <a:lnTo>
                  <a:pt x="138425" y="462736"/>
                </a:lnTo>
                <a:lnTo>
                  <a:pt x="134136" y="449751"/>
                </a:lnTo>
                <a:lnTo>
                  <a:pt x="136660" y="445667"/>
                </a:lnTo>
                <a:lnTo>
                  <a:pt x="123474" y="407366"/>
                </a:lnTo>
                <a:lnTo>
                  <a:pt x="135170" y="403224"/>
                </a:lnTo>
                <a:lnTo>
                  <a:pt x="142442" y="424438"/>
                </a:lnTo>
                <a:lnTo>
                  <a:pt x="144284" y="425136"/>
                </a:lnTo>
                <a:lnTo>
                  <a:pt x="145474" y="423320"/>
                </a:lnTo>
                <a:lnTo>
                  <a:pt x="143735" y="418274"/>
                </a:lnTo>
                <a:lnTo>
                  <a:pt x="143195" y="416594"/>
                </a:lnTo>
                <a:lnTo>
                  <a:pt x="130165" y="378079"/>
                </a:lnTo>
                <a:lnTo>
                  <a:pt x="129628" y="376554"/>
                </a:lnTo>
                <a:lnTo>
                  <a:pt x="127965" y="371633"/>
                </a:lnTo>
                <a:lnTo>
                  <a:pt x="125889" y="370722"/>
                </a:lnTo>
                <a:lnTo>
                  <a:pt x="124893" y="372716"/>
                </a:lnTo>
                <a:lnTo>
                  <a:pt x="131464" y="395461"/>
                </a:lnTo>
                <a:lnTo>
                  <a:pt x="120908" y="399063"/>
                </a:lnTo>
                <a:lnTo>
                  <a:pt x="110010" y="364882"/>
                </a:lnTo>
                <a:lnTo>
                  <a:pt x="108087" y="360215"/>
                </a:lnTo>
                <a:lnTo>
                  <a:pt x="104105" y="360420"/>
                </a:lnTo>
                <a:lnTo>
                  <a:pt x="102624" y="359466"/>
                </a:lnTo>
                <a:lnTo>
                  <a:pt x="97365" y="343536"/>
                </a:lnTo>
                <a:lnTo>
                  <a:pt x="97749" y="342023"/>
                </a:lnTo>
                <a:lnTo>
                  <a:pt x="100982" y="339853"/>
                </a:lnTo>
                <a:lnTo>
                  <a:pt x="100429" y="335777"/>
                </a:lnTo>
                <a:lnTo>
                  <a:pt x="82429" y="283402"/>
                </a:lnTo>
                <a:lnTo>
                  <a:pt x="89350" y="281098"/>
                </a:lnTo>
                <a:lnTo>
                  <a:pt x="86802" y="273477"/>
                </a:lnTo>
                <a:lnTo>
                  <a:pt x="79881" y="275782"/>
                </a:lnTo>
                <a:lnTo>
                  <a:pt x="79505" y="274635"/>
                </a:lnTo>
                <a:lnTo>
                  <a:pt x="55605" y="207805"/>
                </a:lnTo>
                <a:lnTo>
                  <a:pt x="53677" y="206362"/>
                </a:lnTo>
                <a:lnTo>
                  <a:pt x="50610" y="206980"/>
                </a:lnTo>
                <a:lnTo>
                  <a:pt x="45158" y="191547"/>
                </a:lnTo>
                <a:lnTo>
                  <a:pt x="45755" y="189027"/>
                </a:lnTo>
                <a:lnTo>
                  <a:pt x="48268" y="186419"/>
                </a:lnTo>
                <a:lnTo>
                  <a:pt x="16153" y="93153"/>
                </a:lnTo>
                <a:lnTo>
                  <a:pt x="15865" y="92587"/>
                </a:lnTo>
                <a:lnTo>
                  <a:pt x="15501" y="92132"/>
                </a:lnTo>
                <a:lnTo>
                  <a:pt x="15018" y="91780"/>
                </a:lnTo>
                <a:lnTo>
                  <a:pt x="14359" y="91524"/>
                </a:lnTo>
                <a:lnTo>
                  <a:pt x="13620" y="91407"/>
                </a:lnTo>
                <a:lnTo>
                  <a:pt x="12720" y="91531"/>
                </a:lnTo>
                <a:lnTo>
                  <a:pt x="10881" y="92199"/>
                </a:lnTo>
                <a:lnTo>
                  <a:pt x="10246" y="90330"/>
                </a:lnTo>
                <a:lnTo>
                  <a:pt x="9068" y="86872"/>
                </a:lnTo>
                <a:lnTo>
                  <a:pt x="8663" y="85690"/>
                </a:lnTo>
                <a:lnTo>
                  <a:pt x="6851" y="80372"/>
                </a:lnTo>
                <a:lnTo>
                  <a:pt x="6482" y="79271"/>
                </a:lnTo>
                <a:lnTo>
                  <a:pt x="5274" y="75732"/>
                </a:lnTo>
                <a:lnTo>
                  <a:pt x="4941" y="74757"/>
                </a:lnTo>
                <a:lnTo>
                  <a:pt x="4897" y="74357"/>
                </a:lnTo>
                <a:lnTo>
                  <a:pt x="5108" y="73878"/>
                </a:lnTo>
                <a:lnTo>
                  <a:pt x="5618" y="73546"/>
                </a:lnTo>
                <a:lnTo>
                  <a:pt x="6771" y="73078"/>
                </a:lnTo>
                <a:lnTo>
                  <a:pt x="7637" y="72536"/>
                </a:lnTo>
                <a:lnTo>
                  <a:pt x="8350" y="71652"/>
                </a:lnTo>
                <a:lnTo>
                  <a:pt x="8609" y="70471"/>
                </a:lnTo>
                <a:lnTo>
                  <a:pt x="8509" y="69417"/>
                </a:lnTo>
                <a:lnTo>
                  <a:pt x="2881" y="53451"/>
                </a:lnTo>
                <a:lnTo>
                  <a:pt x="2287" y="50343"/>
                </a:lnTo>
                <a:lnTo>
                  <a:pt x="2214" y="46929"/>
                </a:lnTo>
                <a:lnTo>
                  <a:pt x="2573" y="44059"/>
                </a:lnTo>
                <a:lnTo>
                  <a:pt x="3607" y="41810"/>
                </a:lnTo>
                <a:lnTo>
                  <a:pt x="5268" y="39871"/>
                </a:lnTo>
                <a:lnTo>
                  <a:pt x="7057" y="37939"/>
                </a:lnTo>
                <a:lnTo>
                  <a:pt x="8241" y="36724"/>
                </a:lnTo>
                <a:lnTo>
                  <a:pt x="8799" y="33976"/>
                </a:lnTo>
                <a:lnTo>
                  <a:pt x="2141" y="18284"/>
                </a:lnTo>
                <a:lnTo>
                  <a:pt x="1266" y="17424"/>
                </a:lnTo>
                <a:lnTo>
                  <a:pt x="0" y="16364"/>
                </a:lnTo>
                <a:lnTo>
                  <a:pt x="38996" y="0"/>
                </a:lnTo>
                <a:lnTo>
                  <a:pt x="39444" y="9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75914907-7838-4CBA-B911-7826FE21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167" y="1778074"/>
            <a:ext cx="1208992" cy="680904"/>
          </a:xfrm>
          <a:custGeom xmlns:a="http://schemas.openxmlformats.org/drawingml/2006/main">
            <a:pathLst>
              <a:path w="1208992" h="680904">
                <a:moveTo>
                  <a:pt x="3661" y="660969"/>
                </a:moveTo>
                <a:lnTo>
                  <a:pt x="7915" y="660730"/>
                </a:lnTo>
                <a:lnTo>
                  <a:pt x="12438" y="660119"/>
                </a:lnTo>
                <a:lnTo>
                  <a:pt x="17459" y="658711"/>
                </a:lnTo>
                <a:lnTo>
                  <a:pt x="19962" y="658017"/>
                </a:lnTo>
                <a:lnTo>
                  <a:pt x="22080" y="657351"/>
                </a:lnTo>
                <a:lnTo>
                  <a:pt x="23433" y="656851"/>
                </a:lnTo>
                <a:lnTo>
                  <a:pt x="23803" y="656704"/>
                </a:lnTo>
                <a:lnTo>
                  <a:pt x="32609" y="653321"/>
                </a:lnTo>
                <a:lnTo>
                  <a:pt x="34422" y="652735"/>
                </a:lnTo>
                <a:lnTo>
                  <a:pt x="44136" y="649118"/>
                </a:lnTo>
                <a:lnTo>
                  <a:pt x="44696" y="648758"/>
                </a:lnTo>
                <a:lnTo>
                  <a:pt x="45083" y="648210"/>
                </a:lnTo>
                <a:lnTo>
                  <a:pt x="45241" y="647650"/>
                </a:lnTo>
                <a:lnTo>
                  <a:pt x="45214" y="647068"/>
                </a:lnTo>
                <a:lnTo>
                  <a:pt x="71555" y="634441"/>
                </a:lnTo>
                <a:lnTo>
                  <a:pt x="78145" y="631216"/>
                </a:lnTo>
                <a:lnTo>
                  <a:pt x="79149" y="630379"/>
                </a:lnTo>
                <a:lnTo>
                  <a:pt x="80078" y="629234"/>
                </a:lnTo>
                <a:lnTo>
                  <a:pt x="106103" y="597907"/>
                </a:lnTo>
                <a:lnTo>
                  <a:pt x="118894" y="580054"/>
                </a:lnTo>
                <a:lnTo>
                  <a:pt x="124203" y="573711"/>
                </a:lnTo>
                <a:lnTo>
                  <a:pt x="128314" y="567190"/>
                </a:lnTo>
                <a:lnTo>
                  <a:pt x="131118" y="562935"/>
                </a:lnTo>
                <a:lnTo>
                  <a:pt x="134452" y="559304"/>
                </a:lnTo>
                <a:lnTo>
                  <a:pt x="140612" y="555224"/>
                </a:lnTo>
                <a:lnTo>
                  <a:pt x="143681" y="554005"/>
                </a:lnTo>
                <a:lnTo>
                  <a:pt x="144790" y="553566"/>
                </a:lnTo>
                <a:lnTo>
                  <a:pt x="147539" y="552309"/>
                </a:lnTo>
                <a:lnTo>
                  <a:pt x="148889" y="554214"/>
                </a:lnTo>
                <a:lnTo>
                  <a:pt x="150918" y="555244"/>
                </a:lnTo>
                <a:lnTo>
                  <a:pt x="155204" y="553665"/>
                </a:lnTo>
                <a:lnTo>
                  <a:pt x="192092" y="540112"/>
                </a:lnTo>
                <a:lnTo>
                  <a:pt x="192885" y="537413"/>
                </a:lnTo>
                <a:lnTo>
                  <a:pt x="194922" y="534499"/>
                </a:lnTo>
                <a:lnTo>
                  <a:pt x="196313" y="532923"/>
                </a:lnTo>
                <a:lnTo>
                  <a:pt x="196267" y="530948"/>
                </a:lnTo>
                <a:lnTo>
                  <a:pt x="200719" y="529783"/>
                </a:lnTo>
                <a:lnTo>
                  <a:pt x="205170" y="532753"/>
                </a:lnTo>
                <a:lnTo>
                  <a:pt x="211283" y="534924"/>
                </a:lnTo>
                <a:lnTo>
                  <a:pt x="217417" y="538096"/>
                </a:lnTo>
                <a:lnTo>
                  <a:pt x="221734" y="539995"/>
                </a:lnTo>
                <a:lnTo>
                  <a:pt x="225778" y="541318"/>
                </a:lnTo>
                <a:lnTo>
                  <a:pt x="237450" y="543451"/>
                </a:lnTo>
                <a:lnTo>
                  <a:pt x="240476" y="543799"/>
                </a:lnTo>
                <a:lnTo>
                  <a:pt x="255931" y="544922"/>
                </a:lnTo>
                <a:lnTo>
                  <a:pt x="268305" y="543875"/>
                </a:lnTo>
                <a:lnTo>
                  <a:pt x="274806" y="542556"/>
                </a:lnTo>
                <a:lnTo>
                  <a:pt x="284182" y="539667"/>
                </a:lnTo>
                <a:lnTo>
                  <a:pt x="294504" y="536279"/>
                </a:lnTo>
                <a:lnTo>
                  <a:pt x="306069" y="528860"/>
                </a:lnTo>
                <a:lnTo>
                  <a:pt x="312207" y="524134"/>
                </a:lnTo>
                <a:lnTo>
                  <a:pt x="318245" y="519447"/>
                </a:lnTo>
                <a:lnTo>
                  <a:pt x="322754" y="515157"/>
                </a:lnTo>
                <a:lnTo>
                  <a:pt x="329324" y="506539"/>
                </a:lnTo>
                <a:lnTo>
                  <a:pt x="333996" y="498692"/>
                </a:lnTo>
                <a:lnTo>
                  <a:pt x="344632" y="488591"/>
                </a:lnTo>
                <a:lnTo>
                  <a:pt x="352306" y="483998"/>
                </a:lnTo>
                <a:lnTo>
                  <a:pt x="372528" y="478991"/>
                </a:lnTo>
                <a:lnTo>
                  <a:pt x="376164" y="478157"/>
                </a:lnTo>
                <a:lnTo>
                  <a:pt x="384711" y="476192"/>
                </a:lnTo>
                <a:lnTo>
                  <a:pt x="400774" y="471240"/>
                </a:lnTo>
                <a:lnTo>
                  <a:pt x="413373" y="469413"/>
                </a:lnTo>
                <a:lnTo>
                  <a:pt x="421411" y="465912"/>
                </a:lnTo>
                <a:lnTo>
                  <a:pt x="432189" y="466492"/>
                </a:lnTo>
                <a:lnTo>
                  <a:pt x="448509" y="460304"/>
                </a:lnTo>
                <a:lnTo>
                  <a:pt x="448826" y="460268"/>
                </a:lnTo>
                <a:lnTo>
                  <a:pt x="461339" y="458999"/>
                </a:lnTo>
                <a:lnTo>
                  <a:pt x="477426" y="454538"/>
                </a:lnTo>
                <a:lnTo>
                  <a:pt x="491382" y="450671"/>
                </a:lnTo>
                <a:lnTo>
                  <a:pt x="507667" y="444620"/>
                </a:lnTo>
                <a:lnTo>
                  <a:pt x="536404" y="430579"/>
                </a:lnTo>
                <a:lnTo>
                  <a:pt x="537247" y="432096"/>
                </a:lnTo>
                <a:lnTo>
                  <a:pt x="552111" y="424379"/>
                </a:lnTo>
                <a:lnTo>
                  <a:pt x="559148" y="419338"/>
                </a:lnTo>
                <a:lnTo>
                  <a:pt x="567570" y="415171"/>
                </a:lnTo>
                <a:lnTo>
                  <a:pt x="587578" y="406981"/>
                </a:lnTo>
                <a:lnTo>
                  <a:pt x="601581" y="400898"/>
                </a:lnTo>
                <a:lnTo>
                  <a:pt x="604040" y="399822"/>
                </a:lnTo>
                <a:lnTo>
                  <a:pt x="615417" y="395886"/>
                </a:lnTo>
                <a:lnTo>
                  <a:pt x="646197" y="394770"/>
                </a:lnTo>
                <a:lnTo>
                  <a:pt x="652373" y="391947"/>
                </a:lnTo>
                <a:lnTo>
                  <a:pt x="688581" y="390276"/>
                </a:lnTo>
                <a:lnTo>
                  <a:pt x="702697" y="386787"/>
                </a:lnTo>
                <a:lnTo>
                  <a:pt x="713050" y="383734"/>
                </a:lnTo>
                <a:lnTo>
                  <a:pt x="723329" y="380884"/>
                </a:lnTo>
                <a:lnTo>
                  <a:pt x="733437" y="375560"/>
                </a:lnTo>
                <a:lnTo>
                  <a:pt x="741923" y="369834"/>
                </a:lnTo>
                <a:lnTo>
                  <a:pt x="748874" y="364457"/>
                </a:lnTo>
                <a:lnTo>
                  <a:pt x="754358" y="358674"/>
                </a:lnTo>
                <a:lnTo>
                  <a:pt x="758240" y="353023"/>
                </a:lnTo>
                <a:lnTo>
                  <a:pt x="774977" y="326446"/>
                </a:lnTo>
                <a:lnTo>
                  <a:pt x="781639" y="315867"/>
                </a:lnTo>
                <a:lnTo>
                  <a:pt x="785386" y="309547"/>
                </a:lnTo>
                <a:lnTo>
                  <a:pt x="787694" y="306170"/>
                </a:lnTo>
                <a:lnTo>
                  <a:pt x="791343" y="302466"/>
                </a:lnTo>
                <a:lnTo>
                  <a:pt x="797063" y="297368"/>
                </a:lnTo>
                <a:lnTo>
                  <a:pt x="801678" y="293739"/>
                </a:lnTo>
                <a:lnTo>
                  <a:pt x="804644" y="292458"/>
                </a:lnTo>
                <a:lnTo>
                  <a:pt x="806769" y="294360"/>
                </a:lnTo>
                <a:lnTo>
                  <a:pt x="809129" y="292740"/>
                </a:lnTo>
                <a:lnTo>
                  <a:pt x="813307" y="289841"/>
                </a:lnTo>
                <a:lnTo>
                  <a:pt x="814364" y="289094"/>
                </a:lnTo>
                <a:lnTo>
                  <a:pt x="815332" y="288412"/>
                </a:lnTo>
                <a:lnTo>
                  <a:pt x="817941" y="286685"/>
                </a:lnTo>
                <a:lnTo>
                  <a:pt x="820332" y="284955"/>
                </a:lnTo>
                <a:lnTo>
                  <a:pt x="821254" y="280412"/>
                </a:lnTo>
                <a:lnTo>
                  <a:pt x="833167" y="277546"/>
                </a:lnTo>
                <a:lnTo>
                  <a:pt x="835265" y="276561"/>
                </a:lnTo>
                <a:lnTo>
                  <a:pt x="908877" y="257673"/>
                </a:lnTo>
                <a:lnTo>
                  <a:pt x="915044" y="255578"/>
                </a:lnTo>
                <a:lnTo>
                  <a:pt x="920672" y="252677"/>
                </a:lnTo>
                <a:lnTo>
                  <a:pt x="927025" y="248145"/>
                </a:lnTo>
                <a:lnTo>
                  <a:pt x="931836" y="244101"/>
                </a:lnTo>
                <a:lnTo>
                  <a:pt x="940649" y="235186"/>
                </a:lnTo>
                <a:lnTo>
                  <a:pt x="960430" y="214703"/>
                </a:lnTo>
                <a:lnTo>
                  <a:pt x="961002" y="213558"/>
                </a:lnTo>
                <a:lnTo>
                  <a:pt x="987680" y="186579"/>
                </a:lnTo>
                <a:lnTo>
                  <a:pt x="992438" y="180969"/>
                </a:lnTo>
                <a:lnTo>
                  <a:pt x="1017670" y="154575"/>
                </a:lnTo>
                <a:lnTo>
                  <a:pt x="1020725" y="151406"/>
                </a:lnTo>
                <a:lnTo>
                  <a:pt x="1086808" y="82307"/>
                </a:lnTo>
                <a:lnTo>
                  <a:pt x="1128771" y="42851"/>
                </a:lnTo>
                <a:lnTo>
                  <a:pt x="1139919" y="32243"/>
                </a:lnTo>
                <a:lnTo>
                  <a:pt x="1154577" y="17771"/>
                </a:lnTo>
                <a:lnTo>
                  <a:pt x="1155093" y="16637"/>
                </a:lnTo>
                <a:lnTo>
                  <a:pt x="1155783" y="15926"/>
                </a:lnTo>
                <a:lnTo>
                  <a:pt x="1157577" y="13984"/>
                </a:lnTo>
                <a:lnTo>
                  <a:pt x="1161811" y="9672"/>
                </a:lnTo>
                <a:lnTo>
                  <a:pt x="1165289" y="6072"/>
                </a:lnTo>
                <a:lnTo>
                  <a:pt x="1167628" y="3651"/>
                </a:lnTo>
                <a:lnTo>
                  <a:pt x="1168121" y="2071"/>
                </a:lnTo>
                <a:lnTo>
                  <a:pt x="1170296" y="0"/>
                </a:lnTo>
                <a:lnTo>
                  <a:pt x="1197104" y="0"/>
                </a:lnTo>
                <a:lnTo>
                  <a:pt x="1208992" y="14809"/>
                </a:lnTo>
                <a:lnTo>
                  <a:pt x="1200360" y="19220"/>
                </a:lnTo>
                <a:lnTo>
                  <a:pt x="1191409" y="24778"/>
                </a:lnTo>
                <a:lnTo>
                  <a:pt x="1190605" y="24107"/>
                </a:lnTo>
                <a:lnTo>
                  <a:pt x="1189733" y="24039"/>
                </a:lnTo>
                <a:lnTo>
                  <a:pt x="1168489" y="46229"/>
                </a:lnTo>
                <a:lnTo>
                  <a:pt x="1168971" y="47164"/>
                </a:lnTo>
                <a:lnTo>
                  <a:pt x="1129141" y="86900"/>
                </a:lnTo>
                <a:lnTo>
                  <a:pt x="1104858" y="107449"/>
                </a:lnTo>
                <a:lnTo>
                  <a:pt x="1089313" y="120269"/>
                </a:lnTo>
                <a:lnTo>
                  <a:pt x="1075979" y="132557"/>
                </a:lnTo>
                <a:lnTo>
                  <a:pt x="1037280" y="172125"/>
                </a:lnTo>
                <a:lnTo>
                  <a:pt x="995814" y="215675"/>
                </a:lnTo>
                <a:lnTo>
                  <a:pt x="993057" y="215184"/>
                </a:lnTo>
                <a:lnTo>
                  <a:pt x="975273" y="233346"/>
                </a:lnTo>
                <a:lnTo>
                  <a:pt x="976741" y="236148"/>
                </a:lnTo>
                <a:lnTo>
                  <a:pt x="938806" y="273473"/>
                </a:lnTo>
                <a:lnTo>
                  <a:pt x="917540" y="285306"/>
                </a:lnTo>
                <a:lnTo>
                  <a:pt x="897117" y="289392"/>
                </a:lnTo>
                <a:lnTo>
                  <a:pt x="852912" y="296232"/>
                </a:lnTo>
                <a:lnTo>
                  <a:pt x="832762" y="301367"/>
                </a:lnTo>
                <a:lnTo>
                  <a:pt x="830375" y="299481"/>
                </a:lnTo>
                <a:lnTo>
                  <a:pt x="828028" y="301164"/>
                </a:lnTo>
                <a:lnTo>
                  <a:pt x="825535" y="302843"/>
                </a:lnTo>
                <a:lnTo>
                  <a:pt x="824533" y="303543"/>
                </a:lnTo>
                <a:lnTo>
                  <a:pt x="823592" y="304197"/>
                </a:lnTo>
                <a:lnTo>
                  <a:pt x="819566" y="306954"/>
                </a:lnTo>
                <a:lnTo>
                  <a:pt x="816779" y="308868"/>
                </a:lnTo>
                <a:lnTo>
                  <a:pt x="817968" y="311032"/>
                </a:lnTo>
                <a:lnTo>
                  <a:pt x="815021" y="314918"/>
                </a:lnTo>
                <a:lnTo>
                  <a:pt x="814938" y="317889"/>
                </a:lnTo>
                <a:lnTo>
                  <a:pt x="808694" y="324878"/>
                </a:lnTo>
                <a:lnTo>
                  <a:pt x="803501" y="331319"/>
                </a:lnTo>
                <a:lnTo>
                  <a:pt x="800813" y="335316"/>
                </a:lnTo>
                <a:lnTo>
                  <a:pt x="796600" y="341093"/>
                </a:lnTo>
                <a:lnTo>
                  <a:pt x="781632" y="363734"/>
                </a:lnTo>
                <a:lnTo>
                  <a:pt x="776759" y="370476"/>
                </a:lnTo>
                <a:lnTo>
                  <a:pt x="769456" y="378749"/>
                </a:lnTo>
                <a:lnTo>
                  <a:pt x="763151" y="384901"/>
                </a:lnTo>
                <a:lnTo>
                  <a:pt x="753730" y="392593"/>
                </a:lnTo>
                <a:lnTo>
                  <a:pt x="747843" y="396638"/>
                </a:lnTo>
                <a:lnTo>
                  <a:pt x="735601" y="403102"/>
                </a:lnTo>
                <a:lnTo>
                  <a:pt x="720350" y="409227"/>
                </a:lnTo>
                <a:lnTo>
                  <a:pt x="700076" y="414328"/>
                </a:lnTo>
                <a:lnTo>
                  <a:pt x="647258" y="419873"/>
                </a:lnTo>
                <a:lnTo>
                  <a:pt x="626801" y="422273"/>
                </a:lnTo>
                <a:lnTo>
                  <a:pt x="618528" y="423850"/>
                </a:lnTo>
                <a:lnTo>
                  <a:pt x="607541" y="427156"/>
                </a:lnTo>
                <a:lnTo>
                  <a:pt x="595219" y="432064"/>
                </a:lnTo>
                <a:lnTo>
                  <a:pt x="567225" y="445321"/>
                </a:lnTo>
                <a:lnTo>
                  <a:pt x="564431" y="445112"/>
                </a:lnTo>
                <a:lnTo>
                  <a:pt x="560530" y="445835"/>
                </a:lnTo>
                <a:lnTo>
                  <a:pt x="559822" y="444770"/>
                </a:lnTo>
                <a:lnTo>
                  <a:pt x="544948" y="452305"/>
                </a:lnTo>
                <a:lnTo>
                  <a:pt x="544593" y="452779"/>
                </a:lnTo>
                <a:lnTo>
                  <a:pt x="544983" y="453816"/>
                </a:lnTo>
                <a:lnTo>
                  <a:pt x="542120" y="456889"/>
                </a:lnTo>
                <a:lnTo>
                  <a:pt x="542021" y="457392"/>
                </a:lnTo>
                <a:lnTo>
                  <a:pt x="534055" y="461265"/>
                </a:lnTo>
                <a:lnTo>
                  <a:pt x="531093" y="463356"/>
                </a:lnTo>
                <a:lnTo>
                  <a:pt x="515850" y="470218"/>
                </a:lnTo>
                <a:lnTo>
                  <a:pt x="486884" y="481514"/>
                </a:lnTo>
                <a:lnTo>
                  <a:pt x="473967" y="484607"/>
                </a:lnTo>
                <a:lnTo>
                  <a:pt x="460764" y="487834"/>
                </a:lnTo>
                <a:lnTo>
                  <a:pt x="447183" y="490279"/>
                </a:lnTo>
                <a:lnTo>
                  <a:pt x="387035" y="498301"/>
                </a:lnTo>
                <a:lnTo>
                  <a:pt x="368915" y="500101"/>
                </a:lnTo>
                <a:lnTo>
                  <a:pt x="362301" y="500722"/>
                </a:lnTo>
                <a:lnTo>
                  <a:pt x="360705" y="502613"/>
                </a:lnTo>
                <a:lnTo>
                  <a:pt x="354244" y="510280"/>
                </a:lnTo>
                <a:lnTo>
                  <a:pt x="351746" y="513234"/>
                </a:lnTo>
                <a:lnTo>
                  <a:pt x="338976" y="525913"/>
                </a:lnTo>
                <a:lnTo>
                  <a:pt x="329521" y="535308"/>
                </a:lnTo>
                <a:lnTo>
                  <a:pt x="322153" y="541588"/>
                </a:lnTo>
                <a:lnTo>
                  <a:pt x="313550" y="548191"/>
                </a:lnTo>
                <a:lnTo>
                  <a:pt x="299562" y="556959"/>
                </a:lnTo>
                <a:lnTo>
                  <a:pt x="294887" y="559441"/>
                </a:lnTo>
                <a:lnTo>
                  <a:pt x="290616" y="561995"/>
                </a:lnTo>
                <a:lnTo>
                  <a:pt x="286209" y="563842"/>
                </a:lnTo>
                <a:lnTo>
                  <a:pt x="278369" y="565324"/>
                </a:lnTo>
                <a:lnTo>
                  <a:pt x="262081" y="564944"/>
                </a:lnTo>
                <a:lnTo>
                  <a:pt x="249992" y="564562"/>
                </a:lnTo>
                <a:lnTo>
                  <a:pt x="237902" y="563934"/>
                </a:lnTo>
                <a:lnTo>
                  <a:pt x="220992" y="563014"/>
                </a:lnTo>
                <a:lnTo>
                  <a:pt x="214929" y="562145"/>
                </a:lnTo>
                <a:lnTo>
                  <a:pt x="210996" y="561866"/>
                </a:lnTo>
                <a:lnTo>
                  <a:pt x="200936" y="563115"/>
                </a:lnTo>
                <a:lnTo>
                  <a:pt x="199995" y="560872"/>
                </a:lnTo>
                <a:lnTo>
                  <a:pt x="158969" y="576947"/>
                </a:lnTo>
                <a:lnTo>
                  <a:pt x="152519" y="583366"/>
                </a:lnTo>
                <a:lnTo>
                  <a:pt x="147251" y="587048"/>
                </a:lnTo>
                <a:lnTo>
                  <a:pt x="144025" y="589684"/>
                </a:lnTo>
                <a:lnTo>
                  <a:pt x="140231" y="593418"/>
                </a:lnTo>
                <a:lnTo>
                  <a:pt x="134319" y="600369"/>
                </a:lnTo>
                <a:lnTo>
                  <a:pt x="128448" y="608430"/>
                </a:lnTo>
                <a:lnTo>
                  <a:pt x="122019" y="616096"/>
                </a:lnTo>
                <a:lnTo>
                  <a:pt x="113924" y="624407"/>
                </a:lnTo>
                <a:lnTo>
                  <a:pt x="79268" y="655215"/>
                </a:lnTo>
                <a:lnTo>
                  <a:pt x="79128" y="655410"/>
                </a:lnTo>
                <a:lnTo>
                  <a:pt x="73163" y="660541"/>
                </a:lnTo>
                <a:lnTo>
                  <a:pt x="68867" y="663879"/>
                </a:lnTo>
                <a:lnTo>
                  <a:pt x="66283" y="665686"/>
                </a:lnTo>
                <a:lnTo>
                  <a:pt x="63794" y="667310"/>
                </a:lnTo>
                <a:lnTo>
                  <a:pt x="61615" y="668624"/>
                </a:lnTo>
                <a:lnTo>
                  <a:pt x="58731" y="670312"/>
                </a:lnTo>
                <a:lnTo>
                  <a:pt x="54904" y="672371"/>
                </a:lnTo>
                <a:lnTo>
                  <a:pt x="52261" y="667085"/>
                </a:lnTo>
                <a:lnTo>
                  <a:pt x="51842" y="666194"/>
                </a:lnTo>
                <a:lnTo>
                  <a:pt x="51302" y="666455"/>
                </a:lnTo>
                <a:lnTo>
                  <a:pt x="51727" y="667336"/>
                </a:lnTo>
                <a:lnTo>
                  <a:pt x="48554" y="668850"/>
                </a:lnTo>
                <a:lnTo>
                  <a:pt x="48128" y="667923"/>
                </a:lnTo>
                <a:lnTo>
                  <a:pt x="47539" y="668193"/>
                </a:lnTo>
                <a:lnTo>
                  <a:pt x="47909" y="669122"/>
                </a:lnTo>
                <a:lnTo>
                  <a:pt x="44723" y="670335"/>
                </a:lnTo>
                <a:lnTo>
                  <a:pt x="44376" y="669443"/>
                </a:lnTo>
                <a:lnTo>
                  <a:pt x="43708" y="669706"/>
                </a:lnTo>
                <a:lnTo>
                  <a:pt x="44055" y="670599"/>
                </a:lnTo>
                <a:lnTo>
                  <a:pt x="41638" y="671537"/>
                </a:lnTo>
                <a:lnTo>
                  <a:pt x="41296" y="670626"/>
                </a:lnTo>
                <a:lnTo>
                  <a:pt x="38694" y="671569"/>
                </a:lnTo>
                <a:lnTo>
                  <a:pt x="29662" y="674840"/>
                </a:lnTo>
                <a:lnTo>
                  <a:pt x="19479" y="678843"/>
                </a:lnTo>
                <a:lnTo>
                  <a:pt x="18116" y="679617"/>
                </a:lnTo>
                <a:lnTo>
                  <a:pt x="17302" y="680904"/>
                </a:lnTo>
                <a:lnTo>
                  <a:pt x="0" y="660027"/>
                </a:lnTo>
                <a:lnTo>
                  <a:pt x="3661" y="6609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B5717350-3AEF-4538-93E8-74E81793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19" y="1778074"/>
            <a:ext cx="3219473" cy="3093923"/>
          </a:xfrm>
          <a:custGeom xmlns:a="http://schemas.openxmlformats.org/drawingml/2006/main">
            <a:pathLst>
              <a:path w="3219473" h="3093923">
                <a:moveTo>
                  <a:pt x="2172528" y="1283944"/>
                </a:moveTo>
                <a:lnTo>
                  <a:pt x="2182177" y="1296270"/>
                </a:lnTo>
                <a:lnTo>
                  <a:pt x="2189216" y="1305232"/>
                </a:lnTo>
                <a:lnTo>
                  <a:pt x="2196786" y="1315045"/>
                </a:lnTo>
                <a:lnTo>
                  <a:pt x="2204807" y="1325096"/>
                </a:lnTo>
                <a:lnTo>
                  <a:pt x="2210749" y="1332626"/>
                </a:lnTo>
                <a:lnTo>
                  <a:pt x="2216699" y="1338919"/>
                </a:lnTo>
                <a:lnTo>
                  <a:pt x="2231530" y="1353038"/>
                </a:lnTo>
                <a:lnTo>
                  <a:pt x="2243692" y="1363751"/>
                </a:lnTo>
                <a:lnTo>
                  <a:pt x="2272657" y="1391636"/>
                </a:lnTo>
                <a:lnTo>
                  <a:pt x="2291661" y="1409462"/>
                </a:lnTo>
                <a:lnTo>
                  <a:pt x="2297006" y="1414479"/>
                </a:lnTo>
                <a:moveTo>
                  <a:pt x="2146362" y="1250044"/>
                </a:moveTo>
                <a:lnTo>
                  <a:pt x="2163083" y="1271815"/>
                </a:lnTo>
                <a:lnTo>
                  <a:pt x="2165219" y="1274597"/>
                </a:lnTo>
                <a:moveTo>
                  <a:pt x="2121726" y="1219287"/>
                </a:moveTo>
                <a:lnTo>
                  <a:pt x="2122938" y="1220768"/>
                </a:lnTo>
                <a:lnTo>
                  <a:pt x="2131261" y="1230933"/>
                </a:lnTo>
                <a:lnTo>
                  <a:pt x="2132923" y="1232963"/>
                </a:lnTo>
                <a:moveTo>
                  <a:pt x="2095356" y="1186884"/>
                </a:moveTo>
                <a:lnTo>
                  <a:pt x="2116046" y="1212321"/>
                </a:lnTo>
                <a:moveTo>
                  <a:pt x="2100635" y="1153057"/>
                </a:moveTo>
                <a:lnTo>
                  <a:pt x="2099636" y="1155423"/>
                </a:lnTo>
                <a:lnTo>
                  <a:pt x="2091198" y="1175303"/>
                </a:lnTo>
                <a:lnTo>
                  <a:pt x="2090666" y="1177603"/>
                </a:lnTo>
                <a:lnTo>
                  <a:pt x="2090928" y="1179575"/>
                </a:lnTo>
                <a:moveTo>
                  <a:pt x="2097427" y="1117954"/>
                </a:moveTo>
                <a:lnTo>
                  <a:pt x="2097590" y="1118478"/>
                </a:lnTo>
                <a:lnTo>
                  <a:pt x="2098834" y="1123421"/>
                </a:lnTo>
                <a:lnTo>
                  <a:pt x="2100970" y="1131835"/>
                </a:lnTo>
                <a:lnTo>
                  <a:pt x="2102174" y="1138047"/>
                </a:lnTo>
                <a:lnTo>
                  <a:pt x="2102755" y="1142393"/>
                </a:lnTo>
                <a:lnTo>
                  <a:pt x="2102894" y="1145110"/>
                </a:lnTo>
                <a:moveTo>
                  <a:pt x="2074731" y="1069780"/>
                </a:moveTo>
                <a:lnTo>
                  <a:pt x="2088080" y="1095545"/>
                </a:lnTo>
                <a:lnTo>
                  <a:pt x="2090944" y="1101282"/>
                </a:lnTo>
                <a:lnTo>
                  <a:pt x="2092761" y="1104941"/>
                </a:lnTo>
                <a:lnTo>
                  <a:pt x="2093383" y="1106496"/>
                </a:lnTo>
                <a:moveTo>
                  <a:pt x="1864733" y="886562"/>
                </a:moveTo>
                <a:lnTo>
                  <a:pt x="1882264" y="928025"/>
                </a:lnTo>
                <a:moveTo>
                  <a:pt x="2004451" y="1079070"/>
                </a:moveTo>
                <a:lnTo>
                  <a:pt x="1987369" y="1088580"/>
                </a:lnTo>
                <a:moveTo>
                  <a:pt x="1836144" y="821323"/>
                </a:moveTo>
                <a:lnTo>
                  <a:pt x="1836210" y="821470"/>
                </a:lnTo>
                <a:moveTo>
                  <a:pt x="2038449" y="2327149"/>
                </a:moveTo>
                <a:lnTo>
                  <a:pt x="2038375" y="2327313"/>
                </a:lnTo>
                <a:moveTo>
                  <a:pt x="2046879" y="2289787"/>
                </a:moveTo>
                <a:lnTo>
                  <a:pt x="2050087" y="2296154"/>
                </a:lnTo>
                <a:lnTo>
                  <a:pt x="2051372" y="2299134"/>
                </a:lnTo>
                <a:lnTo>
                  <a:pt x="2051299" y="2301523"/>
                </a:lnTo>
                <a:lnTo>
                  <a:pt x="2042648" y="2318899"/>
                </a:lnTo>
                <a:moveTo>
                  <a:pt x="1053280" y="2355893"/>
                </a:moveTo>
                <a:lnTo>
                  <a:pt x="1053288" y="2355713"/>
                </a:lnTo>
                <a:moveTo>
                  <a:pt x="2013494" y="324434"/>
                </a:moveTo>
                <a:lnTo>
                  <a:pt x="2021924" y="311862"/>
                </a:lnTo>
                <a:lnTo>
                  <a:pt x="2027032" y="304897"/>
                </a:lnTo>
                <a:lnTo>
                  <a:pt x="2031926" y="299397"/>
                </a:lnTo>
                <a:lnTo>
                  <a:pt x="2038138" y="293406"/>
                </a:lnTo>
                <a:lnTo>
                  <a:pt x="2041395" y="290419"/>
                </a:lnTo>
                <a:moveTo>
                  <a:pt x="2407104" y="2425052"/>
                </a:moveTo>
                <a:lnTo>
                  <a:pt x="2413651" y="2416565"/>
                </a:lnTo>
                <a:moveTo>
                  <a:pt x="2164891" y="1375897"/>
                </a:moveTo>
                <a:lnTo>
                  <a:pt x="2194233" y="1344608"/>
                </a:lnTo>
                <a:moveTo>
                  <a:pt x="1920191" y="2703857"/>
                </a:moveTo>
                <a:lnTo>
                  <a:pt x="1919921" y="2703235"/>
                </a:lnTo>
                <a:lnTo>
                  <a:pt x="1916295" y="2695435"/>
                </a:lnTo>
                <a:lnTo>
                  <a:pt x="1867475" y="2670530"/>
                </a:lnTo>
                <a:moveTo>
                  <a:pt x="1928065" y="2721307"/>
                </a:moveTo>
                <a:lnTo>
                  <a:pt x="1927844" y="2720824"/>
                </a:lnTo>
                <a:moveTo>
                  <a:pt x="1698047" y="2083767"/>
                </a:moveTo>
                <a:lnTo>
                  <a:pt x="1697924" y="2083734"/>
                </a:lnTo>
                <a:lnTo>
                  <a:pt x="1641722" y="2072431"/>
                </a:lnTo>
                <a:lnTo>
                  <a:pt x="1611341" y="2066440"/>
                </a:lnTo>
                <a:lnTo>
                  <a:pt x="1598434" y="2063886"/>
                </a:lnTo>
                <a:lnTo>
                  <a:pt x="1593826" y="2062880"/>
                </a:lnTo>
                <a:lnTo>
                  <a:pt x="1587319" y="2061546"/>
                </a:lnTo>
                <a:lnTo>
                  <a:pt x="1480978" y="2037450"/>
                </a:lnTo>
                <a:lnTo>
                  <a:pt x="1477074" y="2037082"/>
                </a:lnTo>
                <a:lnTo>
                  <a:pt x="1473162" y="2037213"/>
                </a:lnTo>
                <a:lnTo>
                  <a:pt x="1469380" y="2037802"/>
                </a:lnTo>
                <a:lnTo>
                  <a:pt x="1465763" y="2038842"/>
                </a:lnTo>
                <a:lnTo>
                  <a:pt x="1463324" y="2039554"/>
                </a:lnTo>
                <a:moveTo>
                  <a:pt x="1708777" y="2085526"/>
                </a:moveTo>
                <a:lnTo>
                  <a:pt x="1708613" y="2085543"/>
                </a:lnTo>
                <a:moveTo>
                  <a:pt x="1598376" y="1709882"/>
                </a:moveTo>
                <a:lnTo>
                  <a:pt x="1595193" y="1711323"/>
                </a:lnTo>
                <a:moveTo>
                  <a:pt x="2268253" y="992060"/>
                </a:moveTo>
                <a:lnTo>
                  <a:pt x="2267124" y="992739"/>
                </a:lnTo>
                <a:lnTo>
                  <a:pt x="2265070" y="993992"/>
                </a:lnTo>
                <a:lnTo>
                  <a:pt x="2262745" y="995858"/>
                </a:lnTo>
                <a:lnTo>
                  <a:pt x="2261166" y="997642"/>
                </a:lnTo>
                <a:lnTo>
                  <a:pt x="2260249" y="999614"/>
                </a:lnTo>
                <a:lnTo>
                  <a:pt x="2252580" y="1026615"/>
                </a:lnTo>
                <a:lnTo>
                  <a:pt x="2251925" y="1027908"/>
                </a:lnTo>
                <a:lnTo>
                  <a:pt x="2251434" y="1028506"/>
                </a:lnTo>
                <a:lnTo>
                  <a:pt x="2190206" y="1060319"/>
                </a:lnTo>
                <a:moveTo>
                  <a:pt x="2319276" y="991143"/>
                </a:moveTo>
                <a:lnTo>
                  <a:pt x="2317434" y="992027"/>
                </a:lnTo>
                <a:lnTo>
                  <a:pt x="2314340" y="993042"/>
                </a:lnTo>
                <a:lnTo>
                  <a:pt x="2311877" y="993525"/>
                </a:lnTo>
                <a:lnTo>
                  <a:pt x="2309773" y="993591"/>
                </a:lnTo>
                <a:lnTo>
                  <a:pt x="2308022" y="993198"/>
                </a:lnTo>
                <a:lnTo>
                  <a:pt x="2306205" y="992600"/>
                </a:lnTo>
                <a:lnTo>
                  <a:pt x="2289983" y="986707"/>
                </a:lnTo>
                <a:lnTo>
                  <a:pt x="2287831" y="986159"/>
                </a:lnTo>
                <a:lnTo>
                  <a:pt x="2285204" y="985930"/>
                </a:lnTo>
                <a:lnTo>
                  <a:pt x="2282282" y="985995"/>
                </a:lnTo>
                <a:lnTo>
                  <a:pt x="2279777" y="986470"/>
                </a:lnTo>
                <a:lnTo>
                  <a:pt x="2276708" y="987788"/>
                </a:lnTo>
                <a:lnTo>
                  <a:pt x="2275890" y="988140"/>
                </a:lnTo>
                <a:moveTo>
                  <a:pt x="441988" y="875546"/>
                </a:moveTo>
                <a:lnTo>
                  <a:pt x="441006" y="875496"/>
                </a:lnTo>
                <a:lnTo>
                  <a:pt x="440048" y="875447"/>
                </a:lnTo>
                <a:lnTo>
                  <a:pt x="431389" y="874874"/>
                </a:lnTo>
                <a:lnTo>
                  <a:pt x="427223" y="874588"/>
                </a:lnTo>
                <a:lnTo>
                  <a:pt x="422026" y="874187"/>
                </a:lnTo>
                <a:lnTo>
                  <a:pt x="417467" y="873810"/>
                </a:lnTo>
                <a:lnTo>
                  <a:pt x="398790" y="872542"/>
                </a:lnTo>
                <a:lnTo>
                  <a:pt x="381439" y="871273"/>
                </a:lnTo>
                <a:lnTo>
                  <a:pt x="348414" y="869055"/>
                </a:lnTo>
                <a:lnTo>
                  <a:pt x="345615" y="868548"/>
                </a:lnTo>
                <a:moveTo>
                  <a:pt x="1801139" y="1715668"/>
                </a:moveTo>
                <a:lnTo>
                  <a:pt x="1802072" y="1716102"/>
                </a:lnTo>
                <a:moveTo>
                  <a:pt x="2748627" y="1129723"/>
                </a:moveTo>
                <a:lnTo>
                  <a:pt x="2742766" y="1135567"/>
                </a:lnTo>
                <a:lnTo>
                  <a:pt x="2734271" y="1144366"/>
                </a:lnTo>
                <a:lnTo>
                  <a:pt x="2728665" y="1150177"/>
                </a:lnTo>
                <a:lnTo>
                  <a:pt x="2709971" y="1169574"/>
                </a:lnTo>
                <a:moveTo>
                  <a:pt x="2738093" y="1082777"/>
                </a:moveTo>
                <a:lnTo>
                  <a:pt x="2702859" y="1118797"/>
                </a:lnTo>
                <a:lnTo>
                  <a:pt x="2695656" y="1124960"/>
                </a:lnTo>
                <a:moveTo>
                  <a:pt x="2772255" y="1048558"/>
                </a:moveTo>
                <a:lnTo>
                  <a:pt x="2749584" y="1070959"/>
                </a:lnTo>
                <a:moveTo>
                  <a:pt x="2525689" y="1164794"/>
                </a:moveTo>
                <a:lnTo>
                  <a:pt x="2526786" y="1163918"/>
                </a:lnTo>
                <a:lnTo>
                  <a:pt x="2544333" y="1146379"/>
                </a:lnTo>
                <a:moveTo>
                  <a:pt x="2695010" y="1183193"/>
                </a:moveTo>
                <a:lnTo>
                  <a:pt x="2693152" y="1185198"/>
                </a:lnTo>
                <a:lnTo>
                  <a:pt x="2686825" y="1191361"/>
                </a:lnTo>
                <a:lnTo>
                  <a:pt x="2682062" y="1196002"/>
                </a:lnTo>
                <a:lnTo>
                  <a:pt x="2665644" y="1212019"/>
                </a:lnTo>
                <a:moveTo>
                  <a:pt x="2763621" y="1226202"/>
                </a:moveTo>
                <a:lnTo>
                  <a:pt x="2763506" y="1226317"/>
                </a:lnTo>
                <a:moveTo>
                  <a:pt x="910649" y="1490562"/>
                </a:moveTo>
                <a:lnTo>
                  <a:pt x="911099" y="1489776"/>
                </a:lnTo>
                <a:lnTo>
                  <a:pt x="912908" y="1487435"/>
                </a:lnTo>
                <a:lnTo>
                  <a:pt x="914839" y="1485569"/>
                </a:lnTo>
                <a:lnTo>
                  <a:pt x="916861" y="1484080"/>
                </a:lnTo>
                <a:lnTo>
                  <a:pt x="918383" y="1483188"/>
                </a:lnTo>
                <a:lnTo>
                  <a:pt x="921141" y="1482001"/>
                </a:lnTo>
                <a:lnTo>
                  <a:pt x="924121" y="1481232"/>
                </a:lnTo>
                <a:lnTo>
                  <a:pt x="926494" y="1480945"/>
                </a:lnTo>
                <a:lnTo>
                  <a:pt x="929056" y="1480978"/>
                </a:lnTo>
                <a:lnTo>
                  <a:pt x="931929" y="1481395"/>
                </a:lnTo>
                <a:lnTo>
                  <a:pt x="934228" y="1482058"/>
                </a:lnTo>
                <a:lnTo>
                  <a:pt x="934654" y="1482238"/>
                </a:lnTo>
                <a:moveTo>
                  <a:pt x="936266" y="1487812"/>
                </a:moveTo>
                <a:lnTo>
                  <a:pt x="935587" y="1488769"/>
                </a:lnTo>
                <a:lnTo>
                  <a:pt x="933672" y="1490316"/>
                </a:lnTo>
                <a:lnTo>
                  <a:pt x="931397" y="1491659"/>
                </a:lnTo>
                <a:lnTo>
                  <a:pt x="929121" y="1492821"/>
                </a:lnTo>
                <a:lnTo>
                  <a:pt x="926298" y="1493811"/>
                </a:lnTo>
                <a:lnTo>
                  <a:pt x="923278" y="1494490"/>
                </a:lnTo>
                <a:lnTo>
                  <a:pt x="920544" y="1494777"/>
                </a:lnTo>
                <a:lnTo>
                  <a:pt x="918129" y="1494679"/>
                </a:lnTo>
                <a:lnTo>
                  <a:pt x="915838" y="1494310"/>
                </a:lnTo>
                <a:lnTo>
                  <a:pt x="912924" y="1493377"/>
                </a:lnTo>
                <a:lnTo>
                  <a:pt x="910878" y="1492191"/>
                </a:lnTo>
                <a:moveTo>
                  <a:pt x="1901219" y="1354110"/>
                </a:moveTo>
                <a:lnTo>
                  <a:pt x="1955892" y="1295206"/>
                </a:lnTo>
                <a:lnTo>
                  <a:pt x="1959338" y="1292014"/>
                </a:lnTo>
                <a:lnTo>
                  <a:pt x="1961907" y="1289632"/>
                </a:lnTo>
                <a:moveTo>
                  <a:pt x="1850991" y="1436331"/>
                </a:moveTo>
                <a:lnTo>
                  <a:pt x="1858161" y="1427050"/>
                </a:lnTo>
                <a:moveTo>
                  <a:pt x="1999843" y="1339525"/>
                </a:moveTo>
                <a:lnTo>
                  <a:pt x="1973178" y="1360289"/>
                </a:lnTo>
                <a:moveTo>
                  <a:pt x="1719171" y="2759872"/>
                </a:moveTo>
                <a:lnTo>
                  <a:pt x="1717338" y="2759422"/>
                </a:lnTo>
                <a:moveTo>
                  <a:pt x="1741785" y="2754127"/>
                </a:moveTo>
                <a:lnTo>
                  <a:pt x="1739354" y="2748823"/>
                </a:lnTo>
                <a:moveTo>
                  <a:pt x="1765308" y="2769988"/>
                </a:moveTo>
                <a:lnTo>
                  <a:pt x="1757516" y="2773237"/>
                </a:lnTo>
                <a:lnTo>
                  <a:pt x="1751852" y="2775603"/>
                </a:lnTo>
                <a:lnTo>
                  <a:pt x="1746745" y="2764775"/>
                </a:lnTo>
                <a:moveTo>
                  <a:pt x="1737087" y="2761288"/>
                </a:moveTo>
                <a:lnTo>
                  <a:pt x="1735925" y="2761779"/>
                </a:lnTo>
                <a:lnTo>
                  <a:pt x="1731555" y="2763072"/>
                </a:lnTo>
                <a:lnTo>
                  <a:pt x="1726578" y="2762647"/>
                </a:lnTo>
                <a:lnTo>
                  <a:pt x="1719646" y="2760019"/>
                </a:lnTo>
                <a:moveTo>
                  <a:pt x="2012398" y="2682455"/>
                </a:moveTo>
                <a:lnTo>
                  <a:pt x="2012717" y="2683077"/>
                </a:lnTo>
                <a:moveTo>
                  <a:pt x="2228395" y="1671669"/>
                </a:moveTo>
                <a:lnTo>
                  <a:pt x="2217018" y="1676195"/>
                </a:lnTo>
                <a:lnTo>
                  <a:pt x="2112461" y="1717878"/>
                </a:lnTo>
                <a:lnTo>
                  <a:pt x="2109810" y="1719851"/>
                </a:lnTo>
                <a:lnTo>
                  <a:pt x="2109286" y="1721128"/>
                </a:lnTo>
                <a:lnTo>
                  <a:pt x="2108770" y="1722413"/>
                </a:lnTo>
                <a:lnTo>
                  <a:pt x="2108590" y="1725072"/>
                </a:lnTo>
                <a:lnTo>
                  <a:pt x="2112339" y="1735524"/>
                </a:lnTo>
                <a:lnTo>
                  <a:pt x="2114229" y="1737644"/>
                </a:lnTo>
                <a:lnTo>
                  <a:pt x="2117438" y="1740312"/>
                </a:lnTo>
                <a:lnTo>
                  <a:pt x="2119230" y="1742882"/>
                </a:lnTo>
                <a:lnTo>
                  <a:pt x="2119754" y="1744077"/>
                </a:lnTo>
                <a:moveTo>
                  <a:pt x="2641385" y="2107117"/>
                </a:moveTo>
                <a:lnTo>
                  <a:pt x="2644094" y="2109744"/>
                </a:lnTo>
                <a:lnTo>
                  <a:pt x="2646083" y="2112543"/>
                </a:lnTo>
                <a:moveTo>
                  <a:pt x="2393509" y="1313310"/>
                </a:moveTo>
                <a:lnTo>
                  <a:pt x="2359044" y="1279983"/>
                </a:lnTo>
                <a:moveTo>
                  <a:pt x="1002479" y="2180843"/>
                </a:moveTo>
                <a:lnTo>
                  <a:pt x="1002373" y="2180843"/>
                </a:lnTo>
                <a:lnTo>
                  <a:pt x="971771" y="2179550"/>
                </a:lnTo>
                <a:lnTo>
                  <a:pt x="970036" y="2179468"/>
                </a:lnTo>
                <a:moveTo>
                  <a:pt x="2492550" y="910993"/>
                </a:moveTo>
                <a:lnTo>
                  <a:pt x="2490610" y="911770"/>
                </a:lnTo>
                <a:lnTo>
                  <a:pt x="2447208" y="931896"/>
                </a:lnTo>
                <a:moveTo>
                  <a:pt x="2146403" y="1368015"/>
                </a:moveTo>
                <a:lnTo>
                  <a:pt x="2154693" y="1376118"/>
                </a:lnTo>
                <a:moveTo>
                  <a:pt x="2094357" y="2346808"/>
                </a:moveTo>
                <a:lnTo>
                  <a:pt x="2092254" y="2347111"/>
                </a:lnTo>
                <a:lnTo>
                  <a:pt x="2085322" y="2347275"/>
                </a:lnTo>
                <a:moveTo>
                  <a:pt x="2142589" y="2457823"/>
                </a:moveTo>
                <a:lnTo>
                  <a:pt x="2139642" y="2458862"/>
                </a:lnTo>
                <a:lnTo>
                  <a:pt x="2127218" y="2464117"/>
                </a:lnTo>
                <a:lnTo>
                  <a:pt x="2124051" y="2463094"/>
                </a:lnTo>
                <a:moveTo>
                  <a:pt x="2167650" y="1863571"/>
                </a:moveTo>
                <a:lnTo>
                  <a:pt x="2167666" y="1863734"/>
                </a:lnTo>
                <a:moveTo>
                  <a:pt x="2172667" y="1765938"/>
                </a:moveTo>
                <a:lnTo>
                  <a:pt x="2206919" y="1798618"/>
                </a:lnTo>
                <a:moveTo>
                  <a:pt x="2345695" y="2253521"/>
                </a:moveTo>
                <a:lnTo>
                  <a:pt x="2349992" y="2256591"/>
                </a:lnTo>
                <a:lnTo>
                  <a:pt x="2377427" y="2276135"/>
                </a:lnTo>
                <a:lnTo>
                  <a:pt x="2379145" y="2277314"/>
                </a:lnTo>
                <a:lnTo>
                  <a:pt x="2380569" y="2277756"/>
                </a:lnTo>
                <a:lnTo>
                  <a:pt x="2382485" y="2277993"/>
                </a:lnTo>
                <a:lnTo>
                  <a:pt x="2384007" y="2277617"/>
                </a:lnTo>
                <a:lnTo>
                  <a:pt x="2385325" y="2277076"/>
                </a:lnTo>
                <a:lnTo>
                  <a:pt x="2386446" y="2276242"/>
                </a:lnTo>
                <a:lnTo>
                  <a:pt x="2404165" y="2257908"/>
                </a:lnTo>
                <a:moveTo>
                  <a:pt x="2308087" y="2226627"/>
                </a:moveTo>
                <a:lnTo>
                  <a:pt x="2312998" y="2230146"/>
                </a:lnTo>
                <a:lnTo>
                  <a:pt x="2334384" y="2245435"/>
                </a:lnTo>
                <a:lnTo>
                  <a:pt x="2338035" y="2248046"/>
                </a:lnTo>
                <a:moveTo>
                  <a:pt x="2270782" y="2199880"/>
                </a:moveTo>
                <a:lnTo>
                  <a:pt x="2273901" y="2202106"/>
                </a:lnTo>
                <a:lnTo>
                  <a:pt x="2299101" y="2220186"/>
                </a:lnTo>
                <a:lnTo>
                  <a:pt x="2300599" y="2221266"/>
                </a:lnTo>
                <a:moveTo>
                  <a:pt x="2248693" y="2184100"/>
                </a:moveTo>
                <a:lnTo>
                  <a:pt x="2252482" y="2186769"/>
                </a:lnTo>
                <a:lnTo>
                  <a:pt x="2262459" y="2193922"/>
                </a:lnTo>
                <a:moveTo>
                  <a:pt x="1398838" y="2323155"/>
                </a:moveTo>
                <a:lnTo>
                  <a:pt x="1398781" y="2322852"/>
                </a:lnTo>
                <a:moveTo>
                  <a:pt x="2612035" y="2707606"/>
                </a:moveTo>
                <a:lnTo>
                  <a:pt x="2613574" y="2709161"/>
                </a:lnTo>
                <a:lnTo>
                  <a:pt x="2621120" y="2714538"/>
                </a:lnTo>
                <a:lnTo>
                  <a:pt x="2677839" y="2730506"/>
                </a:lnTo>
                <a:lnTo>
                  <a:pt x="2720480" y="2742144"/>
                </a:lnTo>
                <a:lnTo>
                  <a:pt x="2735638" y="2746278"/>
                </a:lnTo>
                <a:lnTo>
                  <a:pt x="2767917" y="2755084"/>
                </a:lnTo>
                <a:lnTo>
                  <a:pt x="2791440" y="2761615"/>
                </a:lnTo>
                <a:lnTo>
                  <a:pt x="2811524" y="2767017"/>
                </a:lnTo>
                <a:lnTo>
                  <a:pt x="2843616" y="2775635"/>
                </a:lnTo>
                <a:lnTo>
                  <a:pt x="2875044" y="2784671"/>
                </a:lnTo>
                <a:moveTo>
                  <a:pt x="2925035" y="2789574"/>
                </a:moveTo>
                <a:lnTo>
                  <a:pt x="2915312" y="2795000"/>
                </a:lnTo>
                <a:lnTo>
                  <a:pt x="2904304" y="2801482"/>
                </a:lnTo>
                <a:lnTo>
                  <a:pt x="2900154" y="2803987"/>
                </a:lnTo>
                <a:moveTo>
                  <a:pt x="2617200" y="2519501"/>
                </a:moveTo>
                <a:lnTo>
                  <a:pt x="2630892" y="2541984"/>
                </a:lnTo>
                <a:lnTo>
                  <a:pt x="2527268" y="2603540"/>
                </a:lnTo>
                <a:moveTo>
                  <a:pt x="933353" y="881217"/>
                </a:moveTo>
                <a:lnTo>
                  <a:pt x="933197" y="881283"/>
                </a:lnTo>
                <a:moveTo>
                  <a:pt x="956531" y="2492689"/>
                </a:moveTo>
                <a:lnTo>
                  <a:pt x="956335" y="2496061"/>
                </a:lnTo>
                <a:lnTo>
                  <a:pt x="955606" y="2511710"/>
                </a:lnTo>
                <a:moveTo>
                  <a:pt x="957374" y="2474879"/>
                </a:moveTo>
                <a:lnTo>
                  <a:pt x="957006" y="2483277"/>
                </a:lnTo>
                <a:moveTo>
                  <a:pt x="1089849" y="2586418"/>
                </a:moveTo>
                <a:lnTo>
                  <a:pt x="1089865" y="2587015"/>
                </a:lnTo>
                <a:lnTo>
                  <a:pt x="1089980" y="2588579"/>
                </a:lnTo>
                <a:lnTo>
                  <a:pt x="1090184" y="2590445"/>
                </a:lnTo>
                <a:lnTo>
                  <a:pt x="1090291" y="2591468"/>
                </a:lnTo>
                <a:lnTo>
                  <a:pt x="1090528" y="2592851"/>
                </a:lnTo>
                <a:lnTo>
                  <a:pt x="1090872" y="2594373"/>
                </a:lnTo>
                <a:lnTo>
                  <a:pt x="1091338" y="2596378"/>
                </a:lnTo>
                <a:lnTo>
                  <a:pt x="1092361" y="2600192"/>
                </a:lnTo>
                <a:lnTo>
                  <a:pt x="1092893" y="2602083"/>
                </a:lnTo>
                <a:lnTo>
                  <a:pt x="1093794" y="2604530"/>
                </a:lnTo>
                <a:moveTo>
                  <a:pt x="717658" y="1953903"/>
                </a:moveTo>
                <a:lnTo>
                  <a:pt x="724108" y="1952250"/>
                </a:lnTo>
                <a:lnTo>
                  <a:pt x="732202" y="1950171"/>
                </a:lnTo>
                <a:moveTo>
                  <a:pt x="783249" y="2044882"/>
                </a:moveTo>
                <a:lnTo>
                  <a:pt x="761241" y="2050136"/>
                </a:lnTo>
                <a:lnTo>
                  <a:pt x="758425" y="2050906"/>
                </a:lnTo>
                <a:lnTo>
                  <a:pt x="749300" y="2053607"/>
                </a:lnTo>
                <a:lnTo>
                  <a:pt x="743472" y="2055162"/>
                </a:lnTo>
                <a:moveTo>
                  <a:pt x="848021" y="2027989"/>
                </a:moveTo>
                <a:lnTo>
                  <a:pt x="811535" y="2037590"/>
                </a:lnTo>
                <a:lnTo>
                  <a:pt x="794854" y="2041960"/>
                </a:lnTo>
                <a:moveTo>
                  <a:pt x="2486420" y="2534176"/>
                </a:moveTo>
                <a:lnTo>
                  <a:pt x="2575115" y="2480551"/>
                </a:lnTo>
                <a:moveTo>
                  <a:pt x="2590175" y="2720586"/>
                </a:moveTo>
                <a:lnTo>
                  <a:pt x="2590756" y="2721299"/>
                </a:lnTo>
                <a:lnTo>
                  <a:pt x="2628634" y="2783452"/>
                </a:lnTo>
                <a:moveTo>
                  <a:pt x="2402848" y="2256631"/>
                </a:moveTo>
                <a:lnTo>
                  <a:pt x="2385235" y="2274850"/>
                </a:lnTo>
                <a:lnTo>
                  <a:pt x="2384408" y="2275456"/>
                </a:lnTo>
                <a:lnTo>
                  <a:pt x="2383434" y="2275865"/>
                </a:lnTo>
                <a:lnTo>
                  <a:pt x="2382370" y="2276127"/>
                </a:lnTo>
                <a:lnTo>
                  <a:pt x="2380962" y="2275955"/>
                </a:lnTo>
                <a:lnTo>
                  <a:pt x="2379964" y="2275644"/>
                </a:lnTo>
                <a:lnTo>
                  <a:pt x="2378482" y="2274629"/>
                </a:lnTo>
                <a:lnTo>
                  <a:pt x="2351056" y="2255085"/>
                </a:lnTo>
                <a:lnTo>
                  <a:pt x="2346767" y="2252024"/>
                </a:lnTo>
                <a:moveTo>
                  <a:pt x="2425298" y="2233535"/>
                </a:moveTo>
                <a:lnTo>
                  <a:pt x="2411057" y="2248161"/>
                </a:lnTo>
                <a:moveTo>
                  <a:pt x="2448804" y="2209620"/>
                </a:moveTo>
                <a:lnTo>
                  <a:pt x="2433654" y="2225138"/>
                </a:lnTo>
                <a:moveTo>
                  <a:pt x="2488114" y="2168353"/>
                </a:moveTo>
                <a:lnTo>
                  <a:pt x="2486248" y="2170080"/>
                </a:lnTo>
                <a:lnTo>
                  <a:pt x="2475043" y="2181776"/>
                </a:lnTo>
                <a:lnTo>
                  <a:pt x="2456693" y="2200911"/>
                </a:lnTo>
                <a:moveTo>
                  <a:pt x="2594021" y="2069853"/>
                </a:moveTo>
                <a:lnTo>
                  <a:pt x="2583578" y="2081107"/>
                </a:lnTo>
                <a:lnTo>
                  <a:pt x="2580582" y="2084143"/>
                </a:lnTo>
                <a:lnTo>
                  <a:pt x="2569566" y="2096371"/>
                </a:lnTo>
                <a:lnTo>
                  <a:pt x="2565433" y="2100414"/>
                </a:lnTo>
                <a:lnTo>
                  <a:pt x="2554425" y="2111929"/>
                </a:lnTo>
                <a:lnTo>
                  <a:pt x="2549710" y="2116897"/>
                </a:lnTo>
                <a:lnTo>
                  <a:pt x="2538416" y="2128806"/>
                </a:lnTo>
                <a:lnTo>
                  <a:pt x="2534888" y="2132554"/>
                </a:lnTo>
                <a:lnTo>
                  <a:pt x="2533562" y="2133487"/>
                </a:lnTo>
                <a:moveTo>
                  <a:pt x="2526966" y="2137997"/>
                </a:moveTo>
                <a:lnTo>
                  <a:pt x="2515606" y="2145568"/>
                </a:lnTo>
                <a:lnTo>
                  <a:pt x="2506897" y="2152860"/>
                </a:lnTo>
                <a:lnTo>
                  <a:pt x="2495480" y="2161994"/>
                </a:lnTo>
                <a:moveTo>
                  <a:pt x="1091813" y="2534667"/>
                </a:moveTo>
                <a:lnTo>
                  <a:pt x="1091690" y="2536558"/>
                </a:lnTo>
                <a:lnTo>
                  <a:pt x="1091559" y="2539030"/>
                </a:lnTo>
                <a:lnTo>
                  <a:pt x="1090888" y="2552141"/>
                </a:lnTo>
                <a:lnTo>
                  <a:pt x="1090184" y="2566006"/>
                </a:lnTo>
                <a:lnTo>
                  <a:pt x="1089685" y="2575786"/>
                </a:lnTo>
                <a:moveTo>
                  <a:pt x="1092451" y="2523373"/>
                </a:moveTo>
                <a:lnTo>
                  <a:pt x="1092378" y="2524846"/>
                </a:lnTo>
                <a:moveTo>
                  <a:pt x="981678" y="803346"/>
                </a:moveTo>
                <a:lnTo>
                  <a:pt x="1013197" y="791912"/>
                </a:lnTo>
                <a:moveTo>
                  <a:pt x="483868" y="2035011"/>
                </a:moveTo>
                <a:lnTo>
                  <a:pt x="485357" y="2035764"/>
                </a:lnTo>
                <a:lnTo>
                  <a:pt x="490800" y="2038662"/>
                </a:lnTo>
                <a:moveTo>
                  <a:pt x="554394" y="2023349"/>
                </a:moveTo>
                <a:lnTo>
                  <a:pt x="558813" y="2022211"/>
                </a:lnTo>
                <a:lnTo>
                  <a:pt x="580085" y="2016719"/>
                </a:lnTo>
                <a:lnTo>
                  <a:pt x="588278" y="2014599"/>
                </a:lnTo>
                <a:lnTo>
                  <a:pt x="591871" y="2013674"/>
                </a:lnTo>
                <a:moveTo>
                  <a:pt x="600816" y="2011407"/>
                </a:moveTo>
                <a:lnTo>
                  <a:pt x="604074" y="2010597"/>
                </a:lnTo>
                <a:lnTo>
                  <a:pt x="615728" y="2007716"/>
                </a:lnTo>
                <a:lnTo>
                  <a:pt x="659507" y="1996372"/>
                </a:lnTo>
                <a:lnTo>
                  <a:pt x="665523" y="1994817"/>
                </a:lnTo>
                <a:moveTo>
                  <a:pt x="854912" y="2422744"/>
                </a:moveTo>
                <a:lnTo>
                  <a:pt x="854708" y="2427319"/>
                </a:lnTo>
                <a:moveTo>
                  <a:pt x="629528" y="2653956"/>
                </a:moveTo>
                <a:lnTo>
                  <a:pt x="629372" y="2651788"/>
                </a:lnTo>
                <a:lnTo>
                  <a:pt x="630984" y="2618608"/>
                </a:lnTo>
                <a:lnTo>
                  <a:pt x="631222" y="2613672"/>
                </a:lnTo>
                <a:lnTo>
                  <a:pt x="631320" y="2611757"/>
                </a:lnTo>
                <a:lnTo>
                  <a:pt x="631443" y="2609285"/>
                </a:lnTo>
                <a:lnTo>
                  <a:pt x="631631" y="2605308"/>
                </a:lnTo>
                <a:lnTo>
                  <a:pt x="632097" y="2595617"/>
                </a:lnTo>
                <a:lnTo>
                  <a:pt x="632818" y="2581474"/>
                </a:lnTo>
                <a:lnTo>
                  <a:pt x="633710" y="2564164"/>
                </a:lnTo>
                <a:lnTo>
                  <a:pt x="633865" y="2561144"/>
                </a:lnTo>
                <a:moveTo>
                  <a:pt x="634700" y="2544906"/>
                </a:moveTo>
                <a:lnTo>
                  <a:pt x="634757" y="2543736"/>
                </a:lnTo>
                <a:lnTo>
                  <a:pt x="634954" y="2539824"/>
                </a:lnTo>
                <a:lnTo>
                  <a:pt x="635077" y="2537499"/>
                </a:lnTo>
                <a:lnTo>
                  <a:pt x="635568" y="2527850"/>
                </a:lnTo>
                <a:lnTo>
                  <a:pt x="636435" y="2510859"/>
                </a:lnTo>
                <a:lnTo>
                  <a:pt x="637180" y="2496405"/>
                </a:lnTo>
                <a:lnTo>
                  <a:pt x="637286" y="2494236"/>
                </a:lnTo>
                <a:lnTo>
                  <a:pt x="637581" y="2488441"/>
                </a:lnTo>
                <a:lnTo>
                  <a:pt x="637655" y="2487123"/>
                </a:lnTo>
                <a:lnTo>
                  <a:pt x="637835" y="2483997"/>
                </a:lnTo>
                <a:lnTo>
                  <a:pt x="638154" y="2477269"/>
                </a:lnTo>
                <a:lnTo>
                  <a:pt x="638277" y="2474708"/>
                </a:lnTo>
                <a:lnTo>
                  <a:pt x="638490" y="2470214"/>
                </a:lnTo>
                <a:lnTo>
                  <a:pt x="638882" y="2462054"/>
                </a:lnTo>
                <a:lnTo>
                  <a:pt x="639545" y="2449516"/>
                </a:lnTo>
                <a:lnTo>
                  <a:pt x="639750" y="2445784"/>
                </a:lnTo>
                <a:lnTo>
                  <a:pt x="639815" y="2444556"/>
                </a:lnTo>
                <a:lnTo>
                  <a:pt x="640470" y="2432451"/>
                </a:lnTo>
                <a:lnTo>
                  <a:pt x="642164" y="2400932"/>
                </a:lnTo>
                <a:moveTo>
                  <a:pt x="629560" y="2665259"/>
                </a:moveTo>
                <a:lnTo>
                  <a:pt x="674968" y="2716339"/>
                </a:lnTo>
                <a:lnTo>
                  <a:pt x="681098" y="2723566"/>
                </a:lnTo>
                <a:lnTo>
                  <a:pt x="701142" y="2743724"/>
                </a:lnTo>
                <a:moveTo>
                  <a:pt x="687163" y="2494146"/>
                </a:moveTo>
                <a:lnTo>
                  <a:pt x="688022" y="2494473"/>
                </a:lnTo>
                <a:lnTo>
                  <a:pt x="692245" y="2494882"/>
                </a:lnTo>
                <a:moveTo>
                  <a:pt x="690281" y="2545790"/>
                </a:moveTo>
                <a:lnTo>
                  <a:pt x="735844" y="2548147"/>
                </a:lnTo>
                <a:moveTo>
                  <a:pt x="809898" y="2545364"/>
                </a:moveTo>
                <a:lnTo>
                  <a:pt x="810479" y="2532539"/>
                </a:lnTo>
                <a:lnTo>
                  <a:pt x="811968" y="2504818"/>
                </a:lnTo>
                <a:moveTo>
                  <a:pt x="738480" y="2547771"/>
                </a:moveTo>
                <a:lnTo>
                  <a:pt x="740845" y="2547861"/>
                </a:lnTo>
                <a:moveTo>
                  <a:pt x="846752" y="2500743"/>
                </a:moveTo>
                <a:lnTo>
                  <a:pt x="841105" y="2500472"/>
                </a:lnTo>
                <a:lnTo>
                  <a:pt x="816191" y="2499294"/>
                </a:lnTo>
                <a:moveTo>
                  <a:pt x="862647" y="2501512"/>
                </a:moveTo>
                <a:lnTo>
                  <a:pt x="859013" y="2501332"/>
                </a:lnTo>
                <a:moveTo>
                  <a:pt x="851295" y="2506750"/>
                </a:moveTo>
                <a:lnTo>
                  <a:pt x="850836" y="2511112"/>
                </a:lnTo>
                <a:moveTo>
                  <a:pt x="852293" y="2607026"/>
                </a:moveTo>
                <a:lnTo>
                  <a:pt x="856729" y="2607288"/>
                </a:lnTo>
                <a:lnTo>
                  <a:pt x="865299" y="2607796"/>
                </a:lnTo>
                <a:lnTo>
                  <a:pt x="878034" y="2608401"/>
                </a:lnTo>
                <a:lnTo>
                  <a:pt x="878467" y="2608426"/>
                </a:lnTo>
                <a:lnTo>
                  <a:pt x="901981" y="2609621"/>
                </a:lnTo>
                <a:lnTo>
                  <a:pt x="904551" y="2609744"/>
                </a:lnTo>
                <a:lnTo>
                  <a:pt x="942388" y="2611577"/>
                </a:lnTo>
                <a:lnTo>
                  <a:pt x="946014" y="2611749"/>
                </a:lnTo>
                <a:moveTo>
                  <a:pt x="852171" y="2514926"/>
                </a:moveTo>
                <a:lnTo>
                  <a:pt x="851164" y="2532801"/>
                </a:lnTo>
                <a:moveTo>
                  <a:pt x="863244" y="2433171"/>
                </a:moveTo>
                <a:lnTo>
                  <a:pt x="865626" y="2433286"/>
                </a:lnTo>
                <a:moveTo>
                  <a:pt x="854258" y="2436731"/>
                </a:moveTo>
                <a:lnTo>
                  <a:pt x="853988" y="2442133"/>
                </a:lnTo>
                <a:lnTo>
                  <a:pt x="851606" y="2489677"/>
                </a:lnTo>
                <a:moveTo>
                  <a:pt x="970870" y="2414715"/>
                </a:moveTo>
                <a:lnTo>
                  <a:pt x="960116" y="2414191"/>
                </a:lnTo>
                <a:lnTo>
                  <a:pt x="950057" y="2413708"/>
                </a:lnTo>
                <a:lnTo>
                  <a:pt x="939745" y="2413209"/>
                </a:lnTo>
                <a:lnTo>
                  <a:pt x="929612" y="2412718"/>
                </a:lnTo>
                <a:lnTo>
                  <a:pt x="919275" y="2412227"/>
                </a:lnTo>
                <a:lnTo>
                  <a:pt x="909143" y="2411736"/>
                </a:lnTo>
                <a:lnTo>
                  <a:pt x="898912" y="2411237"/>
                </a:lnTo>
                <a:lnTo>
                  <a:pt x="888772" y="2410754"/>
                </a:lnTo>
                <a:lnTo>
                  <a:pt x="878467" y="2410255"/>
                </a:lnTo>
                <a:lnTo>
                  <a:pt x="875455" y="2409944"/>
                </a:lnTo>
                <a:moveTo>
                  <a:pt x="849715" y="2409084"/>
                </a:moveTo>
                <a:lnTo>
                  <a:pt x="846720" y="2408921"/>
                </a:lnTo>
                <a:lnTo>
                  <a:pt x="841997" y="2408691"/>
                </a:lnTo>
                <a:lnTo>
                  <a:pt x="839976" y="2408585"/>
                </a:lnTo>
                <a:lnTo>
                  <a:pt x="838200" y="2408503"/>
                </a:lnTo>
                <a:lnTo>
                  <a:pt x="834156" y="2407095"/>
                </a:lnTo>
                <a:moveTo>
                  <a:pt x="857564" y="2409510"/>
                </a:moveTo>
                <a:lnTo>
                  <a:pt x="857400" y="2409502"/>
                </a:lnTo>
                <a:moveTo>
                  <a:pt x="748628" y="2427598"/>
                </a:moveTo>
                <a:lnTo>
                  <a:pt x="751411" y="2427729"/>
                </a:lnTo>
                <a:lnTo>
                  <a:pt x="789927" y="2429619"/>
                </a:lnTo>
                <a:lnTo>
                  <a:pt x="794093" y="2429824"/>
                </a:lnTo>
                <a:moveTo>
                  <a:pt x="739732" y="2425707"/>
                </a:moveTo>
                <a:lnTo>
                  <a:pt x="734707" y="2425437"/>
                </a:lnTo>
                <a:lnTo>
                  <a:pt x="723412" y="2424815"/>
                </a:lnTo>
                <a:lnTo>
                  <a:pt x="721169" y="2424692"/>
                </a:lnTo>
                <a:lnTo>
                  <a:pt x="693408" y="2423186"/>
                </a:lnTo>
                <a:lnTo>
                  <a:pt x="692311" y="2423121"/>
                </a:lnTo>
                <a:moveTo>
                  <a:pt x="735590" y="2495635"/>
                </a:moveTo>
                <a:lnTo>
                  <a:pt x="694733" y="2493524"/>
                </a:lnTo>
                <a:moveTo>
                  <a:pt x="862860" y="2409363"/>
                </a:moveTo>
                <a:lnTo>
                  <a:pt x="862696" y="2409379"/>
                </a:lnTo>
                <a:moveTo>
                  <a:pt x="873123" y="2409608"/>
                </a:moveTo>
                <a:lnTo>
                  <a:pt x="866747" y="2409297"/>
                </a:lnTo>
                <a:moveTo>
                  <a:pt x="920053" y="2462750"/>
                </a:moveTo>
                <a:lnTo>
                  <a:pt x="949910" y="2464133"/>
                </a:lnTo>
                <a:moveTo>
                  <a:pt x="917041" y="2463716"/>
                </a:moveTo>
                <a:lnTo>
                  <a:pt x="917205" y="2463716"/>
                </a:lnTo>
                <a:moveTo>
                  <a:pt x="957145" y="2457905"/>
                </a:moveTo>
                <a:lnTo>
                  <a:pt x="957120" y="2458068"/>
                </a:lnTo>
                <a:moveTo>
                  <a:pt x="956949" y="2469429"/>
                </a:moveTo>
                <a:lnTo>
                  <a:pt x="956826" y="2471966"/>
                </a:lnTo>
                <a:moveTo>
                  <a:pt x="957407" y="2460033"/>
                </a:moveTo>
                <a:lnTo>
                  <a:pt x="957399" y="2460205"/>
                </a:lnTo>
                <a:moveTo>
                  <a:pt x="919750" y="2435929"/>
                </a:moveTo>
                <a:lnTo>
                  <a:pt x="950057" y="2437378"/>
                </a:lnTo>
                <a:lnTo>
                  <a:pt x="953045" y="2437525"/>
                </a:lnTo>
                <a:moveTo>
                  <a:pt x="868073" y="2433458"/>
                </a:moveTo>
                <a:lnTo>
                  <a:pt x="892176" y="2434620"/>
                </a:lnTo>
                <a:lnTo>
                  <a:pt x="909994" y="2435463"/>
                </a:lnTo>
                <a:moveTo>
                  <a:pt x="958790" y="2443410"/>
                </a:moveTo>
                <a:lnTo>
                  <a:pt x="958135" y="2457594"/>
                </a:lnTo>
                <a:moveTo>
                  <a:pt x="965428" y="2439359"/>
                </a:moveTo>
                <a:lnTo>
                  <a:pt x="967940" y="2439441"/>
                </a:lnTo>
                <a:moveTo>
                  <a:pt x="916067" y="2487132"/>
                </a:moveTo>
                <a:lnTo>
                  <a:pt x="916231" y="2487140"/>
                </a:lnTo>
                <a:moveTo>
                  <a:pt x="918989" y="2486010"/>
                </a:moveTo>
                <a:lnTo>
                  <a:pt x="919071" y="2485978"/>
                </a:lnTo>
                <a:lnTo>
                  <a:pt x="948429" y="2487295"/>
                </a:lnTo>
                <a:moveTo>
                  <a:pt x="990530" y="2415804"/>
                </a:moveTo>
                <a:lnTo>
                  <a:pt x="984498" y="2415493"/>
                </a:lnTo>
                <a:lnTo>
                  <a:pt x="980029" y="2415329"/>
                </a:lnTo>
                <a:moveTo>
                  <a:pt x="954133" y="2526998"/>
                </a:moveTo>
                <a:lnTo>
                  <a:pt x="953896" y="2531434"/>
                </a:lnTo>
                <a:lnTo>
                  <a:pt x="953708" y="2535494"/>
                </a:lnTo>
                <a:lnTo>
                  <a:pt x="952676" y="2558631"/>
                </a:lnTo>
                <a:lnTo>
                  <a:pt x="951547" y="2581646"/>
                </a:lnTo>
                <a:lnTo>
                  <a:pt x="950606" y="2601297"/>
                </a:lnTo>
                <a:lnTo>
                  <a:pt x="950376" y="2606224"/>
                </a:lnTo>
                <a:moveTo>
                  <a:pt x="960034" y="2523626"/>
                </a:moveTo>
                <a:lnTo>
                  <a:pt x="960705" y="2523659"/>
                </a:lnTo>
                <a:lnTo>
                  <a:pt x="963333" y="2523798"/>
                </a:lnTo>
                <a:moveTo>
                  <a:pt x="955222" y="2513142"/>
                </a:moveTo>
                <a:lnTo>
                  <a:pt x="954616" y="2516236"/>
                </a:lnTo>
                <a:lnTo>
                  <a:pt x="954510" y="2518871"/>
                </a:lnTo>
                <a:moveTo>
                  <a:pt x="955819" y="2612224"/>
                </a:moveTo>
                <a:lnTo>
                  <a:pt x="959330" y="2612396"/>
                </a:lnTo>
                <a:lnTo>
                  <a:pt x="971280" y="2612977"/>
                </a:lnTo>
                <a:lnTo>
                  <a:pt x="991201" y="2613934"/>
                </a:lnTo>
                <a:lnTo>
                  <a:pt x="1016376" y="2615154"/>
                </a:lnTo>
                <a:lnTo>
                  <a:pt x="1046111" y="2616267"/>
                </a:lnTo>
                <a:lnTo>
                  <a:pt x="1047633" y="2616324"/>
                </a:lnTo>
                <a:moveTo>
                  <a:pt x="966271" y="2525124"/>
                </a:moveTo>
                <a:lnTo>
                  <a:pt x="991659" y="2526303"/>
                </a:lnTo>
                <a:lnTo>
                  <a:pt x="1020575" y="2527653"/>
                </a:lnTo>
                <a:lnTo>
                  <a:pt x="1027638" y="2527923"/>
                </a:lnTo>
                <a:lnTo>
                  <a:pt x="1044539" y="2528725"/>
                </a:lnTo>
                <a:lnTo>
                  <a:pt x="1050146" y="2528954"/>
                </a:lnTo>
                <a:lnTo>
                  <a:pt x="1067120" y="2529658"/>
                </a:lnTo>
                <a:lnTo>
                  <a:pt x="1074143" y="2529863"/>
                </a:lnTo>
                <a:lnTo>
                  <a:pt x="1084029" y="2530182"/>
                </a:lnTo>
                <a:moveTo>
                  <a:pt x="2438966" y="2673476"/>
                </a:moveTo>
                <a:lnTo>
                  <a:pt x="2476926" y="2653564"/>
                </a:lnTo>
                <a:lnTo>
                  <a:pt x="2481984" y="2662828"/>
                </a:lnTo>
                <a:lnTo>
                  <a:pt x="2486420" y="2670440"/>
                </a:lnTo>
                <a:lnTo>
                  <a:pt x="2489882" y="2676390"/>
                </a:lnTo>
                <a:lnTo>
                  <a:pt x="2496290" y="2687415"/>
                </a:lnTo>
                <a:lnTo>
                  <a:pt x="2499122" y="2692284"/>
                </a:lnTo>
                <a:lnTo>
                  <a:pt x="2503934" y="2700551"/>
                </a:lnTo>
                <a:lnTo>
                  <a:pt x="2510040" y="2711043"/>
                </a:lnTo>
                <a:lnTo>
                  <a:pt x="2527907" y="2741768"/>
                </a:lnTo>
                <a:lnTo>
                  <a:pt x="2528283" y="2742251"/>
                </a:lnTo>
                <a:moveTo>
                  <a:pt x="1086477" y="2530321"/>
                </a:moveTo>
                <a:lnTo>
                  <a:pt x="1087729" y="2530370"/>
                </a:lnTo>
                <a:moveTo>
                  <a:pt x="1089685" y="2575852"/>
                </a:moveTo>
                <a:lnTo>
                  <a:pt x="1089726" y="2582579"/>
                </a:lnTo>
                <a:lnTo>
                  <a:pt x="1089750" y="2583963"/>
                </a:lnTo>
                <a:moveTo>
                  <a:pt x="1092140" y="2615604"/>
                </a:moveTo>
                <a:lnTo>
                  <a:pt x="1092705" y="2615113"/>
                </a:lnTo>
                <a:lnTo>
                  <a:pt x="1093392" y="2614343"/>
                </a:lnTo>
                <a:moveTo>
                  <a:pt x="1079773" y="2617945"/>
                </a:moveTo>
                <a:lnTo>
                  <a:pt x="1084185" y="2618035"/>
                </a:lnTo>
                <a:moveTo>
                  <a:pt x="1050096" y="2616079"/>
                </a:moveTo>
                <a:lnTo>
                  <a:pt x="1054835" y="2616160"/>
                </a:lnTo>
                <a:lnTo>
                  <a:pt x="1057102" y="2616226"/>
                </a:lnTo>
                <a:lnTo>
                  <a:pt x="1058125" y="2616226"/>
                </a:lnTo>
                <a:lnTo>
                  <a:pt x="1062725" y="2616406"/>
                </a:lnTo>
                <a:moveTo>
                  <a:pt x="1324277" y="2735098"/>
                </a:moveTo>
                <a:lnTo>
                  <a:pt x="1323917" y="2735998"/>
                </a:lnTo>
                <a:lnTo>
                  <a:pt x="1323410" y="2737127"/>
                </a:lnTo>
                <a:lnTo>
                  <a:pt x="1322755" y="2738085"/>
                </a:lnTo>
                <a:lnTo>
                  <a:pt x="1321838" y="2738862"/>
                </a:lnTo>
                <a:moveTo>
                  <a:pt x="1319432" y="2739959"/>
                </a:moveTo>
                <a:lnTo>
                  <a:pt x="1319162" y="2740033"/>
                </a:lnTo>
                <a:lnTo>
                  <a:pt x="1317525" y="2740458"/>
                </a:lnTo>
                <a:lnTo>
                  <a:pt x="1315553" y="2740548"/>
                </a:lnTo>
                <a:lnTo>
                  <a:pt x="1312025" y="2740540"/>
                </a:lnTo>
                <a:moveTo>
                  <a:pt x="1102559" y="2631924"/>
                </a:moveTo>
                <a:lnTo>
                  <a:pt x="1096846" y="2628142"/>
                </a:lnTo>
                <a:lnTo>
                  <a:pt x="1095389" y="2626898"/>
                </a:lnTo>
                <a:lnTo>
                  <a:pt x="1094325" y="2625908"/>
                </a:lnTo>
                <a:lnTo>
                  <a:pt x="1092525" y="2624312"/>
                </a:lnTo>
                <a:lnTo>
                  <a:pt x="1091395" y="2622954"/>
                </a:lnTo>
                <a:lnTo>
                  <a:pt x="1090667" y="2621857"/>
                </a:lnTo>
                <a:moveTo>
                  <a:pt x="1331537" y="2731144"/>
                </a:moveTo>
                <a:lnTo>
                  <a:pt x="1337823" y="2731627"/>
                </a:lnTo>
                <a:lnTo>
                  <a:pt x="1345140" y="2732127"/>
                </a:lnTo>
                <a:moveTo>
                  <a:pt x="1099138" y="2615006"/>
                </a:moveTo>
                <a:lnTo>
                  <a:pt x="1099187" y="2615088"/>
                </a:lnTo>
                <a:lnTo>
                  <a:pt x="1101192" y="2617797"/>
                </a:lnTo>
                <a:lnTo>
                  <a:pt x="1103288" y="2620179"/>
                </a:lnTo>
                <a:lnTo>
                  <a:pt x="1105342" y="2622282"/>
                </a:lnTo>
                <a:lnTo>
                  <a:pt x="1107863" y="2624279"/>
                </a:lnTo>
                <a:lnTo>
                  <a:pt x="1109974" y="2625810"/>
                </a:lnTo>
                <a:lnTo>
                  <a:pt x="1112200" y="2627365"/>
                </a:lnTo>
                <a:lnTo>
                  <a:pt x="1116825" y="2629919"/>
                </a:lnTo>
                <a:lnTo>
                  <a:pt x="1124543" y="2634469"/>
                </a:lnTo>
                <a:moveTo>
                  <a:pt x="1034513" y="2418840"/>
                </a:moveTo>
                <a:lnTo>
                  <a:pt x="1000556" y="2417138"/>
                </a:lnTo>
                <a:moveTo>
                  <a:pt x="1050473" y="2425445"/>
                </a:moveTo>
                <a:lnTo>
                  <a:pt x="1050432" y="2426345"/>
                </a:lnTo>
                <a:lnTo>
                  <a:pt x="1050326" y="2426935"/>
                </a:lnTo>
                <a:lnTo>
                  <a:pt x="1050096" y="2427213"/>
                </a:lnTo>
                <a:moveTo>
                  <a:pt x="996136" y="2422310"/>
                </a:moveTo>
                <a:lnTo>
                  <a:pt x="996136" y="2422147"/>
                </a:lnTo>
                <a:moveTo>
                  <a:pt x="1089930" y="2421762"/>
                </a:moveTo>
                <a:lnTo>
                  <a:pt x="1084471" y="2421467"/>
                </a:lnTo>
                <a:lnTo>
                  <a:pt x="1057078" y="2420027"/>
                </a:lnTo>
                <a:moveTo>
                  <a:pt x="1098434" y="2422687"/>
                </a:moveTo>
                <a:lnTo>
                  <a:pt x="1098270" y="2422679"/>
                </a:lnTo>
                <a:moveTo>
                  <a:pt x="1354044" y="2722272"/>
                </a:moveTo>
                <a:lnTo>
                  <a:pt x="1353807" y="2722993"/>
                </a:lnTo>
                <a:lnTo>
                  <a:pt x="1351900" y="2725628"/>
                </a:lnTo>
                <a:moveTo>
                  <a:pt x="1515140" y="2474806"/>
                </a:moveTo>
                <a:lnTo>
                  <a:pt x="1503502" y="2483383"/>
                </a:lnTo>
                <a:lnTo>
                  <a:pt x="1480569" y="2500481"/>
                </a:lnTo>
                <a:lnTo>
                  <a:pt x="1475854" y="2503877"/>
                </a:lnTo>
                <a:lnTo>
                  <a:pt x="1455508" y="2518396"/>
                </a:lnTo>
                <a:lnTo>
                  <a:pt x="1442429" y="2527727"/>
                </a:lnTo>
                <a:lnTo>
                  <a:pt x="1433860" y="2533849"/>
                </a:lnTo>
                <a:lnTo>
                  <a:pt x="1428040" y="2537998"/>
                </a:lnTo>
                <a:lnTo>
                  <a:pt x="1427222" y="2538563"/>
                </a:lnTo>
                <a:lnTo>
                  <a:pt x="1421771" y="2542369"/>
                </a:lnTo>
                <a:lnTo>
                  <a:pt x="1416525" y="2546355"/>
                </a:lnTo>
                <a:lnTo>
                  <a:pt x="1413087" y="2549195"/>
                </a:lnTo>
                <a:lnTo>
                  <a:pt x="1409977" y="2551904"/>
                </a:lnTo>
                <a:lnTo>
                  <a:pt x="1406360" y="2555464"/>
                </a:lnTo>
                <a:lnTo>
                  <a:pt x="1404379" y="2557404"/>
                </a:lnTo>
                <a:lnTo>
                  <a:pt x="1400614" y="2561570"/>
                </a:lnTo>
                <a:lnTo>
                  <a:pt x="1397389" y="2565367"/>
                </a:lnTo>
                <a:lnTo>
                  <a:pt x="1393297" y="2570720"/>
                </a:lnTo>
                <a:lnTo>
                  <a:pt x="1386218" y="2580951"/>
                </a:lnTo>
                <a:lnTo>
                  <a:pt x="1382019" y="2587875"/>
                </a:lnTo>
                <a:lnTo>
                  <a:pt x="1380390" y="2591018"/>
                </a:lnTo>
                <a:lnTo>
                  <a:pt x="1378721" y="2594234"/>
                </a:lnTo>
                <a:lnTo>
                  <a:pt x="1376904" y="2597843"/>
                </a:lnTo>
                <a:lnTo>
                  <a:pt x="1373294" y="2606478"/>
                </a:lnTo>
                <a:lnTo>
                  <a:pt x="1369030" y="2618698"/>
                </a:lnTo>
                <a:lnTo>
                  <a:pt x="1367753" y="2623199"/>
                </a:lnTo>
                <a:lnTo>
                  <a:pt x="1366747" y="2627930"/>
                </a:lnTo>
                <a:lnTo>
                  <a:pt x="1364897" y="2637399"/>
                </a:lnTo>
                <a:lnTo>
                  <a:pt x="1363964" y="2643276"/>
                </a:lnTo>
                <a:lnTo>
                  <a:pt x="1363637" y="2646181"/>
                </a:lnTo>
                <a:lnTo>
                  <a:pt x="1363096" y="2650453"/>
                </a:lnTo>
                <a:lnTo>
                  <a:pt x="1362605" y="2654374"/>
                </a:lnTo>
                <a:lnTo>
                  <a:pt x="1361795" y="2661011"/>
                </a:lnTo>
                <a:lnTo>
                  <a:pt x="1361124" y="2666446"/>
                </a:lnTo>
                <a:lnTo>
                  <a:pt x="1360085" y="2675015"/>
                </a:lnTo>
                <a:lnTo>
                  <a:pt x="1354552" y="2720284"/>
                </a:lnTo>
                <a:lnTo>
                  <a:pt x="1354445" y="2720906"/>
                </a:lnTo>
                <a:moveTo>
                  <a:pt x="1739731" y="2133029"/>
                </a:moveTo>
                <a:lnTo>
                  <a:pt x="1744797" y="2140395"/>
                </a:lnTo>
                <a:lnTo>
                  <a:pt x="1745861" y="2142695"/>
                </a:lnTo>
                <a:moveTo>
                  <a:pt x="1181973" y="2410214"/>
                </a:moveTo>
                <a:lnTo>
                  <a:pt x="1211245" y="2411863"/>
                </a:lnTo>
                <a:lnTo>
                  <a:pt x="1285024" y="2415587"/>
                </a:lnTo>
                <a:lnTo>
                  <a:pt x="1317415" y="2417175"/>
                </a:lnTo>
                <a:lnTo>
                  <a:pt x="1329683" y="2417768"/>
                </a:lnTo>
                <a:lnTo>
                  <a:pt x="1344248" y="2417883"/>
                </a:lnTo>
                <a:lnTo>
                  <a:pt x="1361263" y="2417359"/>
                </a:lnTo>
                <a:moveTo>
                  <a:pt x="1526152" y="2373555"/>
                </a:moveTo>
                <a:lnTo>
                  <a:pt x="1530989" y="2371305"/>
                </a:lnTo>
                <a:moveTo>
                  <a:pt x="1536825" y="2368354"/>
                </a:moveTo>
                <a:lnTo>
                  <a:pt x="1545050" y="2363861"/>
                </a:lnTo>
                <a:lnTo>
                  <a:pt x="1564570" y="2352439"/>
                </a:lnTo>
                <a:lnTo>
                  <a:pt x="1566972" y="2350868"/>
                </a:lnTo>
                <a:lnTo>
                  <a:pt x="1579401" y="2343146"/>
                </a:lnTo>
                <a:lnTo>
                  <a:pt x="1598859" y="2329441"/>
                </a:lnTo>
                <a:lnTo>
                  <a:pt x="1609528" y="2321702"/>
                </a:lnTo>
                <a:lnTo>
                  <a:pt x="1619300" y="2313718"/>
                </a:lnTo>
                <a:lnTo>
                  <a:pt x="1631364" y="2303484"/>
                </a:lnTo>
                <a:lnTo>
                  <a:pt x="1635014" y="2300206"/>
                </a:lnTo>
                <a:moveTo>
                  <a:pt x="1631712" y="1845999"/>
                </a:moveTo>
                <a:lnTo>
                  <a:pt x="1634347" y="1845164"/>
                </a:lnTo>
                <a:lnTo>
                  <a:pt x="1646861" y="1842005"/>
                </a:lnTo>
                <a:lnTo>
                  <a:pt x="1648007" y="1841710"/>
                </a:lnTo>
                <a:moveTo>
                  <a:pt x="1574453" y="2166209"/>
                </a:moveTo>
                <a:lnTo>
                  <a:pt x="1572014" y="2156420"/>
                </a:lnTo>
                <a:lnTo>
                  <a:pt x="1566383" y="2133864"/>
                </a:lnTo>
                <a:moveTo>
                  <a:pt x="1604343" y="2285146"/>
                </a:moveTo>
                <a:lnTo>
                  <a:pt x="1603983" y="2283747"/>
                </a:lnTo>
                <a:lnTo>
                  <a:pt x="1600431" y="2269653"/>
                </a:lnTo>
                <a:lnTo>
                  <a:pt x="1576671" y="2175097"/>
                </a:lnTo>
                <a:moveTo>
                  <a:pt x="1560719" y="2330210"/>
                </a:moveTo>
                <a:lnTo>
                  <a:pt x="1559181" y="2331241"/>
                </a:lnTo>
                <a:moveTo>
                  <a:pt x="1605227" y="2299076"/>
                </a:moveTo>
                <a:lnTo>
                  <a:pt x="1602943" y="2300852"/>
                </a:lnTo>
                <a:lnTo>
                  <a:pt x="1580313" y="2316959"/>
                </a:lnTo>
                <a:lnTo>
                  <a:pt x="1571474" y="2323131"/>
                </a:lnTo>
                <a:lnTo>
                  <a:pt x="1568896" y="2324800"/>
                </a:lnTo>
                <a:moveTo>
                  <a:pt x="1557397" y="2332404"/>
                </a:moveTo>
                <a:lnTo>
                  <a:pt x="1555580" y="2333443"/>
                </a:lnTo>
                <a:lnTo>
                  <a:pt x="1549171" y="2336872"/>
                </a:lnTo>
                <a:lnTo>
                  <a:pt x="1543049" y="2340163"/>
                </a:lnTo>
                <a:lnTo>
                  <a:pt x="1524609" y="2349943"/>
                </a:lnTo>
                <a:lnTo>
                  <a:pt x="1521131" y="2351433"/>
                </a:lnTo>
                <a:moveTo>
                  <a:pt x="1419741" y="2346481"/>
                </a:moveTo>
                <a:lnTo>
                  <a:pt x="1422524" y="2345761"/>
                </a:lnTo>
                <a:lnTo>
                  <a:pt x="1435415" y="2342421"/>
                </a:lnTo>
                <a:lnTo>
                  <a:pt x="1452168" y="2338075"/>
                </a:lnTo>
                <a:lnTo>
                  <a:pt x="1453257" y="2337797"/>
                </a:lnTo>
                <a:moveTo>
                  <a:pt x="1100783" y="2335522"/>
                </a:moveTo>
                <a:lnTo>
                  <a:pt x="1100529" y="2342471"/>
                </a:lnTo>
                <a:moveTo>
                  <a:pt x="1106979" y="2207860"/>
                </a:moveTo>
                <a:lnTo>
                  <a:pt x="1104892" y="2253030"/>
                </a:lnTo>
                <a:lnTo>
                  <a:pt x="1101291" y="2324121"/>
                </a:lnTo>
                <a:moveTo>
                  <a:pt x="1008961" y="2349436"/>
                </a:moveTo>
                <a:lnTo>
                  <a:pt x="1009698" y="2349476"/>
                </a:lnTo>
                <a:lnTo>
                  <a:pt x="1013757" y="2349689"/>
                </a:lnTo>
                <a:lnTo>
                  <a:pt x="1045620" y="2351179"/>
                </a:lnTo>
                <a:moveTo>
                  <a:pt x="961737" y="2347136"/>
                </a:moveTo>
                <a:lnTo>
                  <a:pt x="966025" y="2347340"/>
                </a:lnTo>
                <a:lnTo>
                  <a:pt x="977754" y="2347938"/>
                </a:lnTo>
                <a:lnTo>
                  <a:pt x="984408" y="2348224"/>
                </a:lnTo>
                <a:lnTo>
                  <a:pt x="994016" y="2348650"/>
                </a:lnTo>
                <a:lnTo>
                  <a:pt x="998248" y="2348879"/>
                </a:lnTo>
                <a:moveTo>
                  <a:pt x="955189" y="2351261"/>
                </a:moveTo>
                <a:lnTo>
                  <a:pt x="955156" y="2351875"/>
                </a:lnTo>
                <a:lnTo>
                  <a:pt x="954976" y="2355492"/>
                </a:lnTo>
                <a:lnTo>
                  <a:pt x="954812" y="2358078"/>
                </a:lnTo>
                <a:lnTo>
                  <a:pt x="954681" y="2358815"/>
                </a:lnTo>
                <a:lnTo>
                  <a:pt x="954403" y="2359494"/>
                </a:lnTo>
                <a:lnTo>
                  <a:pt x="953757" y="2360632"/>
                </a:lnTo>
                <a:lnTo>
                  <a:pt x="953446" y="2361025"/>
                </a:lnTo>
                <a:lnTo>
                  <a:pt x="953102" y="2361328"/>
                </a:lnTo>
                <a:lnTo>
                  <a:pt x="952774" y="2361630"/>
                </a:lnTo>
                <a:lnTo>
                  <a:pt x="952316" y="2361933"/>
                </a:lnTo>
                <a:lnTo>
                  <a:pt x="951547" y="2362359"/>
                </a:lnTo>
                <a:lnTo>
                  <a:pt x="950687" y="2362613"/>
                </a:lnTo>
                <a:lnTo>
                  <a:pt x="950131" y="2362694"/>
                </a:lnTo>
                <a:lnTo>
                  <a:pt x="948666" y="2362752"/>
                </a:lnTo>
                <a:lnTo>
                  <a:pt x="947299" y="2362703"/>
                </a:lnTo>
                <a:lnTo>
                  <a:pt x="944197" y="2362580"/>
                </a:lnTo>
                <a:lnTo>
                  <a:pt x="919766" y="2361385"/>
                </a:lnTo>
                <a:lnTo>
                  <a:pt x="915944" y="2361189"/>
                </a:lnTo>
                <a:lnTo>
                  <a:pt x="914496" y="2361123"/>
                </a:lnTo>
                <a:moveTo>
                  <a:pt x="914397" y="2363161"/>
                </a:moveTo>
                <a:lnTo>
                  <a:pt x="915846" y="2363235"/>
                </a:lnTo>
                <a:lnTo>
                  <a:pt x="919668" y="2363431"/>
                </a:lnTo>
                <a:lnTo>
                  <a:pt x="944099" y="2364626"/>
                </a:lnTo>
                <a:lnTo>
                  <a:pt x="947217" y="2364749"/>
                </a:lnTo>
                <a:lnTo>
                  <a:pt x="948666" y="2364798"/>
                </a:lnTo>
                <a:lnTo>
                  <a:pt x="950303" y="2364741"/>
                </a:lnTo>
                <a:lnTo>
                  <a:pt x="951129" y="2364610"/>
                </a:lnTo>
                <a:lnTo>
                  <a:pt x="952333" y="2364258"/>
                </a:lnTo>
                <a:lnTo>
                  <a:pt x="953372" y="2363693"/>
                </a:lnTo>
                <a:lnTo>
                  <a:pt x="954027" y="2363251"/>
                </a:lnTo>
                <a:lnTo>
                  <a:pt x="954477" y="2362850"/>
                </a:lnTo>
                <a:lnTo>
                  <a:pt x="954935" y="2362433"/>
                </a:lnTo>
                <a:lnTo>
                  <a:pt x="955459" y="2361778"/>
                </a:lnTo>
                <a:lnTo>
                  <a:pt x="956253" y="2360395"/>
                </a:lnTo>
                <a:lnTo>
                  <a:pt x="956662" y="2359388"/>
                </a:lnTo>
                <a:lnTo>
                  <a:pt x="956842" y="2358324"/>
                </a:lnTo>
                <a:lnTo>
                  <a:pt x="957022" y="2355607"/>
                </a:lnTo>
                <a:lnTo>
                  <a:pt x="957202" y="2351973"/>
                </a:lnTo>
                <a:lnTo>
                  <a:pt x="957235" y="2351359"/>
                </a:lnTo>
                <a:moveTo>
                  <a:pt x="1058355" y="2180876"/>
                </a:moveTo>
                <a:lnTo>
                  <a:pt x="1058346" y="2181039"/>
                </a:lnTo>
                <a:moveTo>
                  <a:pt x="1051259" y="2333001"/>
                </a:moveTo>
                <a:lnTo>
                  <a:pt x="1050964" y="2338296"/>
                </a:lnTo>
                <a:lnTo>
                  <a:pt x="1050637" y="2344623"/>
                </a:lnTo>
                <a:moveTo>
                  <a:pt x="1051848" y="2320839"/>
                </a:moveTo>
                <a:lnTo>
                  <a:pt x="1051815" y="2321608"/>
                </a:lnTo>
                <a:moveTo>
                  <a:pt x="1025928" y="2175842"/>
                </a:moveTo>
                <a:lnTo>
                  <a:pt x="1052126" y="2177111"/>
                </a:lnTo>
                <a:lnTo>
                  <a:pt x="1054352" y="2177225"/>
                </a:lnTo>
                <a:moveTo>
                  <a:pt x="970338" y="2173084"/>
                </a:moveTo>
                <a:lnTo>
                  <a:pt x="972499" y="2173190"/>
                </a:lnTo>
                <a:lnTo>
                  <a:pt x="1001898" y="2174696"/>
                </a:lnTo>
                <a:lnTo>
                  <a:pt x="1002765" y="2174737"/>
                </a:lnTo>
                <a:moveTo>
                  <a:pt x="956408" y="2172339"/>
                </a:moveTo>
                <a:lnTo>
                  <a:pt x="959510" y="2172511"/>
                </a:lnTo>
                <a:moveTo>
                  <a:pt x="963693" y="2176063"/>
                </a:moveTo>
                <a:lnTo>
                  <a:pt x="963684" y="2176227"/>
                </a:lnTo>
                <a:moveTo>
                  <a:pt x="955295" y="2336389"/>
                </a:moveTo>
                <a:lnTo>
                  <a:pt x="955328" y="2337044"/>
                </a:lnTo>
                <a:moveTo>
                  <a:pt x="1052519" y="2380970"/>
                </a:moveTo>
                <a:lnTo>
                  <a:pt x="1052609" y="2379088"/>
                </a:lnTo>
                <a:lnTo>
                  <a:pt x="1053567" y="2359445"/>
                </a:lnTo>
                <a:lnTo>
                  <a:pt x="1053395" y="2358635"/>
                </a:lnTo>
                <a:moveTo>
                  <a:pt x="1058772" y="2197343"/>
                </a:moveTo>
                <a:lnTo>
                  <a:pt x="1057151" y="2229713"/>
                </a:lnTo>
                <a:lnTo>
                  <a:pt x="1056407" y="2244576"/>
                </a:lnTo>
                <a:lnTo>
                  <a:pt x="1055195" y="2268957"/>
                </a:lnTo>
                <a:lnTo>
                  <a:pt x="1052773" y="2317483"/>
                </a:lnTo>
                <a:moveTo>
                  <a:pt x="1059067" y="2328933"/>
                </a:moveTo>
                <a:lnTo>
                  <a:pt x="1063527" y="2329203"/>
                </a:lnTo>
                <a:lnTo>
                  <a:pt x="1069952" y="2329531"/>
                </a:lnTo>
                <a:lnTo>
                  <a:pt x="1084169" y="2330227"/>
                </a:lnTo>
                <a:lnTo>
                  <a:pt x="1092762" y="2330660"/>
                </a:lnTo>
                <a:lnTo>
                  <a:pt x="1095905" y="2330816"/>
                </a:lnTo>
                <a:moveTo>
                  <a:pt x="1105350" y="2372671"/>
                </a:moveTo>
                <a:lnTo>
                  <a:pt x="1105186" y="2372663"/>
                </a:lnTo>
                <a:moveTo>
                  <a:pt x="1151511" y="2374701"/>
                </a:moveTo>
                <a:lnTo>
                  <a:pt x="1147787" y="2374521"/>
                </a:lnTo>
                <a:lnTo>
                  <a:pt x="1112618" y="2372786"/>
                </a:lnTo>
                <a:lnTo>
                  <a:pt x="1105833" y="2372409"/>
                </a:lnTo>
                <a:lnTo>
                  <a:pt x="1105023" y="2372352"/>
                </a:lnTo>
                <a:moveTo>
                  <a:pt x="1165064" y="2188463"/>
                </a:moveTo>
                <a:lnTo>
                  <a:pt x="1165031" y="2189167"/>
                </a:lnTo>
                <a:lnTo>
                  <a:pt x="1164982" y="2190345"/>
                </a:lnTo>
                <a:moveTo>
                  <a:pt x="1205381" y="2377345"/>
                </a:moveTo>
                <a:lnTo>
                  <a:pt x="1201796" y="2377173"/>
                </a:lnTo>
                <a:lnTo>
                  <a:pt x="1200266" y="2377091"/>
                </a:lnTo>
                <a:lnTo>
                  <a:pt x="1166775" y="2375430"/>
                </a:lnTo>
                <a:lnTo>
                  <a:pt x="1162732" y="2375233"/>
                </a:lnTo>
                <a:moveTo>
                  <a:pt x="1217281" y="2228485"/>
                </a:moveTo>
                <a:lnTo>
                  <a:pt x="1215145" y="2271634"/>
                </a:lnTo>
                <a:lnTo>
                  <a:pt x="1212911" y="2316387"/>
                </a:lnTo>
                <a:lnTo>
                  <a:pt x="1210382" y="2368325"/>
                </a:lnTo>
                <a:lnTo>
                  <a:pt x="1210144" y="2373277"/>
                </a:lnTo>
                <a:moveTo>
                  <a:pt x="1260536" y="2387960"/>
                </a:moveTo>
                <a:lnTo>
                  <a:pt x="1261469" y="2388443"/>
                </a:lnTo>
                <a:lnTo>
                  <a:pt x="1263786" y="2389212"/>
                </a:lnTo>
                <a:lnTo>
                  <a:pt x="1266004" y="2389417"/>
                </a:lnTo>
                <a:lnTo>
                  <a:pt x="1274426" y="2389744"/>
                </a:lnTo>
                <a:lnTo>
                  <a:pt x="1314014" y="2391569"/>
                </a:lnTo>
                <a:lnTo>
                  <a:pt x="1330252" y="2392322"/>
                </a:lnTo>
                <a:lnTo>
                  <a:pt x="1332609" y="2392208"/>
                </a:lnTo>
                <a:lnTo>
                  <a:pt x="1334459" y="2391946"/>
                </a:lnTo>
                <a:lnTo>
                  <a:pt x="1335580" y="2391758"/>
                </a:lnTo>
                <a:lnTo>
                  <a:pt x="1336669" y="2391217"/>
                </a:lnTo>
                <a:lnTo>
                  <a:pt x="1337503" y="2390702"/>
                </a:lnTo>
                <a:lnTo>
                  <a:pt x="1338207" y="2390162"/>
                </a:lnTo>
                <a:lnTo>
                  <a:pt x="1339157" y="2389261"/>
                </a:lnTo>
                <a:lnTo>
                  <a:pt x="1339730" y="2388418"/>
                </a:lnTo>
                <a:lnTo>
                  <a:pt x="1340155" y="2387633"/>
                </a:lnTo>
                <a:lnTo>
                  <a:pt x="1340826" y="2385930"/>
                </a:lnTo>
                <a:lnTo>
                  <a:pt x="1341849" y="2382411"/>
                </a:lnTo>
                <a:moveTo>
                  <a:pt x="1353881" y="2363382"/>
                </a:moveTo>
                <a:lnTo>
                  <a:pt x="1358652" y="2362171"/>
                </a:lnTo>
                <a:lnTo>
                  <a:pt x="1367115" y="2360035"/>
                </a:lnTo>
                <a:lnTo>
                  <a:pt x="1388706" y="2354567"/>
                </a:lnTo>
                <a:moveTo>
                  <a:pt x="1342799" y="2380766"/>
                </a:moveTo>
                <a:lnTo>
                  <a:pt x="1347292" y="2369774"/>
                </a:lnTo>
                <a:lnTo>
                  <a:pt x="1348078" y="2367859"/>
                </a:lnTo>
                <a:moveTo>
                  <a:pt x="1416648" y="2178248"/>
                </a:moveTo>
                <a:lnTo>
                  <a:pt x="1416901" y="2179517"/>
                </a:lnTo>
                <a:lnTo>
                  <a:pt x="1429325" y="2227716"/>
                </a:lnTo>
                <a:lnTo>
                  <a:pt x="1430668" y="2232913"/>
                </a:lnTo>
                <a:lnTo>
                  <a:pt x="1442126" y="2277543"/>
                </a:lnTo>
                <a:lnTo>
                  <a:pt x="1443411" y="2282486"/>
                </a:lnTo>
                <a:lnTo>
                  <a:pt x="1450933" y="2311500"/>
                </a:lnTo>
                <a:lnTo>
                  <a:pt x="1454084" y="2323974"/>
                </a:lnTo>
                <a:moveTo>
                  <a:pt x="1516736" y="2151002"/>
                </a:moveTo>
                <a:lnTo>
                  <a:pt x="1529135" y="2199504"/>
                </a:lnTo>
                <a:lnTo>
                  <a:pt x="1540757" y="2244363"/>
                </a:lnTo>
                <a:lnTo>
                  <a:pt x="1542124" y="2249658"/>
                </a:lnTo>
                <a:lnTo>
                  <a:pt x="1557388" y="2308570"/>
                </a:lnTo>
                <a:lnTo>
                  <a:pt x="1560392" y="2320135"/>
                </a:lnTo>
                <a:lnTo>
                  <a:pt x="1561759" y="2324031"/>
                </a:lnTo>
                <a:moveTo>
                  <a:pt x="846990" y="2229999"/>
                </a:moveTo>
                <a:lnTo>
                  <a:pt x="850845" y="2227617"/>
                </a:lnTo>
                <a:lnTo>
                  <a:pt x="854225" y="2225530"/>
                </a:lnTo>
                <a:lnTo>
                  <a:pt x="899919" y="2196860"/>
                </a:lnTo>
                <a:lnTo>
                  <a:pt x="903054" y="2194847"/>
                </a:lnTo>
                <a:moveTo>
                  <a:pt x="734723" y="2289656"/>
                </a:moveTo>
                <a:lnTo>
                  <a:pt x="735312" y="2290327"/>
                </a:lnTo>
                <a:lnTo>
                  <a:pt x="738963" y="2292938"/>
                </a:lnTo>
                <a:moveTo>
                  <a:pt x="911287" y="2189486"/>
                </a:moveTo>
                <a:lnTo>
                  <a:pt x="914823" y="2187211"/>
                </a:lnTo>
                <a:lnTo>
                  <a:pt x="937895" y="2172716"/>
                </a:lnTo>
                <a:lnTo>
                  <a:pt x="939483" y="2172094"/>
                </a:lnTo>
                <a:lnTo>
                  <a:pt x="940776" y="2171783"/>
                </a:lnTo>
                <a:lnTo>
                  <a:pt x="942593" y="2171701"/>
                </a:lnTo>
                <a:lnTo>
                  <a:pt x="944123" y="2171725"/>
                </a:lnTo>
                <a:lnTo>
                  <a:pt x="952349" y="2172225"/>
                </a:lnTo>
                <a:lnTo>
                  <a:pt x="953961" y="2172315"/>
                </a:lnTo>
                <a:moveTo>
                  <a:pt x="1150684" y="2179877"/>
                </a:moveTo>
                <a:lnTo>
                  <a:pt x="1121727" y="2178453"/>
                </a:lnTo>
                <a:moveTo>
                  <a:pt x="1119280" y="2178224"/>
                </a:moveTo>
                <a:lnTo>
                  <a:pt x="1117005" y="2178118"/>
                </a:lnTo>
                <a:moveTo>
                  <a:pt x="866477" y="2360878"/>
                </a:moveTo>
                <a:lnTo>
                  <a:pt x="871805" y="2361131"/>
                </a:lnTo>
                <a:lnTo>
                  <a:pt x="880595" y="2361549"/>
                </a:lnTo>
                <a:lnTo>
                  <a:pt x="901425" y="2362539"/>
                </a:lnTo>
                <a:lnTo>
                  <a:pt x="905460" y="2362735"/>
                </a:lnTo>
                <a:moveTo>
                  <a:pt x="911475" y="2349035"/>
                </a:moveTo>
                <a:lnTo>
                  <a:pt x="913170" y="2313268"/>
                </a:lnTo>
                <a:lnTo>
                  <a:pt x="914954" y="2279343"/>
                </a:lnTo>
                <a:lnTo>
                  <a:pt x="915011" y="2277952"/>
                </a:lnTo>
                <a:lnTo>
                  <a:pt x="915396" y="2270701"/>
                </a:lnTo>
                <a:lnTo>
                  <a:pt x="917041" y="2239706"/>
                </a:lnTo>
                <a:lnTo>
                  <a:pt x="917377" y="2232716"/>
                </a:lnTo>
                <a:lnTo>
                  <a:pt x="917565" y="2228747"/>
                </a:lnTo>
                <a:lnTo>
                  <a:pt x="917778" y="2224491"/>
                </a:lnTo>
                <a:lnTo>
                  <a:pt x="918244" y="2214571"/>
                </a:lnTo>
                <a:lnTo>
                  <a:pt x="918089" y="2210766"/>
                </a:lnTo>
                <a:lnTo>
                  <a:pt x="917982" y="2209104"/>
                </a:lnTo>
                <a:lnTo>
                  <a:pt x="917753" y="2207811"/>
                </a:lnTo>
                <a:lnTo>
                  <a:pt x="917311" y="2206428"/>
                </a:lnTo>
                <a:lnTo>
                  <a:pt x="916493" y="2205012"/>
                </a:lnTo>
                <a:lnTo>
                  <a:pt x="914995" y="2202622"/>
                </a:lnTo>
                <a:lnTo>
                  <a:pt x="912228" y="2198505"/>
                </a:lnTo>
                <a:lnTo>
                  <a:pt x="910305" y="2195526"/>
                </a:lnTo>
                <a:moveTo>
                  <a:pt x="1015075" y="2178641"/>
                </a:moveTo>
                <a:lnTo>
                  <a:pt x="1015083" y="2178478"/>
                </a:lnTo>
                <a:moveTo>
                  <a:pt x="1050800" y="2183307"/>
                </a:moveTo>
                <a:lnTo>
                  <a:pt x="1022376" y="2181817"/>
                </a:lnTo>
                <a:lnTo>
                  <a:pt x="1021271" y="2181760"/>
                </a:lnTo>
                <a:moveTo>
                  <a:pt x="1052756" y="2317729"/>
                </a:moveTo>
                <a:lnTo>
                  <a:pt x="1052724" y="2318416"/>
                </a:lnTo>
                <a:moveTo>
                  <a:pt x="1107232" y="2203678"/>
                </a:moveTo>
                <a:lnTo>
                  <a:pt x="1107142" y="2205405"/>
                </a:lnTo>
                <a:moveTo>
                  <a:pt x="1082638" y="2082244"/>
                </a:moveTo>
                <a:lnTo>
                  <a:pt x="1098860" y="2072005"/>
                </a:lnTo>
                <a:lnTo>
                  <a:pt x="1116522" y="2060866"/>
                </a:lnTo>
                <a:lnTo>
                  <a:pt x="1121654" y="2057633"/>
                </a:lnTo>
                <a:moveTo>
                  <a:pt x="1127596" y="2063027"/>
                </a:moveTo>
                <a:lnTo>
                  <a:pt x="1128766" y="2064901"/>
                </a:lnTo>
                <a:lnTo>
                  <a:pt x="1140584" y="2083799"/>
                </a:lnTo>
                <a:lnTo>
                  <a:pt x="1149211" y="2097598"/>
                </a:lnTo>
                <a:lnTo>
                  <a:pt x="1152190" y="2102378"/>
                </a:lnTo>
                <a:lnTo>
                  <a:pt x="1152689" y="2103180"/>
                </a:lnTo>
                <a:lnTo>
                  <a:pt x="1155619" y="2107862"/>
                </a:lnTo>
                <a:lnTo>
                  <a:pt x="1157027" y="2110112"/>
                </a:lnTo>
                <a:moveTo>
                  <a:pt x="1165817" y="2128912"/>
                </a:moveTo>
                <a:lnTo>
                  <a:pt x="1165817" y="2130246"/>
                </a:lnTo>
                <a:lnTo>
                  <a:pt x="1165727" y="2133160"/>
                </a:lnTo>
                <a:lnTo>
                  <a:pt x="1165465" y="2138668"/>
                </a:lnTo>
                <a:lnTo>
                  <a:pt x="1164966" y="2149685"/>
                </a:lnTo>
                <a:lnTo>
                  <a:pt x="1163853" y="2171750"/>
                </a:lnTo>
                <a:lnTo>
                  <a:pt x="1163665" y="2176137"/>
                </a:lnTo>
                <a:moveTo>
                  <a:pt x="1170875" y="2213286"/>
                </a:moveTo>
                <a:lnTo>
                  <a:pt x="1173134" y="2213393"/>
                </a:lnTo>
                <a:lnTo>
                  <a:pt x="1209522" y="2215152"/>
                </a:lnTo>
                <a:lnTo>
                  <a:pt x="1213312" y="2215341"/>
                </a:lnTo>
                <a:moveTo>
                  <a:pt x="1224967" y="2215905"/>
                </a:moveTo>
                <a:lnTo>
                  <a:pt x="1228298" y="2216061"/>
                </a:lnTo>
                <a:lnTo>
                  <a:pt x="1260937" y="2217665"/>
                </a:lnTo>
                <a:moveTo>
                  <a:pt x="1353062" y="2178478"/>
                </a:moveTo>
                <a:lnTo>
                  <a:pt x="1344673" y="2180745"/>
                </a:lnTo>
                <a:lnTo>
                  <a:pt x="1338878" y="2182202"/>
                </a:lnTo>
                <a:lnTo>
                  <a:pt x="1324867" y="2185705"/>
                </a:lnTo>
                <a:lnTo>
                  <a:pt x="1320995" y="2186310"/>
                </a:lnTo>
                <a:lnTo>
                  <a:pt x="1318974" y="2186588"/>
                </a:lnTo>
                <a:lnTo>
                  <a:pt x="1316347" y="2186679"/>
                </a:lnTo>
                <a:lnTo>
                  <a:pt x="1313081" y="2186670"/>
                </a:lnTo>
                <a:lnTo>
                  <a:pt x="1311837" y="2186613"/>
                </a:lnTo>
                <a:moveTo>
                  <a:pt x="1363096" y="2175818"/>
                </a:moveTo>
                <a:lnTo>
                  <a:pt x="1362933" y="2175859"/>
                </a:lnTo>
                <a:moveTo>
                  <a:pt x="1279394" y="2187260"/>
                </a:moveTo>
                <a:lnTo>
                  <a:pt x="1285532" y="2189077"/>
                </a:lnTo>
                <a:lnTo>
                  <a:pt x="1300829" y="2189641"/>
                </a:lnTo>
                <a:moveTo>
                  <a:pt x="2057912" y="1990422"/>
                </a:moveTo>
                <a:lnTo>
                  <a:pt x="2067103" y="2030363"/>
                </a:lnTo>
                <a:lnTo>
                  <a:pt x="2069976" y="2042099"/>
                </a:lnTo>
                <a:moveTo>
                  <a:pt x="2680515" y="2257073"/>
                </a:moveTo>
                <a:lnTo>
                  <a:pt x="2683773" y="2260241"/>
                </a:lnTo>
                <a:lnTo>
                  <a:pt x="2686514" y="2262876"/>
                </a:lnTo>
                <a:lnTo>
                  <a:pt x="2760028" y="2333067"/>
                </a:lnTo>
                <a:lnTo>
                  <a:pt x="2768924" y="2341554"/>
                </a:lnTo>
                <a:lnTo>
                  <a:pt x="2820527" y="2390841"/>
                </a:lnTo>
                <a:lnTo>
                  <a:pt x="2836782" y="2406686"/>
                </a:lnTo>
                <a:lnTo>
                  <a:pt x="2884923" y="2453002"/>
                </a:lnTo>
                <a:lnTo>
                  <a:pt x="2892887" y="2460679"/>
                </a:lnTo>
                <a:lnTo>
                  <a:pt x="2898493" y="2466859"/>
                </a:lnTo>
                <a:lnTo>
                  <a:pt x="2906808" y="2474863"/>
                </a:lnTo>
                <a:lnTo>
                  <a:pt x="2909665" y="2476574"/>
                </a:lnTo>
                <a:moveTo>
                  <a:pt x="2442010" y="1917236"/>
                </a:moveTo>
                <a:lnTo>
                  <a:pt x="2443312" y="1918554"/>
                </a:lnTo>
                <a:lnTo>
                  <a:pt x="2447879" y="1922745"/>
                </a:lnTo>
                <a:lnTo>
                  <a:pt x="2448926" y="1923702"/>
                </a:lnTo>
                <a:moveTo>
                  <a:pt x="2335244" y="2014608"/>
                </a:moveTo>
                <a:lnTo>
                  <a:pt x="2340621" y="2019813"/>
                </a:lnTo>
                <a:lnTo>
                  <a:pt x="2343043" y="2022170"/>
                </a:lnTo>
                <a:lnTo>
                  <a:pt x="2347258" y="2026082"/>
                </a:lnTo>
                <a:lnTo>
                  <a:pt x="2348061" y="2027007"/>
                </a:lnTo>
                <a:moveTo>
                  <a:pt x="2631613" y="2097778"/>
                </a:moveTo>
                <a:lnTo>
                  <a:pt x="2638054" y="2103925"/>
                </a:lnTo>
                <a:lnTo>
                  <a:pt x="2639920" y="2105709"/>
                </a:lnTo>
                <a:lnTo>
                  <a:pt x="2641213" y="2106945"/>
                </a:lnTo>
                <a:moveTo>
                  <a:pt x="2712942" y="2177815"/>
                </a:moveTo>
                <a:lnTo>
                  <a:pt x="2719121" y="2183642"/>
                </a:lnTo>
                <a:lnTo>
                  <a:pt x="2723386" y="2187652"/>
                </a:lnTo>
                <a:lnTo>
                  <a:pt x="2726046" y="2190272"/>
                </a:lnTo>
                <a:lnTo>
                  <a:pt x="2727650" y="2191884"/>
                </a:lnTo>
                <a:lnTo>
                  <a:pt x="2727928" y="2192440"/>
                </a:lnTo>
                <a:lnTo>
                  <a:pt x="2728190" y="2193774"/>
                </a:lnTo>
                <a:lnTo>
                  <a:pt x="2728738" y="2195469"/>
                </a:lnTo>
                <a:moveTo>
                  <a:pt x="2646615" y="2113787"/>
                </a:moveTo>
                <a:lnTo>
                  <a:pt x="2712754" y="2177635"/>
                </a:lnTo>
                <a:moveTo>
                  <a:pt x="2681391" y="2249928"/>
                </a:moveTo>
                <a:lnTo>
                  <a:pt x="2684395" y="2246835"/>
                </a:lnTo>
                <a:lnTo>
                  <a:pt x="2728820" y="2201124"/>
                </a:lnTo>
                <a:lnTo>
                  <a:pt x="2729876" y="2199749"/>
                </a:lnTo>
                <a:lnTo>
                  <a:pt x="2730645" y="2198260"/>
                </a:lnTo>
                <a:moveTo>
                  <a:pt x="2306974" y="2362130"/>
                </a:moveTo>
                <a:lnTo>
                  <a:pt x="2310903" y="2364929"/>
                </a:lnTo>
                <a:lnTo>
                  <a:pt x="2336439" y="2383180"/>
                </a:lnTo>
                <a:lnTo>
                  <a:pt x="2363734" y="2403715"/>
                </a:lnTo>
                <a:lnTo>
                  <a:pt x="2385979" y="2419200"/>
                </a:lnTo>
                <a:lnTo>
                  <a:pt x="2396979" y="2426902"/>
                </a:lnTo>
                <a:moveTo>
                  <a:pt x="2406236" y="2433810"/>
                </a:moveTo>
                <a:lnTo>
                  <a:pt x="2407726" y="2434996"/>
                </a:lnTo>
                <a:lnTo>
                  <a:pt x="2416925" y="2441159"/>
                </a:lnTo>
                <a:lnTo>
                  <a:pt x="2422990" y="2445636"/>
                </a:lnTo>
                <a:lnTo>
                  <a:pt x="2428743" y="2452323"/>
                </a:lnTo>
                <a:lnTo>
                  <a:pt x="2430446" y="2455744"/>
                </a:lnTo>
                <a:moveTo>
                  <a:pt x="2103229" y="2641974"/>
                </a:moveTo>
                <a:lnTo>
                  <a:pt x="2102755" y="2641000"/>
                </a:lnTo>
                <a:moveTo>
                  <a:pt x="2532629" y="1636708"/>
                </a:moveTo>
                <a:lnTo>
                  <a:pt x="2573069" y="1675654"/>
                </a:lnTo>
                <a:lnTo>
                  <a:pt x="2584568" y="1685676"/>
                </a:lnTo>
                <a:lnTo>
                  <a:pt x="2586528" y="1687395"/>
                </a:lnTo>
                <a:lnTo>
                  <a:pt x="2604927" y="1703445"/>
                </a:lnTo>
                <a:moveTo>
                  <a:pt x="2333083" y="1865560"/>
                </a:moveTo>
                <a:lnTo>
                  <a:pt x="2214449" y="1869373"/>
                </a:lnTo>
                <a:moveTo>
                  <a:pt x="2417301" y="1894099"/>
                </a:moveTo>
                <a:lnTo>
                  <a:pt x="2423047" y="1899632"/>
                </a:lnTo>
                <a:lnTo>
                  <a:pt x="2428097" y="1904501"/>
                </a:lnTo>
                <a:lnTo>
                  <a:pt x="2440210" y="1915763"/>
                </a:lnTo>
                <a:moveTo>
                  <a:pt x="2408650" y="1839549"/>
                </a:moveTo>
                <a:lnTo>
                  <a:pt x="2407284" y="1838002"/>
                </a:lnTo>
                <a:lnTo>
                  <a:pt x="2405606" y="1836431"/>
                </a:lnTo>
                <a:lnTo>
                  <a:pt x="2400196" y="1831258"/>
                </a:lnTo>
                <a:moveTo>
                  <a:pt x="2389990" y="1909772"/>
                </a:moveTo>
                <a:lnTo>
                  <a:pt x="2397233" y="1902316"/>
                </a:lnTo>
                <a:lnTo>
                  <a:pt x="2407677" y="1891570"/>
                </a:lnTo>
                <a:lnTo>
                  <a:pt x="2407930" y="1891300"/>
                </a:lnTo>
                <a:moveTo>
                  <a:pt x="2363791" y="1891799"/>
                </a:moveTo>
                <a:lnTo>
                  <a:pt x="2367261" y="1895187"/>
                </a:lnTo>
                <a:lnTo>
                  <a:pt x="2370642" y="1898486"/>
                </a:lnTo>
                <a:lnTo>
                  <a:pt x="2376150" y="1903855"/>
                </a:lnTo>
                <a:lnTo>
                  <a:pt x="2379555" y="1907178"/>
                </a:lnTo>
                <a:lnTo>
                  <a:pt x="2382100" y="1909658"/>
                </a:lnTo>
                <a:moveTo>
                  <a:pt x="2358913" y="1886585"/>
                </a:moveTo>
                <a:lnTo>
                  <a:pt x="2356736" y="1886348"/>
                </a:lnTo>
                <a:moveTo>
                  <a:pt x="2366541" y="1884269"/>
                </a:moveTo>
                <a:lnTo>
                  <a:pt x="2366484" y="1884327"/>
                </a:lnTo>
                <a:moveTo>
                  <a:pt x="2288862" y="1931314"/>
                </a:moveTo>
                <a:lnTo>
                  <a:pt x="2279491" y="1922237"/>
                </a:lnTo>
                <a:lnTo>
                  <a:pt x="2272010" y="1915002"/>
                </a:lnTo>
                <a:lnTo>
                  <a:pt x="2268303" y="1911409"/>
                </a:lnTo>
                <a:lnTo>
                  <a:pt x="2263678" y="1906924"/>
                </a:lnTo>
                <a:lnTo>
                  <a:pt x="2258334" y="1901735"/>
                </a:lnTo>
                <a:lnTo>
                  <a:pt x="2258187" y="1901547"/>
                </a:lnTo>
                <a:lnTo>
                  <a:pt x="2257761" y="1900998"/>
                </a:lnTo>
                <a:lnTo>
                  <a:pt x="2257360" y="1899844"/>
                </a:lnTo>
                <a:lnTo>
                  <a:pt x="2257352" y="1898920"/>
                </a:lnTo>
                <a:lnTo>
                  <a:pt x="2257491" y="1897577"/>
                </a:lnTo>
                <a:lnTo>
                  <a:pt x="2257753" y="1896194"/>
                </a:lnTo>
                <a:lnTo>
                  <a:pt x="2258146" y="1894852"/>
                </a:lnTo>
                <a:lnTo>
                  <a:pt x="2258809" y="1893788"/>
                </a:lnTo>
                <a:lnTo>
                  <a:pt x="2259300" y="1893313"/>
                </a:lnTo>
                <a:lnTo>
                  <a:pt x="2259946" y="1892928"/>
                </a:lnTo>
                <a:lnTo>
                  <a:pt x="2260585" y="1892593"/>
                </a:lnTo>
                <a:lnTo>
                  <a:pt x="2261076" y="1892396"/>
                </a:lnTo>
                <a:lnTo>
                  <a:pt x="2261730" y="1892233"/>
                </a:lnTo>
                <a:lnTo>
                  <a:pt x="2262614" y="1892143"/>
                </a:lnTo>
                <a:lnTo>
                  <a:pt x="2275022" y="1891865"/>
                </a:lnTo>
                <a:lnTo>
                  <a:pt x="2276037" y="1891905"/>
                </a:lnTo>
                <a:lnTo>
                  <a:pt x="2276643" y="1892028"/>
                </a:lnTo>
                <a:lnTo>
                  <a:pt x="2277117" y="1892184"/>
                </a:lnTo>
                <a:lnTo>
                  <a:pt x="2277707" y="1892478"/>
                </a:lnTo>
                <a:lnTo>
                  <a:pt x="2277936" y="1892683"/>
                </a:lnTo>
                <a:lnTo>
                  <a:pt x="2278255" y="1892945"/>
                </a:lnTo>
                <a:lnTo>
                  <a:pt x="2279458" y="1894148"/>
                </a:lnTo>
                <a:lnTo>
                  <a:pt x="2283509" y="1898077"/>
                </a:lnTo>
                <a:lnTo>
                  <a:pt x="2287945" y="1902390"/>
                </a:lnTo>
                <a:lnTo>
                  <a:pt x="2302800" y="1916835"/>
                </a:lnTo>
                <a:moveTo>
                  <a:pt x="2260143" y="1941528"/>
                </a:moveTo>
                <a:lnTo>
                  <a:pt x="2263711" y="1945023"/>
                </a:lnTo>
                <a:lnTo>
                  <a:pt x="2267165" y="1948362"/>
                </a:lnTo>
                <a:moveTo>
                  <a:pt x="2276904" y="1957512"/>
                </a:moveTo>
                <a:lnTo>
                  <a:pt x="2277322" y="1957905"/>
                </a:lnTo>
                <a:lnTo>
                  <a:pt x="2306541" y="1986314"/>
                </a:lnTo>
                <a:lnTo>
                  <a:pt x="2306884" y="1986641"/>
                </a:lnTo>
                <a:moveTo>
                  <a:pt x="2268982" y="1950032"/>
                </a:moveTo>
                <a:lnTo>
                  <a:pt x="2269383" y="1950408"/>
                </a:lnTo>
                <a:moveTo>
                  <a:pt x="2313948" y="1993516"/>
                </a:moveTo>
                <a:lnTo>
                  <a:pt x="2314029" y="1993598"/>
                </a:lnTo>
                <a:lnTo>
                  <a:pt x="2333656" y="2012709"/>
                </a:lnTo>
                <a:moveTo>
                  <a:pt x="2246450" y="1929677"/>
                </a:moveTo>
                <a:lnTo>
                  <a:pt x="2246458" y="1929841"/>
                </a:lnTo>
                <a:moveTo>
                  <a:pt x="2167903" y="1946954"/>
                </a:moveTo>
                <a:lnTo>
                  <a:pt x="2178216" y="1942723"/>
                </a:lnTo>
                <a:moveTo>
                  <a:pt x="2147638" y="1955106"/>
                </a:moveTo>
                <a:lnTo>
                  <a:pt x="2158393" y="1950809"/>
                </a:lnTo>
                <a:moveTo>
                  <a:pt x="2196451" y="1938393"/>
                </a:moveTo>
                <a:lnTo>
                  <a:pt x="2197809" y="1938230"/>
                </a:lnTo>
                <a:moveTo>
                  <a:pt x="2201263" y="1931870"/>
                </a:moveTo>
                <a:lnTo>
                  <a:pt x="2201271" y="1932034"/>
                </a:lnTo>
                <a:moveTo>
                  <a:pt x="2179869" y="1935660"/>
                </a:moveTo>
                <a:lnTo>
                  <a:pt x="2179926" y="1935807"/>
                </a:lnTo>
                <a:moveTo>
                  <a:pt x="2160193" y="1944082"/>
                </a:moveTo>
                <a:lnTo>
                  <a:pt x="2160251" y="1944229"/>
                </a:lnTo>
                <a:moveTo>
                  <a:pt x="2141606" y="1949950"/>
                </a:moveTo>
                <a:lnTo>
                  <a:pt x="2129469" y="1919577"/>
                </a:lnTo>
                <a:lnTo>
                  <a:pt x="2129133" y="1918456"/>
                </a:lnTo>
                <a:lnTo>
                  <a:pt x="2129117" y="1917809"/>
                </a:lnTo>
                <a:lnTo>
                  <a:pt x="2129215" y="1917343"/>
                </a:lnTo>
                <a:lnTo>
                  <a:pt x="2129477" y="1916754"/>
                </a:lnTo>
                <a:lnTo>
                  <a:pt x="2129731" y="1916451"/>
                </a:lnTo>
                <a:lnTo>
                  <a:pt x="2130197" y="1916222"/>
                </a:lnTo>
                <a:lnTo>
                  <a:pt x="2130893" y="1915894"/>
                </a:lnTo>
                <a:lnTo>
                  <a:pt x="2143022" y="1911049"/>
                </a:lnTo>
                <a:lnTo>
                  <a:pt x="2144152" y="1910632"/>
                </a:lnTo>
                <a:lnTo>
                  <a:pt x="2145052" y="1910509"/>
                </a:lnTo>
                <a:lnTo>
                  <a:pt x="2146010" y="1910664"/>
                </a:lnTo>
                <a:lnTo>
                  <a:pt x="2146615" y="1910992"/>
                </a:lnTo>
                <a:lnTo>
                  <a:pt x="2146902" y="1911221"/>
                </a:lnTo>
                <a:lnTo>
                  <a:pt x="2147131" y="1911475"/>
                </a:lnTo>
                <a:lnTo>
                  <a:pt x="2147295" y="1911671"/>
                </a:lnTo>
                <a:lnTo>
                  <a:pt x="2147450" y="1911917"/>
                </a:lnTo>
                <a:lnTo>
                  <a:pt x="2147769" y="1912645"/>
                </a:lnTo>
                <a:lnTo>
                  <a:pt x="2155062" y="1930839"/>
                </a:lnTo>
                <a:lnTo>
                  <a:pt x="2159907" y="1942952"/>
                </a:lnTo>
                <a:lnTo>
                  <a:pt x="2159997" y="1943181"/>
                </a:lnTo>
                <a:moveTo>
                  <a:pt x="2147679" y="1955196"/>
                </a:moveTo>
                <a:lnTo>
                  <a:pt x="2147818" y="1955114"/>
                </a:lnTo>
                <a:moveTo>
                  <a:pt x="2142875" y="1963692"/>
                </a:moveTo>
                <a:lnTo>
                  <a:pt x="2145740" y="1966515"/>
                </a:lnTo>
                <a:lnTo>
                  <a:pt x="2168689" y="1988826"/>
                </a:lnTo>
                <a:lnTo>
                  <a:pt x="2177905" y="1997756"/>
                </a:lnTo>
                <a:lnTo>
                  <a:pt x="2186654" y="2006235"/>
                </a:lnTo>
                <a:lnTo>
                  <a:pt x="2187333" y="2006890"/>
                </a:lnTo>
                <a:moveTo>
                  <a:pt x="2107952" y="1927835"/>
                </a:moveTo>
                <a:lnTo>
                  <a:pt x="2108230" y="1928105"/>
                </a:lnTo>
                <a:lnTo>
                  <a:pt x="2108778" y="1929047"/>
                </a:lnTo>
                <a:lnTo>
                  <a:pt x="2110505" y="1933393"/>
                </a:lnTo>
                <a:lnTo>
                  <a:pt x="2114491" y="1943476"/>
                </a:lnTo>
                <a:lnTo>
                  <a:pt x="2121448" y="1961089"/>
                </a:lnTo>
                <a:lnTo>
                  <a:pt x="2121546" y="1961261"/>
                </a:lnTo>
                <a:moveTo>
                  <a:pt x="2645289" y="412139"/>
                </a:moveTo>
                <a:lnTo>
                  <a:pt x="2531942" y="461647"/>
                </a:lnTo>
                <a:lnTo>
                  <a:pt x="2414461" y="511302"/>
                </a:lnTo>
                <a:moveTo>
                  <a:pt x="2223975" y="1930733"/>
                </a:moveTo>
                <a:lnTo>
                  <a:pt x="2223967" y="1930896"/>
                </a:lnTo>
                <a:moveTo>
                  <a:pt x="2243258" y="1985225"/>
                </a:moveTo>
                <a:lnTo>
                  <a:pt x="2243970" y="1984366"/>
                </a:lnTo>
                <a:lnTo>
                  <a:pt x="2250542" y="1977638"/>
                </a:lnTo>
                <a:lnTo>
                  <a:pt x="2260634" y="1967317"/>
                </a:lnTo>
                <a:lnTo>
                  <a:pt x="2270095" y="1957602"/>
                </a:lnTo>
                <a:moveTo>
                  <a:pt x="2242963" y="1992190"/>
                </a:moveTo>
                <a:lnTo>
                  <a:pt x="2244649" y="1993434"/>
                </a:lnTo>
                <a:lnTo>
                  <a:pt x="2271945" y="2020034"/>
                </a:lnTo>
                <a:lnTo>
                  <a:pt x="2273025" y="2021106"/>
                </a:lnTo>
                <a:moveTo>
                  <a:pt x="2236432" y="1987214"/>
                </a:moveTo>
                <a:lnTo>
                  <a:pt x="2236563" y="1987320"/>
                </a:lnTo>
                <a:moveTo>
                  <a:pt x="2191990" y="1943353"/>
                </a:moveTo>
                <a:lnTo>
                  <a:pt x="2192727" y="1944663"/>
                </a:lnTo>
                <a:lnTo>
                  <a:pt x="2193570" y="1945710"/>
                </a:lnTo>
                <a:moveTo>
                  <a:pt x="2210013" y="2019215"/>
                </a:moveTo>
                <a:lnTo>
                  <a:pt x="2212247" y="2016956"/>
                </a:lnTo>
                <a:lnTo>
                  <a:pt x="2228632" y="2000039"/>
                </a:lnTo>
                <a:lnTo>
                  <a:pt x="2234787" y="1993688"/>
                </a:lnTo>
                <a:lnTo>
                  <a:pt x="2236023" y="1992608"/>
                </a:lnTo>
                <a:moveTo>
                  <a:pt x="2247113" y="2063494"/>
                </a:moveTo>
                <a:lnTo>
                  <a:pt x="2247399" y="2063755"/>
                </a:lnTo>
                <a:moveTo>
                  <a:pt x="2254585" y="2071776"/>
                </a:moveTo>
                <a:lnTo>
                  <a:pt x="2259111" y="2076204"/>
                </a:lnTo>
                <a:lnTo>
                  <a:pt x="2266502" y="2083415"/>
                </a:lnTo>
                <a:lnTo>
                  <a:pt x="2272100" y="2088882"/>
                </a:lnTo>
                <a:lnTo>
                  <a:pt x="2276029" y="2092639"/>
                </a:lnTo>
                <a:lnTo>
                  <a:pt x="2278271" y="2094775"/>
                </a:lnTo>
                <a:moveTo>
                  <a:pt x="2157378" y="2070303"/>
                </a:moveTo>
                <a:lnTo>
                  <a:pt x="2153073" y="2074747"/>
                </a:lnTo>
                <a:lnTo>
                  <a:pt x="2144733" y="2083374"/>
                </a:lnTo>
                <a:moveTo>
                  <a:pt x="2249126" y="2065982"/>
                </a:moveTo>
                <a:lnTo>
                  <a:pt x="2252687" y="2069370"/>
                </a:lnTo>
                <a:moveTo>
                  <a:pt x="2294845" y="1939277"/>
                </a:moveTo>
                <a:lnTo>
                  <a:pt x="2313391" y="1957259"/>
                </a:lnTo>
                <a:lnTo>
                  <a:pt x="2325078" y="1968594"/>
                </a:lnTo>
                <a:moveTo>
                  <a:pt x="2456620" y="1930520"/>
                </a:moveTo>
                <a:lnTo>
                  <a:pt x="2456743" y="1930626"/>
                </a:lnTo>
                <a:moveTo>
                  <a:pt x="2347881" y="2033907"/>
                </a:moveTo>
                <a:lnTo>
                  <a:pt x="2345933" y="2035920"/>
                </a:lnTo>
                <a:lnTo>
                  <a:pt x="2317778" y="2064926"/>
                </a:lnTo>
                <a:lnTo>
                  <a:pt x="2290041" y="2093342"/>
                </a:lnTo>
                <a:lnTo>
                  <a:pt x="2288232" y="2095168"/>
                </a:lnTo>
                <a:moveTo>
                  <a:pt x="2448967" y="1929873"/>
                </a:moveTo>
                <a:lnTo>
                  <a:pt x="2447224" y="1931666"/>
                </a:lnTo>
                <a:lnTo>
                  <a:pt x="2408487" y="1971549"/>
                </a:lnTo>
                <a:lnTo>
                  <a:pt x="2406686" y="1973407"/>
                </a:lnTo>
                <a:lnTo>
                  <a:pt x="2402062" y="1978195"/>
                </a:lnTo>
                <a:lnTo>
                  <a:pt x="2392920" y="1987672"/>
                </a:lnTo>
                <a:lnTo>
                  <a:pt x="2357579" y="2023881"/>
                </a:lnTo>
                <a:lnTo>
                  <a:pt x="2356572" y="2024920"/>
                </a:lnTo>
                <a:moveTo>
                  <a:pt x="2251549" y="2133397"/>
                </a:moveTo>
                <a:lnTo>
                  <a:pt x="2231260" y="2154170"/>
                </a:lnTo>
                <a:moveTo>
                  <a:pt x="2288306" y="2104351"/>
                </a:moveTo>
                <a:lnTo>
                  <a:pt x="2294215" y="2109646"/>
                </a:lnTo>
                <a:moveTo>
                  <a:pt x="2514231" y="1938704"/>
                </a:moveTo>
                <a:lnTo>
                  <a:pt x="2495717" y="1957922"/>
                </a:lnTo>
                <a:moveTo>
                  <a:pt x="2496020" y="1968120"/>
                </a:moveTo>
                <a:lnTo>
                  <a:pt x="2496143" y="1968234"/>
                </a:lnTo>
                <a:moveTo>
                  <a:pt x="2458281" y="1931772"/>
                </a:moveTo>
                <a:lnTo>
                  <a:pt x="2486223" y="1958871"/>
                </a:lnTo>
                <a:moveTo>
                  <a:pt x="2487369" y="1960541"/>
                </a:moveTo>
                <a:lnTo>
                  <a:pt x="2487492" y="1960655"/>
                </a:lnTo>
                <a:moveTo>
                  <a:pt x="2387354" y="2071342"/>
                </a:moveTo>
                <a:lnTo>
                  <a:pt x="2384383" y="2074469"/>
                </a:lnTo>
                <a:lnTo>
                  <a:pt x="2378343" y="2080697"/>
                </a:lnTo>
                <a:lnTo>
                  <a:pt x="2329212" y="2131327"/>
                </a:lnTo>
                <a:moveTo>
                  <a:pt x="2394090" y="2072136"/>
                </a:moveTo>
                <a:lnTo>
                  <a:pt x="2397020" y="2074968"/>
                </a:lnTo>
                <a:moveTo>
                  <a:pt x="2355811" y="2034913"/>
                </a:moveTo>
                <a:lnTo>
                  <a:pt x="2356654" y="2035895"/>
                </a:lnTo>
                <a:lnTo>
                  <a:pt x="2358610" y="2037770"/>
                </a:lnTo>
                <a:lnTo>
                  <a:pt x="2372467" y="2051012"/>
                </a:lnTo>
                <a:lnTo>
                  <a:pt x="2384547" y="2062561"/>
                </a:lnTo>
                <a:lnTo>
                  <a:pt x="2387436" y="2065523"/>
                </a:lnTo>
                <a:moveTo>
                  <a:pt x="2295843" y="2111725"/>
                </a:moveTo>
                <a:lnTo>
                  <a:pt x="2316231" y="2131449"/>
                </a:lnTo>
                <a:moveTo>
                  <a:pt x="2359912" y="2173060"/>
                </a:moveTo>
                <a:lnTo>
                  <a:pt x="2362727" y="2177193"/>
                </a:lnTo>
                <a:moveTo>
                  <a:pt x="2349853" y="2164147"/>
                </a:moveTo>
                <a:lnTo>
                  <a:pt x="2352030" y="2165620"/>
                </a:lnTo>
                <a:lnTo>
                  <a:pt x="2352971" y="2166471"/>
                </a:lnTo>
                <a:moveTo>
                  <a:pt x="2316010" y="2143898"/>
                </a:moveTo>
                <a:lnTo>
                  <a:pt x="2272583" y="2188291"/>
                </a:lnTo>
                <a:lnTo>
                  <a:pt x="2269473" y="2191475"/>
                </a:lnTo>
                <a:moveTo>
                  <a:pt x="2365346" y="2178879"/>
                </a:moveTo>
                <a:lnTo>
                  <a:pt x="2385235" y="2198096"/>
                </a:lnTo>
                <a:moveTo>
                  <a:pt x="2330218" y="2144954"/>
                </a:moveTo>
                <a:lnTo>
                  <a:pt x="2337920" y="2152385"/>
                </a:lnTo>
                <a:lnTo>
                  <a:pt x="2348985" y="2163050"/>
                </a:lnTo>
                <a:moveTo>
                  <a:pt x="2429709" y="2106086"/>
                </a:moveTo>
                <a:lnTo>
                  <a:pt x="2450547" y="2125974"/>
                </a:lnTo>
                <a:moveTo>
                  <a:pt x="2462439" y="2137441"/>
                </a:moveTo>
                <a:lnTo>
                  <a:pt x="2485560" y="2159670"/>
                </a:lnTo>
                <a:lnTo>
                  <a:pt x="2486862" y="2160922"/>
                </a:lnTo>
                <a:moveTo>
                  <a:pt x="2488114" y="2162444"/>
                </a:moveTo>
                <a:lnTo>
                  <a:pt x="2488228" y="2162559"/>
                </a:lnTo>
                <a:moveTo>
                  <a:pt x="2459943" y="2135558"/>
                </a:moveTo>
                <a:lnTo>
                  <a:pt x="2460704" y="2136180"/>
                </a:lnTo>
                <a:moveTo>
                  <a:pt x="2451930" y="2127676"/>
                </a:moveTo>
                <a:lnTo>
                  <a:pt x="2453534" y="2129461"/>
                </a:lnTo>
                <a:moveTo>
                  <a:pt x="2398927" y="2076523"/>
                </a:moveTo>
                <a:lnTo>
                  <a:pt x="2418218" y="2095020"/>
                </a:lnTo>
                <a:moveTo>
                  <a:pt x="2420543" y="2103385"/>
                </a:moveTo>
                <a:lnTo>
                  <a:pt x="2419168" y="2104809"/>
                </a:lnTo>
                <a:lnTo>
                  <a:pt x="2409714" y="2114573"/>
                </a:lnTo>
                <a:lnTo>
                  <a:pt x="2362915" y="2162886"/>
                </a:lnTo>
                <a:lnTo>
                  <a:pt x="2360812" y="2164818"/>
                </a:lnTo>
                <a:moveTo>
                  <a:pt x="2453371" y="2134977"/>
                </a:moveTo>
                <a:lnTo>
                  <a:pt x="2452528" y="2135845"/>
                </a:lnTo>
                <a:lnTo>
                  <a:pt x="2441912" y="2146779"/>
                </a:lnTo>
                <a:lnTo>
                  <a:pt x="2404255" y="2185484"/>
                </a:lnTo>
                <a:lnTo>
                  <a:pt x="2401661" y="2187963"/>
                </a:lnTo>
                <a:lnTo>
                  <a:pt x="2398412" y="2191049"/>
                </a:lnTo>
                <a:lnTo>
                  <a:pt x="2393419" y="2195739"/>
                </a:lnTo>
                <a:lnTo>
                  <a:pt x="2391979" y="2197114"/>
                </a:lnTo>
                <a:moveTo>
                  <a:pt x="1760610" y="1463496"/>
                </a:moveTo>
                <a:lnTo>
                  <a:pt x="1773918" y="1493582"/>
                </a:lnTo>
                <a:moveTo>
                  <a:pt x="1836570" y="2766690"/>
                </a:moveTo>
                <a:lnTo>
                  <a:pt x="1836112" y="2765650"/>
                </a:lnTo>
                <a:lnTo>
                  <a:pt x="1835441" y="2764136"/>
                </a:lnTo>
                <a:lnTo>
                  <a:pt x="1825758" y="2742374"/>
                </a:lnTo>
                <a:lnTo>
                  <a:pt x="1784140" y="2648800"/>
                </a:lnTo>
                <a:lnTo>
                  <a:pt x="1784999" y="2642400"/>
                </a:lnTo>
                <a:lnTo>
                  <a:pt x="1789992" y="2632980"/>
                </a:lnTo>
                <a:lnTo>
                  <a:pt x="1834025" y="2656035"/>
                </a:lnTo>
                <a:lnTo>
                  <a:pt x="1855779" y="2667436"/>
                </a:lnTo>
                <a:moveTo>
                  <a:pt x="2329244" y="2503959"/>
                </a:moveTo>
                <a:lnTo>
                  <a:pt x="2329203" y="2503885"/>
                </a:lnTo>
                <a:moveTo>
                  <a:pt x="2337265" y="2516907"/>
                </a:moveTo>
                <a:lnTo>
                  <a:pt x="2337183" y="2516768"/>
                </a:lnTo>
                <a:moveTo>
                  <a:pt x="939151" y="2398416"/>
                </a:moveTo>
                <a:lnTo>
                  <a:pt x="970056" y="2400065"/>
                </a:lnTo>
                <a:lnTo>
                  <a:pt x="1002598" y="2401334"/>
                </a:lnTo>
                <a:moveTo>
                  <a:pt x="2274858" y="2423448"/>
                </a:moveTo>
                <a:lnTo>
                  <a:pt x="2266306" y="2419086"/>
                </a:lnTo>
                <a:lnTo>
                  <a:pt x="2245312" y="2409182"/>
                </a:lnTo>
                <a:lnTo>
                  <a:pt x="2229058" y="2400703"/>
                </a:lnTo>
                <a:lnTo>
                  <a:pt x="2225547" y="2398796"/>
                </a:lnTo>
                <a:moveTo>
                  <a:pt x="1889401" y="1370741"/>
                </a:moveTo>
                <a:lnTo>
                  <a:pt x="1892495" y="1365994"/>
                </a:lnTo>
                <a:lnTo>
                  <a:pt x="1896407" y="1360166"/>
                </a:lnTo>
                <a:moveTo>
                  <a:pt x="1864365" y="1417695"/>
                </a:moveTo>
                <a:lnTo>
                  <a:pt x="1883655" y="1380570"/>
                </a:lnTo>
                <a:moveTo>
                  <a:pt x="1951710" y="1501353"/>
                </a:moveTo>
                <a:lnTo>
                  <a:pt x="1932443" y="1516265"/>
                </a:lnTo>
                <a:moveTo>
                  <a:pt x="2348773" y="1280024"/>
                </a:moveTo>
                <a:lnTo>
                  <a:pt x="2342708" y="1286383"/>
                </a:lnTo>
                <a:lnTo>
                  <a:pt x="2321690" y="1266552"/>
                </a:lnTo>
                <a:lnTo>
                  <a:pt x="2334343" y="1253850"/>
                </a:lnTo>
                <a:lnTo>
                  <a:pt x="2347308" y="1270963"/>
                </a:lnTo>
                <a:moveTo>
                  <a:pt x="2349395" y="1269384"/>
                </a:moveTo>
                <a:lnTo>
                  <a:pt x="2334622" y="1249872"/>
                </a:lnTo>
                <a:lnTo>
                  <a:pt x="2317942" y="1266601"/>
                </a:lnTo>
                <a:lnTo>
                  <a:pt x="2342806" y="1290082"/>
                </a:lnTo>
                <a:lnTo>
                  <a:pt x="2350671" y="1281824"/>
                </a:lnTo>
                <a:moveTo>
                  <a:pt x="2351163" y="1271422"/>
                </a:moveTo>
                <a:lnTo>
                  <a:pt x="2349452" y="1269449"/>
                </a:lnTo>
                <a:moveTo>
                  <a:pt x="1734599" y="2130001"/>
                </a:moveTo>
                <a:lnTo>
                  <a:pt x="1736490" y="2130336"/>
                </a:lnTo>
                <a:lnTo>
                  <a:pt x="1737718" y="2130868"/>
                </a:lnTo>
                <a:moveTo>
                  <a:pt x="1700568" y="2658875"/>
                </a:moveTo>
                <a:lnTo>
                  <a:pt x="1696288" y="2647081"/>
                </a:lnTo>
                <a:lnTo>
                  <a:pt x="1689584" y="2628936"/>
                </a:lnTo>
                <a:lnTo>
                  <a:pt x="1682775" y="2614114"/>
                </a:lnTo>
                <a:lnTo>
                  <a:pt x="1668133" y="2590240"/>
                </a:lnTo>
                <a:lnTo>
                  <a:pt x="1663149" y="2583905"/>
                </a:lnTo>
                <a:lnTo>
                  <a:pt x="1657542" y="2577268"/>
                </a:lnTo>
                <a:lnTo>
                  <a:pt x="1649791" y="2569746"/>
                </a:lnTo>
                <a:lnTo>
                  <a:pt x="1640289" y="2564524"/>
                </a:lnTo>
                <a:lnTo>
                  <a:pt x="1633750" y="2562233"/>
                </a:lnTo>
                <a:lnTo>
                  <a:pt x="1630001" y="2561267"/>
                </a:lnTo>
                <a:lnTo>
                  <a:pt x="1616161" y="2560408"/>
                </a:lnTo>
                <a:lnTo>
                  <a:pt x="1605595" y="2562364"/>
                </a:lnTo>
                <a:lnTo>
                  <a:pt x="1594186" y="2567266"/>
                </a:lnTo>
                <a:lnTo>
                  <a:pt x="1576663" y="2577849"/>
                </a:lnTo>
                <a:lnTo>
                  <a:pt x="1570966" y="2581925"/>
                </a:lnTo>
                <a:lnTo>
                  <a:pt x="1557675" y="2591402"/>
                </a:lnTo>
                <a:lnTo>
                  <a:pt x="1551405" y="2595871"/>
                </a:lnTo>
                <a:lnTo>
                  <a:pt x="1540242" y="2604530"/>
                </a:lnTo>
                <a:lnTo>
                  <a:pt x="1535438" y="2613083"/>
                </a:lnTo>
                <a:lnTo>
                  <a:pt x="1533105" y="2618084"/>
                </a:lnTo>
                <a:lnTo>
                  <a:pt x="1531959" y="2621930"/>
                </a:lnTo>
                <a:lnTo>
                  <a:pt x="1531845" y="2624198"/>
                </a:lnTo>
                <a:moveTo>
                  <a:pt x="1301860" y="1271144"/>
                </a:moveTo>
                <a:lnTo>
                  <a:pt x="1275473" y="1282004"/>
                </a:lnTo>
                <a:lnTo>
                  <a:pt x="1271749" y="1283510"/>
                </a:lnTo>
                <a:moveTo>
                  <a:pt x="1389794" y="1232341"/>
                </a:moveTo>
                <a:lnTo>
                  <a:pt x="1376863" y="1238258"/>
                </a:lnTo>
                <a:lnTo>
                  <a:pt x="1348029" y="1251010"/>
                </a:lnTo>
                <a:lnTo>
                  <a:pt x="1334925" y="1256542"/>
                </a:lnTo>
                <a:lnTo>
                  <a:pt x="1332511" y="1257565"/>
                </a:lnTo>
                <a:moveTo>
                  <a:pt x="2549489" y="648499"/>
                </a:moveTo>
                <a:lnTo>
                  <a:pt x="2549653" y="648458"/>
                </a:lnTo>
                <a:moveTo>
                  <a:pt x="484572" y="1882510"/>
                </a:moveTo>
                <a:lnTo>
                  <a:pt x="484302" y="1887641"/>
                </a:lnTo>
                <a:lnTo>
                  <a:pt x="477091" y="2027866"/>
                </a:lnTo>
                <a:moveTo>
                  <a:pt x="2809126" y="1201101"/>
                </a:moveTo>
                <a:lnTo>
                  <a:pt x="2793871" y="1201248"/>
                </a:lnTo>
                <a:lnTo>
                  <a:pt x="2791522" y="1201444"/>
                </a:lnTo>
                <a:lnTo>
                  <a:pt x="2789557" y="1201903"/>
                </a:lnTo>
                <a:lnTo>
                  <a:pt x="2788166" y="1202410"/>
                </a:lnTo>
                <a:lnTo>
                  <a:pt x="2787069" y="1203016"/>
                </a:lnTo>
                <a:lnTo>
                  <a:pt x="2785997" y="1203777"/>
                </a:lnTo>
                <a:lnTo>
                  <a:pt x="2784696" y="1204792"/>
                </a:lnTo>
                <a:lnTo>
                  <a:pt x="2782535" y="1206903"/>
                </a:lnTo>
                <a:lnTo>
                  <a:pt x="2766682" y="1223567"/>
                </a:lnTo>
                <a:moveTo>
                  <a:pt x="1706968" y="1627268"/>
                </a:moveTo>
                <a:lnTo>
                  <a:pt x="1707599" y="1628847"/>
                </a:lnTo>
                <a:lnTo>
                  <a:pt x="1713090" y="1642753"/>
                </a:lnTo>
                <a:lnTo>
                  <a:pt x="1715587" y="1648695"/>
                </a:lnTo>
                <a:lnTo>
                  <a:pt x="1717035" y="1652124"/>
                </a:lnTo>
                <a:lnTo>
                  <a:pt x="1723239" y="1660309"/>
                </a:lnTo>
                <a:lnTo>
                  <a:pt x="1727536" y="1661667"/>
                </a:lnTo>
                <a:lnTo>
                  <a:pt x="1736171" y="1658189"/>
                </a:lnTo>
                <a:moveTo>
                  <a:pt x="2955441" y="1121842"/>
                </a:moveTo>
                <a:lnTo>
                  <a:pt x="2926590" y="1151609"/>
                </a:lnTo>
                <a:moveTo>
                  <a:pt x="2997575" y="1078881"/>
                </a:moveTo>
                <a:lnTo>
                  <a:pt x="2963691" y="1113387"/>
                </a:lnTo>
                <a:moveTo>
                  <a:pt x="3134804" y="940375"/>
                </a:moveTo>
                <a:lnTo>
                  <a:pt x="3102287" y="971239"/>
                </a:lnTo>
                <a:lnTo>
                  <a:pt x="3070720" y="1004681"/>
                </a:lnTo>
                <a:lnTo>
                  <a:pt x="3036926" y="1037566"/>
                </a:lnTo>
                <a:lnTo>
                  <a:pt x="3005776" y="1070378"/>
                </a:lnTo>
                <a:moveTo>
                  <a:pt x="725172" y="2031599"/>
                </a:moveTo>
                <a:lnTo>
                  <a:pt x="720981" y="2032679"/>
                </a:lnTo>
                <a:lnTo>
                  <a:pt x="713852" y="2034529"/>
                </a:lnTo>
                <a:lnTo>
                  <a:pt x="710800" y="2035331"/>
                </a:lnTo>
                <a:lnTo>
                  <a:pt x="695977" y="2039087"/>
                </a:lnTo>
                <a:lnTo>
                  <a:pt x="689012" y="2040855"/>
                </a:lnTo>
                <a:lnTo>
                  <a:pt x="687449" y="2041240"/>
                </a:lnTo>
                <a:lnTo>
                  <a:pt x="684536" y="2042664"/>
                </a:lnTo>
                <a:moveTo>
                  <a:pt x="677849" y="2045062"/>
                </a:moveTo>
                <a:lnTo>
                  <a:pt x="675827" y="2045578"/>
                </a:lnTo>
                <a:lnTo>
                  <a:pt x="618126" y="2060154"/>
                </a:lnTo>
                <a:lnTo>
                  <a:pt x="613519" y="2061439"/>
                </a:lnTo>
                <a:moveTo>
                  <a:pt x="2646173" y="476273"/>
                </a:moveTo>
                <a:lnTo>
                  <a:pt x="2646173" y="481134"/>
                </a:lnTo>
                <a:lnTo>
                  <a:pt x="2645674" y="483999"/>
                </a:lnTo>
                <a:lnTo>
                  <a:pt x="2634485" y="521116"/>
                </a:lnTo>
                <a:lnTo>
                  <a:pt x="2634174" y="522507"/>
                </a:lnTo>
                <a:moveTo>
                  <a:pt x="2534103" y="2750304"/>
                </a:moveTo>
                <a:lnTo>
                  <a:pt x="2534184" y="2750444"/>
                </a:lnTo>
                <a:moveTo>
                  <a:pt x="2636777" y="530315"/>
                </a:moveTo>
                <a:lnTo>
                  <a:pt x="2640182" y="531919"/>
                </a:lnTo>
                <a:lnTo>
                  <a:pt x="2652164" y="535561"/>
                </a:lnTo>
                <a:lnTo>
                  <a:pt x="2653924" y="536077"/>
                </a:lnTo>
                <a:lnTo>
                  <a:pt x="2673665" y="541912"/>
                </a:lnTo>
                <a:lnTo>
                  <a:pt x="2676480" y="542747"/>
                </a:lnTo>
                <a:lnTo>
                  <a:pt x="2678788" y="543443"/>
                </a:lnTo>
                <a:lnTo>
                  <a:pt x="2682627" y="544867"/>
                </a:lnTo>
                <a:lnTo>
                  <a:pt x="2684877" y="545866"/>
                </a:lnTo>
                <a:lnTo>
                  <a:pt x="2687685" y="548501"/>
                </a:lnTo>
                <a:lnTo>
                  <a:pt x="2691474" y="555589"/>
                </a:lnTo>
                <a:lnTo>
                  <a:pt x="2692473" y="557357"/>
                </a:lnTo>
                <a:moveTo>
                  <a:pt x="822002" y="173585"/>
                </a:moveTo>
                <a:lnTo>
                  <a:pt x="822747" y="175828"/>
                </a:lnTo>
                <a:lnTo>
                  <a:pt x="824065" y="179142"/>
                </a:lnTo>
                <a:lnTo>
                  <a:pt x="843274" y="251232"/>
                </a:lnTo>
                <a:lnTo>
                  <a:pt x="844297" y="255880"/>
                </a:lnTo>
                <a:lnTo>
                  <a:pt x="844657" y="257566"/>
                </a:lnTo>
                <a:moveTo>
                  <a:pt x="1590822" y="1023202"/>
                </a:moveTo>
                <a:lnTo>
                  <a:pt x="1590266" y="1023415"/>
                </a:lnTo>
                <a:moveTo>
                  <a:pt x="2128028" y="693498"/>
                </a:moveTo>
                <a:lnTo>
                  <a:pt x="2128184" y="693817"/>
                </a:lnTo>
                <a:lnTo>
                  <a:pt x="2148850" y="738602"/>
                </a:lnTo>
                <a:moveTo>
                  <a:pt x="2643554" y="325162"/>
                </a:moveTo>
                <a:lnTo>
                  <a:pt x="2641475" y="325620"/>
                </a:lnTo>
                <a:lnTo>
                  <a:pt x="2527907" y="369653"/>
                </a:lnTo>
                <a:moveTo>
                  <a:pt x="2519673" y="2794615"/>
                </a:moveTo>
                <a:lnTo>
                  <a:pt x="2529159" y="2810469"/>
                </a:lnTo>
                <a:lnTo>
                  <a:pt x="2551937" y="2848584"/>
                </a:lnTo>
                <a:moveTo>
                  <a:pt x="2523504" y="2786987"/>
                </a:moveTo>
                <a:lnTo>
                  <a:pt x="2543466" y="2775046"/>
                </a:lnTo>
                <a:moveTo>
                  <a:pt x="1176277" y="735144"/>
                </a:moveTo>
                <a:lnTo>
                  <a:pt x="1179444" y="734391"/>
                </a:lnTo>
                <a:lnTo>
                  <a:pt x="1183009" y="733254"/>
                </a:lnTo>
                <a:lnTo>
                  <a:pt x="1187617" y="731789"/>
                </a:lnTo>
                <a:moveTo>
                  <a:pt x="1158377" y="737931"/>
                </a:moveTo>
                <a:lnTo>
                  <a:pt x="1161770" y="737399"/>
                </a:lnTo>
                <a:lnTo>
                  <a:pt x="1165060" y="737117"/>
                </a:lnTo>
                <a:moveTo>
                  <a:pt x="1109426" y="753425"/>
                </a:moveTo>
                <a:lnTo>
                  <a:pt x="1155063" y="738488"/>
                </a:lnTo>
                <a:moveTo>
                  <a:pt x="1526999" y="2628462"/>
                </a:moveTo>
                <a:lnTo>
                  <a:pt x="1526606" y="2628437"/>
                </a:lnTo>
                <a:lnTo>
                  <a:pt x="1522555" y="2629362"/>
                </a:lnTo>
                <a:lnTo>
                  <a:pt x="1518373" y="2631465"/>
                </a:lnTo>
                <a:lnTo>
                  <a:pt x="1514534" y="2635885"/>
                </a:lnTo>
                <a:lnTo>
                  <a:pt x="1512251" y="2641434"/>
                </a:lnTo>
                <a:lnTo>
                  <a:pt x="1511874" y="2642523"/>
                </a:lnTo>
                <a:moveTo>
                  <a:pt x="1518111" y="1517694"/>
                </a:moveTo>
                <a:lnTo>
                  <a:pt x="1519265" y="1521892"/>
                </a:lnTo>
                <a:lnTo>
                  <a:pt x="1525223" y="1543286"/>
                </a:lnTo>
                <a:lnTo>
                  <a:pt x="1526426" y="1547829"/>
                </a:lnTo>
                <a:moveTo>
                  <a:pt x="1314276" y="1108477"/>
                </a:moveTo>
                <a:lnTo>
                  <a:pt x="1330710" y="1136598"/>
                </a:lnTo>
                <a:moveTo>
                  <a:pt x="1293921" y="1072538"/>
                </a:moveTo>
                <a:lnTo>
                  <a:pt x="1309799" y="1100677"/>
                </a:lnTo>
                <a:moveTo>
                  <a:pt x="1274516" y="1036878"/>
                </a:moveTo>
                <a:lnTo>
                  <a:pt x="1278714" y="1045472"/>
                </a:lnTo>
                <a:lnTo>
                  <a:pt x="1289428" y="1064542"/>
                </a:lnTo>
                <a:moveTo>
                  <a:pt x="1263221" y="1012235"/>
                </a:moveTo>
                <a:lnTo>
                  <a:pt x="1270628" y="1028620"/>
                </a:lnTo>
                <a:moveTo>
                  <a:pt x="1482885" y="1412834"/>
                </a:moveTo>
                <a:lnTo>
                  <a:pt x="1498345" y="1459886"/>
                </a:lnTo>
                <a:lnTo>
                  <a:pt x="1515345" y="1508854"/>
                </a:lnTo>
                <a:moveTo>
                  <a:pt x="1436700" y="1302801"/>
                </a:moveTo>
                <a:lnTo>
                  <a:pt x="1455115" y="1347579"/>
                </a:lnTo>
                <a:lnTo>
                  <a:pt x="1477671" y="1399493"/>
                </a:lnTo>
                <a:lnTo>
                  <a:pt x="1478621" y="1401686"/>
                </a:lnTo>
                <a:moveTo>
                  <a:pt x="1398527" y="1233978"/>
                </a:moveTo>
                <a:lnTo>
                  <a:pt x="1404895" y="1243775"/>
                </a:lnTo>
                <a:lnTo>
                  <a:pt x="1413660" y="1258769"/>
                </a:lnTo>
                <a:lnTo>
                  <a:pt x="1432575" y="1294625"/>
                </a:lnTo>
                <a:moveTo>
                  <a:pt x="1335531" y="1144431"/>
                </a:moveTo>
                <a:lnTo>
                  <a:pt x="1342512" y="1155971"/>
                </a:lnTo>
                <a:lnTo>
                  <a:pt x="1384073" y="1212944"/>
                </a:lnTo>
                <a:lnTo>
                  <a:pt x="1393297" y="1226129"/>
                </a:lnTo>
                <a:lnTo>
                  <a:pt x="1393706" y="1226743"/>
                </a:lnTo>
                <a:moveTo>
                  <a:pt x="1528964" y="1547158"/>
                </a:moveTo>
                <a:lnTo>
                  <a:pt x="1527744" y="1542599"/>
                </a:lnTo>
                <a:lnTo>
                  <a:pt x="1521786" y="1521188"/>
                </a:lnTo>
                <a:lnTo>
                  <a:pt x="1520632" y="1516998"/>
                </a:lnTo>
                <a:moveTo>
                  <a:pt x="1559222" y="1646387"/>
                </a:moveTo>
                <a:lnTo>
                  <a:pt x="1554786" y="1638292"/>
                </a:lnTo>
                <a:lnTo>
                  <a:pt x="1550579" y="1629510"/>
                </a:lnTo>
                <a:lnTo>
                  <a:pt x="1531967" y="1558551"/>
                </a:lnTo>
                <a:lnTo>
                  <a:pt x="1531255" y="1555833"/>
                </a:lnTo>
                <a:moveTo>
                  <a:pt x="1568339" y="1657747"/>
                </a:moveTo>
                <a:lnTo>
                  <a:pt x="1565761" y="1655152"/>
                </a:lnTo>
                <a:lnTo>
                  <a:pt x="1562782" y="1651355"/>
                </a:lnTo>
                <a:moveTo>
                  <a:pt x="1100538" y="2344746"/>
                </a:moveTo>
                <a:lnTo>
                  <a:pt x="1099965" y="2351310"/>
                </a:lnTo>
                <a:lnTo>
                  <a:pt x="1099621" y="2357759"/>
                </a:lnTo>
                <a:lnTo>
                  <a:pt x="1099179" y="2365788"/>
                </a:lnTo>
                <a:moveTo>
                  <a:pt x="1287267" y="2430487"/>
                </a:moveTo>
                <a:lnTo>
                  <a:pt x="1284345" y="2430356"/>
                </a:lnTo>
                <a:lnTo>
                  <a:pt x="1266822" y="2429488"/>
                </a:lnTo>
                <a:lnTo>
                  <a:pt x="1143130" y="2423399"/>
                </a:lnTo>
                <a:lnTo>
                  <a:pt x="1112372" y="2421991"/>
                </a:lnTo>
                <a:lnTo>
                  <a:pt x="1105947" y="2422245"/>
                </a:lnTo>
                <a:moveTo>
                  <a:pt x="1093924" y="475135"/>
                </a:moveTo>
                <a:lnTo>
                  <a:pt x="1098860" y="489237"/>
                </a:lnTo>
                <a:moveTo>
                  <a:pt x="1186021" y="726796"/>
                </a:moveTo>
                <a:lnTo>
                  <a:pt x="1181413" y="728269"/>
                </a:lnTo>
                <a:lnTo>
                  <a:pt x="1178037" y="729342"/>
                </a:lnTo>
                <a:lnTo>
                  <a:pt x="1175066" y="730050"/>
                </a:lnTo>
                <a:moveTo>
                  <a:pt x="1191623" y="724541"/>
                </a:moveTo>
                <a:lnTo>
                  <a:pt x="1186205" y="726731"/>
                </a:lnTo>
                <a:moveTo>
                  <a:pt x="715096" y="304562"/>
                </a:moveTo>
                <a:lnTo>
                  <a:pt x="717274" y="304750"/>
                </a:lnTo>
                <a:lnTo>
                  <a:pt x="724869" y="304333"/>
                </a:lnTo>
                <a:lnTo>
                  <a:pt x="726056" y="304120"/>
                </a:lnTo>
                <a:moveTo>
                  <a:pt x="2700870" y="270973"/>
                </a:moveTo>
                <a:lnTo>
                  <a:pt x="2704062" y="296214"/>
                </a:lnTo>
                <a:lnTo>
                  <a:pt x="2706395" y="312149"/>
                </a:lnTo>
                <a:lnTo>
                  <a:pt x="2707753" y="315136"/>
                </a:lnTo>
                <a:lnTo>
                  <a:pt x="2709979" y="318115"/>
                </a:lnTo>
                <a:lnTo>
                  <a:pt x="2714006" y="319818"/>
                </a:lnTo>
                <a:moveTo>
                  <a:pt x="2051061" y="1526492"/>
                </a:moveTo>
                <a:lnTo>
                  <a:pt x="2111946" y="1584324"/>
                </a:lnTo>
                <a:moveTo>
                  <a:pt x="936970" y="1543655"/>
                </a:moveTo>
                <a:lnTo>
                  <a:pt x="964266" y="1649963"/>
                </a:lnTo>
                <a:moveTo>
                  <a:pt x="1047567" y="2427982"/>
                </a:moveTo>
                <a:lnTo>
                  <a:pt x="1037067" y="2427442"/>
                </a:lnTo>
                <a:lnTo>
                  <a:pt x="1000114" y="2425666"/>
                </a:lnTo>
                <a:moveTo>
                  <a:pt x="848921" y="585757"/>
                </a:moveTo>
                <a:lnTo>
                  <a:pt x="861165" y="626679"/>
                </a:lnTo>
                <a:lnTo>
                  <a:pt x="866985" y="646257"/>
                </a:lnTo>
                <a:moveTo>
                  <a:pt x="725065" y="2387399"/>
                </a:moveTo>
                <a:lnTo>
                  <a:pt x="756649" y="2390027"/>
                </a:lnTo>
                <a:lnTo>
                  <a:pt x="772110" y="2391475"/>
                </a:lnTo>
                <a:moveTo>
                  <a:pt x="518235" y="1489416"/>
                </a:moveTo>
                <a:lnTo>
                  <a:pt x="522515" y="1489465"/>
                </a:lnTo>
                <a:moveTo>
                  <a:pt x="2677806" y="752205"/>
                </a:moveTo>
                <a:lnTo>
                  <a:pt x="2657689" y="759776"/>
                </a:lnTo>
                <a:lnTo>
                  <a:pt x="2622012" y="773550"/>
                </a:lnTo>
                <a:lnTo>
                  <a:pt x="2616152" y="775826"/>
                </a:lnTo>
                <a:lnTo>
                  <a:pt x="2538449" y="806362"/>
                </a:lnTo>
                <a:lnTo>
                  <a:pt x="2515262" y="815610"/>
                </a:lnTo>
                <a:lnTo>
                  <a:pt x="2510048" y="817689"/>
                </a:lnTo>
                <a:lnTo>
                  <a:pt x="2481059" y="828959"/>
                </a:lnTo>
                <a:lnTo>
                  <a:pt x="2478669" y="829917"/>
                </a:lnTo>
                <a:moveTo>
                  <a:pt x="1071523" y="813351"/>
                </a:moveTo>
                <a:lnTo>
                  <a:pt x="1067349" y="813122"/>
                </a:lnTo>
                <a:lnTo>
                  <a:pt x="1057978" y="818033"/>
                </a:lnTo>
                <a:lnTo>
                  <a:pt x="991815" y="851639"/>
                </a:lnTo>
                <a:lnTo>
                  <a:pt x="941480" y="877305"/>
                </a:lnTo>
                <a:moveTo>
                  <a:pt x="2208040" y="2027015"/>
                </a:moveTo>
                <a:lnTo>
                  <a:pt x="2209309" y="2028243"/>
                </a:lnTo>
                <a:lnTo>
                  <a:pt x="2238519" y="2056520"/>
                </a:lnTo>
                <a:lnTo>
                  <a:pt x="2239027" y="2056946"/>
                </a:lnTo>
                <a:moveTo>
                  <a:pt x="2194356" y="2013707"/>
                </a:moveTo>
                <a:lnTo>
                  <a:pt x="2201051" y="2020198"/>
                </a:lnTo>
                <a:moveTo>
                  <a:pt x="2252957" y="1936380"/>
                </a:moveTo>
                <a:lnTo>
                  <a:pt x="2253865" y="1936609"/>
                </a:lnTo>
                <a:lnTo>
                  <a:pt x="2254659" y="1936863"/>
                </a:lnTo>
                <a:lnTo>
                  <a:pt x="2255985" y="1937665"/>
                </a:lnTo>
                <a:lnTo>
                  <a:pt x="2257507" y="1938950"/>
                </a:lnTo>
                <a:lnTo>
                  <a:pt x="2258367" y="1939818"/>
                </a:lnTo>
                <a:moveTo>
                  <a:pt x="2230155" y="1936814"/>
                </a:moveTo>
                <a:lnTo>
                  <a:pt x="2242268" y="1936331"/>
                </a:lnTo>
                <a:lnTo>
                  <a:pt x="2242382" y="1936331"/>
                </a:lnTo>
                <a:moveTo>
                  <a:pt x="2207418" y="1937509"/>
                </a:moveTo>
                <a:lnTo>
                  <a:pt x="2210561" y="1937419"/>
                </a:lnTo>
                <a:lnTo>
                  <a:pt x="2219867" y="1937166"/>
                </a:lnTo>
                <a:moveTo>
                  <a:pt x="507660" y="354569"/>
                </a:moveTo>
                <a:lnTo>
                  <a:pt x="515427" y="313196"/>
                </a:lnTo>
                <a:moveTo>
                  <a:pt x="502905" y="380539"/>
                </a:moveTo>
                <a:lnTo>
                  <a:pt x="504378" y="372870"/>
                </a:lnTo>
                <a:lnTo>
                  <a:pt x="504763" y="370889"/>
                </a:lnTo>
                <a:moveTo>
                  <a:pt x="499410" y="398954"/>
                </a:moveTo>
                <a:lnTo>
                  <a:pt x="502856" y="380784"/>
                </a:lnTo>
                <a:moveTo>
                  <a:pt x="865634" y="1316011"/>
                </a:moveTo>
                <a:lnTo>
                  <a:pt x="835662" y="1325341"/>
                </a:lnTo>
                <a:lnTo>
                  <a:pt x="832430" y="1326037"/>
                </a:lnTo>
                <a:moveTo>
                  <a:pt x="2298274" y="1389786"/>
                </a:moveTo>
                <a:lnTo>
                  <a:pt x="2331315" y="1355755"/>
                </a:lnTo>
                <a:moveTo>
                  <a:pt x="604311" y="2063927"/>
                </a:moveTo>
                <a:lnTo>
                  <a:pt x="600554" y="2064909"/>
                </a:lnTo>
                <a:lnTo>
                  <a:pt x="568471" y="2073528"/>
                </a:lnTo>
                <a:moveTo>
                  <a:pt x="2295393" y="410412"/>
                </a:moveTo>
                <a:lnTo>
                  <a:pt x="2295549" y="410363"/>
                </a:lnTo>
                <a:moveTo>
                  <a:pt x="2963134" y="381472"/>
                </a:moveTo>
                <a:lnTo>
                  <a:pt x="2978848" y="441366"/>
                </a:lnTo>
                <a:moveTo>
                  <a:pt x="2955801" y="351860"/>
                </a:moveTo>
                <a:lnTo>
                  <a:pt x="2960884" y="372608"/>
                </a:lnTo>
                <a:moveTo>
                  <a:pt x="2939506" y="288504"/>
                </a:moveTo>
                <a:lnTo>
                  <a:pt x="2945145" y="310864"/>
                </a:lnTo>
                <a:lnTo>
                  <a:pt x="2945980" y="313155"/>
                </a:lnTo>
                <a:lnTo>
                  <a:pt x="2965213" y="327642"/>
                </a:lnTo>
                <a:lnTo>
                  <a:pt x="2966555" y="330670"/>
                </a:lnTo>
                <a:lnTo>
                  <a:pt x="2964517" y="333445"/>
                </a:lnTo>
                <a:lnTo>
                  <a:pt x="2956906" y="344060"/>
                </a:lnTo>
                <a:lnTo>
                  <a:pt x="2956308" y="345894"/>
                </a:lnTo>
                <a:moveTo>
                  <a:pt x="2925911" y="235616"/>
                </a:moveTo>
                <a:lnTo>
                  <a:pt x="2936960" y="278510"/>
                </a:lnTo>
                <a:moveTo>
                  <a:pt x="2911997" y="181884"/>
                </a:moveTo>
                <a:lnTo>
                  <a:pt x="2922646" y="222987"/>
                </a:lnTo>
                <a:moveTo>
                  <a:pt x="2908044" y="108968"/>
                </a:moveTo>
                <a:lnTo>
                  <a:pt x="2907021" y="111440"/>
                </a:lnTo>
                <a:lnTo>
                  <a:pt x="2906628" y="112324"/>
                </a:lnTo>
                <a:lnTo>
                  <a:pt x="2906186" y="113364"/>
                </a:lnTo>
                <a:lnTo>
                  <a:pt x="2905188" y="115303"/>
                </a:lnTo>
                <a:lnTo>
                  <a:pt x="2898518" y="130003"/>
                </a:lnTo>
                <a:lnTo>
                  <a:pt x="2909542" y="172448"/>
                </a:lnTo>
                <a:moveTo>
                  <a:pt x="2697604" y="204138"/>
                </a:moveTo>
                <a:lnTo>
                  <a:pt x="2697457" y="209090"/>
                </a:lnTo>
                <a:lnTo>
                  <a:pt x="2698808" y="253319"/>
                </a:lnTo>
                <a:lnTo>
                  <a:pt x="2699462" y="259130"/>
                </a:lnTo>
                <a:moveTo>
                  <a:pt x="2707000" y="91716"/>
                </a:moveTo>
                <a:lnTo>
                  <a:pt x="2705723" y="98247"/>
                </a:lnTo>
                <a:lnTo>
                  <a:pt x="2700068" y="139570"/>
                </a:lnTo>
                <a:lnTo>
                  <a:pt x="2698619" y="165573"/>
                </a:lnTo>
                <a:lnTo>
                  <a:pt x="2697834" y="195847"/>
                </a:lnTo>
                <a:moveTo>
                  <a:pt x="1637867" y="2216978"/>
                </a:moveTo>
                <a:lnTo>
                  <a:pt x="1638349" y="2218860"/>
                </a:lnTo>
                <a:lnTo>
                  <a:pt x="1639119" y="2221872"/>
                </a:lnTo>
                <a:lnTo>
                  <a:pt x="1647590" y="2255191"/>
                </a:lnTo>
                <a:lnTo>
                  <a:pt x="1647844" y="2256157"/>
                </a:lnTo>
                <a:lnTo>
                  <a:pt x="1647868" y="2256852"/>
                </a:lnTo>
                <a:lnTo>
                  <a:pt x="1647909" y="2257409"/>
                </a:lnTo>
                <a:lnTo>
                  <a:pt x="1647753" y="2258399"/>
                </a:lnTo>
                <a:lnTo>
                  <a:pt x="1647623" y="2258997"/>
                </a:lnTo>
                <a:lnTo>
                  <a:pt x="1647524" y="2259275"/>
                </a:lnTo>
                <a:lnTo>
                  <a:pt x="1646681" y="2260601"/>
                </a:lnTo>
                <a:lnTo>
                  <a:pt x="1644381" y="2263081"/>
                </a:lnTo>
                <a:lnTo>
                  <a:pt x="1637220" y="2269964"/>
                </a:lnTo>
                <a:lnTo>
                  <a:pt x="1614246" y="2291555"/>
                </a:lnTo>
                <a:lnTo>
                  <a:pt x="1612339" y="2293208"/>
                </a:lnTo>
                <a:moveTo>
                  <a:pt x="2706214" y="573603"/>
                </a:moveTo>
                <a:lnTo>
                  <a:pt x="2708261" y="578022"/>
                </a:lnTo>
                <a:lnTo>
                  <a:pt x="2709087" y="579888"/>
                </a:lnTo>
                <a:moveTo>
                  <a:pt x="2932532" y="2793641"/>
                </a:moveTo>
                <a:lnTo>
                  <a:pt x="2933261" y="2794959"/>
                </a:lnTo>
                <a:lnTo>
                  <a:pt x="2934538" y="2797292"/>
                </a:lnTo>
                <a:moveTo>
                  <a:pt x="2280465" y="2103221"/>
                </a:moveTo>
                <a:lnTo>
                  <a:pt x="2278934" y="2104850"/>
                </a:lnTo>
                <a:lnTo>
                  <a:pt x="2253178" y="2131564"/>
                </a:lnTo>
                <a:moveTo>
                  <a:pt x="2896905" y="762395"/>
                </a:moveTo>
                <a:lnTo>
                  <a:pt x="2905008" y="782103"/>
                </a:lnTo>
                <a:moveTo>
                  <a:pt x="2847397" y="804119"/>
                </a:moveTo>
                <a:lnTo>
                  <a:pt x="2839859" y="783887"/>
                </a:lnTo>
                <a:lnTo>
                  <a:pt x="2836716" y="781383"/>
                </a:lnTo>
                <a:lnTo>
                  <a:pt x="2824325" y="786015"/>
                </a:lnTo>
                <a:lnTo>
                  <a:pt x="2823744" y="790738"/>
                </a:lnTo>
                <a:lnTo>
                  <a:pt x="2831233" y="810160"/>
                </a:lnTo>
                <a:moveTo>
                  <a:pt x="2908069" y="1435312"/>
                </a:moveTo>
                <a:lnTo>
                  <a:pt x="2924274" y="1418485"/>
                </a:lnTo>
                <a:moveTo>
                  <a:pt x="350452" y="261978"/>
                </a:moveTo>
                <a:lnTo>
                  <a:pt x="351819" y="259400"/>
                </a:lnTo>
                <a:lnTo>
                  <a:pt x="362099" y="240469"/>
                </a:lnTo>
                <a:lnTo>
                  <a:pt x="364088" y="237211"/>
                </a:lnTo>
                <a:moveTo>
                  <a:pt x="907301" y="492822"/>
                </a:moveTo>
                <a:lnTo>
                  <a:pt x="914684" y="520183"/>
                </a:lnTo>
                <a:moveTo>
                  <a:pt x="896146" y="451785"/>
                </a:moveTo>
                <a:lnTo>
                  <a:pt x="896522" y="452947"/>
                </a:lnTo>
                <a:lnTo>
                  <a:pt x="897685" y="456597"/>
                </a:lnTo>
                <a:lnTo>
                  <a:pt x="904846" y="483631"/>
                </a:lnTo>
                <a:moveTo>
                  <a:pt x="722381" y="408963"/>
                </a:moveTo>
                <a:lnTo>
                  <a:pt x="734101" y="409258"/>
                </a:lnTo>
                <a:moveTo>
                  <a:pt x="727529" y="335278"/>
                </a:moveTo>
                <a:lnTo>
                  <a:pt x="718411" y="335311"/>
                </a:lnTo>
                <a:lnTo>
                  <a:pt x="717290" y="335221"/>
                </a:lnTo>
                <a:moveTo>
                  <a:pt x="730868" y="307418"/>
                </a:moveTo>
                <a:lnTo>
                  <a:pt x="730974" y="309677"/>
                </a:lnTo>
                <a:lnTo>
                  <a:pt x="732153" y="328935"/>
                </a:lnTo>
                <a:lnTo>
                  <a:pt x="732202" y="331022"/>
                </a:lnTo>
                <a:moveTo>
                  <a:pt x="725835" y="302835"/>
                </a:moveTo>
                <a:lnTo>
                  <a:pt x="724721" y="303023"/>
                </a:lnTo>
                <a:lnTo>
                  <a:pt x="717290" y="303440"/>
                </a:lnTo>
                <a:lnTo>
                  <a:pt x="715219" y="303252"/>
                </a:lnTo>
                <a:moveTo>
                  <a:pt x="1005098" y="213288"/>
                </a:moveTo>
                <a:lnTo>
                  <a:pt x="1013045" y="236655"/>
                </a:lnTo>
                <a:moveTo>
                  <a:pt x="1136754" y="343774"/>
                </a:moveTo>
                <a:lnTo>
                  <a:pt x="1141959" y="358612"/>
                </a:lnTo>
                <a:lnTo>
                  <a:pt x="1143375" y="361968"/>
                </a:lnTo>
                <a:moveTo>
                  <a:pt x="1135788" y="340606"/>
                </a:moveTo>
                <a:lnTo>
                  <a:pt x="1136058" y="341531"/>
                </a:lnTo>
                <a:moveTo>
                  <a:pt x="1538687" y="318680"/>
                </a:moveTo>
                <a:lnTo>
                  <a:pt x="1538752" y="319711"/>
                </a:lnTo>
                <a:lnTo>
                  <a:pt x="1539055" y="321847"/>
                </a:lnTo>
                <a:lnTo>
                  <a:pt x="1539767" y="324966"/>
                </a:lnTo>
                <a:lnTo>
                  <a:pt x="1541609" y="330261"/>
                </a:lnTo>
                <a:lnTo>
                  <a:pt x="1543835" y="336596"/>
                </a:lnTo>
                <a:moveTo>
                  <a:pt x="944516" y="1483965"/>
                </a:moveTo>
                <a:lnTo>
                  <a:pt x="960959" y="1479873"/>
                </a:lnTo>
                <a:lnTo>
                  <a:pt x="969569" y="1477663"/>
                </a:lnTo>
                <a:lnTo>
                  <a:pt x="970649" y="1477311"/>
                </a:lnTo>
                <a:moveTo>
                  <a:pt x="1386299" y="1639315"/>
                </a:moveTo>
                <a:lnTo>
                  <a:pt x="1362106" y="1645028"/>
                </a:lnTo>
                <a:moveTo>
                  <a:pt x="1475871" y="1407285"/>
                </a:moveTo>
                <a:lnTo>
                  <a:pt x="1475371" y="1407416"/>
                </a:lnTo>
                <a:lnTo>
                  <a:pt x="1448444" y="1413677"/>
                </a:lnTo>
                <a:moveTo>
                  <a:pt x="1420462" y="1412580"/>
                </a:moveTo>
                <a:lnTo>
                  <a:pt x="1409061" y="1369268"/>
                </a:lnTo>
                <a:lnTo>
                  <a:pt x="1369071" y="1379441"/>
                </a:lnTo>
                <a:lnTo>
                  <a:pt x="1366558" y="1383222"/>
                </a:lnTo>
                <a:lnTo>
                  <a:pt x="1351875" y="1387233"/>
                </a:lnTo>
                <a:lnTo>
                  <a:pt x="1346515" y="1384900"/>
                </a:lnTo>
                <a:lnTo>
                  <a:pt x="1316854" y="1393543"/>
                </a:lnTo>
                <a:lnTo>
                  <a:pt x="1316584" y="1393502"/>
                </a:lnTo>
                <a:moveTo>
                  <a:pt x="1367418" y="1551978"/>
                </a:moveTo>
                <a:lnTo>
                  <a:pt x="1379015" y="1548950"/>
                </a:lnTo>
                <a:moveTo>
                  <a:pt x="2909567" y="2001856"/>
                </a:moveTo>
                <a:lnTo>
                  <a:pt x="2907447" y="2003976"/>
                </a:lnTo>
                <a:lnTo>
                  <a:pt x="2871140" y="2042689"/>
                </a:lnTo>
                <a:lnTo>
                  <a:pt x="2869332" y="2044645"/>
                </a:lnTo>
                <a:lnTo>
                  <a:pt x="2858422" y="2056340"/>
                </a:lnTo>
                <a:lnTo>
                  <a:pt x="2853192" y="2064746"/>
                </a:lnTo>
                <a:lnTo>
                  <a:pt x="2850303" y="2072996"/>
                </a:lnTo>
                <a:lnTo>
                  <a:pt x="2849574" y="2081573"/>
                </a:lnTo>
                <a:lnTo>
                  <a:pt x="2850941" y="2090404"/>
                </a:lnTo>
                <a:lnTo>
                  <a:pt x="2852021" y="2094570"/>
                </a:lnTo>
                <a:lnTo>
                  <a:pt x="2855393" y="2103786"/>
                </a:lnTo>
                <a:lnTo>
                  <a:pt x="2861164" y="2111807"/>
                </a:lnTo>
                <a:lnTo>
                  <a:pt x="2884686" y="2138267"/>
                </a:lnTo>
                <a:lnTo>
                  <a:pt x="2915861" y="2175449"/>
                </a:lnTo>
                <a:lnTo>
                  <a:pt x="2952151" y="2216511"/>
                </a:lnTo>
                <a:moveTo>
                  <a:pt x="2919003" y="227979"/>
                </a:moveTo>
                <a:lnTo>
                  <a:pt x="2916098" y="228143"/>
                </a:lnTo>
                <a:lnTo>
                  <a:pt x="2901644" y="228626"/>
                </a:lnTo>
                <a:lnTo>
                  <a:pt x="2862907" y="230574"/>
                </a:lnTo>
                <a:lnTo>
                  <a:pt x="2840399" y="232514"/>
                </a:lnTo>
                <a:lnTo>
                  <a:pt x="2809364" y="236941"/>
                </a:lnTo>
                <a:lnTo>
                  <a:pt x="2784990" y="241410"/>
                </a:lnTo>
                <a:lnTo>
                  <a:pt x="2761304" y="246845"/>
                </a:lnTo>
                <a:lnTo>
                  <a:pt x="2734680" y="253801"/>
                </a:lnTo>
                <a:lnTo>
                  <a:pt x="2707246" y="262232"/>
                </a:lnTo>
                <a:moveTo>
                  <a:pt x="3078102" y="221366"/>
                </a:moveTo>
                <a:lnTo>
                  <a:pt x="2935904" y="227374"/>
                </a:lnTo>
                <a:lnTo>
                  <a:pt x="2932074" y="227464"/>
                </a:lnTo>
                <a:moveTo>
                  <a:pt x="2068511" y="2363578"/>
                </a:moveTo>
                <a:lnTo>
                  <a:pt x="2060621" y="2378703"/>
                </a:lnTo>
                <a:lnTo>
                  <a:pt x="2054057" y="2393386"/>
                </a:lnTo>
                <a:lnTo>
                  <a:pt x="2046838" y="2407824"/>
                </a:lnTo>
                <a:moveTo>
                  <a:pt x="2902454" y="788020"/>
                </a:moveTo>
                <a:lnTo>
                  <a:pt x="2882942" y="795468"/>
                </a:lnTo>
                <a:moveTo>
                  <a:pt x="2934055" y="775973"/>
                </a:moveTo>
                <a:lnTo>
                  <a:pt x="2913462" y="783822"/>
                </a:lnTo>
                <a:moveTo>
                  <a:pt x="1564583" y="702239"/>
                </a:moveTo>
                <a:lnTo>
                  <a:pt x="1564296" y="702353"/>
                </a:lnTo>
                <a:moveTo>
                  <a:pt x="621400" y="2203539"/>
                </a:moveTo>
                <a:lnTo>
                  <a:pt x="620917" y="2204169"/>
                </a:lnTo>
                <a:lnTo>
                  <a:pt x="619690" y="2205233"/>
                </a:lnTo>
                <a:lnTo>
                  <a:pt x="588098" y="2224638"/>
                </a:lnTo>
                <a:moveTo>
                  <a:pt x="1318262" y="1437919"/>
                </a:moveTo>
                <a:lnTo>
                  <a:pt x="1308719" y="1439851"/>
                </a:lnTo>
                <a:lnTo>
                  <a:pt x="1306599" y="1442494"/>
                </a:lnTo>
                <a:lnTo>
                  <a:pt x="1304815" y="1442977"/>
                </a:lnTo>
                <a:lnTo>
                  <a:pt x="1297129" y="1444868"/>
                </a:lnTo>
                <a:lnTo>
                  <a:pt x="1295664" y="1446390"/>
                </a:lnTo>
                <a:lnTo>
                  <a:pt x="1292145" y="1447323"/>
                </a:lnTo>
                <a:lnTo>
                  <a:pt x="1266560" y="1453977"/>
                </a:lnTo>
                <a:lnTo>
                  <a:pt x="1263556" y="1457873"/>
                </a:lnTo>
                <a:lnTo>
                  <a:pt x="1265030" y="1462898"/>
                </a:lnTo>
                <a:lnTo>
                  <a:pt x="1266708" y="1469446"/>
                </a:lnTo>
                <a:lnTo>
                  <a:pt x="1270947" y="1485946"/>
                </a:lnTo>
                <a:lnTo>
                  <a:pt x="1276300" y="1489310"/>
                </a:lnTo>
                <a:lnTo>
                  <a:pt x="1287414" y="1486511"/>
                </a:lnTo>
                <a:lnTo>
                  <a:pt x="1299175" y="1483564"/>
                </a:lnTo>
                <a:lnTo>
                  <a:pt x="1302417" y="1477524"/>
                </a:lnTo>
                <a:lnTo>
                  <a:pt x="1300002" y="1467490"/>
                </a:lnTo>
                <a:moveTo>
                  <a:pt x="2095610" y="2624018"/>
                </a:moveTo>
                <a:lnTo>
                  <a:pt x="2095331" y="2623289"/>
                </a:lnTo>
                <a:lnTo>
                  <a:pt x="2093825" y="2619893"/>
                </a:lnTo>
                <a:lnTo>
                  <a:pt x="2091198" y="2615342"/>
                </a:lnTo>
                <a:lnTo>
                  <a:pt x="2085412" y="2611888"/>
                </a:lnTo>
                <a:lnTo>
                  <a:pt x="2033383" y="2584855"/>
                </a:lnTo>
                <a:lnTo>
                  <a:pt x="1965018" y="2551568"/>
                </a:lnTo>
                <a:lnTo>
                  <a:pt x="1902414" y="2519109"/>
                </a:lnTo>
                <a:lnTo>
                  <a:pt x="1860575" y="2498917"/>
                </a:lnTo>
                <a:lnTo>
                  <a:pt x="1857367" y="2497289"/>
                </a:lnTo>
                <a:moveTo>
                  <a:pt x="2569607" y="935914"/>
                </a:moveTo>
                <a:lnTo>
                  <a:pt x="2546126" y="945171"/>
                </a:lnTo>
                <a:lnTo>
                  <a:pt x="2543760" y="946137"/>
                </a:lnTo>
                <a:lnTo>
                  <a:pt x="2525001" y="954207"/>
                </a:lnTo>
                <a:lnTo>
                  <a:pt x="2524183" y="954559"/>
                </a:lnTo>
                <a:moveTo>
                  <a:pt x="2494882" y="1355280"/>
                </a:moveTo>
                <a:lnTo>
                  <a:pt x="2439776" y="1413546"/>
                </a:lnTo>
                <a:lnTo>
                  <a:pt x="2396382" y="1458340"/>
                </a:lnTo>
                <a:moveTo>
                  <a:pt x="2561283" y="1285131"/>
                </a:moveTo>
                <a:lnTo>
                  <a:pt x="2558435" y="1288797"/>
                </a:lnTo>
                <a:lnTo>
                  <a:pt x="2546829" y="1302539"/>
                </a:lnTo>
                <a:lnTo>
                  <a:pt x="2535494" y="1313367"/>
                </a:lnTo>
                <a:lnTo>
                  <a:pt x="2503934" y="1345835"/>
                </a:lnTo>
                <a:moveTo>
                  <a:pt x="2590224" y="1243504"/>
                </a:moveTo>
                <a:lnTo>
                  <a:pt x="2587154" y="1247940"/>
                </a:lnTo>
                <a:lnTo>
                  <a:pt x="2577808" y="1261494"/>
                </a:lnTo>
                <a:lnTo>
                  <a:pt x="2565736" y="1279156"/>
                </a:lnTo>
                <a:moveTo>
                  <a:pt x="2647409" y="1172864"/>
                </a:moveTo>
                <a:lnTo>
                  <a:pt x="2629305" y="1190894"/>
                </a:lnTo>
                <a:lnTo>
                  <a:pt x="2614990" y="1206551"/>
                </a:lnTo>
                <a:lnTo>
                  <a:pt x="2597582" y="1232652"/>
                </a:lnTo>
                <a:moveTo>
                  <a:pt x="1321495" y="624789"/>
                </a:moveTo>
                <a:lnTo>
                  <a:pt x="1324531" y="621073"/>
                </a:lnTo>
                <a:lnTo>
                  <a:pt x="1340769" y="601258"/>
                </a:lnTo>
                <a:lnTo>
                  <a:pt x="1342054" y="599433"/>
                </a:lnTo>
                <a:lnTo>
                  <a:pt x="1342815" y="597240"/>
                </a:lnTo>
                <a:lnTo>
                  <a:pt x="1343454" y="594301"/>
                </a:lnTo>
                <a:lnTo>
                  <a:pt x="1342578" y="591625"/>
                </a:lnTo>
                <a:lnTo>
                  <a:pt x="1341129" y="587958"/>
                </a:lnTo>
                <a:moveTo>
                  <a:pt x="2879259" y="719271"/>
                </a:moveTo>
                <a:lnTo>
                  <a:pt x="2909829" y="739192"/>
                </a:lnTo>
                <a:lnTo>
                  <a:pt x="2980109" y="783928"/>
                </a:lnTo>
                <a:moveTo>
                  <a:pt x="2046625" y="1161782"/>
                </a:moveTo>
                <a:lnTo>
                  <a:pt x="2049138" y="1156389"/>
                </a:lnTo>
                <a:lnTo>
                  <a:pt x="2057625" y="1138178"/>
                </a:lnTo>
                <a:lnTo>
                  <a:pt x="2061177" y="1133308"/>
                </a:lnTo>
                <a:lnTo>
                  <a:pt x="2065761" y="1128889"/>
                </a:lnTo>
                <a:lnTo>
                  <a:pt x="2074052" y="1123053"/>
                </a:lnTo>
                <a:lnTo>
                  <a:pt x="2084773" y="1118355"/>
                </a:lnTo>
                <a:lnTo>
                  <a:pt x="2091435" y="1115433"/>
                </a:lnTo>
                <a:lnTo>
                  <a:pt x="2091689" y="1115319"/>
                </a:lnTo>
                <a:moveTo>
                  <a:pt x="807860" y="2274981"/>
                </a:moveTo>
                <a:lnTo>
                  <a:pt x="808212" y="2267451"/>
                </a:lnTo>
                <a:lnTo>
                  <a:pt x="808424" y="2263318"/>
                </a:lnTo>
                <a:lnTo>
                  <a:pt x="808654" y="2257491"/>
                </a:lnTo>
                <a:lnTo>
                  <a:pt x="808760" y="2255895"/>
                </a:lnTo>
                <a:lnTo>
                  <a:pt x="808793" y="2255281"/>
                </a:lnTo>
                <a:lnTo>
                  <a:pt x="808883" y="2254962"/>
                </a:lnTo>
                <a:lnTo>
                  <a:pt x="809079" y="2254430"/>
                </a:lnTo>
                <a:lnTo>
                  <a:pt x="809284" y="2254078"/>
                </a:lnTo>
                <a:lnTo>
                  <a:pt x="809595" y="2253685"/>
                </a:lnTo>
                <a:lnTo>
                  <a:pt x="810135" y="2253259"/>
                </a:lnTo>
                <a:lnTo>
                  <a:pt x="810692" y="2252793"/>
                </a:lnTo>
                <a:lnTo>
                  <a:pt x="811305" y="2252376"/>
                </a:lnTo>
                <a:lnTo>
                  <a:pt x="814064" y="2250673"/>
                </a:lnTo>
                <a:lnTo>
                  <a:pt x="819064" y="2247563"/>
                </a:lnTo>
                <a:lnTo>
                  <a:pt x="822183" y="2245623"/>
                </a:lnTo>
                <a:lnTo>
                  <a:pt x="832757" y="2239076"/>
                </a:lnTo>
                <a:lnTo>
                  <a:pt x="836604" y="2236547"/>
                </a:lnTo>
                <a:moveTo>
                  <a:pt x="3210797" y="1686172"/>
                </a:moveTo>
                <a:lnTo>
                  <a:pt x="3202531" y="1694585"/>
                </a:lnTo>
                <a:lnTo>
                  <a:pt x="3195042" y="1702516"/>
                </a:lnTo>
                <a:lnTo>
                  <a:pt x="3186588" y="1712067"/>
                </a:lnTo>
                <a:lnTo>
                  <a:pt x="3182765" y="1716323"/>
                </a:lnTo>
                <a:lnTo>
                  <a:pt x="3154431" y="1745411"/>
                </a:lnTo>
                <a:lnTo>
                  <a:pt x="3135524" y="1764334"/>
                </a:lnTo>
                <a:lnTo>
                  <a:pt x="3130417" y="1769383"/>
                </a:lnTo>
                <a:lnTo>
                  <a:pt x="3122036" y="1778354"/>
                </a:lnTo>
                <a:lnTo>
                  <a:pt x="3115104" y="1785859"/>
                </a:lnTo>
                <a:lnTo>
                  <a:pt x="3108565" y="1792922"/>
                </a:lnTo>
                <a:lnTo>
                  <a:pt x="3038358" y="1866484"/>
                </a:lnTo>
                <a:lnTo>
                  <a:pt x="3021244" y="1884572"/>
                </a:lnTo>
                <a:lnTo>
                  <a:pt x="2941445" y="1968160"/>
                </a:lnTo>
                <a:lnTo>
                  <a:pt x="2917907" y="1993475"/>
                </a:lnTo>
                <a:moveTo>
                  <a:pt x="3217852" y="1678863"/>
                </a:moveTo>
                <a:lnTo>
                  <a:pt x="3213686" y="1683143"/>
                </a:lnTo>
                <a:moveTo>
                  <a:pt x="2840473" y="814366"/>
                </a:moveTo>
                <a:lnTo>
                  <a:pt x="2843141" y="813392"/>
                </a:lnTo>
                <a:moveTo>
                  <a:pt x="2774260" y="839738"/>
                </a:moveTo>
                <a:lnTo>
                  <a:pt x="2828311" y="819007"/>
                </a:lnTo>
                <a:lnTo>
                  <a:pt x="2829596" y="818508"/>
                </a:lnTo>
                <a:moveTo>
                  <a:pt x="2550300" y="2854821"/>
                </a:moveTo>
                <a:lnTo>
                  <a:pt x="2547869" y="2856212"/>
                </a:lnTo>
                <a:lnTo>
                  <a:pt x="2530297" y="2866254"/>
                </a:lnTo>
                <a:lnTo>
                  <a:pt x="2528578" y="2867228"/>
                </a:lnTo>
                <a:lnTo>
                  <a:pt x="2525754" y="2867130"/>
                </a:lnTo>
                <a:lnTo>
                  <a:pt x="2493393" y="2814266"/>
                </a:lnTo>
                <a:lnTo>
                  <a:pt x="2489202" y="2807506"/>
                </a:lnTo>
                <a:lnTo>
                  <a:pt x="2489399" y="2806958"/>
                </a:lnTo>
                <a:lnTo>
                  <a:pt x="2491257" y="2805885"/>
                </a:lnTo>
                <a:lnTo>
                  <a:pt x="2513371" y="2792978"/>
                </a:lnTo>
                <a:moveTo>
                  <a:pt x="2549751" y="2776626"/>
                </a:moveTo>
                <a:lnTo>
                  <a:pt x="2569893" y="2810231"/>
                </a:lnTo>
                <a:lnTo>
                  <a:pt x="2580656" y="2828221"/>
                </a:lnTo>
                <a:lnTo>
                  <a:pt x="2581597" y="2829768"/>
                </a:lnTo>
                <a:lnTo>
                  <a:pt x="2581998" y="2833042"/>
                </a:lnTo>
                <a:lnTo>
                  <a:pt x="2582195" y="2834580"/>
                </a:lnTo>
                <a:lnTo>
                  <a:pt x="2578348" y="2838648"/>
                </a:lnTo>
                <a:lnTo>
                  <a:pt x="2560522" y="2848952"/>
                </a:lnTo>
                <a:moveTo>
                  <a:pt x="2535723" y="2752997"/>
                </a:moveTo>
                <a:lnTo>
                  <a:pt x="2543719" y="2766502"/>
                </a:lnTo>
                <a:moveTo>
                  <a:pt x="3144151" y="2646279"/>
                </a:moveTo>
                <a:lnTo>
                  <a:pt x="3102533" y="2633945"/>
                </a:lnTo>
                <a:lnTo>
                  <a:pt x="3045732" y="2619983"/>
                </a:lnTo>
                <a:lnTo>
                  <a:pt x="2973324" y="2599726"/>
                </a:lnTo>
                <a:lnTo>
                  <a:pt x="2953894" y="2594594"/>
                </a:lnTo>
                <a:lnTo>
                  <a:pt x="2928137" y="2587261"/>
                </a:lnTo>
                <a:lnTo>
                  <a:pt x="2845858" y="2565793"/>
                </a:lnTo>
                <a:lnTo>
                  <a:pt x="2813350" y="2557109"/>
                </a:lnTo>
                <a:lnTo>
                  <a:pt x="2806679" y="2555309"/>
                </a:lnTo>
                <a:lnTo>
                  <a:pt x="2675604" y="2520033"/>
                </a:lnTo>
                <a:lnTo>
                  <a:pt x="2668607" y="2520418"/>
                </a:lnTo>
                <a:lnTo>
                  <a:pt x="2663082" y="2523086"/>
                </a:lnTo>
                <a:lnTo>
                  <a:pt x="2660430" y="2527792"/>
                </a:lnTo>
                <a:lnTo>
                  <a:pt x="2655110" y="2549031"/>
                </a:lnTo>
                <a:lnTo>
                  <a:pt x="2632317" y="2632128"/>
                </a:lnTo>
                <a:lnTo>
                  <a:pt x="2621890" y="2670039"/>
                </a:lnTo>
                <a:lnTo>
                  <a:pt x="2616635" y="2687644"/>
                </a:lnTo>
                <a:lnTo>
                  <a:pt x="2613083" y="2697023"/>
                </a:lnTo>
                <a:lnTo>
                  <a:pt x="2612608" y="2697408"/>
                </a:lnTo>
                <a:moveTo>
                  <a:pt x="1666128" y="2269432"/>
                </a:moveTo>
                <a:lnTo>
                  <a:pt x="1667048" y="2268356"/>
                </a:lnTo>
                <a:lnTo>
                  <a:pt x="1673130" y="2261080"/>
                </a:lnTo>
                <a:lnTo>
                  <a:pt x="1676522" y="2256693"/>
                </a:lnTo>
                <a:lnTo>
                  <a:pt x="1683868" y="2246663"/>
                </a:lnTo>
                <a:lnTo>
                  <a:pt x="1690108" y="2237058"/>
                </a:lnTo>
                <a:lnTo>
                  <a:pt x="1694323" y="2229938"/>
                </a:lnTo>
                <a:lnTo>
                  <a:pt x="1697167" y="2224781"/>
                </a:lnTo>
                <a:lnTo>
                  <a:pt x="1700773" y="2217579"/>
                </a:lnTo>
                <a:lnTo>
                  <a:pt x="1703617" y="2211907"/>
                </a:lnTo>
                <a:lnTo>
                  <a:pt x="1705655" y="2207647"/>
                </a:lnTo>
                <a:lnTo>
                  <a:pt x="1707161" y="2203809"/>
                </a:lnTo>
                <a:lnTo>
                  <a:pt x="1710905" y="2194527"/>
                </a:lnTo>
                <a:lnTo>
                  <a:pt x="1712460" y="2190382"/>
                </a:lnTo>
                <a:lnTo>
                  <a:pt x="1713344" y="2188217"/>
                </a:lnTo>
                <a:moveTo>
                  <a:pt x="1323320" y="1431322"/>
                </a:moveTo>
                <a:lnTo>
                  <a:pt x="1323140" y="1430954"/>
                </a:lnTo>
                <a:lnTo>
                  <a:pt x="1312549" y="1400360"/>
                </a:lnTo>
                <a:moveTo>
                  <a:pt x="2629256" y="2095708"/>
                </a:moveTo>
                <a:lnTo>
                  <a:pt x="2629747" y="2096174"/>
                </a:lnTo>
                <a:moveTo>
                  <a:pt x="2602247" y="2071539"/>
                </a:moveTo>
                <a:lnTo>
                  <a:pt x="2622241" y="2089381"/>
                </a:lnTo>
                <a:lnTo>
                  <a:pt x="2627799" y="2094022"/>
                </a:lnTo>
                <a:moveTo>
                  <a:pt x="2497526" y="1969511"/>
                </a:moveTo>
                <a:lnTo>
                  <a:pt x="2507118" y="1979300"/>
                </a:lnTo>
                <a:lnTo>
                  <a:pt x="2520181" y="1992616"/>
                </a:lnTo>
                <a:moveTo>
                  <a:pt x="2526908" y="1999090"/>
                </a:moveTo>
                <a:lnTo>
                  <a:pt x="2544644" y="2015172"/>
                </a:lnTo>
                <a:lnTo>
                  <a:pt x="2552575" y="2022808"/>
                </a:lnTo>
                <a:lnTo>
                  <a:pt x="2561381" y="2031116"/>
                </a:lnTo>
                <a:lnTo>
                  <a:pt x="2569222" y="2039472"/>
                </a:lnTo>
                <a:lnTo>
                  <a:pt x="2573879" y="2044055"/>
                </a:lnTo>
                <a:lnTo>
                  <a:pt x="2592908" y="2062749"/>
                </a:lnTo>
                <a:lnTo>
                  <a:pt x="2593694" y="2063518"/>
                </a:lnTo>
                <a:moveTo>
                  <a:pt x="726219" y="498731"/>
                </a:moveTo>
                <a:lnTo>
                  <a:pt x="729640" y="498428"/>
                </a:lnTo>
                <a:lnTo>
                  <a:pt x="738684" y="497331"/>
                </a:lnTo>
                <a:lnTo>
                  <a:pt x="739118" y="497266"/>
                </a:lnTo>
                <a:moveTo>
                  <a:pt x="735566" y="464913"/>
                </a:moveTo>
                <a:lnTo>
                  <a:pt x="731899" y="465420"/>
                </a:lnTo>
                <a:moveTo>
                  <a:pt x="741434" y="471116"/>
                </a:moveTo>
                <a:lnTo>
                  <a:pt x="741573" y="471992"/>
                </a:lnTo>
                <a:lnTo>
                  <a:pt x="742629" y="489851"/>
                </a:lnTo>
                <a:moveTo>
                  <a:pt x="259727" y="1576393"/>
                </a:moveTo>
                <a:lnTo>
                  <a:pt x="291049" y="1578431"/>
                </a:lnTo>
                <a:lnTo>
                  <a:pt x="358449" y="1582171"/>
                </a:lnTo>
                <a:lnTo>
                  <a:pt x="362426" y="1582359"/>
                </a:lnTo>
                <a:moveTo>
                  <a:pt x="375464" y="1583333"/>
                </a:moveTo>
                <a:lnTo>
                  <a:pt x="380555" y="1583521"/>
                </a:lnTo>
                <a:lnTo>
                  <a:pt x="397120" y="1584315"/>
                </a:lnTo>
                <a:lnTo>
                  <a:pt x="488197" y="1588350"/>
                </a:lnTo>
                <a:lnTo>
                  <a:pt x="494459" y="1588465"/>
                </a:lnTo>
                <a:moveTo>
                  <a:pt x="334067" y="1026852"/>
                </a:moveTo>
                <a:lnTo>
                  <a:pt x="345370" y="1027180"/>
                </a:lnTo>
                <a:lnTo>
                  <a:pt x="413645" y="1032868"/>
                </a:lnTo>
                <a:lnTo>
                  <a:pt x="423679" y="1033711"/>
                </a:lnTo>
                <a:moveTo>
                  <a:pt x="331341" y="921182"/>
                </a:moveTo>
                <a:lnTo>
                  <a:pt x="330588" y="920920"/>
                </a:lnTo>
                <a:lnTo>
                  <a:pt x="302761" y="918531"/>
                </a:lnTo>
                <a:lnTo>
                  <a:pt x="231212" y="914725"/>
                </a:lnTo>
                <a:moveTo>
                  <a:pt x="460395" y="491054"/>
                </a:moveTo>
                <a:lnTo>
                  <a:pt x="447201" y="488558"/>
                </a:lnTo>
                <a:lnTo>
                  <a:pt x="422189" y="483843"/>
                </a:lnTo>
                <a:lnTo>
                  <a:pt x="408055" y="481814"/>
                </a:lnTo>
                <a:lnTo>
                  <a:pt x="340295" y="467663"/>
                </a:lnTo>
                <a:moveTo>
                  <a:pt x="2822017" y="1819440"/>
                </a:moveTo>
                <a:lnTo>
                  <a:pt x="2780759" y="1859184"/>
                </a:lnTo>
                <a:moveTo>
                  <a:pt x="2916474" y="1300346"/>
                </a:moveTo>
                <a:lnTo>
                  <a:pt x="2917898" y="1304888"/>
                </a:lnTo>
                <a:lnTo>
                  <a:pt x="2936174" y="1323369"/>
                </a:lnTo>
                <a:lnTo>
                  <a:pt x="2944858" y="1342463"/>
                </a:lnTo>
                <a:lnTo>
                  <a:pt x="2949941" y="1347464"/>
                </a:lnTo>
                <a:lnTo>
                  <a:pt x="2965688" y="1362433"/>
                </a:lnTo>
                <a:moveTo>
                  <a:pt x="2757482" y="632973"/>
                </a:moveTo>
                <a:lnTo>
                  <a:pt x="2756034" y="633652"/>
                </a:lnTo>
                <a:lnTo>
                  <a:pt x="2751941" y="635731"/>
                </a:lnTo>
                <a:lnTo>
                  <a:pt x="2716617" y="653205"/>
                </a:lnTo>
                <a:moveTo>
                  <a:pt x="2169115" y="1386054"/>
                </a:moveTo>
                <a:lnTo>
                  <a:pt x="2165112" y="1382379"/>
                </a:lnTo>
                <a:moveTo>
                  <a:pt x="920879" y="1299585"/>
                </a:moveTo>
                <a:lnTo>
                  <a:pt x="919848" y="1299863"/>
                </a:lnTo>
                <a:lnTo>
                  <a:pt x="897676" y="1306411"/>
                </a:lnTo>
                <a:moveTo>
                  <a:pt x="2309921" y="2331503"/>
                </a:moveTo>
                <a:lnTo>
                  <a:pt x="2298659" y="2347340"/>
                </a:lnTo>
                <a:moveTo>
                  <a:pt x="2264382" y="2294223"/>
                </a:moveTo>
                <a:lnTo>
                  <a:pt x="2308988" y="2325848"/>
                </a:lnTo>
                <a:moveTo>
                  <a:pt x="2322034" y="2333558"/>
                </a:moveTo>
                <a:lnTo>
                  <a:pt x="2317696" y="2330300"/>
                </a:lnTo>
                <a:moveTo>
                  <a:pt x="984645" y="1856262"/>
                </a:moveTo>
                <a:lnTo>
                  <a:pt x="984833" y="1857874"/>
                </a:lnTo>
                <a:lnTo>
                  <a:pt x="982255" y="1898789"/>
                </a:lnTo>
                <a:moveTo>
                  <a:pt x="985774" y="1821371"/>
                </a:moveTo>
                <a:lnTo>
                  <a:pt x="984473" y="1846310"/>
                </a:lnTo>
                <a:moveTo>
                  <a:pt x="988893" y="1775890"/>
                </a:moveTo>
                <a:lnTo>
                  <a:pt x="986888" y="1809438"/>
                </a:lnTo>
                <a:lnTo>
                  <a:pt x="986683" y="1812000"/>
                </a:lnTo>
                <a:moveTo>
                  <a:pt x="986364" y="1737898"/>
                </a:moveTo>
                <a:lnTo>
                  <a:pt x="987215" y="1745108"/>
                </a:lnTo>
                <a:lnTo>
                  <a:pt x="988786" y="1766437"/>
                </a:lnTo>
                <a:moveTo>
                  <a:pt x="977189" y="1699234"/>
                </a:moveTo>
                <a:lnTo>
                  <a:pt x="984948" y="1730106"/>
                </a:lnTo>
                <a:moveTo>
                  <a:pt x="2841062" y="694791"/>
                </a:moveTo>
                <a:lnTo>
                  <a:pt x="2869348" y="712870"/>
                </a:lnTo>
                <a:moveTo>
                  <a:pt x="2796833" y="709826"/>
                </a:moveTo>
                <a:lnTo>
                  <a:pt x="2831740" y="695937"/>
                </a:lnTo>
                <a:moveTo>
                  <a:pt x="413407" y="800976"/>
                </a:moveTo>
                <a:lnTo>
                  <a:pt x="407457" y="798922"/>
                </a:lnTo>
                <a:lnTo>
                  <a:pt x="394313" y="793717"/>
                </a:lnTo>
                <a:moveTo>
                  <a:pt x="1172168" y="1954059"/>
                </a:moveTo>
                <a:lnTo>
                  <a:pt x="1172962" y="1955114"/>
                </a:lnTo>
                <a:lnTo>
                  <a:pt x="1174861" y="1957627"/>
                </a:lnTo>
                <a:moveTo>
                  <a:pt x="788855" y="2667223"/>
                </a:moveTo>
                <a:lnTo>
                  <a:pt x="749872" y="2665292"/>
                </a:lnTo>
                <a:lnTo>
                  <a:pt x="747990" y="2665202"/>
                </a:lnTo>
                <a:lnTo>
                  <a:pt x="742171" y="2664915"/>
                </a:lnTo>
                <a:lnTo>
                  <a:pt x="740411" y="2664825"/>
                </a:lnTo>
                <a:lnTo>
                  <a:pt x="737440" y="2664678"/>
                </a:lnTo>
                <a:lnTo>
                  <a:pt x="728503" y="2664244"/>
                </a:lnTo>
                <a:lnTo>
                  <a:pt x="692123" y="2662444"/>
                </a:lnTo>
                <a:lnTo>
                  <a:pt x="671293" y="2661413"/>
                </a:lnTo>
                <a:lnTo>
                  <a:pt x="666669" y="2661183"/>
                </a:lnTo>
                <a:lnTo>
                  <a:pt x="637892" y="2659759"/>
                </a:lnTo>
                <a:moveTo>
                  <a:pt x="480602" y="816314"/>
                </a:moveTo>
                <a:lnTo>
                  <a:pt x="505246" y="818426"/>
                </a:lnTo>
                <a:lnTo>
                  <a:pt x="516704" y="819293"/>
                </a:lnTo>
                <a:lnTo>
                  <a:pt x="530544" y="820505"/>
                </a:lnTo>
                <a:lnTo>
                  <a:pt x="555065" y="823656"/>
                </a:lnTo>
                <a:moveTo>
                  <a:pt x="2915713" y="674763"/>
                </a:moveTo>
                <a:lnTo>
                  <a:pt x="2932320" y="687998"/>
                </a:lnTo>
                <a:lnTo>
                  <a:pt x="2952977" y="703172"/>
                </a:lnTo>
                <a:lnTo>
                  <a:pt x="2977367" y="720245"/>
                </a:lnTo>
                <a:lnTo>
                  <a:pt x="2991256" y="729567"/>
                </a:lnTo>
                <a:lnTo>
                  <a:pt x="3006021" y="738913"/>
                </a:lnTo>
                <a:lnTo>
                  <a:pt x="3023978" y="748129"/>
                </a:lnTo>
                <a:lnTo>
                  <a:pt x="3035191" y="752958"/>
                </a:lnTo>
                <a:lnTo>
                  <a:pt x="3042368" y="755021"/>
                </a:lnTo>
                <a:lnTo>
                  <a:pt x="3050733" y="755913"/>
                </a:lnTo>
                <a:lnTo>
                  <a:pt x="3058025" y="755340"/>
                </a:lnTo>
                <a:lnTo>
                  <a:pt x="3065874" y="752729"/>
                </a:lnTo>
                <a:moveTo>
                  <a:pt x="2735671" y="425136"/>
                </a:moveTo>
                <a:lnTo>
                  <a:pt x="2743830" y="447390"/>
                </a:lnTo>
                <a:lnTo>
                  <a:pt x="2746425" y="453765"/>
                </a:lnTo>
                <a:moveTo>
                  <a:pt x="2719637" y="371511"/>
                </a:moveTo>
                <a:lnTo>
                  <a:pt x="2727928" y="402555"/>
                </a:lnTo>
                <a:lnTo>
                  <a:pt x="2732675" y="416640"/>
                </a:lnTo>
                <a:moveTo>
                  <a:pt x="1629224" y="461246"/>
                </a:moveTo>
                <a:lnTo>
                  <a:pt x="1629003" y="461483"/>
                </a:lnTo>
                <a:lnTo>
                  <a:pt x="1626236" y="463660"/>
                </a:lnTo>
                <a:lnTo>
                  <a:pt x="1621514" y="464806"/>
                </a:lnTo>
                <a:lnTo>
                  <a:pt x="1583939" y="478417"/>
                </a:lnTo>
                <a:lnTo>
                  <a:pt x="1575435" y="483270"/>
                </a:lnTo>
                <a:lnTo>
                  <a:pt x="1561063" y="503584"/>
                </a:lnTo>
                <a:lnTo>
                  <a:pt x="1557437" y="505950"/>
                </a:lnTo>
                <a:lnTo>
                  <a:pt x="1556717" y="506113"/>
                </a:lnTo>
                <a:lnTo>
                  <a:pt x="1519830" y="519634"/>
                </a:lnTo>
                <a:lnTo>
                  <a:pt x="1476902" y="535627"/>
                </a:lnTo>
                <a:lnTo>
                  <a:pt x="1475273" y="536142"/>
                </a:lnTo>
                <a:lnTo>
                  <a:pt x="1473497" y="536191"/>
                </a:lnTo>
                <a:lnTo>
                  <a:pt x="1471868" y="535987"/>
                </a:lnTo>
                <a:lnTo>
                  <a:pt x="1469610" y="535144"/>
                </a:lnTo>
                <a:lnTo>
                  <a:pt x="1456924" y="528834"/>
                </a:lnTo>
                <a:lnTo>
                  <a:pt x="1454935" y="528105"/>
                </a:lnTo>
                <a:lnTo>
                  <a:pt x="1451522" y="526853"/>
                </a:lnTo>
                <a:lnTo>
                  <a:pt x="1446963" y="526305"/>
                </a:lnTo>
                <a:lnTo>
                  <a:pt x="1443787" y="526264"/>
                </a:lnTo>
                <a:lnTo>
                  <a:pt x="1441512" y="526501"/>
                </a:lnTo>
                <a:lnTo>
                  <a:pt x="1439229" y="527180"/>
                </a:lnTo>
                <a:lnTo>
                  <a:pt x="1437477" y="527810"/>
                </a:lnTo>
                <a:lnTo>
                  <a:pt x="1436708" y="526992"/>
                </a:lnTo>
                <a:lnTo>
                  <a:pt x="1434842" y="526165"/>
                </a:lnTo>
                <a:lnTo>
                  <a:pt x="1434351" y="526149"/>
                </a:lnTo>
                <a:lnTo>
                  <a:pt x="1433827" y="524545"/>
                </a:lnTo>
                <a:moveTo>
                  <a:pt x="356427" y="642754"/>
                </a:moveTo>
                <a:lnTo>
                  <a:pt x="355854" y="643458"/>
                </a:lnTo>
                <a:lnTo>
                  <a:pt x="355126" y="644341"/>
                </a:lnTo>
                <a:lnTo>
                  <a:pt x="353513" y="646715"/>
                </a:lnTo>
                <a:lnTo>
                  <a:pt x="343766" y="669861"/>
                </a:lnTo>
                <a:lnTo>
                  <a:pt x="343168" y="671833"/>
                </a:lnTo>
                <a:lnTo>
                  <a:pt x="342849" y="673896"/>
                </a:lnTo>
                <a:lnTo>
                  <a:pt x="343045" y="676015"/>
                </a:lnTo>
                <a:lnTo>
                  <a:pt x="343618" y="678045"/>
                </a:lnTo>
                <a:lnTo>
                  <a:pt x="356550" y="710710"/>
                </a:lnTo>
                <a:lnTo>
                  <a:pt x="358203" y="713067"/>
                </a:lnTo>
                <a:lnTo>
                  <a:pt x="360437" y="714458"/>
                </a:lnTo>
                <a:lnTo>
                  <a:pt x="362713" y="714925"/>
                </a:lnTo>
                <a:lnTo>
                  <a:pt x="366044" y="714663"/>
                </a:lnTo>
                <a:lnTo>
                  <a:pt x="388518" y="706102"/>
                </a:lnTo>
                <a:lnTo>
                  <a:pt x="398536" y="702280"/>
                </a:lnTo>
                <a:lnTo>
                  <a:pt x="400844" y="701682"/>
                </a:lnTo>
                <a:lnTo>
                  <a:pt x="402980" y="701453"/>
                </a:lnTo>
                <a:lnTo>
                  <a:pt x="407040" y="701608"/>
                </a:lnTo>
                <a:lnTo>
                  <a:pt x="412024" y="701887"/>
                </a:lnTo>
                <a:lnTo>
                  <a:pt x="412131" y="701887"/>
                </a:lnTo>
                <a:moveTo>
                  <a:pt x="1067554" y="392856"/>
                </a:moveTo>
                <a:lnTo>
                  <a:pt x="1078448" y="425373"/>
                </a:lnTo>
                <a:moveTo>
                  <a:pt x="1081353" y="434057"/>
                </a:moveTo>
                <a:lnTo>
                  <a:pt x="1092017" y="465919"/>
                </a:lnTo>
                <a:moveTo>
                  <a:pt x="1040250" y="310381"/>
                </a:moveTo>
                <a:lnTo>
                  <a:pt x="1055858" y="358187"/>
                </a:lnTo>
                <a:moveTo>
                  <a:pt x="1017334" y="243702"/>
                </a:moveTo>
                <a:lnTo>
                  <a:pt x="1029259" y="279165"/>
                </a:lnTo>
                <a:lnTo>
                  <a:pt x="1037271" y="301673"/>
                </a:lnTo>
                <a:moveTo>
                  <a:pt x="350043" y="773337"/>
                </a:moveTo>
                <a:lnTo>
                  <a:pt x="353906" y="776218"/>
                </a:lnTo>
                <a:lnTo>
                  <a:pt x="368728" y="786081"/>
                </a:lnTo>
                <a:lnTo>
                  <a:pt x="387283" y="793709"/>
                </a:lnTo>
                <a:moveTo>
                  <a:pt x="294135" y="713181"/>
                </a:moveTo>
                <a:lnTo>
                  <a:pt x="309194" y="734567"/>
                </a:lnTo>
                <a:lnTo>
                  <a:pt x="318001" y="744937"/>
                </a:lnTo>
                <a:lnTo>
                  <a:pt x="324516" y="751297"/>
                </a:lnTo>
                <a:lnTo>
                  <a:pt x="325792" y="752532"/>
                </a:lnTo>
                <a:lnTo>
                  <a:pt x="344756" y="769221"/>
                </a:lnTo>
                <a:moveTo>
                  <a:pt x="446244" y="875717"/>
                </a:moveTo>
                <a:lnTo>
                  <a:pt x="444844" y="875676"/>
                </a:lnTo>
                <a:lnTo>
                  <a:pt x="442225" y="875562"/>
                </a:lnTo>
                <a:moveTo>
                  <a:pt x="441112" y="931667"/>
                </a:moveTo>
                <a:lnTo>
                  <a:pt x="439811" y="936299"/>
                </a:lnTo>
                <a:lnTo>
                  <a:pt x="438943" y="940465"/>
                </a:lnTo>
                <a:lnTo>
                  <a:pt x="438403" y="944860"/>
                </a:lnTo>
                <a:lnTo>
                  <a:pt x="435841" y="979153"/>
                </a:lnTo>
                <a:moveTo>
                  <a:pt x="447987" y="1182243"/>
                </a:moveTo>
                <a:lnTo>
                  <a:pt x="456581" y="1214818"/>
                </a:lnTo>
                <a:lnTo>
                  <a:pt x="460837" y="1228281"/>
                </a:lnTo>
                <a:moveTo>
                  <a:pt x="435506" y="1137859"/>
                </a:moveTo>
                <a:lnTo>
                  <a:pt x="445483" y="1173093"/>
                </a:lnTo>
                <a:moveTo>
                  <a:pt x="427493" y="1101536"/>
                </a:moveTo>
                <a:lnTo>
                  <a:pt x="427616" y="1104032"/>
                </a:lnTo>
                <a:lnTo>
                  <a:pt x="427640" y="1104589"/>
                </a:lnTo>
                <a:lnTo>
                  <a:pt x="428246" y="1111169"/>
                </a:lnTo>
                <a:lnTo>
                  <a:pt x="429335" y="1117128"/>
                </a:lnTo>
                <a:lnTo>
                  <a:pt x="430906" y="1122857"/>
                </a:lnTo>
                <a:lnTo>
                  <a:pt x="432903" y="1129159"/>
                </a:lnTo>
                <a:moveTo>
                  <a:pt x="430292" y="1058289"/>
                </a:moveTo>
                <a:lnTo>
                  <a:pt x="427951" y="1087475"/>
                </a:lnTo>
                <a:moveTo>
                  <a:pt x="435129" y="988598"/>
                </a:moveTo>
                <a:lnTo>
                  <a:pt x="431692" y="1033408"/>
                </a:lnTo>
                <a:lnTo>
                  <a:pt x="431389" y="1040447"/>
                </a:lnTo>
                <a:lnTo>
                  <a:pt x="431176" y="1044425"/>
                </a:lnTo>
                <a:lnTo>
                  <a:pt x="431061" y="1046683"/>
                </a:lnTo>
                <a:moveTo>
                  <a:pt x="2213696" y="1893943"/>
                </a:moveTo>
                <a:lnTo>
                  <a:pt x="2213859" y="1893886"/>
                </a:lnTo>
                <a:lnTo>
                  <a:pt x="2214318" y="1893771"/>
                </a:lnTo>
                <a:lnTo>
                  <a:pt x="2214899" y="1893706"/>
                </a:lnTo>
                <a:lnTo>
                  <a:pt x="2228199" y="1893035"/>
                </a:lnTo>
                <a:lnTo>
                  <a:pt x="2229279" y="1893019"/>
                </a:lnTo>
                <a:lnTo>
                  <a:pt x="2229950" y="1893084"/>
                </a:lnTo>
                <a:lnTo>
                  <a:pt x="2230343" y="1893182"/>
                </a:lnTo>
                <a:lnTo>
                  <a:pt x="2230597" y="1893248"/>
                </a:lnTo>
                <a:moveTo>
                  <a:pt x="2715021" y="317411"/>
                </a:moveTo>
                <a:lnTo>
                  <a:pt x="2711649" y="315987"/>
                </a:lnTo>
                <a:lnTo>
                  <a:pt x="2710028" y="313794"/>
                </a:lnTo>
                <a:lnTo>
                  <a:pt x="2708932" y="311396"/>
                </a:lnTo>
                <a:lnTo>
                  <a:pt x="2706665" y="295853"/>
                </a:lnTo>
                <a:lnTo>
                  <a:pt x="2703473" y="270645"/>
                </a:lnTo>
                <a:moveTo>
                  <a:pt x="2871893" y="799642"/>
                </a:moveTo>
                <a:lnTo>
                  <a:pt x="2853298" y="806779"/>
                </a:lnTo>
                <a:moveTo>
                  <a:pt x="2870748" y="719320"/>
                </a:moveTo>
                <a:lnTo>
                  <a:pt x="2853069" y="748146"/>
                </a:lnTo>
                <a:lnTo>
                  <a:pt x="2858880" y="752925"/>
                </a:lnTo>
                <a:lnTo>
                  <a:pt x="2874553" y="793725"/>
                </a:lnTo>
                <a:moveTo>
                  <a:pt x="2167371" y="1734043"/>
                </a:moveTo>
                <a:lnTo>
                  <a:pt x="2254896" y="1699152"/>
                </a:lnTo>
                <a:lnTo>
                  <a:pt x="2258858" y="1698432"/>
                </a:lnTo>
                <a:moveTo>
                  <a:pt x="2599791" y="1721893"/>
                </a:moveTo>
                <a:lnTo>
                  <a:pt x="2580824" y="1739825"/>
                </a:lnTo>
                <a:lnTo>
                  <a:pt x="2550721" y="1770173"/>
                </a:lnTo>
                <a:lnTo>
                  <a:pt x="2529904" y="1791175"/>
                </a:lnTo>
                <a:lnTo>
                  <a:pt x="2499940" y="1818585"/>
                </a:lnTo>
                <a:lnTo>
                  <a:pt x="2488241" y="1829642"/>
                </a:lnTo>
                <a:moveTo>
                  <a:pt x="2601891" y="1720043"/>
                </a:moveTo>
                <a:lnTo>
                  <a:pt x="2600004" y="1721696"/>
                </a:lnTo>
                <a:moveTo>
                  <a:pt x="2604027" y="1718038"/>
                </a:moveTo>
                <a:lnTo>
                  <a:pt x="2601964" y="1719978"/>
                </a:lnTo>
                <a:moveTo>
                  <a:pt x="2607685" y="1714457"/>
                </a:moveTo>
                <a:lnTo>
                  <a:pt x="2604154" y="1717915"/>
                </a:lnTo>
                <a:moveTo>
                  <a:pt x="1350771" y="2736317"/>
                </a:moveTo>
                <a:lnTo>
                  <a:pt x="1351065" y="2736808"/>
                </a:lnTo>
                <a:lnTo>
                  <a:pt x="1352162" y="2738601"/>
                </a:lnTo>
                <a:lnTo>
                  <a:pt x="1352669" y="2741031"/>
                </a:lnTo>
                <a:lnTo>
                  <a:pt x="1346654" y="2787839"/>
                </a:lnTo>
                <a:lnTo>
                  <a:pt x="1345426" y="2792790"/>
                </a:lnTo>
                <a:lnTo>
                  <a:pt x="1341522" y="2803676"/>
                </a:lnTo>
                <a:lnTo>
                  <a:pt x="1335032" y="2819644"/>
                </a:lnTo>
                <a:lnTo>
                  <a:pt x="1329949" y="2830799"/>
                </a:lnTo>
                <a:lnTo>
                  <a:pt x="1309431" y="2870715"/>
                </a:lnTo>
                <a:lnTo>
                  <a:pt x="1293839" y="2897421"/>
                </a:lnTo>
                <a:lnTo>
                  <a:pt x="1259800" y="2949507"/>
                </a:lnTo>
                <a:lnTo>
                  <a:pt x="1251337" y="2961882"/>
                </a:lnTo>
                <a:lnTo>
                  <a:pt x="1238790" y="2974584"/>
                </a:lnTo>
                <a:lnTo>
                  <a:pt x="1229394" y="2982065"/>
                </a:lnTo>
                <a:lnTo>
                  <a:pt x="1222446" y="2985249"/>
                </a:lnTo>
                <a:lnTo>
                  <a:pt x="1205299" y="2990773"/>
                </a:lnTo>
                <a:lnTo>
                  <a:pt x="1156896" y="2998647"/>
                </a:lnTo>
                <a:lnTo>
                  <a:pt x="1144668" y="2998999"/>
                </a:lnTo>
                <a:lnTo>
                  <a:pt x="1097689" y="2994497"/>
                </a:lnTo>
                <a:lnTo>
                  <a:pt x="1034660" y="2993335"/>
                </a:lnTo>
                <a:lnTo>
                  <a:pt x="1022490" y="2995340"/>
                </a:lnTo>
                <a:lnTo>
                  <a:pt x="1000196" y="3000947"/>
                </a:lnTo>
                <a:moveTo>
                  <a:pt x="2225768" y="2393566"/>
                </a:moveTo>
                <a:lnTo>
                  <a:pt x="2272117" y="2373179"/>
                </a:lnTo>
                <a:lnTo>
                  <a:pt x="2298454" y="2362023"/>
                </a:lnTo>
                <a:moveTo>
                  <a:pt x="2214481" y="2398330"/>
                </a:moveTo>
                <a:lnTo>
                  <a:pt x="2214629" y="2398273"/>
                </a:lnTo>
                <a:moveTo>
                  <a:pt x="2565973" y="553575"/>
                </a:moveTo>
                <a:lnTo>
                  <a:pt x="2535036" y="567039"/>
                </a:lnTo>
                <a:lnTo>
                  <a:pt x="2511890" y="577122"/>
                </a:lnTo>
                <a:lnTo>
                  <a:pt x="2464821" y="597412"/>
                </a:lnTo>
                <a:lnTo>
                  <a:pt x="2422065" y="615851"/>
                </a:lnTo>
                <a:lnTo>
                  <a:pt x="2397773" y="626311"/>
                </a:lnTo>
                <a:lnTo>
                  <a:pt x="2393886" y="627989"/>
                </a:lnTo>
                <a:moveTo>
                  <a:pt x="2630532" y="526632"/>
                </a:moveTo>
                <a:lnTo>
                  <a:pt x="2627840" y="527671"/>
                </a:lnTo>
                <a:lnTo>
                  <a:pt x="2581335" y="547265"/>
                </a:lnTo>
                <a:lnTo>
                  <a:pt x="2576752" y="549090"/>
                </a:lnTo>
                <a:moveTo>
                  <a:pt x="2547697" y="1205938"/>
                </a:moveTo>
                <a:lnTo>
                  <a:pt x="2546960" y="1207026"/>
                </a:lnTo>
                <a:lnTo>
                  <a:pt x="2497591" y="1257492"/>
                </a:lnTo>
                <a:lnTo>
                  <a:pt x="2479275" y="1240263"/>
                </a:lnTo>
                <a:moveTo>
                  <a:pt x="3006046" y="1080625"/>
                </a:moveTo>
                <a:lnTo>
                  <a:pt x="3016391" y="1090225"/>
                </a:lnTo>
                <a:lnTo>
                  <a:pt x="3048744" y="1121883"/>
                </a:lnTo>
                <a:lnTo>
                  <a:pt x="3089077" y="1161880"/>
                </a:lnTo>
                <a:moveTo>
                  <a:pt x="2877549" y="953437"/>
                </a:moveTo>
                <a:lnTo>
                  <a:pt x="2898198" y="973383"/>
                </a:lnTo>
                <a:lnTo>
                  <a:pt x="2942370" y="1016073"/>
                </a:lnTo>
                <a:lnTo>
                  <a:pt x="2974036" y="1048181"/>
                </a:lnTo>
                <a:lnTo>
                  <a:pt x="2997476" y="1072252"/>
                </a:lnTo>
                <a:moveTo>
                  <a:pt x="2819480" y="893478"/>
                </a:moveTo>
                <a:lnTo>
                  <a:pt x="2819815" y="894345"/>
                </a:lnTo>
                <a:lnTo>
                  <a:pt x="2823408" y="899829"/>
                </a:lnTo>
                <a:lnTo>
                  <a:pt x="2869160" y="945228"/>
                </a:lnTo>
                <a:moveTo>
                  <a:pt x="2558124" y="1207697"/>
                </a:moveTo>
                <a:lnTo>
                  <a:pt x="2588701" y="1236474"/>
                </a:lnTo>
                <a:lnTo>
                  <a:pt x="2589184" y="1236810"/>
                </a:lnTo>
                <a:moveTo>
                  <a:pt x="2522382" y="1173052"/>
                </a:moveTo>
                <a:lnTo>
                  <a:pt x="2547411" y="1197450"/>
                </a:lnTo>
                <a:moveTo>
                  <a:pt x="2911785" y="907555"/>
                </a:moveTo>
                <a:lnTo>
                  <a:pt x="2881281" y="939687"/>
                </a:lnTo>
                <a:lnTo>
                  <a:pt x="2879570" y="941488"/>
                </a:lnTo>
                <a:moveTo>
                  <a:pt x="2953264" y="864120"/>
                </a:moveTo>
                <a:lnTo>
                  <a:pt x="2952028" y="867975"/>
                </a:lnTo>
                <a:lnTo>
                  <a:pt x="2943221" y="876790"/>
                </a:lnTo>
                <a:lnTo>
                  <a:pt x="2920198" y="899068"/>
                </a:lnTo>
                <a:moveTo>
                  <a:pt x="3006357" y="829148"/>
                </a:moveTo>
                <a:lnTo>
                  <a:pt x="3000243" y="828526"/>
                </a:lnTo>
                <a:lnTo>
                  <a:pt x="2990020" y="832577"/>
                </a:lnTo>
                <a:lnTo>
                  <a:pt x="2981639" y="838060"/>
                </a:lnTo>
                <a:lnTo>
                  <a:pt x="2966040" y="854012"/>
                </a:lnTo>
                <a:lnTo>
                  <a:pt x="2961784" y="856238"/>
                </a:lnTo>
                <a:lnTo>
                  <a:pt x="2960802" y="856443"/>
                </a:lnTo>
                <a:moveTo>
                  <a:pt x="2646099" y="366281"/>
                </a:moveTo>
                <a:lnTo>
                  <a:pt x="2645264" y="366658"/>
                </a:lnTo>
                <a:lnTo>
                  <a:pt x="2514042" y="420700"/>
                </a:lnTo>
                <a:lnTo>
                  <a:pt x="2461064" y="443052"/>
                </a:lnTo>
                <a:lnTo>
                  <a:pt x="2459943" y="443674"/>
                </a:lnTo>
                <a:moveTo>
                  <a:pt x="2481034" y="395393"/>
                </a:moveTo>
                <a:lnTo>
                  <a:pt x="2482548" y="397644"/>
                </a:lnTo>
                <a:lnTo>
                  <a:pt x="2484193" y="399600"/>
                </a:lnTo>
                <a:lnTo>
                  <a:pt x="2486035" y="401376"/>
                </a:lnTo>
                <a:lnTo>
                  <a:pt x="2488040" y="402948"/>
                </a:lnTo>
                <a:lnTo>
                  <a:pt x="2490201" y="404315"/>
                </a:lnTo>
                <a:lnTo>
                  <a:pt x="2492493" y="405444"/>
                </a:lnTo>
                <a:lnTo>
                  <a:pt x="2494899" y="406344"/>
                </a:lnTo>
                <a:lnTo>
                  <a:pt x="2497370" y="406983"/>
                </a:lnTo>
                <a:lnTo>
                  <a:pt x="2499899" y="407359"/>
                </a:lnTo>
                <a:lnTo>
                  <a:pt x="2502478" y="407474"/>
                </a:lnTo>
                <a:lnTo>
                  <a:pt x="2504556" y="407425"/>
                </a:lnTo>
                <a:lnTo>
                  <a:pt x="2506324" y="407114"/>
                </a:lnTo>
                <a:lnTo>
                  <a:pt x="2507986" y="406573"/>
                </a:lnTo>
                <a:moveTo>
                  <a:pt x="2487181" y="358342"/>
                </a:moveTo>
                <a:lnTo>
                  <a:pt x="2485102" y="359422"/>
                </a:lnTo>
                <a:lnTo>
                  <a:pt x="2482835" y="361239"/>
                </a:lnTo>
                <a:lnTo>
                  <a:pt x="2481157" y="363171"/>
                </a:lnTo>
                <a:lnTo>
                  <a:pt x="2479708" y="365217"/>
                </a:lnTo>
                <a:lnTo>
                  <a:pt x="2478481" y="367394"/>
                </a:lnTo>
                <a:lnTo>
                  <a:pt x="2477474" y="369694"/>
                </a:lnTo>
                <a:lnTo>
                  <a:pt x="2476713" y="372084"/>
                </a:lnTo>
                <a:lnTo>
                  <a:pt x="2476197" y="374539"/>
                </a:lnTo>
                <a:lnTo>
                  <a:pt x="2475927" y="377027"/>
                </a:lnTo>
                <a:lnTo>
                  <a:pt x="2475927" y="379532"/>
                </a:lnTo>
                <a:lnTo>
                  <a:pt x="2476181" y="382028"/>
                </a:lnTo>
                <a:lnTo>
                  <a:pt x="2476680" y="384483"/>
                </a:lnTo>
                <a:lnTo>
                  <a:pt x="2476746" y="384704"/>
                </a:lnTo>
                <a:moveTo>
                  <a:pt x="2650887" y="417819"/>
                </a:moveTo>
                <a:lnTo>
                  <a:pt x="2649144" y="439025"/>
                </a:lnTo>
                <a:lnTo>
                  <a:pt x="2648154" y="451048"/>
                </a:lnTo>
                <a:lnTo>
                  <a:pt x="2647589" y="454265"/>
                </a:lnTo>
                <a:lnTo>
                  <a:pt x="2647384" y="455312"/>
                </a:lnTo>
                <a:moveTo>
                  <a:pt x="2651968" y="371806"/>
                </a:moveTo>
                <a:lnTo>
                  <a:pt x="2651567" y="405329"/>
                </a:lnTo>
                <a:moveTo>
                  <a:pt x="2649193" y="331431"/>
                </a:moveTo>
                <a:lnTo>
                  <a:pt x="2651616" y="359439"/>
                </a:lnTo>
                <a:moveTo>
                  <a:pt x="2646214" y="282946"/>
                </a:moveTo>
                <a:lnTo>
                  <a:pt x="2646328" y="287775"/>
                </a:lnTo>
                <a:lnTo>
                  <a:pt x="2648309" y="319654"/>
                </a:lnTo>
                <a:moveTo>
                  <a:pt x="2822574" y="1109868"/>
                </a:moveTo>
                <a:lnTo>
                  <a:pt x="2759406" y="1175851"/>
                </a:lnTo>
                <a:lnTo>
                  <a:pt x="2750795" y="1184846"/>
                </a:lnTo>
                <a:lnTo>
                  <a:pt x="2737897" y="1198334"/>
                </a:lnTo>
                <a:moveTo>
                  <a:pt x="2828327" y="986568"/>
                </a:moveTo>
                <a:lnTo>
                  <a:pt x="2760175" y="919807"/>
                </a:lnTo>
                <a:lnTo>
                  <a:pt x="2758186" y="917156"/>
                </a:lnTo>
                <a:moveTo>
                  <a:pt x="2957094" y="1113469"/>
                </a:moveTo>
                <a:lnTo>
                  <a:pt x="2928645" y="1086681"/>
                </a:lnTo>
                <a:lnTo>
                  <a:pt x="2876076" y="1033793"/>
                </a:lnTo>
                <a:lnTo>
                  <a:pt x="2836798" y="994900"/>
                </a:lnTo>
                <a:moveTo>
                  <a:pt x="3047697" y="1204153"/>
                </a:moveTo>
                <a:lnTo>
                  <a:pt x="2965631" y="1121768"/>
                </a:lnTo>
                <a:moveTo>
                  <a:pt x="2624329" y="968530"/>
                </a:moveTo>
                <a:lnTo>
                  <a:pt x="2622544" y="969946"/>
                </a:lnTo>
                <a:lnTo>
                  <a:pt x="2621644" y="970633"/>
                </a:lnTo>
                <a:lnTo>
                  <a:pt x="2618256" y="973228"/>
                </a:lnTo>
                <a:lnTo>
                  <a:pt x="2580149" y="1002553"/>
                </a:lnTo>
                <a:lnTo>
                  <a:pt x="2559466" y="1018963"/>
                </a:lnTo>
                <a:lnTo>
                  <a:pt x="2557911" y="1020378"/>
                </a:lnTo>
                <a:moveTo>
                  <a:pt x="2682578" y="937805"/>
                </a:moveTo>
                <a:lnTo>
                  <a:pt x="2678461" y="939458"/>
                </a:lnTo>
                <a:lnTo>
                  <a:pt x="2642310" y="954485"/>
                </a:lnTo>
                <a:lnTo>
                  <a:pt x="2639977" y="956220"/>
                </a:lnTo>
                <a:moveTo>
                  <a:pt x="2747407" y="913333"/>
                </a:moveTo>
                <a:lnTo>
                  <a:pt x="2737217" y="916943"/>
                </a:lnTo>
                <a:lnTo>
                  <a:pt x="2699634" y="931176"/>
                </a:lnTo>
                <a:moveTo>
                  <a:pt x="2812605" y="888346"/>
                </a:moveTo>
                <a:lnTo>
                  <a:pt x="2785252" y="898847"/>
                </a:lnTo>
                <a:lnTo>
                  <a:pt x="2758923" y="908914"/>
                </a:lnTo>
                <a:moveTo>
                  <a:pt x="2826445" y="994867"/>
                </a:moveTo>
                <a:lnTo>
                  <a:pt x="2801932" y="1018120"/>
                </a:lnTo>
                <a:moveTo>
                  <a:pt x="2869201" y="951694"/>
                </a:moveTo>
                <a:lnTo>
                  <a:pt x="2834883" y="986576"/>
                </a:lnTo>
                <a:moveTo>
                  <a:pt x="2920272" y="909266"/>
                </a:moveTo>
                <a:lnTo>
                  <a:pt x="2955989" y="942839"/>
                </a:lnTo>
                <a:moveTo>
                  <a:pt x="2914723" y="567669"/>
                </a:moveTo>
                <a:lnTo>
                  <a:pt x="2923308" y="600947"/>
                </a:lnTo>
                <a:lnTo>
                  <a:pt x="2925150" y="611161"/>
                </a:lnTo>
                <a:lnTo>
                  <a:pt x="2933891" y="643040"/>
                </a:lnTo>
                <a:lnTo>
                  <a:pt x="2914829" y="664598"/>
                </a:lnTo>
                <a:moveTo>
                  <a:pt x="2820364" y="558601"/>
                </a:moveTo>
                <a:lnTo>
                  <a:pt x="2823466" y="557553"/>
                </a:lnTo>
                <a:lnTo>
                  <a:pt x="2848911" y="537534"/>
                </a:lnTo>
                <a:lnTo>
                  <a:pt x="2852537" y="534301"/>
                </a:lnTo>
                <a:lnTo>
                  <a:pt x="2854338" y="531166"/>
                </a:lnTo>
                <a:lnTo>
                  <a:pt x="2855704" y="526828"/>
                </a:lnTo>
                <a:lnTo>
                  <a:pt x="2854035" y="485971"/>
                </a:lnTo>
                <a:lnTo>
                  <a:pt x="2853601" y="483229"/>
                </a:lnTo>
                <a:moveTo>
                  <a:pt x="2842675" y="602445"/>
                </a:moveTo>
                <a:lnTo>
                  <a:pt x="2869626" y="632949"/>
                </a:lnTo>
                <a:lnTo>
                  <a:pt x="2906555" y="666923"/>
                </a:lnTo>
                <a:moveTo>
                  <a:pt x="2813718" y="563822"/>
                </a:moveTo>
                <a:lnTo>
                  <a:pt x="2813718" y="565271"/>
                </a:lnTo>
                <a:lnTo>
                  <a:pt x="2814577" y="568168"/>
                </a:lnTo>
                <a:lnTo>
                  <a:pt x="2815658" y="571810"/>
                </a:lnTo>
                <a:lnTo>
                  <a:pt x="2824039" y="581198"/>
                </a:lnTo>
                <a:lnTo>
                  <a:pt x="2836856" y="595832"/>
                </a:lnTo>
                <a:moveTo>
                  <a:pt x="2800238" y="541004"/>
                </a:moveTo>
                <a:lnTo>
                  <a:pt x="2811246" y="554844"/>
                </a:lnTo>
                <a:lnTo>
                  <a:pt x="2811418" y="555155"/>
                </a:lnTo>
                <a:moveTo>
                  <a:pt x="2721274" y="717912"/>
                </a:moveTo>
                <a:lnTo>
                  <a:pt x="2726799" y="732194"/>
                </a:lnTo>
                <a:moveTo>
                  <a:pt x="2714833" y="700725"/>
                </a:moveTo>
                <a:lnTo>
                  <a:pt x="2717092" y="706830"/>
                </a:lnTo>
                <a:moveTo>
                  <a:pt x="2706174" y="677137"/>
                </a:moveTo>
                <a:lnTo>
                  <a:pt x="2710757" y="689651"/>
                </a:lnTo>
                <a:moveTo>
                  <a:pt x="2546739" y="655579"/>
                </a:moveTo>
                <a:lnTo>
                  <a:pt x="2547959" y="656856"/>
                </a:lnTo>
                <a:moveTo>
                  <a:pt x="2424283" y="703008"/>
                </a:moveTo>
                <a:lnTo>
                  <a:pt x="2428989" y="700896"/>
                </a:lnTo>
                <a:lnTo>
                  <a:pt x="2480658" y="678004"/>
                </a:lnTo>
                <a:lnTo>
                  <a:pt x="2513887" y="663059"/>
                </a:lnTo>
                <a:lnTo>
                  <a:pt x="2538293" y="652346"/>
                </a:lnTo>
                <a:moveTo>
                  <a:pt x="2997804" y="515894"/>
                </a:moveTo>
                <a:lnTo>
                  <a:pt x="2907455" y="539097"/>
                </a:lnTo>
                <a:lnTo>
                  <a:pt x="2912464" y="558822"/>
                </a:lnTo>
                <a:moveTo>
                  <a:pt x="2641164" y="229068"/>
                </a:moveTo>
                <a:lnTo>
                  <a:pt x="2643415" y="243743"/>
                </a:lnTo>
                <a:lnTo>
                  <a:pt x="2645715" y="265473"/>
                </a:lnTo>
                <a:lnTo>
                  <a:pt x="2646042" y="270416"/>
                </a:lnTo>
                <a:moveTo>
                  <a:pt x="2851940" y="466959"/>
                </a:moveTo>
                <a:lnTo>
                  <a:pt x="2851850" y="465494"/>
                </a:lnTo>
                <a:lnTo>
                  <a:pt x="2851751" y="464160"/>
                </a:lnTo>
                <a:lnTo>
                  <a:pt x="2851629" y="462482"/>
                </a:lnTo>
                <a:lnTo>
                  <a:pt x="2851530" y="461017"/>
                </a:lnTo>
                <a:moveTo>
                  <a:pt x="2553009" y="512857"/>
                </a:moveTo>
                <a:lnTo>
                  <a:pt x="2553181" y="513267"/>
                </a:lnTo>
                <a:lnTo>
                  <a:pt x="2565506" y="541004"/>
                </a:lnTo>
                <a:lnTo>
                  <a:pt x="2566710" y="543664"/>
                </a:lnTo>
                <a:lnTo>
                  <a:pt x="2568371" y="547584"/>
                </a:lnTo>
                <a:moveTo>
                  <a:pt x="2745312" y="708786"/>
                </a:moveTo>
                <a:lnTo>
                  <a:pt x="2750886" y="723101"/>
                </a:lnTo>
                <a:moveTo>
                  <a:pt x="2738584" y="691509"/>
                </a:moveTo>
                <a:lnTo>
                  <a:pt x="2741031" y="697803"/>
                </a:lnTo>
                <a:moveTo>
                  <a:pt x="2730637" y="671105"/>
                </a:moveTo>
                <a:lnTo>
                  <a:pt x="2734304" y="680525"/>
                </a:lnTo>
                <a:moveTo>
                  <a:pt x="2731693" y="686467"/>
                </a:moveTo>
                <a:lnTo>
                  <a:pt x="2719105" y="691402"/>
                </a:lnTo>
                <a:moveTo>
                  <a:pt x="2738404" y="703712"/>
                </a:moveTo>
                <a:lnTo>
                  <a:pt x="2725432" y="708606"/>
                </a:lnTo>
                <a:moveTo>
                  <a:pt x="2546502" y="133064"/>
                </a:moveTo>
                <a:lnTo>
                  <a:pt x="2545070" y="135183"/>
                </a:lnTo>
                <a:lnTo>
                  <a:pt x="2503828" y="149400"/>
                </a:lnTo>
                <a:lnTo>
                  <a:pt x="2499523" y="159565"/>
                </a:lnTo>
                <a:lnTo>
                  <a:pt x="2485740" y="164590"/>
                </a:lnTo>
                <a:lnTo>
                  <a:pt x="2476353" y="160948"/>
                </a:lnTo>
                <a:lnTo>
                  <a:pt x="2431272" y="178201"/>
                </a:lnTo>
                <a:lnTo>
                  <a:pt x="2419593" y="183832"/>
                </a:lnTo>
                <a:lnTo>
                  <a:pt x="2409968" y="189250"/>
                </a:lnTo>
                <a:lnTo>
                  <a:pt x="2258416" y="245085"/>
                </a:lnTo>
                <a:lnTo>
                  <a:pt x="2246949" y="249365"/>
                </a:lnTo>
                <a:moveTo>
                  <a:pt x="2600741" y="169575"/>
                </a:moveTo>
                <a:lnTo>
                  <a:pt x="2609195" y="176843"/>
                </a:lnTo>
                <a:lnTo>
                  <a:pt x="2620850" y="187368"/>
                </a:lnTo>
                <a:lnTo>
                  <a:pt x="2629657" y="198106"/>
                </a:lnTo>
                <a:lnTo>
                  <a:pt x="2634346" y="206863"/>
                </a:lnTo>
                <a:lnTo>
                  <a:pt x="2637735" y="214336"/>
                </a:lnTo>
                <a:lnTo>
                  <a:pt x="2638619" y="217356"/>
                </a:lnTo>
                <a:moveTo>
                  <a:pt x="2555235" y="132974"/>
                </a:moveTo>
                <a:lnTo>
                  <a:pt x="2561799" y="137230"/>
                </a:lnTo>
                <a:lnTo>
                  <a:pt x="2591713" y="161963"/>
                </a:lnTo>
                <a:moveTo>
                  <a:pt x="2452356" y="76517"/>
                </a:moveTo>
                <a:lnTo>
                  <a:pt x="2466654" y="84530"/>
                </a:lnTo>
                <a:lnTo>
                  <a:pt x="2492288" y="98288"/>
                </a:lnTo>
                <a:lnTo>
                  <a:pt x="2545012" y="126909"/>
                </a:lnTo>
                <a:moveTo>
                  <a:pt x="1857792" y="323656"/>
                </a:moveTo>
                <a:lnTo>
                  <a:pt x="1857580" y="323157"/>
                </a:lnTo>
                <a:lnTo>
                  <a:pt x="1855681" y="319024"/>
                </a:lnTo>
                <a:lnTo>
                  <a:pt x="1852472" y="316380"/>
                </a:lnTo>
                <a:lnTo>
                  <a:pt x="1830759" y="305151"/>
                </a:lnTo>
                <a:lnTo>
                  <a:pt x="1826953" y="305061"/>
                </a:lnTo>
                <a:lnTo>
                  <a:pt x="1823156" y="306387"/>
                </a:lnTo>
                <a:lnTo>
                  <a:pt x="1791686" y="317379"/>
                </a:lnTo>
                <a:lnTo>
                  <a:pt x="1724696" y="340909"/>
                </a:lnTo>
                <a:moveTo>
                  <a:pt x="2195501" y="837168"/>
                </a:moveTo>
                <a:lnTo>
                  <a:pt x="2211600" y="871568"/>
                </a:lnTo>
                <a:moveTo>
                  <a:pt x="2173624" y="791286"/>
                </a:moveTo>
                <a:lnTo>
                  <a:pt x="2191344" y="828354"/>
                </a:lnTo>
                <a:moveTo>
                  <a:pt x="2380357" y="962563"/>
                </a:moveTo>
                <a:lnTo>
                  <a:pt x="2327387" y="987297"/>
                </a:lnTo>
                <a:moveTo>
                  <a:pt x="2436494" y="936831"/>
                </a:moveTo>
                <a:lnTo>
                  <a:pt x="2388623" y="958741"/>
                </a:lnTo>
                <a:moveTo>
                  <a:pt x="2424127" y="893715"/>
                </a:moveTo>
                <a:lnTo>
                  <a:pt x="2438827" y="930496"/>
                </a:lnTo>
                <a:moveTo>
                  <a:pt x="2210684" y="1246754"/>
                </a:moveTo>
                <a:lnTo>
                  <a:pt x="2173903" y="1273828"/>
                </a:lnTo>
                <a:moveTo>
                  <a:pt x="1862155" y="1252254"/>
                </a:moveTo>
                <a:lnTo>
                  <a:pt x="1901694" y="1259734"/>
                </a:lnTo>
                <a:moveTo>
                  <a:pt x="1813506" y="1241958"/>
                </a:moveTo>
                <a:lnTo>
                  <a:pt x="1814979" y="1242539"/>
                </a:lnTo>
                <a:lnTo>
                  <a:pt x="1853258" y="1250486"/>
                </a:lnTo>
                <a:moveTo>
                  <a:pt x="1958904" y="1104851"/>
                </a:moveTo>
                <a:lnTo>
                  <a:pt x="1942363" y="1114623"/>
                </a:lnTo>
                <a:moveTo>
                  <a:pt x="1917687" y="1083898"/>
                </a:moveTo>
                <a:lnTo>
                  <a:pt x="1919954" y="1087860"/>
                </a:lnTo>
                <a:lnTo>
                  <a:pt x="1931682" y="1109974"/>
                </a:lnTo>
                <a:moveTo>
                  <a:pt x="2476467" y="1243251"/>
                </a:moveTo>
                <a:lnTo>
                  <a:pt x="2497706" y="1263221"/>
                </a:lnTo>
                <a:lnTo>
                  <a:pt x="2550152" y="1209629"/>
                </a:lnTo>
                <a:lnTo>
                  <a:pt x="2551094" y="1208221"/>
                </a:lnTo>
                <a:moveTo>
                  <a:pt x="2433597" y="1199390"/>
                </a:moveTo>
                <a:lnTo>
                  <a:pt x="2458699" y="1224025"/>
                </a:lnTo>
                <a:moveTo>
                  <a:pt x="2390383" y="1157551"/>
                </a:moveTo>
                <a:lnTo>
                  <a:pt x="2394794" y="1163345"/>
                </a:lnTo>
                <a:lnTo>
                  <a:pt x="2426108" y="1192237"/>
                </a:lnTo>
                <a:moveTo>
                  <a:pt x="2174287" y="150709"/>
                </a:moveTo>
                <a:lnTo>
                  <a:pt x="2150552" y="176933"/>
                </a:lnTo>
                <a:lnTo>
                  <a:pt x="2136573" y="192377"/>
                </a:lnTo>
                <a:moveTo>
                  <a:pt x="2136802" y="202747"/>
                </a:moveTo>
                <a:lnTo>
                  <a:pt x="2171349" y="235313"/>
                </a:lnTo>
                <a:moveTo>
                  <a:pt x="2113075" y="178054"/>
                </a:moveTo>
                <a:lnTo>
                  <a:pt x="2128307" y="194235"/>
                </a:lnTo>
                <a:moveTo>
                  <a:pt x="1980028" y="884630"/>
                </a:moveTo>
                <a:lnTo>
                  <a:pt x="1984358" y="893519"/>
                </a:lnTo>
                <a:lnTo>
                  <a:pt x="1998934" y="922819"/>
                </a:lnTo>
                <a:moveTo>
                  <a:pt x="2182071" y="1064648"/>
                </a:moveTo>
                <a:lnTo>
                  <a:pt x="2108557" y="1104581"/>
                </a:lnTo>
                <a:lnTo>
                  <a:pt x="2101764" y="1107838"/>
                </a:lnTo>
                <a:moveTo>
                  <a:pt x="1958323" y="838928"/>
                </a:moveTo>
                <a:lnTo>
                  <a:pt x="1962996" y="848799"/>
                </a:lnTo>
                <a:lnTo>
                  <a:pt x="1966794" y="856868"/>
                </a:lnTo>
                <a:lnTo>
                  <a:pt x="1970403" y="864529"/>
                </a:lnTo>
                <a:lnTo>
                  <a:pt x="1975960" y="876200"/>
                </a:lnTo>
                <a:moveTo>
                  <a:pt x="2634968" y="223437"/>
                </a:moveTo>
                <a:lnTo>
                  <a:pt x="2570180" y="246673"/>
                </a:lnTo>
                <a:lnTo>
                  <a:pt x="2553402" y="248482"/>
                </a:lnTo>
                <a:lnTo>
                  <a:pt x="2457995" y="284944"/>
                </a:lnTo>
                <a:lnTo>
                  <a:pt x="2416107" y="301010"/>
                </a:lnTo>
                <a:lnTo>
                  <a:pt x="2279581" y="352621"/>
                </a:lnTo>
                <a:moveTo>
                  <a:pt x="2406048" y="514920"/>
                </a:moveTo>
                <a:lnTo>
                  <a:pt x="2353020" y="538123"/>
                </a:lnTo>
                <a:moveTo>
                  <a:pt x="1938983" y="797212"/>
                </a:moveTo>
                <a:lnTo>
                  <a:pt x="1950597" y="822322"/>
                </a:lnTo>
                <a:lnTo>
                  <a:pt x="1954402" y="830555"/>
                </a:lnTo>
                <a:moveTo>
                  <a:pt x="2142466" y="752467"/>
                </a:moveTo>
                <a:lnTo>
                  <a:pt x="2142589" y="752778"/>
                </a:lnTo>
                <a:lnTo>
                  <a:pt x="2150618" y="769032"/>
                </a:lnTo>
                <a:lnTo>
                  <a:pt x="2159203" y="785909"/>
                </a:lnTo>
                <a:lnTo>
                  <a:pt x="2159522" y="786621"/>
                </a:lnTo>
                <a:moveTo>
                  <a:pt x="2486518" y="1133840"/>
                </a:moveTo>
                <a:lnTo>
                  <a:pt x="2486698" y="1136909"/>
                </a:lnTo>
                <a:moveTo>
                  <a:pt x="2438941" y="412286"/>
                </a:moveTo>
                <a:lnTo>
                  <a:pt x="2451554" y="442593"/>
                </a:lnTo>
                <a:moveTo>
                  <a:pt x="2431960" y="407171"/>
                </a:moveTo>
                <a:lnTo>
                  <a:pt x="2368530" y="431602"/>
                </a:lnTo>
                <a:lnTo>
                  <a:pt x="2356990" y="437224"/>
                </a:lnTo>
                <a:lnTo>
                  <a:pt x="2313366" y="453962"/>
                </a:lnTo>
                <a:moveTo>
                  <a:pt x="2473955" y="390556"/>
                </a:moveTo>
                <a:lnTo>
                  <a:pt x="2472670" y="391047"/>
                </a:lnTo>
                <a:lnTo>
                  <a:pt x="2442903" y="402890"/>
                </a:lnTo>
                <a:moveTo>
                  <a:pt x="2323401" y="1090569"/>
                </a:moveTo>
                <a:lnTo>
                  <a:pt x="2321788" y="1086689"/>
                </a:lnTo>
                <a:lnTo>
                  <a:pt x="2309413" y="1061260"/>
                </a:lnTo>
                <a:lnTo>
                  <a:pt x="2296621" y="1035937"/>
                </a:lnTo>
                <a:moveTo>
                  <a:pt x="2050317" y="1025134"/>
                </a:moveTo>
                <a:lnTo>
                  <a:pt x="2053042" y="1030175"/>
                </a:lnTo>
                <a:lnTo>
                  <a:pt x="2064476" y="1051300"/>
                </a:lnTo>
                <a:lnTo>
                  <a:pt x="2070483" y="1061931"/>
                </a:lnTo>
                <a:moveTo>
                  <a:pt x="2592294" y="168511"/>
                </a:moveTo>
                <a:lnTo>
                  <a:pt x="2587064" y="174977"/>
                </a:lnTo>
                <a:lnTo>
                  <a:pt x="2546960" y="189357"/>
                </a:lnTo>
                <a:lnTo>
                  <a:pt x="2541379" y="195315"/>
                </a:lnTo>
                <a:lnTo>
                  <a:pt x="2438909" y="233463"/>
                </a:lnTo>
                <a:lnTo>
                  <a:pt x="2268695" y="295567"/>
                </a:lnTo>
                <a:lnTo>
                  <a:pt x="2260626" y="300281"/>
                </a:lnTo>
                <a:moveTo>
                  <a:pt x="2046069" y="232374"/>
                </a:moveTo>
                <a:lnTo>
                  <a:pt x="2071408" y="271382"/>
                </a:lnTo>
                <a:moveTo>
                  <a:pt x="2875184" y="2784720"/>
                </a:moveTo>
                <a:lnTo>
                  <a:pt x="2884047" y="2788420"/>
                </a:lnTo>
                <a:lnTo>
                  <a:pt x="2887608" y="2791923"/>
                </a:lnTo>
                <a:lnTo>
                  <a:pt x="2890030" y="2795606"/>
                </a:lnTo>
                <a:lnTo>
                  <a:pt x="2891102" y="2797243"/>
                </a:lnTo>
                <a:lnTo>
                  <a:pt x="2896193" y="2805018"/>
                </a:lnTo>
                <a:moveTo>
                  <a:pt x="2580902" y="2717198"/>
                </a:moveTo>
                <a:lnTo>
                  <a:pt x="2578757" y="2718491"/>
                </a:lnTo>
                <a:lnTo>
                  <a:pt x="2576114" y="2720095"/>
                </a:lnTo>
                <a:lnTo>
                  <a:pt x="2538113" y="2743004"/>
                </a:lnTo>
                <a:moveTo>
                  <a:pt x="3126726" y="2668287"/>
                </a:moveTo>
                <a:lnTo>
                  <a:pt x="3109940" y="2678395"/>
                </a:lnTo>
                <a:lnTo>
                  <a:pt x="3098563" y="2685270"/>
                </a:lnTo>
                <a:lnTo>
                  <a:pt x="3079649" y="2696770"/>
                </a:lnTo>
                <a:lnTo>
                  <a:pt x="3057804" y="2709480"/>
                </a:lnTo>
                <a:lnTo>
                  <a:pt x="2991076" y="2750239"/>
                </a:lnTo>
                <a:lnTo>
                  <a:pt x="2935143" y="2783730"/>
                </a:lnTo>
                <a:moveTo>
                  <a:pt x="2684665" y="1784361"/>
                </a:moveTo>
                <a:lnTo>
                  <a:pt x="2683257" y="1782953"/>
                </a:lnTo>
                <a:lnTo>
                  <a:pt x="2641925" y="1741712"/>
                </a:lnTo>
                <a:lnTo>
                  <a:pt x="2641852" y="1740705"/>
                </a:lnTo>
                <a:moveTo>
                  <a:pt x="2750255" y="1844648"/>
                </a:moveTo>
                <a:lnTo>
                  <a:pt x="2744944" y="1842242"/>
                </a:lnTo>
                <a:lnTo>
                  <a:pt x="2699364" y="1798586"/>
                </a:lnTo>
                <a:lnTo>
                  <a:pt x="2693119" y="1792611"/>
                </a:lnTo>
                <a:moveTo>
                  <a:pt x="2888974" y="1882510"/>
                </a:moveTo>
                <a:lnTo>
                  <a:pt x="2848780" y="1923809"/>
                </a:lnTo>
                <a:lnTo>
                  <a:pt x="2848445" y="1924242"/>
                </a:lnTo>
                <a:moveTo>
                  <a:pt x="2903993" y="1867139"/>
                </a:moveTo>
                <a:lnTo>
                  <a:pt x="2897282" y="1874006"/>
                </a:lnTo>
                <a:moveTo>
                  <a:pt x="2927687" y="1841931"/>
                </a:moveTo>
                <a:lnTo>
                  <a:pt x="2912153" y="1858594"/>
                </a:lnTo>
                <a:moveTo>
                  <a:pt x="2712852" y="1773263"/>
                </a:moveTo>
                <a:lnTo>
                  <a:pt x="2702122" y="1783559"/>
                </a:lnTo>
                <a:moveTo>
                  <a:pt x="2740810" y="1745157"/>
                </a:moveTo>
                <a:lnTo>
                  <a:pt x="2719097" y="1767108"/>
                </a:lnTo>
                <a:moveTo>
                  <a:pt x="2758473" y="1729451"/>
                </a:moveTo>
                <a:lnTo>
                  <a:pt x="2749363" y="1737194"/>
                </a:lnTo>
                <a:moveTo>
                  <a:pt x="2787830" y="1702639"/>
                </a:moveTo>
                <a:lnTo>
                  <a:pt x="2764840" y="1723812"/>
                </a:lnTo>
                <a:moveTo>
                  <a:pt x="2803340" y="1688226"/>
                </a:moveTo>
                <a:lnTo>
                  <a:pt x="2794804" y="1696181"/>
                </a:lnTo>
                <a:moveTo>
                  <a:pt x="2689854" y="1785630"/>
                </a:moveTo>
                <a:lnTo>
                  <a:pt x="2689739" y="1785744"/>
                </a:lnTo>
                <a:moveTo>
                  <a:pt x="2857513" y="1510393"/>
                </a:moveTo>
                <a:lnTo>
                  <a:pt x="2895669" y="1473816"/>
                </a:lnTo>
                <a:moveTo>
                  <a:pt x="2812883" y="1553280"/>
                </a:moveTo>
                <a:lnTo>
                  <a:pt x="2850900" y="1516744"/>
                </a:lnTo>
                <a:moveTo>
                  <a:pt x="2984209" y="1896767"/>
                </a:moveTo>
                <a:lnTo>
                  <a:pt x="2950735" y="1932509"/>
                </a:lnTo>
                <a:lnTo>
                  <a:pt x="2949081" y="1931297"/>
                </a:lnTo>
                <a:moveTo>
                  <a:pt x="3099079" y="1780449"/>
                </a:moveTo>
                <a:lnTo>
                  <a:pt x="3059335" y="1819915"/>
                </a:lnTo>
                <a:lnTo>
                  <a:pt x="3023896" y="1856074"/>
                </a:lnTo>
                <a:lnTo>
                  <a:pt x="3019566" y="1860485"/>
                </a:lnTo>
                <a:lnTo>
                  <a:pt x="2992328" y="1888288"/>
                </a:lnTo>
                <a:moveTo>
                  <a:pt x="2731480" y="1730523"/>
                </a:moveTo>
                <a:lnTo>
                  <a:pt x="2740622" y="1738741"/>
                </a:lnTo>
                <a:moveTo>
                  <a:pt x="2695558" y="1695878"/>
                </a:moveTo>
                <a:lnTo>
                  <a:pt x="2724949" y="1724426"/>
                </a:lnTo>
                <a:moveTo>
                  <a:pt x="2682201" y="1683381"/>
                </a:moveTo>
                <a:lnTo>
                  <a:pt x="2689076" y="1689740"/>
                </a:lnTo>
                <a:moveTo>
                  <a:pt x="2963527" y="1762386"/>
                </a:moveTo>
                <a:lnTo>
                  <a:pt x="2963724" y="1764039"/>
                </a:lnTo>
                <a:lnTo>
                  <a:pt x="2962594" y="1766715"/>
                </a:lnTo>
                <a:lnTo>
                  <a:pt x="2949834" y="1779630"/>
                </a:lnTo>
                <a:lnTo>
                  <a:pt x="2948795" y="1783935"/>
                </a:lnTo>
                <a:lnTo>
                  <a:pt x="2949826" y="1787553"/>
                </a:lnTo>
                <a:lnTo>
                  <a:pt x="2950694" y="1788461"/>
                </a:lnTo>
                <a:lnTo>
                  <a:pt x="2955793" y="1793822"/>
                </a:lnTo>
                <a:lnTo>
                  <a:pt x="2965344" y="1803889"/>
                </a:lnTo>
                <a:lnTo>
                  <a:pt x="2961956" y="1807286"/>
                </a:lnTo>
                <a:lnTo>
                  <a:pt x="2935970" y="1833353"/>
                </a:lnTo>
                <a:moveTo>
                  <a:pt x="3014197" y="1700576"/>
                </a:moveTo>
                <a:lnTo>
                  <a:pt x="2998459" y="1717003"/>
                </a:lnTo>
                <a:lnTo>
                  <a:pt x="2984880" y="1731407"/>
                </a:lnTo>
                <a:lnTo>
                  <a:pt x="2977547" y="1739191"/>
                </a:lnTo>
                <a:lnTo>
                  <a:pt x="2965393" y="1751803"/>
                </a:lnTo>
                <a:moveTo>
                  <a:pt x="2906317" y="1820389"/>
                </a:moveTo>
                <a:lnTo>
                  <a:pt x="2887616" y="1839295"/>
                </a:lnTo>
                <a:lnTo>
                  <a:pt x="2887649" y="1841955"/>
                </a:lnTo>
                <a:lnTo>
                  <a:pt x="2887681" y="1845106"/>
                </a:lnTo>
                <a:lnTo>
                  <a:pt x="2903878" y="1860665"/>
                </a:lnTo>
                <a:moveTo>
                  <a:pt x="2927679" y="1726194"/>
                </a:moveTo>
                <a:lnTo>
                  <a:pt x="2957160" y="1753874"/>
                </a:lnTo>
                <a:moveTo>
                  <a:pt x="2624607" y="1725776"/>
                </a:moveTo>
                <a:lnTo>
                  <a:pt x="2622299" y="1728551"/>
                </a:lnTo>
                <a:lnTo>
                  <a:pt x="2620285" y="1731432"/>
                </a:lnTo>
                <a:lnTo>
                  <a:pt x="2609097" y="1742448"/>
                </a:lnTo>
                <a:moveTo>
                  <a:pt x="2936052" y="1843568"/>
                </a:moveTo>
                <a:lnTo>
                  <a:pt x="2984029" y="1890244"/>
                </a:lnTo>
                <a:moveTo>
                  <a:pt x="2849476" y="1722838"/>
                </a:moveTo>
                <a:lnTo>
                  <a:pt x="2839295" y="1713262"/>
                </a:lnTo>
                <a:lnTo>
                  <a:pt x="2818367" y="1693022"/>
                </a:lnTo>
                <a:lnTo>
                  <a:pt x="2813603" y="1688422"/>
                </a:lnTo>
                <a:moveTo>
                  <a:pt x="2814004" y="1971410"/>
                </a:moveTo>
                <a:lnTo>
                  <a:pt x="2864110" y="2019641"/>
                </a:lnTo>
                <a:lnTo>
                  <a:pt x="2871607" y="2023267"/>
                </a:lnTo>
                <a:moveTo>
                  <a:pt x="2659113" y="1821682"/>
                </a:moveTo>
                <a:lnTo>
                  <a:pt x="2662951" y="1825758"/>
                </a:lnTo>
                <a:lnTo>
                  <a:pt x="2728640" y="1888885"/>
                </a:lnTo>
                <a:lnTo>
                  <a:pt x="2733886" y="1894132"/>
                </a:lnTo>
                <a:lnTo>
                  <a:pt x="2786390" y="1943852"/>
                </a:lnTo>
                <a:lnTo>
                  <a:pt x="2805542" y="1963086"/>
                </a:lnTo>
                <a:moveTo>
                  <a:pt x="2633012" y="1727053"/>
                </a:moveTo>
                <a:lnTo>
                  <a:pt x="2636982" y="1730761"/>
                </a:lnTo>
                <a:moveTo>
                  <a:pt x="2624721" y="1719458"/>
                </a:moveTo>
                <a:lnTo>
                  <a:pt x="2624844" y="1719564"/>
                </a:lnTo>
                <a:moveTo>
                  <a:pt x="2622151" y="1717739"/>
                </a:moveTo>
                <a:lnTo>
                  <a:pt x="2625270" y="1719933"/>
                </a:lnTo>
                <a:moveTo>
                  <a:pt x="2621087" y="1716831"/>
                </a:moveTo>
                <a:lnTo>
                  <a:pt x="2621448" y="1717174"/>
                </a:lnTo>
                <a:moveTo>
                  <a:pt x="2880602" y="1867728"/>
                </a:moveTo>
                <a:lnTo>
                  <a:pt x="2888966" y="1875937"/>
                </a:lnTo>
                <a:moveTo>
                  <a:pt x="2846955" y="1836635"/>
                </a:moveTo>
                <a:lnTo>
                  <a:pt x="2873923" y="1861385"/>
                </a:lnTo>
                <a:moveTo>
                  <a:pt x="2830071" y="1821216"/>
                </a:moveTo>
                <a:lnTo>
                  <a:pt x="2840473" y="1830538"/>
                </a:lnTo>
                <a:moveTo>
                  <a:pt x="2914723" y="1902308"/>
                </a:moveTo>
                <a:lnTo>
                  <a:pt x="2941429" y="1928212"/>
                </a:lnTo>
                <a:moveTo>
                  <a:pt x="2897290" y="1884359"/>
                </a:moveTo>
                <a:lnTo>
                  <a:pt x="2908454" y="1896006"/>
                </a:lnTo>
                <a:moveTo>
                  <a:pt x="2731758" y="2194495"/>
                </a:moveTo>
                <a:lnTo>
                  <a:pt x="2731267" y="2192972"/>
                </a:lnTo>
                <a:lnTo>
                  <a:pt x="2730956" y="2191409"/>
                </a:lnTo>
                <a:lnTo>
                  <a:pt x="2730252" y="2190001"/>
                </a:lnTo>
                <a:lnTo>
                  <a:pt x="2728272" y="2188013"/>
                </a:lnTo>
                <a:lnTo>
                  <a:pt x="2725579" y="2185361"/>
                </a:lnTo>
                <a:lnTo>
                  <a:pt x="2721299" y="2181334"/>
                </a:lnTo>
                <a:lnTo>
                  <a:pt x="2715119" y="2175507"/>
                </a:lnTo>
                <a:moveTo>
                  <a:pt x="2932909" y="1576606"/>
                </a:moveTo>
                <a:lnTo>
                  <a:pt x="2942648" y="1585158"/>
                </a:lnTo>
                <a:lnTo>
                  <a:pt x="2959820" y="1615318"/>
                </a:lnTo>
                <a:lnTo>
                  <a:pt x="2966531" y="1626867"/>
                </a:lnTo>
                <a:lnTo>
                  <a:pt x="2990119" y="1663337"/>
                </a:lnTo>
                <a:moveTo>
                  <a:pt x="2889466" y="1460942"/>
                </a:moveTo>
                <a:lnTo>
                  <a:pt x="2893942" y="1465468"/>
                </a:lnTo>
                <a:moveTo>
                  <a:pt x="2702425" y="1793814"/>
                </a:moveTo>
                <a:lnTo>
                  <a:pt x="2703268" y="1794592"/>
                </a:lnTo>
                <a:lnTo>
                  <a:pt x="2734034" y="1821961"/>
                </a:lnTo>
                <a:lnTo>
                  <a:pt x="2748741" y="1837650"/>
                </a:lnTo>
                <a:lnTo>
                  <a:pt x="2751156" y="1840245"/>
                </a:lnTo>
                <a:moveTo>
                  <a:pt x="2649373" y="1741327"/>
                </a:moveTo>
                <a:lnTo>
                  <a:pt x="2687267" y="1779229"/>
                </a:lnTo>
                <a:lnTo>
                  <a:pt x="2687816" y="1779770"/>
                </a:lnTo>
                <a:lnTo>
                  <a:pt x="2688495" y="1780432"/>
                </a:lnTo>
                <a:moveTo>
                  <a:pt x="2644945" y="1737341"/>
                </a:moveTo>
                <a:lnTo>
                  <a:pt x="2645076" y="1737439"/>
                </a:lnTo>
                <a:moveTo>
                  <a:pt x="2898468" y="1982426"/>
                </a:moveTo>
                <a:lnTo>
                  <a:pt x="2904599" y="1990308"/>
                </a:lnTo>
                <a:lnTo>
                  <a:pt x="2907324" y="1993041"/>
                </a:lnTo>
                <a:lnTo>
                  <a:pt x="2909599" y="1995366"/>
                </a:lnTo>
                <a:moveTo>
                  <a:pt x="2849198" y="1935283"/>
                </a:moveTo>
                <a:lnTo>
                  <a:pt x="2857243" y="1941823"/>
                </a:lnTo>
                <a:lnTo>
                  <a:pt x="2888148" y="1971770"/>
                </a:lnTo>
                <a:lnTo>
                  <a:pt x="2889654" y="1973317"/>
                </a:lnTo>
                <a:moveTo>
                  <a:pt x="2786717" y="1875160"/>
                </a:moveTo>
                <a:lnTo>
                  <a:pt x="2836479" y="1922597"/>
                </a:lnTo>
                <a:lnTo>
                  <a:pt x="2840318" y="1926477"/>
                </a:lnTo>
                <a:moveTo>
                  <a:pt x="2759373" y="1848781"/>
                </a:moveTo>
                <a:lnTo>
                  <a:pt x="2760543" y="1849943"/>
                </a:lnTo>
                <a:lnTo>
                  <a:pt x="2769112" y="1858374"/>
                </a:lnTo>
                <a:lnTo>
                  <a:pt x="2772804" y="1861893"/>
                </a:lnTo>
                <a:moveTo>
                  <a:pt x="2970304" y="1537017"/>
                </a:moveTo>
                <a:lnTo>
                  <a:pt x="2997656" y="1564419"/>
                </a:lnTo>
                <a:lnTo>
                  <a:pt x="3003688" y="1570320"/>
                </a:lnTo>
                <a:lnTo>
                  <a:pt x="3017414" y="1583759"/>
                </a:lnTo>
                <a:lnTo>
                  <a:pt x="3047222" y="1610727"/>
                </a:lnTo>
                <a:lnTo>
                  <a:pt x="3092449" y="1652034"/>
                </a:lnTo>
                <a:moveTo>
                  <a:pt x="2952224" y="1519846"/>
                </a:moveTo>
                <a:lnTo>
                  <a:pt x="2961800" y="1528792"/>
                </a:lnTo>
                <a:moveTo>
                  <a:pt x="2902782" y="1472859"/>
                </a:moveTo>
                <a:lnTo>
                  <a:pt x="2905245" y="1475183"/>
                </a:lnTo>
                <a:lnTo>
                  <a:pt x="2942804" y="1510696"/>
                </a:lnTo>
                <a:lnTo>
                  <a:pt x="2945603" y="1513470"/>
                </a:lnTo>
                <a:moveTo>
                  <a:pt x="2760240" y="1581123"/>
                </a:moveTo>
                <a:lnTo>
                  <a:pt x="2761509" y="1582588"/>
                </a:lnTo>
                <a:lnTo>
                  <a:pt x="2766346" y="1587393"/>
                </a:lnTo>
                <a:moveTo>
                  <a:pt x="2934341" y="1568216"/>
                </a:moveTo>
                <a:lnTo>
                  <a:pt x="2963863" y="1537099"/>
                </a:lnTo>
                <a:moveTo>
                  <a:pt x="2925502" y="1577334"/>
                </a:moveTo>
                <a:lnTo>
                  <a:pt x="2926165" y="1576671"/>
                </a:lnTo>
                <a:moveTo>
                  <a:pt x="2821960" y="1642131"/>
                </a:moveTo>
                <a:lnTo>
                  <a:pt x="2823392" y="1643514"/>
                </a:lnTo>
                <a:lnTo>
                  <a:pt x="2835792" y="1655431"/>
                </a:lnTo>
                <a:lnTo>
                  <a:pt x="2811647" y="1680115"/>
                </a:lnTo>
                <a:moveTo>
                  <a:pt x="2776438" y="1595569"/>
                </a:moveTo>
                <a:lnTo>
                  <a:pt x="2815674" y="1635886"/>
                </a:lnTo>
                <a:moveTo>
                  <a:pt x="2623616" y="1699185"/>
                </a:moveTo>
                <a:lnTo>
                  <a:pt x="2620355" y="1702266"/>
                </a:lnTo>
                <a:moveTo>
                  <a:pt x="2626915" y="1696013"/>
                </a:moveTo>
                <a:lnTo>
                  <a:pt x="2623780" y="1699025"/>
                </a:lnTo>
                <a:moveTo>
                  <a:pt x="2661032" y="1663902"/>
                </a:moveTo>
                <a:lnTo>
                  <a:pt x="2629550" y="1693648"/>
                </a:lnTo>
                <a:moveTo>
                  <a:pt x="2381887" y="1498173"/>
                </a:moveTo>
                <a:lnTo>
                  <a:pt x="2401080" y="1513258"/>
                </a:lnTo>
                <a:lnTo>
                  <a:pt x="2432034" y="1542263"/>
                </a:lnTo>
                <a:lnTo>
                  <a:pt x="2434604" y="1544661"/>
                </a:lnTo>
                <a:lnTo>
                  <a:pt x="2439130" y="1548746"/>
                </a:lnTo>
                <a:lnTo>
                  <a:pt x="2443050" y="1552510"/>
                </a:lnTo>
                <a:lnTo>
                  <a:pt x="2505661" y="1610309"/>
                </a:lnTo>
                <a:lnTo>
                  <a:pt x="2528791" y="1631327"/>
                </a:lnTo>
                <a:moveTo>
                  <a:pt x="2947739" y="1387036"/>
                </a:moveTo>
                <a:lnTo>
                  <a:pt x="2945709" y="1389172"/>
                </a:lnTo>
                <a:lnTo>
                  <a:pt x="2942599" y="1392422"/>
                </a:lnTo>
                <a:moveTo>
                  <a:pt x="2965639" y="1368686"/>
                </a:moveTo>
                <a:lnTo>
                  <a:pt x="2956300" y="1378254"/>
                </a:lnTo>
                <a:lnTo>
                  <a:pt x="2947919" y="1386856"/>
                </a:lnTo>
                <a:moveTo>
                  <a:pt x="3046469" y="1287709"/>
                </a:moveTo>
                <a:lnTo>
                  <a:pt x="3038841" y="1295345"/>
                </a:lnTo>
                <a:lnTo>
                  <a:pt x="2973913" y="1360306"/>
                </a:lnTo>
                <a:moveTo>
                  <a:pt x="2531876" y="2449925"/>
                </a:moveTo>
                <a:lnTo>
                  <a:pt x="2461932" y="2492182"/>
                </a:lnTo>
                <a:moveTo>
                  <a:pt x="2372884" y="1815020"/>
                </a:moveTo>
                <a:lnTo>
                  <a:pt x="2371215" y="1816690"/>
                </a:lnTo>
                <a:lnTo>
                  <a:pt x="2363611" y="1824301"/>
                </a:lnTo>
                <a:lnTo>
                  <a:pt x="2378237" y="1837814"/>
                </a:lnTo>
                <a:moveTo>
                  <a:pt x="2295090" y="1433655"/>
                </a:moveTo>
                <a:lnTo>
                  <a:pt x="2325848" y="1461589"/>
                </a:lnTo>
                <a:lnTo>
                  <a:pt x="2331880" y="1455917"/>
                </a:lnTo>
                <a:lnTo>
                  <a:pt x="2332150" y="1455688"/>
                </a:lnTo>
                <a:moveTo>
                  <a:pt x="2339172" y="1455540"/>
                </a:moveTo>
                <a:lnTo>
                  <a:pt x="2339262" y="1455630"/>
                </a:lnTo>
                <a:lnTo>
                  <a:pt x="2358234" y="1473677"/>
                </a:lnTo>
                <a:lnTo>
                  <a:pt x="2360362" y="1475658"/>
                </a:lnTo>
                <a:moveTo>
                  <a:pt x="2388238" y="1460738"/>
                </a:moveTo>
                <a:lnTo>
                  <a:pt x="2388361" y="1460844"/>
                </a:lnTo>
                <a:moveTo>
                  <a:pt x="2167658" y="1394410"/>
                </a:moveTo>
                <a:lnTo>
                  <a:pt x="2155324" y="1408250"/>
                </a:lnTo>
                <a:lnTo>
                  <a:pt x="2133774" y="1430520"/>
                </a:lnTo>
                <a:moveTo>
                  <a:pt x="2331020" y="1345557"/>
                </a:moveTo>
                <a:lnTo>
                  <a:pt x="2325668" y="1340646"/>
                </a:lnTo>
                <a:moveTo>
                  <a:pt x="2347144" y="1360052"/>
                </a:moveTo>
                <a:lnTo>
                  <a:pt x="2342168" y="1355820"/>
                </a:lnTo>
                <a:lnTo>
                  <a:pt x="2339704" y="1353545"/>
                </a:lnTo>
                <a:moveTo>
                  <a:pt x="2402414" y="1439556"/>
                </a:moveTo>
                <a:lnTo>
                  <a:pt x="2389965" y="1452553"/>
                </a:lnTo>
                <a:moveTo>
                  <a:pt x="2419249" y="1421534"/>
                </a:moveTo>
                <a:lnTo>
                  <a:pt x="2408716" y="1432878"/>
                </a:lnTo>
                <a:moveTo>
                  <a:pt x="2435201" y="1405058"/>
                </a:moveTo>
                <a:lnTo>
                  <a:pt x="2425551" y="1414921"/>
                </a:lnTo>
                <a:moveTo>
                  <a:pt x="2453076" y="1386480"/>
                </a:moveTo>
                <a:lnTo>
                  <a:pt x="2441536" y="1398519"/>
                </a:lnTo>
                <a:moveTo>
                  <a:pt x="2469723" y="1368883"/>
                </a:moveTo>
                <a:lnTo>
                  <a:pt x="2459394" y="1379834"/>
                </a:lnTo>
                <a:moveTo>
                  <a:pt x="2125565" y="1438950"/>
                </a:moveTo>
                <a:lnTo>
                  <a:pt x="2117176" y="1447503"/>
                </a:lnTo>
                <a:lnTo>
                  <a:pt x="2098433" y="1466966"/>
                </a:lnTo>
                <a:lnTo>
                  <a:pt x="2090969" y="1474790"/>
                </a:lnTo>
                <a:lnTo>
                  <a:pt x="2058452" y="1508543"/>
                </a:lnTo>
                <a:lnTo>
                  <a:pt x="2050873" y="1516302"/>
                </a:lnTo>
                <a:moveTo>
                  <a:pt x="2129493" y="1574478"/>
                </a:moveTo>
                <a:lnTo>
                  <a:pt x="2119868" y="1582605"/>
                </a:lnTo>
                <a:moveTo>
                  <a:pt x="2163803" y="1547698"/>
                </a:moveTo>
                <a:lnTo>
                  <a:pt x="2136483" y="1568830"/>
                </a:lnTo>
                <a:moveTo>
                  <a:pt x="2203138" y="1516032"/>
                </a:moveTo>
                <a:lnTo>
                  <a:pt x="2170825" y="1542141"/>
                </a:lnTo>
                <a:moveTo>
                  <a:pt x="2281619" y="1436945"/>
                </a:moveTo>
                <a:lnTo>
                  <a:pt x="2251148" y="1468717"/>
                </a:lnTo>
                <a:lnTo>
                  <a:pt x="2237562" y="1482983"/>
                </a:lnTo>
                <a:lnTo>
                  <a:pt x="2219318" y="1502118"/>
                </a:lnTo>
                <a:lnTo>
                  <a:pt x="2216413" y="1505163"/>
                </a:lnTo>
                <a:lnTo>
                  <a:pt x="2212280" y="1508568"/>
                </a:lnTo>
                <a:moveTo>
                  <a:pt x="2376633" y="1479546"/>
                </a:moveTo>
                <a:lnTo>
                  <a:pt x="2376076" y="1480380"/>
                </a:lnTo>
                <a:moveTo>
                  <a:pt x="2384023" y="1471361"/>
                </a:moveTo>
                <a:lnTo>
                  <a:pt x="2381617" y="1474005"/>
                </a:lnTo>
                <a:lnTo>
                  <a:pt x="2376985" y="1479095"/>
                </a:lnTo>
                <a:moveTo>
                  <a:pt x="2388255" y="1466851"/>
                </a:moveTo>
                <a:lnTo>
                  <a:pt x="2384195" y="1471173"/>
                </a:lnTo>
                <a:moveTo>
                  <a:pt x="2360542" y="1475822"/>
                </a:moveTo>
                <a:lnTo>
                  <a:pt x="2363169" y="1478269"/>
                </a:lnTo>
                <a:lnTo>
                  <a:pt x="2365297" y="1480241"/>
                </a:lnTo>
                <a:lnTo>
                  <a:pt x="2366206" y="1481125"/>
                </a:lnTo>
                <a:moveTo>
                  <a:pt x="2042492" y="1524691"/>
                </a:moveTo>
                <a:lnTo>
                  <a:pt x="2031754" y="1535200"/>
                </a:lnTo>
                <a:lnTo>
                  <a:pt x="2018446" y="1549032"/>
                </a:lnTo>
                <a:lnTo>
                  <a:pt x="2013552" y="1554025"/>
                </a:lnTo>
                <a:moveTo>
                  <a:pt x="2118395" y="1592115"/>
                </a:moveTo>
                <a:lnTo>
                  <a:pt x="2119058" y="1593146"/>
                </a:lnTo>
                <a:lnTo>
                  <a:pt x="2086517" y="1626818"/>
                </a:lnTo>
                <a:lnTo>
                  <a:pt x="2086025" y="1627210"/>
                </a:lnTo>
                <a:lnTo>
                  <a:pt x="2085371" y="1627448"/>
                </a:lnTo>
                <a:lnTo>
                  <a:pt x="2084659" y="1627513"/>
                </a:lnTo>
                <a:lnTo>
                  <a:pt x="2083439" y="1627325"/>
                </a:lnTo>
                <a:lnTo>
                  <a:pt x="2082424" y="1627137"/>
                </a:lnTo>
                <a:lnTo>
                  <a:pt x="2082220" y="1627112"/>
                </a:lnTo>
                <a:lnTo>
                  <a:pt x="2080673" y="1626335"/>
                </a:lnTo>
                <a:lnTo>
                  <a:pt x="2079224" y="1625025"/>
                </a:lnTo>
                <a:lnTo>
                  <a:pt x="2045823" y="1592033"/>
                </a:lnTo>
                <a:lnTo>
                  <a:pt x="2026360" y="1572980"/>
                </a:lnTo>
                <a:lnTo>
                  <a:pt x="2015491" y="1562340"/>
                </a:lnTo>
                <a:moveTo>
                  <a:pt x="2360419" y="1364782"/>
                </a:moveTo>
                <a:lnTo>
                  <a:pt x="2369602" y="1373000"/>
                </a:lnTo>
                <a:moveTo>
                  <a:pt x="2305567" y="1422712"/>
                </a:moveTo>
                <a:lnTo>
                  <a:pt x="2311050" y="1428106"/>
                </a:lnTo>
                <a:lnTo>
                  <a:pt x="2330685" y="1447348"/>
                </a:lnTo>
                <a:moveTo>
                  <a:pt x="2007070" y="1554082"/>
                </a:moveTo>
                <a:lnTo>
                  <a:pt x="1968864" y="1516531"/>
                </a:lnTo>
                <a:moveTo>
                  <a:pt x="2261902" y="1757573"/>
                </a:moveTo>
                <a:lnTo>
                  <a:pt x="2273966" y="1769351"/>
                </a:lnTo>
                <a:moveTo>
                  <a:pt x="2238789" y="1735008"/>
                </a:moveTo>
                <a:lnTo>
                  <a:pt x="2253464" y="1749340"/>
                </a:lnTo>
                <a:moveTo>
                  <a:pt x="2297218" y="1420985"/>
                </a:moveTo>
                <a:lnTo>
                  <a:pt x="2295803" y="1422450"/>
                </a:lnTo>
                <a:lnTo>
                  <a:pt x="2294812" y="1423457"/>
                </a:lnTo>
                <a:moveTo>
                  <a:pt x="2425249" y="1286931"/>
                </a:moveTo>
                <a:lnTo>
                  <a:pt x="2400065" y="1313269"/>
                </a:lnTo>
                <a:moveTo>
                  <a:pt x="2467579" y="1242179"/>
                </a:moveTo>
                <a:lnTo>
                  <a:pt x="2432729" y="1279066"/>
                </a:lnTo>
                <a:moveTo>
                  <a:pt x="2318703" y="1398257"/>
                </a:moveTo>
                <a:lnTo>
                  <a:pt x="2311443" y="1405738"/>
                </a:lnTo>
                <a:lnTo>
                  <a:pt x="2305468" y="1411958"/>
                </a:lnTo>
                <a:lnTo>
                  <a:pt x="2305215" y="1412244"/>
                </a:lnTo>
                <a:moveTo>
                  <a:pt x="2345875" y="1368474"/>
                </a:moveTo>
                <a:lnTo>
                  <a:pt x="2324890" y="1391660"/>
                </a:lnTo>
                <a:moveTo>
                  <a:pt x="2385603" y="1328099"/>
                </a:moveTo>
                <a:lnTo>
                  <a:pt x="2360043" y="1354585"/>
                </a:lnTo>
                <a:moveTo>
                  <a:pt x="2120851" y="1746254"/>
                </a:moveTo>
                <a:lnTo>
                  <a:pt x="2127013" y="1760561"/>
                </a:lnTo>
                <a:lnTo>
                  <a:pt x="2132170" y="1774114"/>
                </a:lnTo>
                <a:lnTo>
                  <a:pt x="2143554" y="1802146"/>
                </a:lnTo>
                <a:lnTo>
                  <a:pt x="2150405" y="1819202"/>
                </a:lnTo>
                <a:lnTo>
                  <a:pt x="2154358" y="1829155"/>
                </a:lnTo>
                <a:lnTo>
                  <a:pt x="2163533" y="1851646"/>
                </a:lnTo>
                <a:lnTo>
                  <a:pt x="2165783" y="1857154"/>
                </a:lnTo>
                <a:lnTo>
                  <a:pt x="2167142" y="1862057"/>
                </a:lnTo>
                <a:moveTo>
                  <a:pt x="2269309" y="1705913"/>
                </a:moveTo>
                <a:lnTo>
                  <a:pt x="2281750" y="1717215"/>
                </a:lnTo>
                <a:moveTo>
                  <a:pt x="2259832" y="1698637"/>
                </a:moveTo>
                <a:lnTo>
                  <a:pt x="2262565" y="1700519"/>
                </a:lnTo>
                <a:moveTo>
                  <a:pt x="2394270" y="1329933"/>
                </a:moveTo>
                <a:lnTo>
                  <a:pt x="2404075" y="1338805"/>
                </a:lnTo>
                <a:lnTo>
                  <a:pt x="2406604" y="1340032"/>
                </a:lnTo>
                <a:moveTo>
                  <a:pt x="2495472" y="1349109"/>
                </a:moveTo>
                <a:lnTo>
                  <a:pt x="2495594" y="1349216"/>
                </a:lnTo>
                <a:moveTo>
                  <a:pt x="1840409" y="1365396"/>
                </a:moveTo>
                <a:lnTo>
                  <a:pt x="1875880" y="1371739"/>
                </a:lnTo>
                <a:lnTo>
                  <a:pt x="1879506" y="1373049"/>
                </a:lnTo>
                <a:moveTo>
                  <a:pt x="2323114" y="1832748"/>
                </a:moveTo>
                <a:lnTo>
                  <a:pt x="2354101" y="1800354"/>
                </a:lnTo>
                <a:lnTo>
                  <a:pt x="2356024" y="1798332"/>
                </a:lnTo>
                <a:moveTo>
                  <a:pt x="2248742" y="1842095"/>
                </a:moveTo>
                <a:lnTo>
                  <a:pt x="2256599" y="1848912"/>
                </a:lnTo>
                <a:lnTo>
                  <a:pt x="2271912" y="1848233"/>
                </a:lnTo>
                <a:lnTo>
                  <a:pt x="2308169" y="1846621"/>
                </a:lnTo>
                <a:lnTo>
                  <a:pt x="2314373" y="1841137"/>
                </a:lnTo>
                <a:moveTo>
                  <a:pt x="2213573" y="1808734"/>
                </a:moveTo>
                <a:lnTo>
                  <a:pt x="2241850" y="1835817"/>
                </a:lnTo>
                <a:moveTo>
                  <a:pt x="2281332" y="1727348"/>
                </a:moveTo>
                <a:lnTo>
                  <a:pt x="2276086" y="1732717"/>
                </a:lnTo>
                <a:lnTo>
                  <a:pt x="2262451" y="1746704"/>
                </a:lnTo>
                <a:lnTo>
                  <a:pt x="2261780" y="1747383"/>
                </a:lnTo>
                <a:moveTo>
                  <a:pt x="2205159" y="1806934"/>
                </a:moveTo>
                <a:lnTo>
                  <a:pt x="2192269" y="1819006"/>
                </a:lnTo>
                <a:lnTo>
                  <a:pt x="2190959" y="1820250"/>
                </a:lnTo>
                <a:moveTo>
                  <a:pt x="2229786" y="1780572"/>
                </a:moveTo>
                <a:lnTo>
                  <a:pt x="2229524" y="1780866"/>
                </a:lnTo>
                <a:lnTo>
                  <a:pt x="2216617" y="1795017"/>
                </a:lnTo>
                <a:lnTo>
                  <a:pt x="2215193" y="1796540"/>
                </a:lnTo>
                <a:moveTo>
                  <a:pt x="2253546" y="1755822"/>
                </a:moveTo>
                <a:lnTo>
                  <a:pt x="2252695" y="1756689"/>
                </a:lnTo>
                <a:lnTo>
                  <a:pt x="2239018" y="1770734"/>
                </a:lnTo>
                <a:lnTo>
                  <a:pt x="2237946" y="1771831"/>
                </a:lnTo>
                <a:moveTo>
                  <a:pt x="2299387" y="1734165"/>
                </a:moveTo>
                <a:lnTo>
                  <a:pt x="2291489" y="1727029"/>
                </a:lnTo>
                <a:moveTo>
                  <a:pt x="2318703" y="1752212"/>
                </a:moveTo>
                <a:lnTo>
                  <a:pt x="2306107" y="1740369"/>
                </a:lnTo>
                <a:moveTo>
                  <a:pt x="2337183" y="1769997"/>
                </a:moveTo>
                <a:lnTo>
                  <a:pt x="2327288" y="1760634"/>
                </a:lnTo>
                <a:moveTo>
                  <a:pt x="2356008" y="1788101"/>
                </a:moveTo>
                <a:lnTo>
                  <a:pt x="2343731" y="1776250"/>
                </a:lnTo>
                <a:moveTo>
                  <a:pt x="2374718" y="1806680"/>
                </a:moveTo>
                <a:lnTo>
                  <a:pt x="2364323" y="1796384"/>
                </a:lnTo>
                <a:moveTo>
                  <a:pt x="2398379" y="1829613"/>
                </a:moveTo>
                <a:lnTo>
                  <a:pt x="2383107" y="1814881"/>
                </a:lnTo>
                <a:moveTo>
                  <a:pt x="2133888" y="1440792"/>
                </a:moveTo>
                <a:lnTo>
                  <a:pt x="2151755" y="1459174"/>
                </a:lnTo>
                <a:lnTo>
                  <a:pt x="2166078" y="1472785"/>
                </a:lnTo>
                <a:lnTo>
                  <a:pt x="2186253" y="1492313"/>
                </a:lnTo>
                <a:lnTo>
                  <a:pt x="2192350" y="1498223"/>
                </a:lnTo>
                <a:lnTo>
                  <a:pt x="2201239" y="1506816"/>
                </a:lnTo>
                <a:lnTo>
                  <a:pt x="2203694" y="1509632"/>
                </a:lnTo>
                <a:moveTo>
                  <a:pt x="2191933" y="1829392"/>
                </a:moveTo>
                <a:lnTo>
                  <a:pt x="2212853" y="1849485"/>
                </a:lnTo>
                <a:moveTo>
                  <a:pt x="2151616" y="1790663"/>
                </a:moveTo>
                <a:lnTo>
                  <a:pt x="2183429" y="1821224"/>
                </a:lnTo>
                <a:moveTo>
                  <a:pt x="2238159" y="1782094"/>
                </a:moveTo>
                <a:lnTo>
                  <a:pt x="2254233" y="1797702"/>
                </a:lnTo>
                <a:moveTo>
                  <a:pt x="2207508" y="1752245"/>
                </a:moveTo>
                <a:lnTo>
                  <a:pt x="2229631" y="1773795"/>
                </a:lnTo>
                <a:moveTo>
                  <a:pt x="2302317" y="1822861"/>
                </a:moveTo>
                <a:lnTo>
                  <a:pt x="2312761" y="1832813"/>
                </a:lnTo>
                <a:moveTo>
                  <a:pt x="2410377" y="2257532"/>
                </a:moveTo>
                <a:lnTo>
                  <a:pt x="2422343" y="2269105"/>
                </a:lnTo>
                <a:lnTo>
                  <a:pt x="2446504" y="2292471"/>
                </a:lnTo>
                <a:lnTo>
                  <a:pt x="2455474" y="2282945"/>
                </a:lnTo>
                <a:lnTo>
                  <a:pt x="2465361" y="2272411"/>
                </a:lnTo>
                <a:moveTo>
                  <a:pt x="2456865" y="2211085"/>
                </a:moveTo>
                <a:lnTo>
                  <a:pt x="2487344" y="2240794"/>
                </a:lnTo>
                <a:lnTo>
                  <a:pt x="2488482" y="2244756"/>
                </a:lnTo>
                <a:lnTo>
                  <a:pt x="2476099" y="2257474"/>
                </a:lnTo>
                <a:lnTo>
                  <a:pt x="2471581" y="2262123"/>
                </a:lnTo>
                <a:moveTo>
                  <a:pt x="2385316" y="2203727"/>
                </a:moveTo>
                <a:lnTo>
                  <a:pt x="2347561" y="2242390"/>
                </a:lnTo>
                <a:lnTo>
                  <a:pt x="2345040" y="2245476"/>
                </a:lnTo>
                <a:moveTo>
                  <a:pt x="2352677" y="2172069"/>
                </a:moveTo>
                <a:lnTo>
                  <a:pt x="2351662" y="2172953"/>
                </a:lnTo>
                <a:lnTo>
                  <a:pt x="2349427" y="2175261"/>
                </a:lnTo>
                <a:lnTo>
                  <a:pt x="2344484" y="2180344"/>
                </a:lnTo>
                <a:lnTo>
                  <a:pt x="2312523" y="2213425"/>
                </a:lnTo>
                <a:lnTo>
                  <a:pt x="2307457" y="2218516"/>
                </a:lnTo>
                <a:lnTo>
                  <a:pt x="2307351" y="2218655"/>
                </a:lnTo>
                <a:moveTo>
                  <a:pt x="2319112" y="2140272"/>
                </a:moveTo>
                <a:lnTo>
                  <a:pt x="2317459" y="2141877"/>
                </a:lnTo>
                <a:moveTo>
                  <a:pt x="2327100" y="2132563"/>
                </a:moveTo>
                <a:lnTo>
                  <a:pt x="2326912" y="2132734"/>
                </a:lnTo>
                <a:moveTo>
                  <a:pt x="2194937" y="1947143"/>
                </a:moveTo>
                <a:lnTo>
                  <a:pt x="2200805" y="1952880"/>
                </a:lnTo>
                <a:lnTo>
                  <a:pt x="2211478" y="1963242"/>
                </a:lnTo>
                <a:lnTo>
                  <a:pt x="2233314" y="1984546"/>
                </a:lnTo>
                <a:moveTo>
                  <a:pt x="2210692" y="1895237"/>
                </a:moveTo>
                <a:lnTo>
                  <a:pt x="2210553" y="1895613"/>
                </a:lnTo>
                <a:lnTo>
                  <a:pt x="2210512" y="1896178"/>
                </a:lnTo>
                <a:lnTo>
                  <a:pt x="2210495" y="1896865"/>
                </a:lnTo>
                <a:lnTo>
                  <a:pt x="2210659" y="1897626"/>
                </a:lnTo>
                <a:lnTo>
                  <a:pt x="2211036" y="1898895"/>
                </a:lnTo>
                <a:lnTo>
                  <a:pt x="2223337" y="1929390"/>
                </a:lnTo>
                <a:moveTo>
                  <a:pt x="2327468" y="2142482"/>
                </a:moveTo>
                <a:lnTo>
                  <a:pt x="2328393" y="2143513"/>
                </a:lnTo>
                <a:moveTo>
                  <a:pt x="2317753" y="2133242"/>
                </a:moveTo>
                <a:lnTo>
                  <a:pt x="2318809" y="2134134"/>
                </a:lnTo>
                <a:moveTo>
                  <a:pt x="2427066" y="2103974"/>
                </a:moveTo>
                <a:lnTo>
                  <a:pt x="2427827" y="2104645"/>
                </a:lnTo>
                <a:moveTo>
                  <a:pt x="2419716" y="2096821"/>
                </a:moveTo>
                <a:lnTo>
                  <a:pt x="2420682" y="2097828"/>
                </a:lnTo>
                <a:moveTo>
                  <a:pt x="2096518" y="1952119"/>
                </a:moveTo>
                <a:lnTo>
                  <a:pt x="2088882" y="1932918"/>
                </a:lnTo>
                <a:lnTo>
                  <a:pt x="2103254" y="1927099"/>
                </a:lnTo>
                <a:lnTo>
                  <a:pt x="2104367" y="1926706"/>
                </a:lnTo>
                <a:lnTo>
                  <a:pt x="2105472" y="1926657"/>
                </a:lnTo>
                <a:lnTo>
                  <a:pt x="2105611" y="1926690"/>
                </a:lnTo>
                <a:moveTo>
                  <a:pt x="2129231" y="1964322"/>
                </a:moveTo>
                <a:lnTo>
                  <a:pt x="2132530" y="1963012"/>
                </a:lnTo>
                <a:lnTo>
                  <a:pt x="2136303" y="1961474"/>
                </a:lnTo>
                <a:moveTo>
                  <a:pt x="2121080" y="1968504"/>
                </a:moveTo>
                <a:lnTo>
                  <a:pt x="2121194" y="1968390"/>
                </a:lnTo>
                <a:moveTo>
                  <a:pt x="2115113" y="1974585"/>
                </a:moveTo>
                <a:lnTo>
                  <a:pt x="2115228" y="1974463"/>
                </a:lnTo>
                <a:moveTo>
                  <a:pt x="2432868" y="2234501"/>
                </a:moveTo>
                <a:lnTo>
                  <a:pt x="2445104" y="2246409"/>
                </a:lnTo>
                <a:lnTo>
                  <a:pt x="2463274" y="2264088"/>
                </a:lnTo>
                <a:moveTo>
                  <a:pt x="2502543" y="1920617"/>
                </a:moveTo>
                <a:lnTo>
                  <a:pt x="2509631" y="1927721"/>
                </a:lnTo>
                <a:lnTo>
                  <a:pt x="2514386" y="1932492"/>
                </a:lnTo>
                <a:moveTo>
                  <a:pt x="2232299" y="1894901"/>
                </a:moveTo>
                <a:lnTo>
                  <a:pt x="2232504" y="1895237"/>
                </a:lnTo>
                <a:lnTo>
                  <a:pt x="2232888" y="1896178"/>
                </a:lnTo>
                <a:lnTo>
                  <a:pt x="2245722" y="1928081"/>
                </a:lnTo>
                <a:moveTo>
                  <a:pt x="2279859" y="2096674"/>
                </a:moveTo>
                <a:lnTo>
                  <a:pt x="2280317" y="2097099"/>
                </a:lnTo>
                <a:moveTo>
                  <a:pt x="2092581" y="1957815"/>
                </a:moveTo>
                <a:lnTo>
                  <a:pt x="2092393" y="1957881"/>
                </a:lnTo>
                <a:lnTo>
                  <a:pt x="2091337" y="1958380"/>
                </a:lnTo>
                <a:lnTo>
                  <a:pt x="2090396" y="1959198"/>
                </a:lnTo>
                <a:lnTo>
                  <a:pt x="2086140" y="1963577"/>
                </a:lnTo>
                <a:lnTo>
                  <a:pt x="2074510" y="1975559"/>
                </a:lnTo>
                <a:moveTo>
                  <a:pt x="2111741" y="2458208"/>
                </a:moveTo>
                <a:lnTo>
                  <a:pt x="2107698" y="2456440"/>
                </a:lnTo>
                <a:lnTo>
                  <a:pt x="2038474" y="2421860"/>
                </a:lnTo>
                <a:lnTo>
                  <a:pt x="2028357" y="2416467"/>
                </a:lnTo>
                <a:moveTo>
                  <a:pt x="2367221" y="1864970"/>
                </a:moveTo>
                <a:lnTo>
                  <a:pt x="2363611" y="1865060"/>
                </a:lnTo>
                <a:lnTo>
                  <a:pt x="2344476" y="1865535"/>
                </a:lnTo>
                <a:lnTo>
                  <a:pt x="2335538" y="1865879"/>
                </a:lnTo>
                <a:moveTo>
                  <a:pt x="2031787" y="2061513"/>
                </a:moveTo>
                <a:lnTo>
                  <a:pt x="2062912" y="2084258"/>
                </a:lnTo>
                <a:moveTo>
                  <a:pt x="2526565" y="2748095"/>
                </a:moveTo>
                <a:lnTo>
                  <a:pt x="2506324" y="2759856"/>
                </a:lnTo>
                <a:lnTo>
                  <a:pt x="2484545" y="2772517"/>
                </a:lnTo>
                <a:lnTo>
                  <a:pt x="2480355" y="2773630"/>
                </a:lnTo>
                <a:lnTo>
                  <a:pt x="2477916" y="2772509"/>
                </a:lnTo>
                <a:lnTo>
                  <a:pt x="2476107" y="2771691"/>
                </a:lnTo>
                <a:lnTo>
                  <a:pt x="2472490" y="2766191"/>
                </a:lnTo>
                <a:lnTo>
                  <a:pt x="2467702" y="2758121"/>
                </a:lnTo>
                <a:lnTo>
                  <a:pt x="2456931" y="2739984"/>
                </a:lnTo>
                <a:lnTo>
                  <a:pt x="2453444" y="2734124"/>
                </a:lnTo>
                <a:lnTo>
                  <a:pt x="2446512" y="2721929"/>
                </a:lnTo>
                <a:lnTo>
                  <a:pt x="2435193" y="2702008"/>
                </a:lnTo>
                <a:moveTo>
                  <a:pt x="317960" y="1130223"/>
                </a:moveTo>
                <a:lnTo>
                  <a:pt x="317264" y="1130550"/>
                </a:lnTo>
                <a:lnTo>
                  <a:pt x="310528" y="1131033"/>
                </a:lnTo>
                <a:lnTo>
                  <a:pt x="281285" y="1128479"/>
                </a:lnTo>
                <a:lnTo>
                  <a:pt x="270923" y="1128152"/>
                </a:lnTo>
                <a:lnTo>
                  <a:pt x="245347" y="1129028"/>
                </a:lnTo>
                <a:lnTo>
                  <a:pt x="233037" y="1129879"/>
                </a:lnTo>
                <a:moveTo>
                  <a:pt x="326619" y="1127055"/>
                </a:moveTo>
                <a:lnTo>
                  <a:pt x="326455" y="1127104"/>
                </a:lnTo>
                <a:moveTo>
                  <a:pt x="1652419" y="1763888"/>
                </a:moveTo>
                <a:lnTo>
                  <a:pt x="1649734" y="1764649"/>
                </a:lnTo>
                <a:lnTo>
                  <a:pt x="1648985" y="1764857"/>
                </a:lnTo>
                <a:moveTo>
                  <a:pt x="1651301" y="1764223"/>
                </a:moveTo>
                <a:lnTo>
                  <a:pt x="1651146" y="1764264"/>
                </a:lnTo>
                <a:moveTo>
                  <a:pt x="1728375" y="1744302"/>
                </a:moveTo>
                <a:lnTo>
                  <a:pt x="1721389" y="1746143"/>
                </a:lnTo>
                <a:lnTo>
                  <a:pt x="1699541" y="1751758"/>
                </a:lnTo>
                <a:lnTo>
                  <a:pt x="1690112" y="1754172"/>
                </a:lnTo>
                <a:lnTo>
                  <a:pt x="1688414" y="1754614"/>
                </a:lnTo>
                <a:lnTo>
                  <a:pt x="1667036" y="1760164"/>
                </a:lnTo>
                <a:lnTo>
                  <a:pt x="1658823" y="1762328"/>
                </a:lnTo>
                <a:moveTo>
                  <a:pt x="1284926" y="1889057"/>
                </a:moveTo>
                <a:lnTo>
                  <a:pt x="1290917" y="1911646"/>
                </a:lnTo>
                <a:moveTo>
                  <a:pt x="1282422" y="1879760"/>
                </a:moveTo>
                <a:lnTo>
                  <a:pt x="1282536" y="1880177"/>
                </a:lnTo>
                <a:lnTo>
                  <a:pt x="1284124" y="1885890"/>
                </a:lnTo>
                <a:lnTo>
                  <a:pt x="1284861" y="1888795"/>
                </a:lnTo>
                <a:moveTo>
                  <a:pt x="1546429" y="1791461"/>
                </a:moveTo>
                <a:lnTo>
                  <a:pt x="1450270" y="1816248"/>
                </a:lnTo>
                <a:lnTo>
                  <a:pt x="1444369" y="1817770"/>
                </a:lnTo>
                <a:lnTo>
                  <a:pt x="1365981" y="1837871"/>
                </a:lnTo>
                <a:moveTo>
                  <a:pt x="503666" y="1456416"/>
                </a:moveTo>
                <a:lnTo>
                  <a:pt x="500998" y="1444680"/>
                </a:lnTo>
                <a:lnTo>
                  <a:pt x="496415" y="1425741"/>
                </a:lnTo>
                <a:lnTo>
                  <a:pt x="495465" y="1420028"/>
                </a:lnTo>
                <a:moveTo>
                  <a:pt x="492453" y="1349805"/>
                </a:moveTo>
                <a:lnTo>
                  <a:pt x="490448" y="1340745"/>
                </a:lnTo>
                <a:lnTo>
                  <a:pt x="482288" y="1307131"/>
                </a:lnTo>
                <a:lnTo>
                  <a:pt x="480921" y="1301516"/>
                </a:lnTo>
                <a:moveTo>
                  <a:pt x="494540" y="1410501"/>
                </a:moveTo>
                <a:lnTo>
                  <a:pt x="494565" y="1387805"/>
                </a:lnTo>
                <a:lnTo>
                  <a:pt x="494745" y="1366354"/>
                </a:lnTo>
                <a:lnTo>
                  <a:pt x="494344" y="1359364"/>
                </a:lnTo>
                <a:lnTo>
                  <a:pt x="494270" y="1358955"/>
                </a:lnTo>
                <a:moveTo>
                  <a:pt x="1126687" y="2635623"/>
                </a:moveTo>
                <a:lnTo>
                  <a:pt x="1158705" y="2652933"/>
                </a:lnTo>
                <a:lnTo>
                  <a:pt x="1160767" y="2654055"/>
                </a:lnTo>
                <a:lnTo>
                  <a:pt x="1211176" y="2681964"/>
                </a:lnTo>
                <a:lnTo>
                  <a:pt x="1263941" y="2710978"/>
                </a:lnTo>
                <a:lnTo>
                  <a:pt x="1266241" y="2712197"/>
                </a:lnTo>
                <a:lnTo>
                  <a:pt x="1286776" y="2723451"/>
                </a:lnTo>
                <a:lnTo>
                  <a:pt x="1288912" y="2724433"/>
                </a:lnTo>
                <a:lnTo>
                  <a:pt x="1293242" y="2725980"/>
                </a:lnTo>
                <a:lnTo>
                  <a:pt x="1296450" y="2726807"/>
                </a:lnTo>
                <a:lnTo>
                  <a:pt x="1299388" y="2727298"/>
                </a:lnTo>
                <a:lnTo>
                  <a:pt x="1302687" y="2727756"/>
                </a:lnTo>
                <a:lnTo>
                  <a:pt x="1317419" y="2729344"/>
                </a:lnTo>
                <a:lnTo>
                  <a:pt x="1320643" y="2729745"/>
                </a:lnTo>
                <a:moveTo>
                  <a:pt x="1310306" y="2740630"/>
                </a:moveTo>
                <a:lnTo>
                  <a:pt x="1307229" y="2740229"/>
                </a:lnTo>
                <a:lnTo>
                  <a:pt x="1304569" y="2739886"/>
                </a:lnTo>
                <a:lnTo>
                  <a:pt x="1301475" y="2739165"/>
                </a:lnTo>
                <a:lnTo>
                  <a:pt x="1299462" y="2738396"/>
                </a:lnTo>
                <a:lnTo>
                  <a:pt x="1296606" y="2736972"/>
                </a:lnTo>
                <a:lnTo>
                  <a:pt x="1288192" y="2732814"/>
                </a:lnTo>
                <a:lnTo>
                  <a:pt x="1283404" y="2730408"/>
                </a:lnTo>
                <a:lnTo>
                  <a:pt x="1262353" y="2719809"/>
                </a:lnTo>
                <a:lnTo>
                  <a:pt x="1261371" y="2719277"/>
                </a:lnTo>
                <a:lnTo>
                  <a:pt x="1239797" y="2708359"/>
                </a:lnTo>
                <a:lnTo>
                  <a:pt x="1229386" y="2703006"/>
                </a:lnTo>
                <a:lnTo>
                  <a:pt x="1220334" y="2698546"/>
                </a:lnTo>
                <a:lnTo>
                  <a:pt x="1218468" y="2697539"/>
                </a:lnTo>
                <a:lnTo>
                  <a:pt x="1215211" y="2695828"/>
                </a:lnTo>
                <a:lnTo>
                  <a:pt x="1207394" y="2691376"/>
                </a:lnTo>
                <a:lnTo>
                  <a:pt x="1205258" y="2690189"/>
                </a:lnTo>
                <a:lnTo>
                  <a:pt x="1192613" y="2683052"/>
                </a:lnTo>
                <a:lnTo>
                  <a:pt x="1190616" y="2681882"/>
                </a:lnTo>
                <a:lnTo>
                  <a:pt x="1187269" y="2680016"/>
                </a:lnTo>
                <a:lnTo>
                  <a:pt x="1172864" y="2671790"/>
                </a:lnTo>
                <a:lnTo>
                  <a:pt x="1154154" y="2661200"/>
                </a:lnTo>
                <a:lnTo>
                  <a:pt x="1139389" y="2652909"/>
                </a:lnTo>
                <a:lnTo>
                  <a:pt x="1127702" y="2646148"/>
                </a:lnTo>
                <a:lnTo>
                  <a:pt x="1122390" y="2643161"/>
                </a:lnTo>
                <a:lnTo>
                  <a:pt x="1110228" y="2636343"/>
                </a:lnTo>
                <a:lnTo>
                  <a:pt x="1104605" y="2633029"/>
                </a:lnTo>
                <a:moveTo>
                  <a:pt x="1511023" y="2644364"/>
                </a:moveTo>
                <a:lnTo>
                  <a:pt x="1509411" y="2652000"/>
                </a:lnTo>
                <a:lnTo>
                  <a:pt x="1509075" y="2661241"/>
                </a:lnTo>
                <a:lnTo>
                  <a:pt x="1511555" y="2675408"/>
                </a:lnTo>
                <a:lnTo>
                  <a:pt x="1513397" y="2684018"/>
                </a:lnTo>
                <a:lnTo>
                  <a:pt x="1513904" y="2686367"/>
                </a:lnTo>
                <a:lnTo>
                  <a:pt x="1519437" y="2707246"/>
                </a:lnTo>
                <a:lnTo>
                  <a:pt x="1520861" y="2712639"/>
                </a:lnTo>
                <a:lnTo>
                  <a:pt x="1525935" y="2737528"/>
                </a:lnTo>
                <a:lnTo>
                  <a:pt x="1526664" y="2742087"/>
                </a:lnTo>
                <a:lnTo>
                  <a:pt x="1529479" y="2766354"/>
                </a:lnTo>
                <a:lnTo>
                  <a:pt x="1530093" y="2771568"/>
                </a:lnTo>
                <a:lnTo>
                  <a:pt x="1531165" y="2779130"/>
                </a:lnTo>
                <a:lnTo>
                  <a:pt x="1531419" y="2800312"/>
                </a:lnTo>
                <a:lnTo>
                  <a:pt x="1531468" y="2802849"/>
                </a:lnTo>
                <a:lnTo>
                  <a:pt x="1531910" y="2826895"/>
                </a:lnTo>
                <a:lnTo>
                  <a:pt x="1531746" y="2828622"/>
                </a:lnTo>
                <a:lnTo>
                  <a:pt x="1528775" y="2859854"/>
                </a:lnTo>
                <a:lnTo>
                  <a:pt x="1527319" y="2872049"/>
                </a:lnTo>
                <a:lnTo>
                  <a:pt x="1524765" y="2884342"/>
                </a:lnTo>
                <a:lnTo>
                  <a:pt x="1523284" y="2888983"/>
                </a:lnTo>
                <a:lnTo>
                  <a:pt x="1520926" y="2896357"/>
                </a:lnTo>
                <a:lnTo>
                  <a:pt x="1515222" y="2909984"/>
                </a:lnTo>
                <a:lnTo>
                  <a:pt x="1502348" y="2932082"/>
                </a:lnTo>
                <a:lnTo>
                  <a:pt x="1499033" y="2936870"/>
                </a:lnTo>
                <a:lnTo>
                  <a:pt x="1486862" y="2953329"/>
                </a:lnTo>
                <a:lnTo>
                  <a:pt x="1473702" y="2968143"/>
                </a:lnTo>
                <a:lnTo>
                  <a:pt x="1472114" y="2969936"/>
                </a:lnTo>
                <a:lnTo>
                  <a:pt x="1471435" y="2970697"/>
                </a:lnTo>
                <a:lnTo>
                  <a:pt x="1466909" y="2975239"/>
                </a:lnTo>
                <a:lnTo>
                  <a:pt x="1459698" y="2982253"/>
                </a:lnTo>
                <a:lnTo>
                  <a:pt x="1433475" y="3003435"/>
                </a:lnTo>
                <a:lnTo>
                  <a:pt x="1429628" y="3006275"/>
                </a:lnTo>
                <a:lnTo>
                  <a:pt x="1411770" y="3020377"/>
                </a:lnTo>
                <a:lnTo>
                  <a:pt x="1396702" y="3030403"/>
                </a:lnTo>
                <a:lnTo>
                  <a:pt x="1375209" y="3042802"/>
                </a:lnTo>
                <a:lnTo>
                  <a:pt x="1357179" y="3052779"/>
                </a:lnTo>
                <a:lnTo>
                  <a:pt x="1352547" y="3055267"/>
                </a:lnTo>
                <a:lnTo>
                  <a:pt x="1339918" y="3061880"/>
                </a:lnTo>
                <a:lnTo>
                  <a:pt x="1334221" y="3064213"/>
                </a:lnTo>
                <a:lnTo>
                  <a:pt x="1323672" y="3069279"/>
                </a:lnTo>
                <a:lnTo>
                  <a:pt x="1307769" y="3075221"/>
                </a:lnTo>
                <a:lnTo>
                  <a:pt x="1294167" y="3079780"/>
                </a:lnTo>
                <a:lnTo>
                  <a:pt x="1267960" y="3086082"/>
                </a:lnTo>
                <a:lnTo>
                  <a:pt x="1251100" y="3088955"/>
                </a:lnTo>
                <a:lnTo>
                  <a:pt x="1239830" y="3090682"/>
                </a:lnTo>
                <a:moveTo>
                  <a:pt x="1532688" y="2635582"/>
                </a:moveTo>
                <a:lnTo>
                  <a:pt x="1533940" y="2641213"/>
                </a:lnTo>
                <a:lnTo>
                  <a:pt x="1541813" y="2659776"/>
                </a:lnTo>
                <a:lnTo>
                  <a:pt x="1563093" y="2690287"/>
                </a:lnTo>
                <a:lnTo>
                  <a:pt x="1573397" y="2702065"/>
                </a:lnTo>
                <a:lnTo>
                  <a:pt x="1583873" y="2711927"/>
                </a:lnTo>
                <a:lnTo>
                  <a:pt x="1594333" y="2716552"/>
                </a:lnTo>
                <a:lnTo>
                  <a:pt x="1600193" y="2717313"/>
                </a:lnTo>
                <a:moveTo>
                  <a:pt x="1021099" y="2016032"/>
                </a:moveTo>
                <a:lnTo>
                  <a:pt x="1017113" y="2018741"/>
                </a:lnTo>
                <a:lnTo>
                  <a:pt x="993697" y="2033555"/>
                </a:lnTo>
                <a:lnTo>
                  <a:pt x="943804" y="2065425"/>
                </a:lnTo>
                <a:lnTo>
                  <a:pt x="902620" y="2090789"/>
                </a:lnTo>
                <a:lnTo>
                  <a:pt x="876798" y="2107150"/>
                </a:lnTo>
                <a:lnTo>
                  <a:pt x="826381" y="2138987"/>
                </a:lnTo>
                <a:lnTo>
                  <a:pt x="803473" y="2152230"/>
                </a:lnTo>
                <a:lnTo>
                  <a:pt x="800747" y="2153932"/>
                </a:lnTo>
                <a:moveTo>
                  <a:pt x="1152444" y="1933614"/>
                </a:moveTo>
                <a:lnTo>
                  <a:pt x="1140773" y="1941299"/>
                </a:lnTo>
                <a:lnTo>
                  <a:pt x="1036502" y="2007323"/>
                </a:lnTo>
                <a:lnTo>
                  <a:pt x="1031084" y="2010098"/>
                </a:lnTo>
                <a:moveTo>
                  <a:pt x="1133832" y="2050398"/>
                </a:moveTo>
                <a:lnTo>
                  <a:pt x="1169664" y="2028063"/>
                </a:lnTo>
                <a:lnTo>
                  <a:pt x="1183651" y="2019543"/>
                </a:lnTo>
                <a:lnTo>
                  <a:pt x="1195543" y="2012897"/>
                </a:lnTo>
                <a:lnTo>
                  <a:pt x="1209539" y="2006047"/>
                </a:lnTo>
                <a:lnTo>
                  <a:pt x="1221725" y="2001733"/>
                </a:lnTo>
                <a:lnTo>
                  <a:pt x="1243554" y="1996053"/>
                </a:lnTo>
                <a:lnTo>
                  <a:pt x="1248448" y="1994776"/>
                </a:lnTo>
                <a:moveTo>
                  <a:pt x="1211037" y="1361861"/>
                </a:moveTo>
                <a:lnTo>
                  <a:pt x="1240935" y="1354666"/>
                </a:lnTo>
                <a:moveTo>
                  <a:pt x="1598933" y="1709596"/>
                </a:moveTo>
                <a:lnTo>
                  <a:pt x="1598311" y="1709915"/>
                </a:lnTo>
                <a:moveTo>
                  <a:pt x="1733764" y="1372844"/>
                </a:moveTo>
                <a:lnTo>
                  <a:pt x="1730171" y="1376969"/>
                </a:lnTo>
                <a:lnTo>
                  <a:pt x="1728633" y="1380759"/>
                </a:lnTo>
                <a:lnTo>
                  <a:pt x="1728993" y="1384311"/>
                </a:lnTo>
                <a:lnTo>
                  <a:pt x="1747678" y="1431445"/>
                </a:lnTo>
                <a:lnTo>
                  <a:pt x="1757066" y="1455090"/>
                </a:lnTo>
                <a:moveTo>
                  <a:pt x="1467318" y="1892765"/>
                </a:moveTo>
                <a:lnTo>
                  <a:pt x="1476599" y="1929415"/>
                </a:lnTo>
                <a:moveTo>
                  <a:pt x="1401457" y="1712886"/>
                </a:moveTo>
                <a:lnTo>
                  <a:pt x="1381225" y="1717936"/>
                </a:lnTo>
                <a:moveTo>
                  <a:pt x="1383844" y="1435685"/>
                </a:moveTo>
                <a:lnTo>
                  <a:pt x="1385931" y="1432976"/>
                </a:lnTo>
                <a:lnTo>
                  <a:pt x="1416361" y="1425569"/>
                </a:lnTo>
                <a:moveTo>
                  <a:pt x="1336726" y="1445187"/>
                </a:moveTo>
                <a:lnTo>
                  <a:pt x="1371281" y="1436782"/>
                </a:lnTo>
                <a:lnTo>
                  <a:pt x="1376085" y="1438206"/>
                </a:lnTo>
                <a:moveTo>
                  <a:pt x="1140944" y="1884539"/>
                </a:moveTo>
                <a:lnTo>
                  <a:pt x="1124117" y="1889024"/>
                </a:lnTo>
                <a:lnTo>
                  <a:pt x="1119313" y="1890309"/>
                </a:lnTo>
                <a:lnTo>
                  <a:pt x="1121105" y="1899001"/>
                </a:lnTo>
                <a:moveTo>
                  <a:pt x="1268876" y="2212075"/>
                </a:moveTo>
                <a:lnTo>
                  <a:pt x="1269056" y="2209300"/>
                </a:lnTo>
                <a:lnTo>
                  <a:pt x="1269924" y="2202393"/>
                </a:lnTo>
                <a:lnTo>
                  <a:pt x="1270530" y="2198824"/>
                </a:lnTo>
                <a:lnTo>
                  <a:pt x="1272347" y="2192219"/>
                </a:lnTo>
                <a:moveTo>
                  <a:pt x="1305887" y="2202949"/>
                </a:moveTo>
                <a:lnTo>
                  <a:pt x="1318466" y="2251647"/>
                </a:lnTo>
                <a:lnTo>
                  <a:pt x="1329925" y="2296498"/>
                </a:lnTo>
                <a:lnTo>
                  <a:pt x="1344550" y="2353765"/>
                </a:lnTo>
                <a:lnTo>
                  <a:pt x="1345753" y="2358471"/>
                </a:lnTo>
                <a:lnTo>
                  <a:pt x="1345803" y="2358660"/>
                </a:lnTo>
                <a:moveTo>
                  <a:pt x="1623102" y="2163394"/>
                </a:moveTo>
                <a:lnTo>
                  <a:pt x="1627931" y="2183077"/>
                </a:lnTo>
                <a:lnTo>
                  <a:pt x="1633905" y="2206420"/>
                </a:lnTo>
                <a:lnTo>
                  <a:pt x="1634241" y="2207132"/>
                </a:lnTo>
                <a:moveTo>
                  <a:pt x="1516228" y="2343993"/>
                </a:moveTo>
                <a:lnTo>
                  <a:pt x="1514780" y="2338280"/>
                </a:lnTo>
                <a:lnTo>
                  <a:pt x="1493476" y="2256009"/>
                </a:lnTo>
                <a:lnTo>
                  <a:pt x="1492027" y="2250419"/>
                </a:lnTo>
                <a:lnTo>
                  <a:pt x="1467727" y="2156543"/>
                </a:lnTo>
                <a:moveTo>
                  <a:pt x="1458757" y="2340907"/>
                </a:moveTo>
                <a:lnTo>
                  <a:pt x="1459248" y="2342782"/>
                </a:lnTo>
                <a:lnTo>
                  <a:pt x="1459788" y="2344795"/>
                </a:lnTo>
                <a:lnTo>
                  <a:pt x="1463651" y="2359830"/>
                </a:lnTo>
                <a:moveTo>
                  <a:pt x="1455156" y="2328099"/>
                </a:moveTo>
                <a:lnTo>
                  <a:pt x="1455385" y="2328320"/>
                </a:lnTo>
                <a:lnTo>
                  <a:pt x="1455909" y="2330227"/>
                </a:lnTo>
                <a:moveTo>
                  <a:pt x="1103517" y="2177455"/>
                </a:moveTo>
                <a:lnTo>
                  <a:pt x="1099924" y="2177283"/>
                </a:lnTo>
                <a:lnTo>
                  <a:pt x="1073218" y="2175957"/>
                </a:lnTo>
                <a:moveTo>
                  <a:pt x="1172144" y="2183216"/>
                </a:moveTo>
                <a:lnTo>
                  <a:pt x="1187023" y="2183953"/>
                </a:lnTo>
                <a:lnTo>
                  <a:pt x="1260676" y="2187587"/>
                </a:lnTo>
                <a:lnTo>
                  <a:pt x="1266282" y="2186654"/>
                </a:lnTo>
                <a:moveTo>
                  <a:pt x="1163697" y="2217133"/>
                </a:moveTo>
                <a:lnTo>
                  <a:pt x="1162609" y="2237905"/>
                </a:lnTo>
                <a:lnTo>
                  <a:pt x="1160636" y="2277183"/>
                </a:lnTo>
                <a:lnTo>
                  <a:pt x="1158197" y="2328843"/>
                </a:lnTo>
                <a:lnTo>
                  <a:pt x="1156479" y="2363145"/>
                </a:lnTo>
                <a:moveTo>
                  <a:pt x="1164925" y="2192792"/>
                </a:moveTo>
                <a:lnTo>
                  <a:pt x="1164745" y="2196762"/>
                </a:lnTo>
                <a:lnTo>
                  <a:pt x="1164221" y="2206919"/>
                </a:lnTo>
                <a:moveTo>
                  <a:pt x="1254030" y="1998067"/>
                </a:moveTo>
                <a:lnTo>
                  <a:pt x="1254758" y="2000923"/>
                </a:lnTo>
                <a:lnTo>
                  <a:pt x="1264661" y="2039791"/>
                </a:lnTo>
                <a:lnTo>
                  <a:pt x="1273321" y="2076973"/>
                </a:lnTo>
                <a:lnTo>
                  <a:pt x="1275367" y="2085739"/>
                </a:lnTo>
                <a:moveTo>
                  <a:pt x="1123135" y="1907832"/>
                </a:moveTo>
                <a:lnTo>
                  <a:pt x="1125394" y="1916770"/>
                </a:lnTo>
                <a:lnTo>
                  <a:pt x="1130714" y="1915485"/>
                </a:lnTo>
                <a:lnTo>
                  <a:pt x="1148171" y="1910984"/>
                </a:lnTo>
                <a:moveTo>
                  <a:pt x="1276594" y="2096477"/>
                </a:moveTo>
                <a:lnTo>
                  <a:pt x="1276324" y="2110178"/>
                </a:lnTo>
                <a:lnTo>
                  <a:pt x="1276169" y="2119451"/>
                </a:lnTo>
                <a:lnTo>
                  <a:pt x="1273443" y="2177716"/>
                </a:lnTo>
                <a:moveTo>
                  <a:pt x="1702360" y="2091673"/>
                </a:moveTo>
                <a:lnTo>
                  <a:pt x="1702369" y="2091763"/>
                </a:lnTo>
                <a:lnTo>
                  <a:pt x="1703310" y="2103450"/>
                </a:lnTo>
                <a:lnTo>
                  <a:pt x="1703621" y="2117528"/>
                </a:lnTo>
                <a:lnTo>
                  <a:pt x="1703474" y="2122258"/>
                </a:lnTo>
                <a:lnTo>
                  <a:pt x="1703179" y="2127038"/>
                </a:lnTo>
                <a:lnTo>
                  <a:pt x="1702524" y="2136614"/>
                </a:lnTo>
                <a:lnTo>
                  <a:pt x="1702238" y="2139290"/>
                </a:lnTo>
                <a:lnTo>
                  <a:pt x="1702148" y="2140158"/>
                </a:lnTo>
                <a:lnTo>
                  <a:pt x="1701550" y="2145830"/>
                </a:lnTo>
                <a:lnTo>
                  <a:pt x="1700200" y="2155397"/>
                </a:lnTo>
                <a:lnTo>
                  <a:pt x="1698227" y="2164007"/>
                </a:lnTo>
                <a:lnTo>
                  <a:pt x="1696279" y="2172094"/>
                </a:lnTo>
                <a:lnTo>
                  <a:pt x="1694102" y="2179689"/>
                </a:lnTo>
                <a:lnTo>
                  <a:pt x="1691631" y="2187251"/>
                </a:lnTo>
                <a:lnTo>
                  <a:pt x="1689552" y="2192874"/>
                </a:lnTo>
                <a:lnTo>
                  <a:pt x="1688578" y="2195297"/>
                </a:lnTo>
                <a:lnTo>
                  <a:pt x="1687759" y="2196230"/>
                </a:lnTo>
                <a:lnTo>
                  <a:pt x="1686695" y="2197056"/>
                </a:lnTo>
                <a:lnTo>
                  <a:pt x="1685509" y="2197670"/>
                </a:lnTo>
                <a:lnTo>
                  <a:pt x="1683970" y="2198112"/>
                </a:lnTo>
                <a:lnTo>
                  <a:pt x="1642769" y="2208711"/>
                </a:lnTo>
                <a:moveTo>
                  <a:pt x="1510999" y="2138955"/>
                </a:moveTo>
                <a:lnTo>
                  <a:pt x="1506841" y="2139348"/>
                </a:lnTo>
                <a:lnTo>
                  <a:pt x="1490169" y="2143489"/>
                </a:lnTo>
                <a:moveTo>
                  <a:pt x="1559295" y="2128307"/>
                </a:moveTo>
                <a:lnTo>
                  <a:pt x="1526124" y="2137563"/>
                </a:lnTo>
                <a:lnTo>
                  <a:pt x="1520853" y="2138046"/>
                </a:lnTo>
                <a:moveTo>
                  <a:pt x="1408152" y="2164801"/>
                </a:moveTo>
                <a:lnTo>
                  <a:pt x="1366051" y="2175556"/>
                </a:lnTo>
                <a:lnTo>
                  <a:pt x="1363882" y="2176071"/>
                </a:lnTo>
                <a:moveTo>
                  <a:pt x="1460639" y="2150978"/>
                </a:moveTo>
                <a:lnTo>
                  <a:pt x="1419578" y="2162109"/>
                </a:lnTo>
                <a:moveTo>
                  <a:pt x="1478735" y="2146345"/>
                </a:moveTo>
                <a:lnTo>
                  <a:pt x="1469814" y="2148580"/>
                </a:lnTo>
                <a:moveTo>
                  <a:pt x="1484595" y="2140141"/>
                </a:moveTo>
                <a:lnTo>
                  <a:pt x="1482803" y="2133045"/>
                </a:lnTo>
                <a:lnTo>
                  <a:pt x="1476738" y="2109073"/>
                </a:lnTo>
                <a:lnTo>
                  <a:pt x="1473039" y="2094415"/>
                </a:lnTo>
                <a:lnTo>
                  <a:pt x="1460656" y="2047493"/>
                </a:lnTo>
                <a:moveTo>
                  <a:pt x="1382706" y="2061611"/>
                </a:moveTo>
                <a:lnTo>
                  <a:pt x="1348937" y="2069534"/>
                </a:lnTo>
                <a:lnTo>
                  <a:pt x="1339419" y="2072627"/>
                </a:lnTo>
                <a:lnTo>
                  <a:pt x="1339230" y="2072677"/>
                </a:lnTo>
                <a:moveTo>
                  <a:pt x="1451694" y="2042566"/>
                </a:moveTo>
                <a:lnTo>
                  <a:pt x="1394116" y="2058542"/>
                </a:lnTo>
                <a:lnTo>
                  <a:pt x="1393952" y="2058591"/>
                </a:lnTo>
                <a:moveTo>
                  <a:pt x="1158066" y="2111749"/>
                </a:moveTo>
                <a:lnTo>
                  <a:pt x="1159204" y="2113157"/>
                </a:lnTo>
                <a:lnTo>
                  <a:pt x="1161463" y="2116742"/>
                </a:lnTo>
                <a:lnTo>
                  <a:pt x="1162732" y="2118772"/>
                </a:lnTo>
                <a:lnTo>
                  <a:pt x="1164025" y="2120859"/>
                </a:lnTo>
                <a:lnTo>
                  <a:pt x="1165121" y="2123650"/>
                </a:lnTo>
                <a:lnTo>
                  <a:pt x="1165482" y="2125008"/>
                </a:lnTo>
                <a:lnTo>
                  <a:pt x="1165662" y="2126457"/>
                </a:lnTo>
                <a:moveTo>
                  <a:pt x="1414037" y="2158597"/>
                </a:moveTo>
                <a:lnTo>
                  <a:pt x="1391448" y="2066890"/>
                </a:lnTo>
                <a:moveTo>
                  <a:pt x="1311681" y="2190083"/>
                </a:moveTo>
                <a:lnTo>
                  <a:pt x="1312999" y="2190141"/>
                </a:lnTo>
                <a:lnTo>
                  <a:pt x="1316396" y="2190165"/>
                </a:lnTo>
                <a:lnTo>
                  <a:pt x="1319268" y="2190059"/>
                </a:lnTo>
                <a:lnTo>
                  <a:pt x="1321519" y="2189748"/>
                </a:lnTo>
                <a:lnTo>
                  <a:pt x="1325554" y="2189109"/>
                </a:lnTo>
                <a:lnTo>
                  <a:pt x="1339730" y="2185574"/>
                </a:lnTo>
                <a:lnTo>
                  <a:pt x="1345557" y="2184117"/>
                </a:lnTo>
                <a:lnTo>
                  <a:pt x="1354003" y="2181825"/>
                </a:lnTo>
                <a:moveTo>
                  <a:pt x="1752302" y="1762811"/>
                </a:moveTo>
                <a:lnTo>
                  <a:pt x="1789010" y="1868563"/>
                </a:lnTo>
                <a:lnTo>
                  <a:pt x="1790639" y="1877182"/>
                </a:lnTo>
                <a:lnTo>
                  <a:pt x="1790884" y="1884498"/>
                </a:lnTo>
                <a:lnTo>
                  <a:pt x="1793814" y="1893943"/>
                </a:lnTo>
                <a:lnTo>
                  <a:pt x="1800755" y="1915436"/>
                </a:lnTo>
                <a:lnTo>
                  <a:pt x="1808391" y="1934113"/>
                </a:lnTo>
                <a:lnTo>
                  <a:pt x="1818327" y="1958265"/>
                </a:lnTo>
                <a:lnTo>
                  <a:pt x="1820962" y="1964666"/>
                </a:lnTo>
                <a:lnTo>
                  <a:pt x="1822386" y="1967751"/>
                </a:lnTo>
                <a:lnTo>
                  <a:pt x="1826904" y="1978923"/>
                </a:lnTo>
                <a:lnTo>
                  <a:pt x="1835506" y="1999605"/>
                </a:lnTo>
                <a:lnTo>
                  <a:pt x="1841284" y="2014337"/>
                </a:lnTo>
                <a:lnTo>
                  <a:pt x="1847038" y="2028742"/>
                </a:lnTo>
                <a:lnTo>
                  <a:pt x="1849411" y="2034684"/>
                </a:lnTo>
                <a:lnTo>
                  <a:pt x="1861917" y="2066170"/>
                </a:lnTo>
                <a:lnTo>
                  <a:pt x="1869046" y="2083775"/>
                </a:lnTo>
                <a:lnTo>
                  <a:pt x="1881806" y="2117159"/>
                </a:lnTo>
                <a:moveTo>
                  <a:pt x="1649931" y="1841563"/>
                </a:moveTo>
                <a:lnTo>
                  <a:pt x="1650086" y="1841522"/>
                </a:lnTo>
                <a:moveTo>
                  <a:pt x="1464388" y="2362179"/>
                </a:moveTo>
                <a:lnTo>
                  <a:pt x="1465108" y="2364765"/>
                </a:lnTo>
                <a:lnTo>
                  <a:pt x="1465935" y="2366206"/>
                </a:lnTo>
                <a:lnTo>
                  <a:pt x="1466966" y="2367695"/>
                </a:lnTo>
                <a:lnTo>
                  <a:pt x="1467883" y="2368432"/>
                </a:lnTo>
                <a:lnTo>
                  <a:pt x="1468840" y="2368776"/>
                </a:lnTo>
                <a:lnTo>
                  <a:pt x="1470543" y="2369029"/>
                </a:lnTo>
                <a:lnTo>
                  <a:pt x="1472212" y="2368800"/>
                </a:lnTo>
                <a:lnTo>
                  <a:pt x="1491863" y="2363357"/>
                </a:lnTo>
                <a:lnTo>
                  <a:pt x="1502168" y="2360509"/>
                </a:lnTo>
                <a:lnTo>
                  <a:pt x="1506522" y="2359265"/>
                </a:lnTo>
                <a:lnTo>
                  <a:pt x="1512087" y="2357530"/>
                </a:lnTo>
                <a:lnTo>
                  <a:pt x="1514641" y="2356638"/>
                </a:lnTo>
                <a:moveTo>
                  <a:pt x="1173740" y="1485496"/>
                </a:moveTo>
                <a:lnTo>
                  <a:pt x="1169025" y="1486936"/>
                </a:lnTo>
                <a:lnTo>
                  <a:pt x="1133726" y="1496610"/>
                </a:lnTo>
                <a:moveTo>
                  <a:pt x="1228314" y="1470469"/>
                </a:moveTo>
                <a:lnTo>
                  <a:pt x="1193694" y="1479423"/>
                </a:lnTo>
                <a:lnTo>
                  <a:pt x="1189438" y="1480716"/>
                </a:lnTo>
                <a:moveTo>
                  <a:pt x="1307835" y="1972253"/>
                </a:moveTo>
                <a:lnTo>
                  <a:pt x="1295034" y="1917310"/>
                </a:lnTo>
                <a:moveTo>
                  <a:pt x="1333411" y="2069526"/>
                </a:moveTo>
                <a:lnTo>
                  <a:pt x="1312713" y="1991192"/>
                </a:lnTo>
                <a:lnTo>
                  <a:pt x="1311239" y="1985790"/>
                </a:lnTo>
                <a:lnTo>
                  <a:pt x="1310699" y="1983736"/>
                </a:lnTo>
                <a:moveTo>
                  <a:pt x="1358971" y="2171676"/>
                </a:moveTo>
                <a:lnTo>
                  <a:pt x="1337004" y="2084765"/>
                </a:lnTo>
                <a:lnTo>
                  <a:pt x="1336358" y="2081770"/>
                </a:lnTo>
                <a:moveTo>
                  <a:pt x="1398707" y="2322484"/>
                </a:moveTo>
                <a:lnTo>
                  <a:pt x="1363792" y="2190550"/>
                </a:lnTo>
                <a:moveTo>
                  <a:pt x="1327559" y="2076581"/>
                </a:moveTo>
                <a:lnTo>
                  <a:pt x="1283437" y="2088448"/>
                </a:lnTo>
                <a:moveTo>
                  <a:pt x="1159752" y="1937665"/>
                </a:moveTo>
                <a:lnTo>
                  <a:pt x="1160293" y="1939040"/>
                </a:lnTo>
                <a:moveTo>
                  <a:pt x="1153639" y="1914356"/>
                </a:moveTo>
                <a:lnTo>
                  <a:pt x="1156249" y="1926452"/>
                </a:lnTo>
                <a:moveTo>
                  <a:pt x="1147214" y="1890252"/>
                </a:moveTo>
                <a:lnTo>
                  <a:pt x="1150774" y="1902840"/>
                </a:lnTo>
                <a:moveTo>
                  <a:pt x="1139340" y="1859028"/>
                </a:moveTo>
                <a:lnTo>
                  <a:pt x="1142123" y="1870323"/>
                </a:lnTo>
                <a:lnTo>
                  <a:pt x="1144243" y="1878998"/>
                </a:lnTo>
                <a:moveTo>
                  <a:pt x="1139193" y="1839656"/>
                </a:moveTo>
                <a:lnTo>
                  <a:pt x="1138154" y="1848282"/>
                </a:lnTo>
                <a:moveTo>
                  <a:pt x="1457652" y="2036092"/>
                </a:moveTo>
                <a:lnTo>
                  <a:pt x="1447020" y="1995644"/>
                </a:lnTo>
                <a:lnTo>
                  <a:pt x="1436896" y="1952585"/>
                </a:lnTo>
                <a:moveTo>
                  <a:pt x="1360592" y="1965042"/>
                </a:moveTo>
                <a:lnTo>
                  <a:pt x="1326896" y="1973701"/>
                </a:lnTo>
                <a:lnTo>
                  <a:pt x="1316003" y="1975420"/>
                </a:lnTo>
                <a:lnTo>
                  <a:pt x="1314980" y="1975576"/>
                </a:lnTo>
                <a:lnTo>
                  <a:pt x="1313940" y="1975756"/>
                </a:lnTo>
                <a:lnTo>
                  <a:pt x="1313687" y="1975805"/>
                </a:lnTo>
                <a:moveTo>
                  <a:pt x="1428188" y="1947355"/>
                </a:moveTo>
                <a:lnTo>
                  <a:pt x="1384311" y="1958544"/>
                </a:lnTo>
                <a:lnTo>
                  <a:pt x="1365797" y="1963266"/>
                </a:lnTo>
                <a:lnTo>
                  <a:pt x="1365535" y="1963364"/>
                </a:lnTo>
                <a:moveTo>
                  <a:pt x="1473342" y="1935070"/>
                </a:moveTo>
                <a:lnTo>
                  <a:pt x="1454288" y="1940546"/>
                </a:lnTo>
                <a:lnTo>
                  <a:pt x="1439572" y="1944409"/>
                </a:lnTo>
                <a:moveTo>
                  <a:pt x="427485" y="1510287"/>
                </a:moveTo>
                <a:lnTo>
                  <a:pt x="392021" y="1541060"/>
                </a:lnTo>
                <a:lnTo>
                  <a:pt x="375235" y="1555776"/>
                </a:lnTo>
                <a:lnTo>
                  <a:pt x="372239" y="1558354"/>
                </a:lnTo>
                <a:lnTo>
                  <a:pt x="369678" y="1560965"/>
                </a:lnTo>
                <a:lnTo>
                  <a:pt x="368139" y="1565057"/>
                </a:lnTo>
                <a:lnTo>
                  <a:pt x="367869" y="1571007"/>
                </a:lnTo>
                <a:lnTo>
                  <a:pt x="367681" y="1575353"/>
                </a:lnTo>
                <a:moveTo>
                  <a:pt x="849396" y="2536255"/>
                </a:moveTo>
                <a:lnTo>
                  <a:pt x="848545" y="2555652"/>
                </a:lnTo>
                <a:lnTo>
                  <a:pt x="846834" y="2588341"/>
                </a:lnTo>
                <a:lnTo>
                  <a:pt x="846581" y="2594381"/>
                </a:lnTo>
                <a:lnTo>
                  <a:pt x="846302" y="2600814"/>
                </a:lnTo>
                <a:lnTo>
                  <a:pt x="846294" y="2601035"/>
                </a:lnTo>
                <a:moveTo>
                  <a:pt x="744438" y="2552100"/>
                </a:moveTo>
                <a:lnTo>
                  <a:pt x="742490" y="2593186"/>
                </a:lnTo>
                <a:moveTo>
                  <a:pt x="970363" y="2439244"/>
                </a:moveTo>
                <a:lnTo>
                  <a:pt x="971026" y="2439285"/>
                </a:lnTo>
                <a:lnTo>
                  <a:pt x="972941" y="2438573"/>
                </a:lnTo>
                <a:lnTo>
                  <a:pt x="974218" y="2437583"/>
                </a:lnTo>
                <a:lnTo>
                  <a:pt x="975151" y="2435897"/>
                </a:lnTo>
                <a:lnTo>
                  <a:pt x="975249" y="2434694"/>
                </a:lnTo>
                <a:lnTo>
                  <a:pt x="975748" y="2421811"/>
                </a:lnTo>
                <a:moveTo>
                  <a:pt x="837668" y="2431927"/>
                </a:moveTo>
                <a:lnTo>
                  <a:pt x="845672" y="2432320"/>
                </a:lnTo>
                <a:lnTo>
                  <a:pt x="848995" y="2432476"/>
                </a:lnTo>
                <a:lnTo>
                  <a:pt x="849339" y="2432492"/>
                </a:lnTo>
                <a:moveTo>
                  <a:pt x="492028" y="1878393"/>
                </a:moveTo>
                <a:lnTo>
                  <a:pt x="493026" y="1878475"/>
                </a:lnTo>
                <a:lnTo>
                  <a:pt x="534808" y="1881814"/>
                </a:lnTo>
                <a:moveTo>
                  <a:pt x="439050" y="1875594"/>
                </a:moveTo>
                <a:lnTo>
                  <a:pt x="480168" y="1877435"/>
                </a:lnTo>
                <a:moveTo>
                  <a:pt x="718681" y="1704366"/>
                </a:moveTo>
                <a:lnTo>
                  <a:pt x="718616" y="1706453"/>
                </a:lnTo>
                <a:lnTo>
                  <a:pt x="717249" y="1732422"/>
                </a:lnTo>
                <a:moveTo>
                  <a:pt x="697344" y="1615989"/>
                </a:moveTo>
                <a:lnTo>
                  <a:pt x="718100" y="1695608"/>
                </a:lnTo>
                <a:lnTo>
                  <a:pt x="718395" y="1697622"/>
                </a:lnTo>
                <a:moveTo>
                  <a:pt x="672226" y="1501955"/>
                </a:moveTo>
                <a:lnTo>
                  <a:pt x="672431" y="1505138"/>
                </a:lnTo>
                <a:lnTo>
                  <a:pt x="679011" y="1543180"/>
                </a:lnTo>
                <a:lnTo>
                  <a:pt x="687097" y="1574158"/>
                </a:lnTo>
                <a:lnTo>
                  <a:pt x="693162" y="1599751"/>
                </a:lnTo>
                <a:moveTo>
                  <a:pt x="590340" y="1493115"/>
                </a:moveTo>
                <a:lnTo>
                  <a:pt x="657158" y="1497216"/>
                </a:lnTo>
                <a:lnTo>
                  <a:pt x="667463" y="1497461"/>
                </a:lnTo>
                <a:moveTo>
                  <a:pt x="524840" y="1489465"/>
                </a:moveTo>
                <a:lnTo>
                  <a:pt x="580617" y="1492551"/>
                </a:lnTo>
                <a:moveTo>
                  <a:pt x="717233" y="1732660"/>
                </a:moveTo>
                <a:lnTo>
                  <a:pt x="717053" y="1735786"/>
                </a:lnTo>
                <a:moveTo>
                  <a:pt x="487625" y="1832167"/>
                </a:moveTo>
                <a:lnTo>
                  <a:pt x="486994" y="1849109"/>
                </a:lnTo>
                <a:lnTo>
                  <a:pt x="485333" y="1870618"/>
                </a:lnTo>
                <a:moveTo>
                  <a:pt x="710366" y="1847922"/>
                </a:moveTo>
                <a:lnTo>
                  <a:pt x="710030" y="1853823"/>
                </a:lnTo>
                <a:lnTo>
                  <a:pt x="708361" y="1884171"/>
                </a:lnTo>
                <a:moveTo>
                  <a:pt x="716529" y="1745002"/>
                </a:moveTo>
                <a:lnTo>
                  <a:pt x="714041" y="1789836"/>
                </a:lnTo>
                <a:moveTo>
                  <a:pt x="712748" y="1809880"/>
                </a:moveTo>
                <a:lnTo>
                  <a:pt x="711724" y="1827133"/>
                </a:lnTo>
                <a:moveTo>
                  <a:pt x="868474" y="1769171"/>
                </a:moveTo>
                <a:lnTo>
                  <a:pt x="867517" y="1786915"/>
                </a:lnTo>
                <a:lnTo>
                  <a:pt x="866534" y="1805354"/>
                </a:lnTo>
                <a:moveTo>
                  <a:pt x="666710" y="1889728"/>
                </a:moveTo>
                <a:lnTo>
                  <a:pt x="703352" y="1891161"/>
                </a:lnTo>
                <a:moveTo>
                  <a:pt x="1073111" y="2178101"/>
                </a:moveTo>
                <a:lnTo>
                  <a:pt x="1099825" y="2179427"/>
                </a:lnTo>
                <a:lnTo>
                  <a:pt x="1103410" y="2179599"/>
                </a:lnTo>
                <a:moveTo>
                  <a:pt x="1005507" y="2336463"/>
                </a:moveTo>
                <a:lnTo>
                  <a:pt x="1007545" y="2293936"/>
                </a:lnTo>
                <a:lnTo>
                  <a:pt x="1009690" y="2249241"/>
                </a:lnTo>
                <a:lnTo>
                  <a:pt x="1012390" y="2192948"/>
                </a:lnTo>
                <a:lnTo>
                  <a:pt x="1012685" y="2186752"/>
                </a:lnTo>
                <a:moveTo>
                  <a:pt x="498936" y="2037696"/>
                </a:moveTo>
                <a:lnTo>
                  <a:pt x="500343" y="2037303"/>
                </a:lnTo>
                <a:lnTo>
                  <a:pt x="541405" y="2026696"/>
                </a:lnTo>
                <a:lnTo>
                  <a:pt x="545522" y="2025632"/>
                </a:lnTo>
                <a:moveTo>
                  <a:pt x="982484" y="1943099"/>
                </a:moveTo>
                <a:lnTo>
                  <a:pt x="982975" y="1943934"/>
                </a:lnTo>
                <a:lnTo>
                  <a:pt x="997175" y="1968095"/>
                </a:lnTo>
                <a:moveTo>
                  <a:pt x="981666" y="1908029"/>
                </a:moveTo>
                <a:lnTo>
                  <a:pt x="980430" y="1927483"/>
                </a:lnTo>
                <a:lnTo>
                  <a:pt x="980635" y="1936552"/>
                </a:lnTo>
                <a:moveTo>
                  <a:pt x="712224" y="1981166"/>
                </a:moveTo>
                <a:lnTo>
                  <a:pt x="701158" y="1983957"/>
                </a:lnTo>
                <a:lnTo>
                  <a:pt x="676989" y="1990226"/>
                </a:lnTo>
                <a:moveTo>
                  <a:pt x="763655" y="1890203"/>
                </a:moveTo>
                <a:lnTo>
                  <a:pt x="761216" y="1932885"/>
                </a:lnTo>
                <a:lnTo>
                  <a:pt x="761355" y="1934105"/>
                </a:lnTo>
                <a:lnTo>
                  <a:pt x="761658" y="1936331"/>
                </a:lnTo>
                <a:moveTo>
                  <a:pt x="995563" y="1974405"/>
                </a:moveTo>
                <a:lnTo>
                  <a:pt x="886775" y="2040520"/>
                </a:lnTo>
                <a:lnTo>
                  <a:pt x="882216" y="2041985"/>
                </a:lnTo>
                <a:lnTo>
                  <a:pt x="869333" y="2035290"/>
                </a:lnTo>
                <a:lnTo>
                  <a:pt x="863760" y="2033293"/>
                </a:lnTo>
                <a:lnTo>
                  <a:pt x="850444" y="2028120"/>
                </a:lnTo>
                <a:moveTo>
                  <a:pt x="1073987" y="2092671"/>
                </a:moveTo>
                <a:lnTo>
                  <a:pt x="1079888" y="2102026"/>
                </a:lnTo>
                <a:lnTo>
                  <a:pt x="1108264" y="2146984"/>
                </a:lnTo>
                <a:lnTo>
                  <a:pt x="1109131" y="2148743"/>
                </a:lnTo>
                <a:lnTo>
                  <a:pt x="1109516" y="2149832"/>
                </a:lnTo>
                <a:lnTo>
                  <a:pt x="1109712" y="2151199"/>
                </a:lnTo>
                <a:lnTo>
                  <a:pt x="1109786" y="2152148"/>
                </a:lnTo>
                <a:lnTo>
                  <a:pt x="1109786" y="2153433"/>
                </a:lnTo>
                <a:lnTo>
                  <a:pt x="1109688" y="2156273"/>
                </a:lnTo>
                <a:lnTo>
                  <a:pt x="1108828" y="2173354"/>
                </a:lnTo>
                <a:moveTo>
                  <a:pt x="1047756" y="2050767"/>
                </a:moveTo>
                <a:lnTo>
                  <a:pt x="1068422" y="2083816"/>
                </a:lnTo>
                <a:moveTo>
                  <a:pt x="767715" y="2120196"/>
                </a:moveTo>
                <a:lnTo>
                  <a:pt x="768926" y="2122005"/>
                </a:lnTo>
                <a:lnTo>
                  <a:pt x="790877" y="2154841"/>
                </a:lnTo>
                <a:moveTo>
                  <a:pt x="707690" y="1895949"/>
                </a:moveTo>
                <a:lnTo>
                  <a:pt x="705611" y="1931928"/>
                </a:lnTo>
                <a:lnTo>
                  <a:pt x="706012" y="1936421"/>
                </a:lnTo>
                <a:lnTo>
                  <a:pt x="708934" y="1948640"/>
                </a:lnTo>
                <a:moveTo>
                  <a:pt x="738275" y="2063968"/>
                </a:moveTo>
                <a:lnTo>
                  <a:pt x="740305" y="2071907"/>
                </a:lnTo>
                <a:lnTo>
                  <a:pt x="748604" y="2088808"/>
                </a:lnTo>
                <a:lnTo>
                  <a:pt x="761388" y="2110072"/>
                </a:lnTo>
                <a:lnTo>
                  <a:pt x="762886" y="2112568"/>
                </a:lnTo>
                <a:moveTo>
                  <a:pt x="731490" y="2037377"/>
                </a:moveTo>
                <a:lnTo>
                  <a:pt x="731899" y="2038940"/>
                </a:lnTo>
                <a:lnTo>
                  <a:pt x="735361" y="2052543"/>
                </a:lnTo>
                <a:moveTo>
                  <a:pt x="724468" y="2010982"/>
                </a:moveTo>
                <a:lnTo>
                  <a:pt x="728470" y="2025976"/>
                </a:lnTo>
                <a:moveTo>
                  <a:pt x="718059" y="1985610"/>
                </a:moveTo>
                <a:lnTo>
                  <a:pt x="722152" y="2002241"/>
                </a:lnTo>
                <a:moveTo>
                  <a:pt x="711733" y="1960123"/>
                </a:moveTo>
                <a:lnTo>
                  <a:pt x="715620" y="1975756"/>
                </a:lnTo>
                <a:lnTo>
                  <a:pt x="715702" y="1976075"/>
                </a:lnTo>
                <a:moveTo>
                  <a:pt x="962563" y="2191516"/>
                </a:moveTo>
                <a:lnTo>
                  <a:pt x="960902" y="2224581"/>
                </a:lnTo>
                <a:lnTo>
                  <a:pt x="958479" y="2272763"/>
                </a:lnTo>
                <a:lnTo>
                  <a:pt x="958045" y="2281340"/>
                </a:lnTo>
                <a:lnTo>
                  <a:pt x="957751" y="2287348"/>
                </a:lnTo>
                <a:lnTo>
                  <a:pt x="955295" y="2336316"/>
                </a:lnTo>
                <a:moveTo>
                  <a:pt x="697050" y="2227396"/>
                </a:moveTo>
                <a:lnTo>
                  <a:pt x="699079" y="2230482"/>
                </a:lnTo>
                <a:lnTo>
                  <a:pt x="699390" y="2231006"/>
                </a:lnTo>
                <a:moveTo>
                  <a:pt x="668764" y="2181915"/>
                </a:moveTo>
                <a:lnTo>
                  <a:pt x="670295" y="2184379"/>
                </a:lnTo>
                <a:lnTo>
                  <a:pt x="692073" y="2219580"/>
                </a:lnTo>
                <a:moveTo>
                  <a:pt x="842898" y="2237864"/>
                </a:moveTo>
                <a:lnTo>
                  <a:pt x="844133" y="2239927"/>
                </a:lnTo>
                <a:lnTo>
                  <a:pt x="846703" y="2244207"/>
                </a:lnTo>
                <a:lnTo>
                  <a:pt x="859438" y="2263850"/>
                </a:lnTo>
                <a:lnTo>
                  <a:pt x="860535" y="2266019"/>
                </a:lnTo>
                <a:lnTo>
                  <a:pt x="861321" y="2267623"/>
                </a:lnTo>
                <a:lnTo>
                  <a:pt x="861894" y="2269465"/>
                </a:lnTo>
                <a:lnTo>
                  <a:pt x="862418" y="2272305"/>
                </a:lnTo>
                <a:lnTo>
                  <a:pt x="862532" y="2275218"/>
                </a:lnTo>
                <a:lnTo>
                  <a:pt x="861665" y="2294264"/>
                </a:lnTo>
                <a:lnTo>
                  <a:pt x="859234" y="2342561"/>
                </a:lnTo>
                <a:lnTo>
                  <a:pt x="859013" y="2351359"/>
                </a:lnTo>
                <a:lnTo>
                  <a:pt x="858939" y="2354232"/>
                </a:lnTo>
                <a:moveTo>
                  <a:pt x="816380" y="2195510"/>
                </a:moveTo>
                <a:lnTo>
                  <a:pt x="832078" y="2220448"/>
                </a:lnTo>
                <a:lnTo>
                  <a:pt x="836031" y="2226742"/>
                </a:lnTo>
                <a:lnTo>
                  <a:pt x="836874" y="2228076"/>
                </a:lnTo>
                <a:moveTo>
                  <a:pt x="1099163" y="2366042"/>
                </a:moveTo>
                <a:lnTo>
                  <a:pt x="1099048" y="2368342"/>
                </a:lnTo>
                <a:moveTo>
                  <a:pt x="1047666" y="2418185"/>
                </a:moveTo>
                <a:lnTo>
                  <a:pt x="1044384" y="2418005"/>
                </a:lnTo>
                <a:lnTo>
                  <a:pt x="1039538" y="2417752"/>
                </a:lnTo>
                <a:lnTo>
                  <a:pt x="1037214" y="2418693"/>
                </a:lnTo>
                <a:moveTo>
                  <a:pt x="790623" y="2497927"/>
                </a:moveTo>
                <a:lnTo>
                  <a:pt x="754914" y="2496257"/>
                </a:lnTo>
                <a:lnTo>
                  <a:pt x="751730" y="2496118"/>
                </a:lnTo>
                <a:moveTo>
                  <a:pt x="851892" y="2492149"/>
                </a:moveTo>
                <a:lnTo>
                  <a:pt x="851655" y="2496871"/>
                </a:lnTo>
                <a:moveTo>
                  <a:pt x="791106" y="2051454"/>
                </a:moveTo>
                <a:lnTo>
                  <a:pt x="791581" y="2052207"/>
                </a:lnTo>
                <a:lnTo>
                  <a:pt x="808572" y="2080092"/>
                </a:lnTo>
                <a:lnTo>
                  <a:pt x="815037" y="2090519"/>
                </a:lnTo>
                <a:moveTo>
                  <a:pt x="1003216" y="1978170"/>
                </a:moveTo>
                <a:lnTo>
                  <a:pt x="1022474" y="2009631"/>
                </a:lnTo>
                <a:moveTo>
                  <a:pt x="741541" y="2298553"/>
                </a:moveTo>
                <a:lnTo>
                  <a:pt x="742899" y="2300918"/>
                </a:lnTo>
                <a:moveTo>
                  <a:pt x="738594" y="2291768"/>
                </a:moveTo>
                <a:lnTo>
                  <a:pt x="738668" y="2291915"/>
                </a:lnTo>
                <a:moveTo>
                  <a:pt x="952529" y="2464796"/>
                </a:moveTo>
                <a:lnTo>
                  <a:pt x="953077" y="2465173"/>
                </a:lnTo>
                <a:moveTo>
                  <a:pt x="951056" y="2487893"/>
                </a:moveTo>
                <a:lnTo>
                  <a:pt x="952005" y="2488474"/>
                </a:lnTo>
                <a:lnTo>
                  <a:pt x="952865" y="2488515"/>
                </a:lnTo>
                <a:moveTo>
                  <a:pt x="1096650" y="2429063"/>
                </a:moveTo>
                <a:lnTo>
                  <a:pt x="1096413" y="2433851"/>
                </a:lnTo>
                <a:moveTo>
                  <a:pt x="1096404" y="2434096"/>
                </a:moveTo>
                <a:lnTo>
                  <a:pt x="1095676" y="2450391"/>
                </a:lnTo>
                <a:lnTo>
                  <a:pt x="1095480" y="2454770"/>
                </a:lnTo>
                <a:lnTo>
                  <a:pt x="1095029" y="2463945"/>
                </a:lnTo>
                <a:lnTo>
                  <a:pt x="1092443" y="2516547"/>
                </a:lnTo>
                <a:lnTo>
                  <a:pt x="1092214" y="2520893"/>
                </a:lnTo>
                <a:moveTo>
                  <a:pt x="1065164" y="2616815"/>
                </a:moveTo>
                <a:lnTo>
                  <a:pt x="1069134" y="2617052"/>
                </a:lnTo>
                <a:lnTo>
                  <a:pt x="1077334" y="2617454"/>
                </a:lnTo>
                <a:moveTo>
                  <a:pt x="1107601" y="625255"/>
                </a:moveTo>
                <a:lnTo>
                  <a:pt x="1117479" y="659188"/>
                </a:lnTo>
                <a:lnTo>
                  <a:pt x="1117561" y="661832"/>
                </a:lnTo>
                <a:lnTo>
                  <a:pt x="1116178" y="663395"/>
                </a:lnTo>
                <a:lnTo>
                  <a:pt x="1080076" y="673904"/>
                </a:lnTo>
                <a:lnTo>
                  <a:pt x="1076672" y="673920"/>
                </a:lnTo>
                <a:lnTo>
                  <a:pt x="1075149" y="671670"/>
                </a:lnTo>
                <a:lnTo>
                  <a:pt x="1065328" y="634978"/>
                </a:lnTo>
                <a:lnTo>
                  <a:pt x="1064853" y="633096"/>
                </a:lnTo>
                <a:moveTo>
                  <a:pt x="1362990" y="446743"/>
                </a:moveTo>
                <a:lnTo>
                  <a:pt x="1361214" y="447373"/>
                </a:lnTo>
                <a:lnTo>
                  <a:pt x="1358300" y="448454"/>
                </a:lnTo>
                <a:lnTo>
                  <a:pt x="1357253" y="448838"/>
                </a:lnTo>
                <a:lnTo>
                  <a:pt x="1350255" y="451474"/>
                </a:lnTo>
                <a:lnTo>
                  <a:pt x="1347431" y="452456"/>
                </a:lnTo>
                <a:lnTo>
                  <a:pt x="1328181" y="459306"/>
                </a:lnTo>
                <a:lnTo>
                  <a:pt x="1327109" y="459691"/>
                </a:lnTo>
                <a:lnTo>
                  <a:pt x="1325472" y="460247"/>
                </a:lnTo>
                <a:lnTo>
                  <a:pt x="1325153" y="460337"/>
                </a:lnTo>
                <a:lnTo>
                  <a:pt x="1315577" y="462924"/>
                </a:lnTo>
                <a:lnTo>
                  <a:pt x="1273452" y="478139"/>
                </a:lnTo>
                <a:lnTo>
                  <a:pt x="1271929" y="478720"/>
                </a:lnTo>
                <a:lnTo>
                  <a:pt x="1260283" y="483000"/>
                </a:lnTo>
                <a:lnTo>
                  <a:pt x="1249880" y="487003"/>
                </a:lnTo>
                <a:lnTo>
                  <a:pt x="1247842" y="487788"/>
                </a:lnTo>
                <a:lnTo>
                  <a:pt x="1220130" y="500671"/>
                </a:lnTo>
                <a:moveTo>
                  <a:pt x="1531116" y="1015713"/>
                </a:moveTo>
                <a:lnTo>
                  <a:pt x="1497601" y="1030036"/>
                </a:lnTo>
                <a:lnTo>
                  <a:pt x="1475764" y="1039367"/>
                </a:lnTo>
                <a:moveTo>
                  <a:pt x="1533833" y="1028498"/>
                </a:moveTo>
                <a:lnTo>
                  <a:pt x="1502659" y="1042059"/>
                </a:lnTo>
                <a:lnTo>
                  <a:pt x="1476738" y="1052986"/>
                </a:lnTo>
                <a:lnTo>
                  <a:pt x="1474438" y="1047788"/>
                </a:lnTo>
                <a:moveTo>
                  <a:pt x="1467596" y="1039039"/>
                </a:moveTo>
                <a:lnTo>
                  <a:pt x="1467662" y="1039186"/>
                </a:lnTo>
                <a:moveTo>
                  <a:pt x="1540479" y="1034112"/>
                </a:moveTo>
                <a:lnTo>
                  <a:pt x="1542419" y="1038916"/>
                </a:lnTo>
                <a:moveTo>
                  <a:pt x="1538138" y="1020559"/>
                </a:moveTo>
                <a:lnTo>
                  <a:pt x="1538703" y="1021917"/>
                </a:lnTo>
                <a:moveTo>
                  <a:pt x="1515124" y="963873"/>
                </a:moveTo>
                <a:lnTo>
                  <a:pt x="1518054" y="971386"/>
                </a:lnTo>
                <a:lnTo>
                  <a:pt x="1533645" y="1009673"/>
                </a:lnTo>
                <a:moveTo>
                  <a:pt x="1776610" y="1072080"/>
                </a:moveTo>
                <a:lnTo>
                  <a:pt x="1759685" y="1096175"/>
                </a:lnTo>
                <a:lnTo>
                  <a:pt x="1758375" y="1098033"/>
                </a:lnTo>
                <a:lnTo>
                  <a:pt x="1757598" y="1099146"/>
                </a:lnTo>
                <a:lnTo>
                  <a:pt x="1751836" y="1108100"/>
                </a:lnTo>
                <a:lnTo>
                  <a:pt x="1746017" y="1117136"/>
                </a:lnTo>
                <a:lnTo>
                  <a:pt x="1743741" y="1121081"/>
                </a:lnTo>
                <a:lnTo>
                  <a:pt x="1742301" y="1123610"/>
                </a:lnTo>
                <a:lnTo>
                  <a:pt x="1728019" y="1152763"/>
                </a:lnTo>
                <a:lnTo>
                  <a:pt x="1723517" y="1162429"/>
                </a:lnTo>
                <a:lnTo>
                  <a:pt x="1720514" y="1168747"/>
                </a:lnTo>
                <a:lnTo>
                  <a:pt x="1715840" y="1178618"/>
                </a:lnTo>
                <a:lnTo>
                  <a:pt x="1714850" y="1180639"/>
                </a:lnTo>
                <a:lnTo>
                  <a:pt x="1713500" y="1183406"/>
                </a:lnTo>
                <a:lnTo>
                  <a:pt x="1710062" y="1186491"/>
                </a:lnTo>
                <a:lnTo>
                  <a:pt x="1706731" y="1186720"/>
                </a:lnTo>
                <a:moveTo>
                  <a:pt x="1763842" y="1046422"/>
                </a:moveTo>
                <a:lnTo>
                  <a:pt x="1776676" y="1065459"/>
                </a:lnTo>
                <a:moveTo>
                  <a:pt x="1378843" y="255029"/>
                </a:moveTo>
                <a:lnTo>
                  <a:pt x="1321560" y="274279"/>
                </a:lnTo>
                <a:lnTo>
                  <a:pt x="1318491" y="275319"/>
                </a:lnTo>
                <a:moveTo>
                  <a:pt x="1706174" y="1186630"/>
                </a:moveTo>
                <a:lnTo>
                  <a:pt x="1689576" y="1180222"/>
                </a:lnTo>
                <a:moveTo>
                  <a:pt x="1700396" y="1027966"/>
                </a:moveTo>
                <a:lnTo>
                  <a:pt x="1717895" y="1034128"/>
                </a:lnTo>
                <a:lnTo>
                  <a:pt x="1730548" y="1037566"/>
                </a:lnTo>
                <a:lnTo>
                  <a:pt x="1737333" y="1039416"/>
                </a:lnTo>
                <a:lnTo>
                  <a:pt x="1759930" y="1043181"/>
                </a:lnTo>
                <a:moveTo>
                  <a:pt x="1637449" y="992314"/>
                </a:moveTo>
                <a:lnTo>
                  <a:pt x="1649153" y="1004157"/>
                </a:lnTo>
                <a:lnTo>
                  <a:pt x="1691295" y="1024315"/>
                </a:lnTo>
                <a:moveTo>
                  <a:pt x="1783845" y="916010"/>
                </a:moveTo>
                <a:lnTo>
                  <a:pt x="1779549" y="917491"/>
                </a:lnTo>
                <a:lnTo>
                  <a:pt x="1774130" y="917941"/>
                </a:lnTo>
                <a:lnTo>
                  <a:pt x="1770938" y="917434"/>
                </a:lnTo>
                <a:moveTo>
                  <a:pt x="1478195" y="804913"/>
                </a:moveTo>
                <a:lnTo>
                  <a:pt x="1473006" y="802785"/>
                </a:lnTo>
                <a:lnTo>
                  <a:pt x="1439761" y="814947"/>
                </a:lnTo>
                <a:lnTo>
                  <a:pt x="1419209" y="822526"/>
                </a:lnTo>
                <a:lnTo>
                  <a:pt x="1400099" y="830015"/>
                </a:lnTo>
                <a:moveTo>
                  <a:pt x="1396162" y="839419"/>
                </a:moveTo>
                <a:lnTo>
                  <a:pt x="1413104" y="879048"/>
                </a:lnTo>
                <a:moveTo>
                  <a:pt x="1374506" y="782447"/>
                </a:moveTo>
                <a:lnTo>
                  <a:pt x="1391709" y="828321"/>
                </a:lnTo>
                <a:moveTo>
                  <a:pt x="1280908" y="361976"/>
                </a:moveTo>
                <a:lnTo>
                  <a:pt x="1230941" y="379090"/>
                </a:lnTo>
                <a:moveTo>
                  <a:pt x="1545545" y="604900"/>
                </a:moveTo>
                <a:lnTo>
                  <a:pt x="1560490" y="609426"/>
                </a:lnTo>
                <a:lnTo>
                  <a:pt x="1561104" y="609369"/>
                </a:lnTo>
                <a:moveTo>
                  <a:pt x="1757770" y="418760"/>
                </a:moveTo>
                <a:lnTo>
                  <a:pt x="1747032" y="423155"/>
                </a:lnTo>
                <a:lnTo>
                  <a:pt x="1710971" y="437077"/>
                </a:lnTo>
                <a:lnTo>
                  <a:pt x="1695011" y="442962"/>
                </a:lnTo>
                <a:lnTo>
                  <a:pt x="1692940" y="442544"/>
                </a:lnTo>
                <a:lnTo>
                  <a:pt x="1689732" y="441898"/>
                </a:lnTo>
                <a:lnTo>
                  <a:pt x="1686654" y="441480"/>
                </a:lnTo>
                <a:lnTo>
                  <a:pt x="1640600" y="457186"/>
                </a:lnTo>
                <a:moveTo>
                  <a:pt x="1644987" y="423638"/>
                </a:moveTo>
                <a:lnTo>
                  <a:pt x="1645094" y="423810"/>
                </a:lnTo>
                <a:lnTo>
                  <a:pt x="1645593" y="426495"/>
                </a:lnTo>
                <a:lnTo>
                  <a:pt x="1646239" y="431332"/>
                </a:lnTo>
                <a:lnTo>
                  <a:pt x="1644087" y="436979"/>
                </a:lnTo>
                <a:lnTo>
                  <a:pt x="1635780" y="451465"/>
                </a:lnTo>
                <a:moveTo>
                  <a:pt x="1337765" y="579430"/>
                </a:moveTo>
                <a:lnTo>
                  <a:pt x="1322943" y="541871"/>
                </a:lnTo>
                <a:moveTo>
                  <a:pt x="1551839" y="235182"/>
                </a:moveTo>
                <a:lnTo>
                  <a:pt x="1545251" y="274386"/>
                </a:lnTo>
                <a:lnTo>
                  <a:pt x="1539374" y="309882"/>
                </a:lnTo>
                <a:lnTo>
                  <a:pt x="1539129" y="311756"/>
                </a:lnTo>
                <a:moveTo>
                  <a:pt x="1225965" y="920544"/>
                </a:moveTo>
                <a:lnTo>
                  <a:pt x="1237088" y="953560"/>
                </a:lnTo>
                <a:moveTo>
                  <a:pt x="1207624" y="866313"/>
                </a:moveTo>
                <a:lnTo>
                  <a:pt x="1223191" y="912327"/>
                </a:lnTo>
                <a:moveTo>
                  <a:pt x="1190371" y="809783"/>
                </a:moveTo>
                <a:lnTo>
                  <a:pt x="1204816" y="857589"/>
                </a:lnTo>
                <a:moveTo>
                  <a:pt x="1172766" y="749856"/>
                </a:moveTo>
                <a:lnTo>
                  <a:pt x="1187760" y="800993"/>
                </a:lnTo>
                <a:moveTo>
                  <a:pt x="1171808" y="746369"/>
                </a:moveTo>
                <a:lnTo>
                  <a:pt x="1172700" y="749611"/>
                </a:lnTo>
                <a:moveTo>
                  <a:pt x="1531812" y="137631"/>
                </a:moveTo>
                <a:lnTo>
                  <a:pt x="1531165" y="140994"/>
                </a:lnTo>
                <a:lnTo>
                  <a:pt x="1530936" y="142820"/>
                </a:lnTo>
                <a:lnTo>
                  <a:pt x="1530772" y="145349"/>
                </a:lnTo>
                <a:lnTo>
                  <a:pt x="1530920" y="148958"/>
                </a:lnTo>
                <a:lnTo>
                  <a:pt x="1531263" y="151863"/>
                </a:lnTo>
                <a:lnTo>
                  <a:pt x="1531918" y="154794"/>
                </a:lnTo>
                <a:lnTo>
                  <a:pt x="1532778" y="157601"/>
                </a:lnTo>
                <a:lnTo>
                  <a:pt x="1545807" y="197639"/>
                </a:lnTo>
                <a:lnTo>
                  <a:pt x="1550284" y="211389"/>
                </a:lnTo>
                <a:lnTo>
                  <a:pt x="1550808" y="213386"/>
                </a:lnTo>
                <a:lnTo>
                  <a:pt x="1551299" y="215899"/>
                </a:lnTo>
                <a:lnTo>
                  <a:pt x="1551651" y="218240"/>
                </a:lnTo>
                <a:lnTo>
                  <a:pt x="1552388" y="224354"/>
                </a:lnTo>
                <a:lnTo>
                  <a:pt x="1552453" y="225778"/>
                </a:lnTo>
                <a:moveTo>
                  <a:pt x="421739" y="1095316"/>
                </a:moveTo>
                <a:lnTo>
                  <a:pt x="418556" y="1096404"/>
                </a:lnTo>
                <a:lnTo>
                  <a:pt x="416436" y="1097133"/>
                </a:lnTo>
                <a:moveTo>
                  <a:pt x="935399" y="880309"/>
                </a:moveTo>
                <a:lnTo>
                  <a:pt x="929039" y="883337"/>
                </a:lnTo>
                <a:lnTo>
                  <a:pt x="894984" y="901515"/>
                </a:lnTo>
                <a:lnTo>
                  <a:pt x="816151" y="942282"/>
                </a:lnTo>
                <a:lnTo>
                  <a:pt x="740174" y="980675"/>
                </a:lnTo>
                <a:lnTo>
                  <a:pt x="701527" y="997781"/>
                </a:lnTo>
                <a:lnTo>
                  <a:pt x="648376" y="1019061"/>
                </a:lnTo>
                <a:lnTo>
                  <a:pt x="587459" y="1040512"/>
                </a:lnTo>
                <a:lnTo>
                  <a:pt x="582851" y="1042239"/>
                </a:lnTo>
                <a:lnTo>
                  <a:pt x="578939" y="1043541"/>
                </a:lnTo>
                <a:lnTo>
                  <a:pt x="458905" y="1083358"/>
                </a:lnTo>
                <a:lnTo>
                  <a:pt x="435178" y="1091297"/>
                </a:lnTo>
                <a:moveTo>
                  <a:pt x="557815" y="879450"/>
                </a:moveTo>
                <a:lnTo>
                  <a:pt x="561956" y="829098"/>
                </a:lnTo>
                <a:moveTo>
                  <a:pt x="749062" y="594801"/>
                </a:moveTo>
                <a:lnTo>
                  <a:pt x="749692" y="601119"/>
                </a:lnTo>
                <a:lnTo>
                  <a:pt x="750175" y="609001"/>
                </a:lnTo>
                <a:moveTo>
                  <a:pt x="1044826" y="727512"/>
                </a:moveTo>
                <a:lnTo>
                  <a:pt x="1043696" y="723158"/>
                </a:lnTo>
                <a:lnTo>
                  <a:pt x="1039980" y="710276"/>
                </a:lnTo>
                <a:lnTo>
                  <a:pt x="1022817" y="648450"/>
                </a:lnTo>
                <a:lnTo>
                  <a:pt x="1021508" y="643785"/>
                </a:lnTo>
                <a:moveTo>
                  <a:pt x="613838" y="481904"/>
                </a:moveTo>
                <a:lnTo>
                  <a:pt x="607749" y="516467"/>
                </a:lnTo>
                <a:moveTo>
                  <a:pt x="1092738" y="471919"/>
                </a:moveTo>
                <a:lnTo>
                  <a:pt x="1093851" y="474939"/>
                </a:lnTo>
                <a:moveTo>
                  <a:pt x="1092165" y="466157"/>
                </a:moveTo>
                <a:lnTo>
                  <a:pt x="1092124" y="466312"/>
                </a:lnTo>
                <a:moveTo>
                  <a:pt x="873639" y="366347"/>
                </a:moveTo>
                <a:lnTo>
                  <a:pt x="884123" y="405755"/>
                </a:lnTo>
                <a:lnTo>
                  <a:pt x="884917" y="409356"/>
                </a:lnTo>
                <a:lnTo>
                  <a:pt x="885981" y="414169"/>
                </a:lnTo>
                <a:moveTo>
                  <a:pt x="855886" y="300052"/>
                </a:moveTo>
                <a:lnTo>
                  <a:pt x="857368" y="304619"/>
                </a:lnTo>
                <a:lnTo>
                  <a:pt x="871069" y="356623"/>
                </a:lnTo>
                <a:moveTo>
                  <a:pt x="1057765" y="367386"/>
                </a:moveTo>
                <a:lnTo>
                  <a:pt x="1057904" y="368655"/>
                </a:lnTo>
                <a:lnTo>
                  <a:pt x="1060262" y="376037"/>
                </a:lnTo>
                <a:lnTo>
                  <a:pt x="1063053" y="384762"/>
                </a:lnTo>
                <a:lnTo>
                  <a:pt x="1064190" y="387225"/>
                </a:lnTo>
                <a:moveTo>
                  <a:pt x="605973" y="525511"/>
                </a:moveTo>
                <a:lnTo>
                  <a:pt x="595897" y="572359"/>
                </a:lnTo>
                <a:moveTo>
                  <a:pt x="903316" y="536183"/>
                </a:moveTo>
                <a:lnTo>
                  <a:pt x="847162" y="555834"/>
                </a:lnTo>
                <a:moveTo>
                  <a:pt x="913366" y="532615"/>
                </a:moveTo>
                <a:lnTo>
                  <a:pt x="907907" y="534546"/>
                </a:lnTo>
                <a:moveTo>
                  <a:pt x="986626" y="506727"/>
                </a:moveTo>
                <a:lnTo>
                  <a:pt x="982869" y="508266"/>
                </a:lnTo>
                <a:lnTo>
                  <a:pt x="931061" y="526345"/>
                </a:lnTo>
                <a:moveTo>
                  <a:pt x="1000646" y="562652"/>
                </a:moveTo>
                <a:lnTo>
                  <a:pt x="1015541" y="615213"/>
                </a:lnTo>
                <a:lnTo>
                  <a:pt x="1018054" y="622161"/>
                </a:lnTo>
                <a:moveTo>
                  <a:pt x="842701" y="564886"/>
                </a:moveTo>
                <a:lnTo>
                  <a:pt x="844330" y="569830"/>
                </a:lnTo>
                <a:lnTo>
                  <a:pt x="845680" y="574544"/>
                </a:lnTo>
                <a:lnTo>
                  <a:pt x="846368" y="576975"/>
                </a:lnTo>
                <a:moveTo>
                  <a:pt x="2024183" y="973064"/>
                </a:moveTo>
                <a:lnTo>
                  <a:pt x="2028014" y="980422"/>
                </a:lnTo>
                <a:lnTo>
                  <a:pt x="2030837" y="986184"/>
                </a:lnTo>
                <a:lnTo>
                  <a:pt x="2034848" y="994352"/>
                </a:lnTo>
                <a:lnTo>
                  <a:pt x="2037287" y="999295"/>
                </a:lnTo>
                <a:lnTo>
                  <a:pt x="2046003" y="1016810"/>
                </a:lnTo>
                <a:moveTo>
                  <a:pt x="2003256" y="931487"/>
                </a:moveTo>
                <a:lnTo>
                  <a:pt x="2004843" y="934654"/>
                </a:lnTo>
                <a:lnTo>
                  <a:pt x="2018331" y="961540"/>
                </a:lnTo>
                <a:lnTo>
                  <a:pt x="2019985" y="964838"/>
                </a:lnTo>
                <a:moveTo>
                  <a:pt x="1081730" y="1173281"/>
                </a:moveTo>
                <a:lnTo>
                  <a:pt x="1073881" y="1159196"/>
                </a:lnTo>
                <a:lnTo>
                  <a:pt x="1065197" y="1145012"/>
                </a:lnTo>
                <a:moveTo>
                  <a:pt x="1100979" y="1208237"/>
                </a:moveTo>
                <a:lnTo>
                  <a:pt x="1094121" y="1195699"/>
                </a:lnTo>
                <a:lnTo>
                  <a:pt x="1086337" y="1181580"/>
                </a:lnTo>
                <a:moveTo>
                  <a:pt x="1116227" y="1238004"/>
                </a:moveTo>
                <a:lnTo>
                  <a:pt x="1113035" y="1230630"/>
                </a:lnTo>
                <a:lnTo>
                  <a:pt x="1105923" y="1217355"/>
                </a:lnTo>
                <a:moveTo>
                  <a:pt x="1131565" y="1280040"/>
                </a:moveTo>
                <a:lnTo>
                  <a:pt x="1131058" y="1277937"/>
                </a:lnTo>
                <a:lnTo>
                  <a:pt x="1129568" y="1273533"/>
                </a:lnTo>
                <a:lnTo>
                  <a:pt x="1127080" y="1266806"/>
                </a:lnTo>
                <a:lnTo>
                  <a:pt x="1123610" y="1257328"/>
                </a:lnTo>
                <a:lnTo>
                  <a:pt x="1119951" y="1247335"/>
                </a:lnTo>
                <a:moveTo>
                  <a:pt x="1142557" y="1326209"/>
                </a:moveTo>
                <a:lnTo>
                  <a:pt x="1133693" y="1288945"/>
                </a:lnTo>
                <a:moveTo>
                  <a:pt x="949607" y="917565"/>
                </a:moveTo>
                <a:lnTo>
                  <a:pt x="949181" y="916002"/>
                </a:lnTo>
                <a:lnTo>
                  <a:pt x="941112" y="889492"/>
                </a:lnTo>
                <a:lnTo>
                  <a:pt x="940219" y="886545"/>
                </a:lnTo>
                <a:moveTo>
                  <a:pt x="976411" y="973465"/>
                </a:moveTo>
                <a:lnTo>
                  <a:pt x="973620" y="968055"/>
                </a:lnTo>
                <a:lnTo>
                  <a:pt x="957129" y="936029"/>
                </a:lnTo>
                <a:lnTo>
                  <a:pt x="953634" y="928606"/>
                </a:lnTo>
                <a:lnTo>
                  <a:pt x="952766" y="926609"/>
                </a:lnTo>
                <a:moveTo>
                  <a:pt x="1005704" y="1028342"/>
                </a:moveTo>
                <a:lnTo>
                  <a:pt x="998100" y="1014829"/>
                </a:lnTo>
                <a:lnTo>
                  <a:pt x="980651" y="981625"/>
                </a:lnTo>
                <a:moveTo>
                  <a:pt x="1281783" y="644325"/>
                </a:moveTo>
                <a:lnTo>
                  <a:pt x="1283371" y="643818"/>
                </a:lnTo>
                <a:lnTo>
                  <a:pt x="1317705" y="627866"/>
                </a:lnTo>
                <a:lnTo>
                  <a:pt x="1319391" y="626671"/>
                </a:lnTo>
                <a:lnTo>
                  <a:pt x="1319669" y="626401"/>
                </a:lnTo>
                <a:moveTo>
                  <a:pt x="459192" y="592018"/>
                </a:moveTo>
                <a:lnTo>
                  <a:pt x="457416" y="601193"/>
                </a:lnTo>
                <a:moveTo>
                  <a:pt x="465445" y="558830"/>
                </a:moveTo>
                <a:lnTo>
                  <a:pt x="460910" y="582982"/>
                </a:lnTo>
                <a:moveTo>
                  <a:pt x="476461" y="500261"/>
                </a:moveTo>
                <a:lnTo>
                  <a:pt x="472933" y="519029"/>
                </a:lnTo>
                <a:lnTo>
                  <a:pt x="467114" y="549941"/>
                </a:lnTo>
                <a:moveTo>
                  <a:pt x="484015" y="460722"/>
                </a:moveTo>
                <a:lnTo>
                  <a:pt x="481756" y="471648"/>
                </a:lnTo>
                <a:lnTo>
                  <a:pt x="478139" y="491267"/>
                </a:lnTo>
                <a:moveTo>
                  <a:pt x="2834842" y="1940047"/>
                </a:moveTo>
                <a:lnTo>
                  <a:pt x="2813882" y="1961220"/>
                </a:lnTo>
                <a:moveTo>
                  <a:pt x="2842028" y="1932787"/>
                </a:moveTo>
                <a:lnTo>
                  <a:pt x="2841914" y="1932902"/>
                </a:lnTo>
                <a:moveTo>
                  <a:pt x="1543000" y="710857"/>
                </a:moveTo>
                <a:lnTo>
                  <a:pt x="1540676" y="711708"/>
                </a:lnTo>
                <a:lnTo>
                  <a:pt x="1520517" y="720613"/>
                </a:lnTo>
                <a:lnTo>
                  <a:pt x="1512226" y="723772"/>
                </a:lnTo>
                <a:lnTo>
                  <a:pt x="1508019" y="725474"/>
                </a:lnTo>
                <a:moveTo>
                  <a:pt x="1546740" y="344887"/>
                </a:moveTo>
                <a:lnTo>
                  <a:pt x="1548254" y="349216"/>
                </a:lnTo>
                <a:moveTo>
                  <a:pt x="1824760" y="536175"/>
                </a:moveTo>
                <a:lnTo>
                  <a:pt x="1827911" y="544572"/>
                </a:lnTo>
                <a:lnTo>
                  <a:pt x="1832658" y="557234"/>
                </a:lnTo>
                <a:lnTo>
                  <a:pt x="1840556" y="577883"/>
                </a:lnTo>
                <a:moveTo>
                  <a:pt x="1801205" y="473662"/>
                </a:moveTo>
                <a:lnTo>
                  <a:pt x="1809684" y="496161"/>
                </a:lnTo>
                <a:lnTo>
                  <a:pt x="1817361" y="516549"/>
                </a:lnTo>
                <a:lnTo>
                  <a:pt x="1820602" y="525142"/>
                </a:lnTo>
                <a:moveTo>
                  <a:pt x="1843911" y="586264"/>
                </a:moveTo>
                <a:lnTo>
                  <a:pt x="1849780" y="600268"/>
                </a:lnTo>
                <a:lnTo>
                  <a:pt x="1858603" y="620525"/>
                </a:lnTo>
                <a:lnTo>
                  <a:pt x="1862703" y="629339"/>
                </a:lnTo>
                <a:moveTo>
                  <a:pt x="2607943" y="1706551"/>
                </a:moveTo>
                <a:lnTo>
                  <a:pt x="2608066" y="1706657"/>
                </a:lnTo>
                <a:moveTo>
                  <a:pt x="2605070" y="1703576"/>
                </a:moveTo>
                <a:lnTo>
                  <a:pt x="2608385" y="1706940"/>
                </a:lnTo>
                <a:moveTo>
                  <a:pt x="2752023" y="1578930"/>
                </a:moveTo>
                <a:lnTo>
                  <a:pt x="2744027" y="1586574"/>
                </a:lnTo>
                <a:lnTo>
                  <a:pt x="2666675" y="1660349"/>
                </a:lnTo>
                <a:moveTo>
                  <a:pt x="2880332" y="1457636"/>
                </a:moveTo>
                <a:lnTo>
                  <a:pt x="2867703" y="1468930"/>
                </a:lnTo>
                <a:lnTo>
                  <a:pt x="2760568" y="1570778"/>
                </a:lnTo>
                <a:moveTo>
                  <a:pt x="2891127" y="1452172"/>
                </a:moveTo>
                <a:lnTo>
                  <a:pt x="2899839" y="1443706"/>
                </a:lnTo>
                <a:lnTo>
                  <a:pt x="2906272" y="1436990"/>
                </a:lnTo>
                <a:moveTo>
                  <a:pt x="448961" y="750028"/>
                </a:moveTo>
                <a:lnTo>
                  <a:pt x="448642" y="765284"/>
                </a:lnTo>
                <a:moveTo>
                  <a:pt x="450811" y="794560"/>
                </a:moveTo>
                <a:lnTo>
                  <a:pt x="450860" y="793316"/>
                </a:lnTo>
                <a:lnTo>
                  <a:pt x="451089" y="773804"/>
                </a:lnTo>
                <a:lnTo>
                  <a:pt x="451089" y="768181"/>
                </a:lnTo>
                <a:moveTo>
                  <a:pt x="450721" y="800674"/>
                </a:moveTo>
                <a:lnTo>
                  <a:pt x="450860" y="796287"/>
                </a:lnTo>
                <a:moveTo>
                  <a:pt x="1135215" y="599433"/>
                </a:moveTo>
                <a:lnTo>
                  <a:pt x="1141771" y="597182"/>
                </a:lnTo>
                <a:lnTo>
                  <a:pt x="1145176" y="595946"/>
                </a:lnTo>
                <a:lnTo>
                  <a:pt x="1209784" y="573619"/>
                </a:lnTo>
                <a:lnTo>
                  <a:pt x="1211241" y="573136"/>
                </a:lnTo>
                <a:moveTo>
                  <a:pt x="2850696" y="450827"/>
                </a:moveTo>
                <a:lnTo>
                  <a:pt x="2850679" y="450672"/>
                </a:lnTo>
                <a:moveTo>
                  <a:pt x="2245722" y="636272"/>
                </a:moveTo>
                <a:lnTo>
                  <a:pt x="2287446" y="618045"/>
                </a:lnTo>
                <a:moveTo>
                  <a:pt x="2132554" y="686271"/>
                </a:moveTo>
                <a:lnTo>
                  <a:pt x="2138783" y="683521"/>
                </a:lnTo>
                <a:lnTo>
                  <a:pt x="2237701" y="639791"/>
                </a:lnTo>
                <a:lnTo>
                  <a:pt x="2237823" y="639734"/>
                </a:lnTo>
                <a:moveTo>
                  <a:pt x="2003984" y="743341"/>
                </a:moveTo>
                <a:lnTo>
                  <a:pt x="2023046" y="734404"/>
                </a:lnTo>
                <a:lnTo>
                  <a:pt x="2121767" y="691026"/>
                </a:lnTo>
                <a:moveTo>
                  <a:pt x="2518094" y="952177"/>
                </a:moveTo>
                <a:lnTo>
                  <a:pt x="2508338" y="928393"/>
                </a:lnTo>
                <a:lnTo>
                  <a:pt x="2502527" y="914667"/>
                </a:lnTo>
                <a:moveTo>
                  <a:pt x="2535273" y="993746"/>
                </a:moveTo>
                <a:lnTo>
                  <a:pt x="2534929" y="992977"/>
                </a:lnTo>
                <a:lnTo>
                  <a:pt x="2524854" y="968472"/>
                </a:lnTo>
                <a:lnTo>
                  <a:pt x="2524224" y="966975"/>
                </a:lnTo>
                <a:moveTo>
                  <a:pt x="2605414" y="1078186"/>
                </a:moveTo>
                <a:lnTo>
                  <a:pt x="2589553" y="1062005"/>
                </a:lnTo>
                <a:lnTo>
                  <a:pt x="2573675" y="1045939"/>
                </a:lnTo>
                <a:moveTo>
                  <a:pt x="2634289" y="1107192"/>
                </a:moveTo>
                <a:lnTo>
                  <a:pt x="2632366" y="1105260"/>
                </a:lnTo>
                <a:lnTo>
                  <a:pt x="2611782" y="1084619"/>
                </a:lnTo>
                <a:moveTo>
                  <a:pt x="2662567" y="1134945"/>
                </a:moveTo>
                <a:lnTo>
                  <a:pt x="2648162" y="1120696"/>
                </a:lnTo>
                <a:lnTo>
                  <a:pt x="2642277" y="1115049"/>
                </a:lnTo>
                <a:moveTo>
                  <a:pt x="2669171" y="1141616"/>
                </a:moveTo>
                <a:lnTo>
                  <a:pt x="2665808" y="1138154"/>
                </a:lnTo>
                <a:lnTo>
                  <a:pt x="2662567" y="1134945"/>
                </a:lnTo>
                <a:moveTo>
                  <a:pt x="1956956" y="210972"/>
                </a:moveTo>
                <a:lnTo>
                  <a:pt x="1899779" y="180354"/>
                </a:lnTo>
                <a:moveTo>
                  <a:pt x="2069566" y="305151"/>
                </a:moveTo>
                <a:lnTo>
                  <a:pt x="2067856" y="302794"/>
                </a:lnTo>
                <a:lnTo>
                  <a:pt x="2059328" y="290427"/>
                </a:lnTo>
                <a:lnTo>
                  <a:pt x="2055636" y="285737"/>
                </a:lnTo>
                <a:moveTo>
                  <a:pt x="2729982" y="1631859"/>
                </a:moveTo>
                <a:lnTo>
                  <a:pt x="2760445" y="1602575"/>
                </a:lnTo>
                <a:lnTo>
                  <a:pt x="2767967" y="1595741"/>
                </a:lnTo>
                <a:moveTo>
                  <a:pt x="2683961" y="1675082"/>
                </a:moveTo>
                <a:lnTo>
                  <a:pt x="2723345" y="1638161"/>
                </a:lnTo>
                <a:moveTo>
                  <a:pt x="2638643" y="1718918"/>
                </a:moveTo>
                <a:lnTo>
                  <a:pt x="2675408" y="1683241"/>
                </a:lnTo>
                <a:moveTo>
                  <a:pt x="1898993" y="2607346"/>
                </a:moveTo>
                <a:lnTo>
                  <a:pt x="2002175" y="2659751"/>
                </a:lnTo>
                <a:lnTo>
                  <a:pt x="2002830" y="2661519"/>
                </a:lnTo>
                <a:lnTo>
                  <a:pt x="2004156" y="2664866"/>
                </a:lnTo>
                <a:lnTo>
                  <a:pt x="2004451" y="2665513"/>
                </a:lnTo>
                <a:moveTo>
                  <a:pt x="1856999" y="2665112"/>
                </a:moveTo>
                <a:lnTo>
                  <a:pt x="1835236" y="2653711"/>
                </a:lnTo>
                <a:lnTo>
                  <a:pt x="1788895" y="2629444"/>
                </a:lnTo>
                <a:lnTo>
                  <a:pt x="1782462" y="2641581"/>
                </a:lnTo>
                <a:lnTo>
                  <a:pt x="1781439" y="2649193"/>
                </a:lnTo>
                <a:lnTo>
                  <a:pt x="1823368" y="2743438"/>
                </a:lnTo>
                <a:lnTo>
                  <a:pt x="1833051" y="2765200"/>
                </a:lnTo>
                <a:lnTo>
                  <a:pt x="1833722" y="2766714"/>
                </a:lnTo>
                <a:lnTo>
                  <a:pt x="1834180" y="2767754"/>
                </a:lnTo>
                <a:moveTo>
                  <a:pt x="1890506" y="2608205"/>
                </a:moveTo>
                <a:lnTo>
                  <a:pt x="1863137" y="2663123"/>
                </a:lnTo>
                <a:moveTo>
                  <a:pt x="1166087" y="1947151"/>
                </a:moveTo>
                <a:lnTo>
                  <a:pt x="1166210" y="1947265"/>
                </a:lnTo>
                <a:moveTo>
                  <a:pt x="2022669" y="2400752"/>
                </a:moveTo>
                <a:lnTo>
                  <a:pt x="1987648" y="2382133"/>
                </a:lnTo>
                <a:lnTo>
                  <a:pt x="1983899" y="2388836"/>
                </a:lnTo>
                <a:lnTo>
                  <a:pt x="1980887" y="2395179"/>
                </a:lnTo>
                <a:lnTo>
                  <a:pt x="1982442" y="2395973"/>
                </a:lnTo>
                <a:lnTo>
                  <a:pt x="2016474" y="2413242"/>
                </a:lnTo>
                <a:moveTo>
                  <a:pt x="2040700" y="2409878"/>
                </a:moveTo>
                <a:lnTo>
                  <a:pt x="2033055" y="2406089"/>
                </a:lnTo>
                <a:moveTo>
                  <a:pt x="2118232" y="2454164"/>
                </a:moveTo>
                <a:lnTo>
                  <a:pt x="2116791" y="2448673"/>
                </a:lnTo>
                <a:lnTo>
                  <a:pt x="2096199" y="2437886"/>
                </a:lnTo>
                <a:lnTo>
                  <a:pt x="2094251" y="2436944"/>
                </a:lnTo>
                <a:lnTo>
                  <a:pt x="2051209" y="2415141"/>
                </a:lnTo>
                <a:moveTo>
                  <a:pt x="2018479" y="2419626"/>
                </a:moveTo>
                <a:lnTo>
                  <a:pt x="2017865" y="2420649"/>
                </a:lnTo>
                <a:lnTo>
                  <a:pt x="2005089" y="2444826"/>
                </a:lnTo>
                <a:lnTo>
                  <a:pt x="1987468" y="2478145"/>
                </a:lnTo>
                <a:moveTo>
                  <a:pt x="2023619" y="2409060"/>
                </a:moveTo>
                <a:lnTo>
                  <a:pt x="2023553" y="2409207"/>
                </a:lnTo>
                <a:moveTo>
                  <a:pt x="1734681" y="1372075"/>
                </a:moveTo>
                <a:lnTo>
                  <a:pt x="1734616" y="1372116"/>
                </a:lnTo>
                <a:moveTo>
                  <a:pt x="2836643" y="1931698"/>
                </a:moveTo>
                <a:lnTo>
                  <a:pt x="2780554" y="1876404"/>
                </a:lnTo>
                <a:lnTo>
                  <a:pt x="2780874" y="1875823"/>
                </a:lnTo>
                <a:moveTo>
                  <a:pt x="2888107" y="1978588"/>
                </a:moveTo>
                <a:lnTo>
                  <a:pt x="2887133" y="1978817"/>
                </a:lnTo>
                <a:lnTo>
                  <a:pt x="2845196" y="1939883"/>
                </a:lnTo>
                <a:moveTo>
                  <a:pt x="1671603" y="584889"/>
                </a:moveTo>
                <a:lnTo>
                  <a:pt x="1675229" y="582532"/>
                </a:lnTo>
                <a:lnTo>
                  <a:pt x="1724901" y="566490"/>
                </a:lnTo>
                <a:lnTo>
                  <a:pt x="1752245" y="556571"/>
                </a:lnTo>
                <a:lnTo>
                  <a:pt x="1818801" y="533433"/>
                </a:lnTo>
                <a:moveTo>
                  <a:pt x="2603368" y="2703792"/>
                </a:moveTo>
                <a:lnTo>
                  <a:pt x="2598015" y="2706616"/>
                </a:lnTo>
                <a:lnTo>
                  <a:pt x="2594758" y="2708727"/>
                </a:lnTo>
                <a:lnTo>
                  <a:pt x="2591885" y="2710503"/>
                </a:lnTo>
                <a:moveTo>
                  <a:pt x="1710218" y="2084462"/>
                </a:moveTo>
                <a:lnTo>
                  <a:pt x="1710078" y="2084487"/>
                </a:lnTo>
                <a:moveTo>
                  <a:pt x="903749" y="1237718"/>
                </a:moveTo>
                <a:lnTo>
                  <a:pt x="902669" y="1237587"/>
                </a:lnTo>
                <a:lnTo>
                  <a:pt x="900050" y="1237800"/>
                </a:lnTo>
                <a:lnTo>
                  <a:pt x="877493" y="1245411"/>
                </a:lnTo>
                <a:moveTo>
                  <a:pt x="526845" y="252582"/>
                </a:moveTo>
                <a:lnTo>
                  <a:pt x="539162" y="186983"/>
                </a:lnTo>
                <a:moveTo>
                  <a:pt x="520903" y="269982"/>
                </a:moveTo>
                <a:lnTo>
                  <a:pt x="520608" y="271570"/>
                </a:lnTo>
                <a:lnTo>
                  <a:pt x="516819" y="293169"/>
                </a:lnTo>
                <a:moveTo>
                  <a:pt x="2004581" y="1245174"/>
                </a:moveTo>
                <a:lnTo>
                  <a:pt x="2007454" y="1239723"/>
                </a:lnTo>
                <a:lnTo>
                  <a:pt x="2041199" y="1172864"/>
                </a:lnTo>
                <a:lnTo>
                  <a:pt x="2042566" y="1170147"/>
                </a:lnTo>
                <a:moveTo>
                  <a:pt x="1969151" y="1282954"/>
                </a:moveTo>
                <a:lnTo>
                  <a:pt x="1992002" y="1262042"/>
                </a:lnTo>
                <a:moveTo>
                  <a:pt x="566720" y="824752"/>
                </a:moveTo>
                <a:lnTo>
                  <a:pt x="806362" y="839714"/>
                </a:lnTo>
                <a:lnTo>
                  <a:pt x="835531" y="841662"/>
                </a:lnTo>
                <a:moveTo>
                  <a:pt x="2822623" y="1566629"/>
                </a:moveTo>
                <a:lnTo>
                  <a:pt x="2820200" y="1566481"/>
                </a:lnTo>
                <a:moveTo>
                  <a:pt x="2777428" y="1587164"/>
                </a:moveTo>
                <a:lnTo>
                  <a:pt x="2780432" y="1584455"/>
                </a:lnTo>
                <a:lnTo>
                  <a:pt x="2806270" y="1559631"/>
                </a:lnTo>
                <a:moveTo>
                  <a:pt x="1746917" y="2144823"/>
                </a:moveTo>
                <a:lnTo>
                  <a:pt x="1748366" y="2148252"/>
                </a:lnTo>
                <a:lnTo>
                  <a:pt x="1751517" y="2156068"/>
                </a:lnTo>
                <a:lnTo>
                  <a:pt x="1758433" y="2173060"/>
                </a:lnTo>
                <a:lnTo>
                  <a:pt x="1761133" y="2179550"/>
                </a:lnTo>
                <a:lnTo>
                  <a:pt x="1762107" y="2182202"/>
                </a:lnTo>
                <a:lnTo>
                  <a:pt x="1763139" y="2185254"/>
                </a:lnTo>
                <a:lnTo>
                  <a:pt x="1765954" y="2194568"/>
                </a:lnTo>
                <a:lnTo>
                  <a:pt x="1768107" y="2202696"/>
                </a:lnTo>
                <a:lnTo>
                  <a:pt x="1769621" y="2209096"/>
                </a:lnTo>
                <a:lnTo>
                  <a:pt x="1770341" y="2212149"/>
                </a:lnTo>
                <a:lnTo>
                  <a:pt x="1770971" y="2215488"/>
                </a:lnTo>
                <a:lnTo>
                  <a:pt x="1771364" y="2217837"/>
                </a:lnTo>
                <a:lnTo>
                  <a:pt x="1771667" y="2220399"/>
                </a:lnTo>
                <a:lnTo>
                  <a:pt x="1771912" y="2223255"/>
                </a:lnTo>
                <a:lnTo>
                  <a:pt x="1772191" y="2228035"/>
                </a:lnTo>
                <a:lnTo>
                  <a:pt x="1772281" y="2229885"/>
                </a:lnTo>
                <a:lnTo>
                  <a:pt x="1772191" y="2232217"/>
                </a:lnTo>
                <a:lnTo>
                  <a:pt x="1772043" y="2235229"/>
                </a:lnTo>
                <a:lnTo>
                  <a:pt x="1771585" y="2239919"/>
                </a:lnTo>
                <a:lnTo>
                  <a:pt x="1771331" y="2241695"/>
                </a:lnTo>
                <a:lnTo>
                  <a:pt x="1770816" y="2244928"/>
                </a:lnTo>
                <a:lnTo>
                  <a:pt x="1769948" y="2249110"/>
                </a:lnTo>
                <a:lnTo>
                  <a:pt x="1768336" y="2255584"/>
                </a:lnTo>
                <a:lnTo>
                  <a:pt x="1765717" y="2264038"/>
                </a:lnTo>
                <a:lnTo>
                  <a:pt x="1763319" y="2271061"/>
                </a:lnTo>
                <a:lnTo>
                  <a:pt x="1761739" y="2275186"/>
                </a:lnTo>
                <a:lnTo>
                  <a:pt x="1756100" y="2289967"/>
                </a:lnTo>
                <a:lnTo>
                  <a:pt x="1754930" y="2292586"/>
                </a:lnTo>
                <a:lnTo>
                  <a:pt x="1753571" y="2295647"/>
                </a:lnTo>
                <a:lnTo>
                  <a:pt x="1751934" y="2299232"/>
                </a:lnTo>
                <a:lnTo>
                  <a:pt x="1751181" y="2300877"/>
                </a:lnTo>
                <a:lnTo>
                  <a:pt x="1748251" y="2306753"/>
                </a:lnTo>
                <a:lnTo>
                  <a:pt x="1747465" y="2308227"/>
                </a:lnTo>
                <a:lnTo>
                  <a:pt x="1744830" y="2313285"/>
                </a:lnTo>
                <a:lnTo>
                  <a:pt x="1741008" y="2319955"/>
                </a:lnTo>
                <a:lnTo>
                  <a:pt x="1736244" y="2328418"/>
                </a:lnTo>
                <a:lnTo>
                  <a:pt x="1731293" y="2335874"/>
                </a:lnTo>
                <a:lnTo>
                  <a:pt x="1728191" y="2339917"/>
                </a:lnTo>
                <a:lnTo>
                  <a:pt x="1723992" y="2344787"/>
                </a:lnTo>
                <a:lnTo>
                  <a:pt x="1716340" y="2353593"/>
                </a:lnTo>
                <a:lnTo>
                  <a:pt x="1702189" y="2368767"/>
                </a:lnTo>
                <a:lnTo>
                  <a:pt x="1694978" y="2375953"/>
                </a:lnTo>
                <a:lnTo>
                  <a:pt x="1687203" y="2383074"/>
                </a:lnTo>
                <a:lnTo>
                  <a:pt x="1684240" y="2385505"/>
                </a:lnTo>
                <a:lnTo>
                  <a:pt x="1669516" y="2397650"/>
                </a:lnTo>
                <a:lnTo>
                  <a:pt x="1660145" y="2404624"/>
                </a:lnTo>
                <a:lnTo>
                  <a:pt x="1655758" y="2407431"/>
                </a:lnTo>
                <a:lnTo>
                  <a:pt x="1647377" y="2413127"/>
                </a:lnTo>
                <a:lnTo>
                  <a:pt x="1643268" y="2415509"/>
                </a:lnTo>
                <a:lnTo>
                  <a:pt x="1641992" y="2416229"/>
                </a:lnTo>
                <a:lnTo>
                  <a:pt x="1638832" y="2417981"/>
                </a:lnTo>
                <a:lnTo>
                  <a:pt x="1635149" y="2419814"/>
                </a:lnTo>
                <a:lnTo>
                  <a:pt x="1632890" y="2420870"/>
                </a:lnTo>
                <a:lnTo>
                  <a:pt x="1631057" y="2421713"/>
                </a:lnTo>
                <a:lnTo>
                  <a:pt x="1613411" y="2428637"/>
                </a:lnTo>
                <a:lnTo>
                  <a:pt x="1604588" y="2432099"/>
                </a:lnTo>
                <a:lnTo>
                  <a:pt x="1589496" y="2437886"/>
                </a:lnTo>
                <a:lnTo>
                  <a:pt x="1574355" y="2443688"/>
                </a:lnTo>
                <a:lnTo>
                  <a:pt x="1572702" y="2444335"/>
                </a:lnTo>
                <a:lnTo>
                  <a:pt x="1562774" y="2448255"/>
                </a:lnTo>
                <a:lnTo>
                  <a:pt x="1560057" y="2449319"/>
                </a:lnTo>
                <a:lnTo>
                  <a:pt x="1553918" y="2451906"/>
                </a:lnTo>
                <a:lnTo>
                  <a:pt x="1548304" y="2454549"/>
                </a:lnTo>
                <a:lnTo>
                  <a:pt x="1539366" y="2459108"/>
                </a:lnTo>
                <a:lnTo>
                  <a:pt x="1537623" y="2460074"/>
                </a:lnTo>
                <a:lnTo>
                  <a:pt x="1534922" y="2461563"/>
                </a:lnTo>
                <a:lnTo>
                  <a:pt x="1530298" y="2464338"/>
                </a:lnTo>
                <a:lnTo>
                  <a:pt x="1526680" y="2466670"/>
                </a:lnTo>
                <a:lnTo>
                  <a:pt x="1523226" y="2468970"/>
                </a:lnTo>
                <a:lnTo>
                  <a:pt x="1517153" y="2473398"/>
                </a:lnTo>
                <a:moveTo>
                  <a:pt x="491136" y="427198"/>
                </a:moveTo>
                <a:lnTo>
                  <a:pt x="490735" y="428925"/>
                </a:lnTo>
                <a:lnTo>
                  <a:pt x="487371" y="444599"/>
                </a:lnTo>
                <a:lnTo>
                  <a:pt x="486994" y="446203"/>
                </a:lnTo>
                <a:moveTo>
                  <a:pt x="1101217" y="488058"/>
                </a:moveTo>
                <a:lnTo>
                  <a:pt x="1096396" y="474276"/>
                </a:lnTo>
                <a:moveTo>
                  <a:pt x="1122497" y="546316"/>
                </a:moveTo>
                <a:lnTo>
                  <a:pt x="1104957" y="496881"/>
                </a:lnTo>
                <a:moveTo>
                  <a:pt x="2167298" y="1273001"/>
                </a:moveTo>
                <a:lnTo>
                  <a:pt x="2165161" y="1270227"/>
                </a:lnTo>
                <a:lnTo>
                  <a:pt x="2148441" y="1248448"/>
                </a:lnTo>
                <a:moveTo>
                  <a:pt x="2134952" y="1231301"/>
                </a:moveTo>
                <a:lnTo>
                  <a:pt x="2133291" y="1229280"/>
                </a:lnTo>
                <a:lnTo>
                  <a:pt x="2124967" y="1219115"/>
                </a:lnTo>
                <a:lnTo>
                  <a:pt x="2123756" y="1217625"/>
                </a:lnTo>
                <a:moveTo>
                  <a:pt x="2118076" y="1210668"/>
                </a:moveTo>
                <a:lnTo>
                  <a:pt x="2097451" y="1185313"/>
                </a:lnTo>
                <a:moveTo>
                  <a:pt x="2093408" y="1178364"/>
                </a:moveTo>
                <a:lnTo>
                  <a:pt x="2093318" y="1177734"/>
                </a:lnTo>
                <a:lnTo>
                  <a:pt x="2093703" y="1176121"/>
                </a:lnTo>
                <a:lnTo>
                  <a:pt x="2102043" y="1156438"/>
                </a:lnTo>
                <a:lnTo>
                  <a:pt x="2103049" y="1154081"/>
                </a:lnTo>
                <a:moveTo>
                  <a:pt x="2105546" y="1145610"/>
                </a:moveTo>
                <a:lnTo>
                  <a:pt x="2105357" y="1142148"/>
                </a:lnTo>
                <a:lnTo>
                  <a:pt x="2104760" y="1137622"/>
                </a:lnTo>
                <a:lnTo>
                  <a:pt x="2103524" y="1131262"/>
                </a:lnTo>
                <a:lnTo>
                  <a:pt x="2101371" y="1122783"/>
                </a:lnTo>
                <a:lnTo>
                  <a:pt x="2100111" y="1117774"/>
                </a:lnTo>
                <a:lnTo>
                  <a:pt x="2099931" y="1117185"/>
                </a:lnTo>
                <a:moveTo>
                  <a:pt x="2095814" y="1105522"/>
                </a:moveTo>
                <a:lnTo>
                  <a:pt x="2095151" y="1103877"/>
                </a:lnTo>
                <a:lnTo>
                  <a:pt x="2093285" y="1100120"/>
                </a:lnTo>
                <a:lnTo>
                  <a:pt x="2090421" y="1094366"/>
                </a:lnTo>
                <a:lnTo>
                  <a:pt x="2077055" y="1068577"/>
                </a:lnTo>
                <a:moveTo>
                  <a:pt x="1884679" y="927001"/>
                </a:moveTo>
                <a:lnTo>
                  <a:pt x="1867139" y="885547"/>
                </a:lnTo>
                <a:moveTo>
                  <a:pt x="1988646" y="1090872"/>
                </a:moveTo>
                <a:lnTo>
                  <a:pt x="2005719" y="1081353"/>
                </a:lnTo>
                <a:moveTo>
                  <a:pt x="1286657" y="687547"/>
                </a:moveTo>
                <a:lnTo>
                  <a:pt x="1275252" y="692196"/>
                </a:lnTo>
                <a:lnTo>
                  <a:pt x="1191913" y="724427"/>
                </a:lnTo>
                <a:moveTo>
                  <a:pt x="1193587" y="729391"/>
                </a:moveTo>
                <a:lnTo>
                  <a:pt x="1277904" y="700954"/>
                </a:lnTo>
                <a:lnTo>
                  <a:pt x="1289972" y="696780"/>
                </a:lnTo>
                <a:moveTo>
                  <a:pt x="452693" y="524046"/>
                </a:moveTo>
                <a:lnTo>
                  <a:pt x="333257" y="504174"/>
                </a:lnTo>
                <a:moveTo>
                  <a:pt x="324278" y="502660"/>
                </a:moveTo>
                <a:lnTo>
                  <a:pt x="244618" y="488975"/>
                </a:lnTo>
                <a:lnTo>
                  <a:pt x="237531" y="488959"/>
                </a:lnTo>
                <a:moveTo>
                  <a:pt x="1838608" y="820423"/>
                </a:moveTo>
                <a:lnTo>
                  <a:pt x="1838542" y="820276"/>
                </a:lnTo>
                <a:moveTo>
                  <a:pt x="2040741" y="2328434"/>
                </a:moveTo>
                <a:lnTo>
                  <a:pt x="2040814" y="2328270"/>
                </a:lnTo>
                <a:moveTo>
                  <a:pt x="2044931" y="2320184"/>
                </a:moveTo>
                <a:lnTo>
                  <a:pt x="2053901" y="2302178"/>
                </a:lnTo>
                <a:lnTo>
                  <a:pt x="2054008" y="2298626"/>
                </a:lnTo>
                <a:lnTo>
                  <a:pt x="2052461" y="2295041"/>
                </a:lnTo>
                <a:lnTo>
                  <a:pt x="2049220" y="2288608"/>
                </a:lnTo>
                <a:moveTo>
                  <a:pt x="1445408" y="2416017"/>
                </a:moveTo>
                <a:lnTo>
                  <a:pt x="1445441" y="2415583"/>
                </a:lnTo>
                <a:lnTo>
                  <a:pt x="1445793" y="2411908"/>
                </a:lnTo>
                <a:lnTo>
                  <a:pt x="1446210" y="2410206"/>
                </a:lnTo>
                <a:lnTo>
                  <a:pt x="1447102" y="2407930"/>
                </a:lnTo>
                <a:lnTo>
                  <a:pt x="1448052" y="2406236"/>
                </a:lnTo>
                <a:lnTo>
                  <a:pt x="1449296" y="2404640"/>
                </a:lnTo>
                <a:lnTo>
                  <a:pt x="1451154" y="2402528"/>
                </a:lnTo>
                <a:lnTo>
                  <a:pt x="1452095" y="2401432"/>
                </a:lnTo>
                <a:moveTo>
                  <a:pt x="1451653" y="2401972"/>
                </a:moveTo>
                <a:lnTo>
                  <a:pt x="1451751" y="2401849"/>
                </a:lnTo>
                <a:moveTo>
                  <a:pt x="1435603" y="2401882"/>
                </a:moveTo>
                <a:lnTo>
                  <a:pt x="1444966" y="2399770"/>
                </a:lnTo>
                <a:lnTo>
                  <a:pt x="1449824" y="2398563"/>
                </a:lnTo>
                <a:moveTo>
                  <a:pt x="1449422" y="2398665"/>
                </a:moveTo>
                <a:lnTo>
                  <a:pt x="1449582" y="2398624"/>
                </a:lnTo>
                <a:moveTo>
                  <a:pt x="1585559" y="927746"/>
                </a:moveTo>
                <a:lnTo>
                  <a:pt x="1594832" y="924047"/>
                </a:lnTo>
                <a:lnTo>
                  <a:pt x="1602706" y="920847"/>
                </a:lnTo>
                <a:moveTo>
                  <a:pt x="1746680" y="857965"/>
                </a:moveTo>
                <a:lnTo>
                  <a:pt x="1830824" y="820619"/>
                </a:lnTo>
                <a:moveTo>
                  <a:pt x="1841612" y="815848"/>
                </a:moveTo>
                <a:lnTo>
                  <a:pt x="1895785" y="791998"/>
                </a:lnTo>
                <a:lnTo>
                  <a:pt x="1903617" y="788831"/>
                </a:lnTo>
                <a:moveTo>
                  <a:pt x="1602935" y="920749"/>
                </a:moveTo>
                <a:lnTo>
                  <a:pt x="1609237" y="918129"/>
                </a:lnTo>
                <a:lnTo>
                  <a:pt x="1732488" y="864235"/>
                </a:lnTo>
                <a:lnTo>
                  <a:pt x="1738307" y="861673"/>
                </a:lnTo>
                <a:moveTo>
                  <a:pt x="1714113" y="2809405"/>
                </a:moveTo>
                <a:lnTo>
                  <a:pt x="1719376" y="2808022"/>
                </a:lnTo>
                <a:lnTo>
                  <a:pt x="1722789" y="2806917"/>
                </a:lnTo>
                <a:lnTo>
                  <a:pt x="1727520" y="2804813"/>
                </a:lnTo>
                <a:lnTo>
                  <a:pt x="1765316" y="2787511"/>
                </a:lnTo>
                <a:lnTo>
                  <a:pt x="1809447" y="2767410"/>
                </a:lnTo>
                <a:lnTo>
                  <a:pt x="1840278" y="2753480"/>
                </a:lnTo>
                <a:lnTo>
                  <a:pt x="1868809" y="2740467"/>
                </a:lnTo>
                <a:lnTo>
                  <a:pt x="1880766" y="2736784"/>
                </a:lnTo>
                <a:lnTo>
                  <a:pt x="1907980" y="2724671"/>
                </a:lnTo>
                <a:lnTo>
                  <a:pt x="1919373" y="2719604"/>
                </a:lnTo>
                <a:moveTo>
                  <a:pt x="1838027" y="2748103"/>
                </a:moveTo>
                <a:lnTo>
                  <a:pt x="1807523" y="2762033"/>
                </a:lnTo>
                <a:lnTo>
                  <a:pt x="1765643" y="2780644"/>
                </a:lnTo>
                <a:lnTo>
                  <a:pt x="1762762" y="2781913"/>
                </a:lnTo>
                <a:lnTo>
                  <a:pt x="1720677" y="2800353"/>
                </a:lnTo>
                <a:lnTo>
                  <a:pt x="1717674" y="2801679"/>
                </a:lnTo>
                <a:lnTo>
                  <a:pt x="1712558" y="2803553"/>
                </a:lnTo>
                <a:moveTo>
                  <a:pt x="1703944" y="2783738"/>
                </a:moveTo>
                <a:lnTo>
                  <a:pt x="1705282" y="2776217"/>
                </a:lnTo>
                <a:lnTo>
                  <a:pt x="1709231" y="2764615"/>
                </a:lnTo>
                <a:moveTo>
                  <a:pt x="1712505" y="2755006"/>
                </a:moveTo>
                <a:lnTo>
                  <a:pt x="1712558" y="2754851"/>
                </a:lnTo>
                <a:moveTo>
                  <a:pt x="1702884" y="2747481"/>
                </a:moveTo>
                <a:lnTo>
                  <a:pt x="1700413" y="2755993"/>
                </a:lnTo>
                <a:lnTo>
                  <a:pt x="1699725" y="2760470"/>
                </a:lnTo>
                <a:moveTo>
                  <a:pt x="1698522" y="2766645"/>
                </a:moveTo>
                <a:lnTo>
                  <a:pt x="1697867" y="2769432"/>
                </a:lnTo>
                <a:lnTo>
                  <a:pt x="1696803" y="2775791"/>
                </a:lnTo>
                <a:lnTo>
                  <a:pt x="1696288" y="2781651"/>
                </a:lnTo>
                <a:lnTo>
                  <a:pt x="1695927" y="2785866"/>
                </a:lnTo>
                <a:lnTo>
                  <a:pt x="1695960" y="2793208"/>
                </a:lnTo>
                <a:lnTo>
                  <a:pt x="1696263" y="2797619"/>
                </a:lnTo>
                <a:moveTo>
                  <a:pt x="1698178" y="2660062"/>
                </a:moveTo>
                <a:lnTo>
                  <a:pt x="1699349" y="2670530"/>
                </a:lnTo>
                <a:lnTo>
                  <a:pt x="1701632" y="2683462"/>
                </a:lnTo>
                <a:lnTo>
                  <a:pt x="1704775" y="2700387"/>
                </a:lnTo>
                <a:lnTo>
                  <a:pt x="1706829" y="2713834"/>
                </a:lnTo>
                <a:lnTo>
                  <a:pt x="1707157" y="2723615"/>
                </a:lnTo>
                <a:lnTo>
                  <a:pt x="1707091" y="2730809"/>
                </a:lnTo>
                <a:lnTo>
                  <a:pt x="1706428" y="2736104"/>
                </a:lnTo>
                <a:lnTo>
                  <a:pt x="1705659" y="2738478"/>
                </a:lnTo>
                <a:moveTo>
                  <a:pt x="1713696" y="2751598"/>
                </a:moveTo>
                <a:lnTo>
                  <a:pt x="1714040" y="2750607"/>
                </a:lnTo>
                <a:lnTo>
                  <a:pt x="1715742" y="2741596"/>
                </a:lnTo>
                <a:lnTo>
                  <a:pt x="1716511" y="2726668"/>
                </a:lnTo>
                <a:lnTo>
                  <a:pt x="1714457" y="2708899"/>
                </a:lnTo>
                <a:lnTo>
                  <a:pt x="1712370" y="2695632"/>
                </a:lnTo>
                <a:lnTo>
                  <a:pt x="1705724" y="2671545"/>
                </a:lnTo>
                <a:lnTo>
                  <a:pt x="1700912" y="2659751"/>
                </a:lnTo>
                <a:moveTo>
                  <a:pt x="1750796" y="2935782"/>
                </a:moveTo>
                <a:lnTo>
                  <a:pt x="1749839" y="2932246"/>
                </a:lnTo>
                <a:lnTo>
                  <a:pt x="1750240" y="2924405"/>
                </a:lnTo>
                <a:lnTo>
                  <a:pt x="1748316" y="2909288"/>
                </a:lnTo>
                <a:lnTo>
                  <a:pt x="1746459" y="2901415"/>
                </a:lnTo>
                <a:lnTo>
                  <a:pt x="1740844" y="2881567"/>
                </a:lnTo>
                <a:lnTo>
                  <a:pt x="1735680" y="2867220"/>
                </a:lnTo>
                <a:lnTo>
                  <a:pt x="1728248" y="2850303"/>
                </a:lnTo>
                <a:lnTo>
                  <a:pt x="1725564" y="2844197"/>
                </a:lnTo>
                <a:lnTo>
                  <a:pt x="1719417" y="2832567"/>
                </a:lnTo>
                <a:lnTo>
                  <a:pt x="1713982" y="2822115"/>
                </a:lnTo>
                <a:lnTo>
                  <a:pt x="1711003" y="2815077"/>
                </a:lnTo>
                <a:moveTo>
                  <a:pt x="1705978" y="2795417"/>
                </a:moveTo>
                <a:lnTo>
                  <a:pt x="1705094" y="2791440"/>
                </a:lnTo>
                <a:lnTo>
                  <a:pt x="1705020" y="2790818"/>
                </a:lnTo>
                <a:moveTo>
                  <a:pt x="1051021" y="2355926"/>
                </a:moveTo>
                <a:lnTo>
                  <a:pt x="1051013" y="2356090"/>
                </a:lnTo>
                <a:moveTo>
                  <a:pt x="2038645" y="289388"/>
                </a:moveTo>
                <a:lnTo>
                  <a:pt x="2036337" y="291491"/>
                </a:lnTo>
                <a:lnTo>
                  <a:pt x="2030043" y="297580"/>
                </a:lnTo>
                <a:lnTo>
                  <a:pt x="2024985" y="303244"/>
                </a:lnTo>
                <a:lnTo>
                  <a:pt x="2019780" y="310356"/>
                </a:lnTo>
                <a:lnTo>
                  <a:pt x="2011317" y="322977"/>
                </a:lnTo>
                <a:moveTo>
                  <a:pt x="1363514" y="967408"/>
                </a:moveTo>
                <a:lnTo>
                  <a:pt x="1363915" y="968931"/>
                </a:lnTo>
                <a:lnTo>
                  <a:pt x="1366608" y="978588"/>
                </a:lnTo>
                <a:lnTo>
                  <a:pt x="1369333" y="987051"/>
                </a:lnTo>
                <a:lnTo>
                  <a:pt x="1378254" y="1015574"/>
                </a:lnTo>
                <a:moveTo>
                  <a:pt x="2166594" y="2601273"/>
                </a:moveTo>
                <a:lnTo>
                  <a:pt x="2165898" y="2600970"/>
                </a:lnTo>
                <a:moveTo>
                  <a:pt x="2325365" y="2511521"/>
                </a:moveTo>
                <a:lnTo>
                  <a:pt x="2292079" y="2529822"/>
                </a:lnTo>
                <a:lnTo>
                  <a:pt x="2278484" y="2537589"/>
                </a:lnTo>
                <a:lnTo>
                  <a:pt x="2273934" y="2540372"/>
                </a:lnTo>
                <a:lnTo>
                  <a:pt x="2219376" y="2570458"/>
                </a:lnTo>
                <a:moveTo>
                  <a:pt x="2192318" y="1342823"/>
                </a:moveTo>
                <a:lnTo>
                  <a:pt x="2162976" y="1374105"/>
                </a:lnTo>
                <a:moveTo>
                  <a:pt x="2283305" y="1428581"/>
                </a:moveTo>
                <a:lnTo>
                  <a:pt x="2247301" y="1393887"/>
                </a:lnTo>
                <a:lnTo>
                  <a:pt x="2244789" y="1391456"/>
                </a:lnTo>
                <a:lnTo>
                  <a:pt x="2210643" y="1358456"/>
                </a:lnTo>
                <a:lnTo>
                  <a:pt x="2206338" y="1356582"/>
                </a:lnTo>
                <a:lnTo>
                  <a:pt x="2202024" y="1359438"/>
                </a:lnTo>
                <a:lnTo>
                  <a:pt x="2175613" y="1385956"/>
                </a:lnTo>
                <a:moveTo>
                  <a:pt x="1925462" y="2721904"/>
                </a:moveTo>
                <a:lnTo>
                  <a:pt x="1925675" y="2722387"/>
                </a:lnTo>
                <a:moveTo>
                  <a:pt x="2006832" y="2664424"/>
                </a:moveTo>
                <a:lnTo>
                  <a:pt x="2006562" y="2663835"/>
                </a:lnTo>
                <a:lnTo>
                  <a:pt x="2005269" y="2660569"/>
                </a:lnTo>
                <a:lnTo>
                  <a:pt x="2004270" y="2657885"/>
                </a:lnTo>
                <a:lnTo>
                  <a:pt x="1900180" y="2605013"/>
                </a:lnTo>
                <a:moveTo>
                  <a:pt x="645291" y="2289410"/>
                </a:moveTo>
                <a:lnTo>
                  <a:pt x="645733" y="2288551"/>
                </a:lnTo>
                <a:lnTo>
                  <a:pt x="646870" y="2286325"/>
                </a:lnTo>
                <a:moveTo>
                  <a:pt x="631721" y="2561030"/>
                </a:moveTo>
                <a:lnTo>
                  <a:pt x="631565" y="2564050"/>
                </a:lnTo>
                <a:lnTo>
                  <a:pt x="630673" y="2581360"/>
                </a:lnTo>
                <a:lnTo>
                  <a:pt x="629953" y="2595503"/>
                </a:lnTo>
                <a:lnTo>
                  <a:pt x="629487" y="2605210"/>
                </a:lnTo>
                <a:lnTo>
                  <a:pt x="629298" y="2609187"/>
                </a:lnTo>
                <a:lnTo>
                  <a:pt x="629176" y="2611643"/>
                </a:lnTo>
                <a:lnTo>
                  <a:pt x="629077" y="2613574"/>
                </a:lnTo>
                <a:lnTo>
                  <a:pt x="628840" y="2618509"/>
                </a:lnTo>
                <a:lnTo>
                  <a:pt x="627228" y="2651804"/>
                </a:lnTo>
                <a:lnTo>
                  <a:pt x="627424" y="2654709"/>
                </a:lnTo>
                <a:moveTo>
                  <a:pt x="2049768" y="1935275"/>
                </a:moveTo>
                <a:lnTo>
                  <a:pt x="2047075" y="1934592"/>
                </a:lnTo>
                <a:lnTo>
                  <a:pt x="2044014" y="1933847"/>
                </a:lnTo>
                <a:lnTo>
                  <a:pt x="2040274" y="1932460"/>
                </a:lnTo>
                <a:moveTo>
                  <a:pt x="2036509" y="1939662"/>
                </a:moveTo>
                <a:lnTo>
                  <a:pt x="2047129" y="1943169"/>
                </a:lnTo>
                <a:moveTo>
                  <a:pt x="1463774" y="2041125"/>
                </a:moveTo>
                <a:lnTo>
                  <a:pt x="1466221" y="2040413"/>
                </a:lnTo>
                <a:lnTo>
                  <a:pt x="1469741" y="2039407"/>
                </a:lnTo>
                <a:lnTo>
                  <a:pt x="1473309" y="2038850"/>
                </a:lnTo>
                <a:lnTo>
                  <a:pt x="1477025" y="2038719"/>
                </a:lnTo>
                <a:lnTo>
                  <a:pt x="1480716" y="2039071"/>
                </a:lnTo>
                <a:lnTo>
                  <a:pt x="1586975" y="2063150"/>
                </a:lnTo>
                <a:lnTo>
                  <a:pt x="1593482" y="2064484"/>
                </a:lnTo>
                <a:lnTo>
                  <a:pt x="1598106" y="2065491"/>
                </a:lnTo>
                <a:lnTo>
                  <a:pt x="1611030" y="2068044"/>
                </a:lnTo>
                <a:lnTo>
                  <a:pt x="1641394" y="2074035"/>
                </a:lnTo>
                <a:lnTo>
                  <a:pt x="1697589" y="2085338"/>
                </a:lnTo>
                <a:moveTo>
                  <a:pt x="1708605" y="2087188"/>
                </a:moveTo>
                <a:lnTo>
                  <a:pt x="1708753" y="2087171"/>
                </a:lnTo>
                <a:moveTo>
                  <a:pt x="1588449" y="1025518"/>
                </a:moveTo>
                <a:lnTo>
                  <a:pt x="1584487" y="1027098"/>
                </a:lnTo>
                <a:lnTo>
                  <a:pt x="1550792" y="1040471"/>
                </a:lnTo>
                <a:moveTo>
                  <a:pt x="1580051" y="1124723"/>
                </a:moveTo>
                <a:lnTo>
                  <a:pt x="1614443" y="1108362"/>
                </a:lnTo>
                <a:lnTo>
                  <a:pt x="1618870" y="1106651"/>
                </a:lnTo>
                <a:lnTo>
                  <a:pt x="1621539" y="1105571"/>
                </a:lnTo>
                <a:lnTo>
                  <a:pt x="1623323" y="1104834"/>
                </a:lnTo>
                <a:moveTo>
                  <a:pt x="1716618" y="1343495"/>
                </a:moveTo>
                <a:lnTo>
                  <a:pt x="1707549" y="1349723"/>
                </a:lnTo>
                <a:lnTo>
                  <a:pt x="1633725" y="1396874"/>
                </a:lnTo>
                <a:lnTo>
                  <a:pt x="1631466" y="1397619"/>
                </a:lnTo>
                <a:moveTo>
                  <a:pt x="1601978" y="1333829"/>
                </a:moveTo>
                <a:lnTo>
                  <a:pt x="1684486" y="1282872"/>
                </a:lnTo>
                <a:lnTo>
                  <a:pt x="1691058" y="1280048"/>
                </a:lnTo>
                <a:moveTo>
                  <a:pt x="1556095" y="1655938"/>
                </a:moveTo>
                <a:lnTo>
                  <a:pt x="1553296" y="1663320"/>
                </a:lnTo>
                <a:lnTo>
                  <a:pt x="1566776" y="1715996"/>
                </a:lnTo>
                <a:moveTo>
                  <a:pt x="1596265" y="1713704"/>
                </a:moveTo>
                <a:lnTo>
                  <a:pt x="1599457" y="1712272"/>
                </a:lnTo>
                <a:moveTo>
                  <a:pt x="2276937" y="990546"/>
                </a:moveTo>
                <a:lnTo>
                  <a:pt x="2277739" y="990194"/>
                </a:lnTo>
                <a:lnTo>
                  <a:pt x="2280547" y="988991"/>
                </a:lnTo>
                <a:lnTo>
                  <a:pt x="2282560" y="988614"/>
                </a:lnTo>
                <a:lnTo>
                  <a:pt x="2285122" y="988549"/>
                </a:lnTo>
                <a:lnTo>
                  <a:pt x="2287389" y="988745"/>
                </a:lnTo>
                <a:lnTo>
                  <a:pt x="2289214" y="989212"/>
                </a:lnTo>
                <a:lnTo>
                  <a:pt x="2305337" y="995072"/>
                </a:lnTo>
                <a:lnTo>
                  <a:pt x="2307318" y="995719"/>
                </a:lnTo>
                <a:lnTo>
                  <a:pt x="2309528" y="996210"/>
                </a:lnTo>
                <a:lnTo>
                  <a:pt x="2312172" y="996144"/>
                </a:lnTo>
                <a:lnTo>
                  <a:pt x="2315012" y="995579"/>
                </a:lnTo>
                <a:lnTo>
                  <a:pt x="2318416" y="994466"/>
                </a:lnTo>
                <a:lnTo>
                  <a:pt x="2320413" y="993501"/>
                </a:lnTo>
                <a:moveTo>
                  <a:pt x="1803161" y="1713721"/>
                </a:moveTo>
                <a:lnTo>
                  <a:pt x="1802236" y="1713295"/>
                </a:lnTo>
                <a:moveTo>
                  <a:pt x="2928735" y="1388673"/>
                </a:moveTo>
                <a:lnTo>
                  <a:pt x="2917088" y="1377657"/>
                </a:lnTo>
                <a:lnTo>
                  <a:pt x="2915312" y="1375987"/>
                </a:lnTo>
                <a:lnTo>
                  <a:pt x="2847397" y="1312328"/>
                </a:lnTo>
                <a:lnTo>
                  <a:pt x="2794844" y="1259857"/>
                </a:lnTo>
                <a:lnTo>
                  <a:pt x="2773917" y="1240092"/>
                </a:lnTo>
                <a:moveTo>
                  <a:pt x="2710781" y="1170351"/>
                </a:moveTo>
                <a:lnTo>
                  <a:pt x="2729467" y="1150962"/>
                </a:lnTo>
                <a:lnTo>
                  <a:pt x="2735073" y="1145151"/>
                </a:lnTo>
                <a:lnTo>
                  <a:pt x="2743569" y="1136353"/>
                </a:lnTo>
                <a:lnTo>
                  <a:pt x="2749429" y="1130526"/>
                </a:lnTo>
                <a:moveTo>
                  <a:pt x="2692841" y="1126982"/>
                </a:moveTo>
                <a:lnTo>
                  <a:pt x="2687488" y="1131426"/>
                </a:lnTo>
                <a:lnTo>
                  <a:pt x="2683609" y="1134618"/>
                </a:lnTo>
                <a:moveTo>
                  <a:pt x="2697359" y="1126957"/>
                </a:moveTo>
                <a:lnTo>
                  <a:pt x="2704643" y="1120712"/>
                </a:lnTo>
                <a:lnTo>
                  <a:pt x="2739959" y="1084610"/>
                </a:lnTo>
                <a:moveTo>
                  <a:pt x="2751426" y="1072825"/>
                </a:moveTo>
                <a:lnTo>
                  <a:pt x="2774097" y="1050416"/>
                </a:lnTo>
                <a:moveTo>
                  <a:pt x="2684386" y="1140822"/>
                </a:moveTo>
                <a:lnTo>
                  <a:pt x="2686539" y="1138047"/>
                </a:lnTo>
                <a:lnTo>
                  <a:pt x="2695141" y="1129355"/>
                </a:lnTo>
                <a:moveTo>
                  <a:pt x="2650724" y="1173331"/>
                </a:moveTo>
                <a:lnTo>
                  <a:pt x="2653113" y="1171620"/>
                </a:lnTo>
                <a:lnTo>
                  <a:pt x="2669728" y="1156569"/>
                </a:lnTo>
                <a:moveTo>
                  <a:pt x="2665644" y="1152820"/>
                </a:moveTo>
                <a:lnTo>
                  <a:pt x="2663254" y="1155423"/>
                </a:lnTo>
                <a:lnTo>
                  <a:pt x="2651616" y="1168092"/>
                </a:lnTo>
                <a:lnTo>
                  <a:pt x="2649119" y="1171129"/>
                </a:lnTo>
                <a:moveTo>
                  <a:pt x="2543547" y="1145716"/>
                </a:moveTo>
                <a:lnTo>
                  <a:pt x="2526098" y="1163149"/>
                </a:lnTo>
                <a:lnTo>
                  <a:pt x="2525050" y="1164000"/>
                </a:lnTo>
                <a:moveTo>
                  <a:pt x="2551642" y="1019756"/>
                </a:moveTo>
                <a:lnTo>
                  <a:pt x="2550987" y="1018897"/>
                </a:lnTo>
                <a:lnTo>
                  <a:pt x="2547517" y="1014297"/>
                </a:lnTo>
                <a:lnTo>
                  <a:pt x="2544440" y="1009763"/>
                </a:lnTo>
                <a:lnTo>
                  <a:pt x="2543236" y="1008593"/>
                </a:lnTo>
                <a:moveTo>
                  <a:pt x="2555882" y="1032123"/>
                </a:moveTo>
                <a:lnTo>
                  <a:pt x="2556283" y="1032549"/>
                </a:lnTo>
                <a:lnTo>
                  <a:pt x="2558975" y="1035307"/>
                </a:lnTo>
                <a:lnTo>
                  <a:pt x="2566530" y="1042649"/>
                </a:lnTo>
                <a:lnTo>
                  <a:pt x="2570319" y="1045800"/>
                </a:lnTo>
                <a:moveTo>
                  <a:pt x="2765388" y="1228134"/>
                </a:moveTo>
                <a:lnTo>
                  <a:pt x="2765503" y="1228019"/>
                </a:lnTo>
                <a:moveTo>
                  <a:pt x="2904275" y="1380010"/>
                </a:moveTo>
                <a:lnTo>
                  <a:pt x="2905785" y="1381438"/>
                </a:lnTo>
                <a:lnTo>
                  <a:pt x="2907766" y="1383320"/>
                </a:lnTo>
                <a:lnTo>
                  <a:pt x="2909534" y="1384990"/>
                </a:lnTo>
                <a:lnTo>
                  <a:pt x="2912243" y="1387560"/>
                </a:lnTo>
                <a:lnTo>
                  <a:pt x="2913888" y="1389164"/>
                </a:lnTo>
                <a:lnTo>
                  <a:pt x="2921377" y="1396452"/>
                </a:lnTo>
                <a:moveTo>
                  <a:pt x="1230606" y="1893551"/>
                </a:moveTo>
                <a:lnTo>
                  <a:pt x="1230728" y="1894058"/>
                </a:lnTo>
                <a:lnTo>
                  <a:pt x="1237726" y="1918309"/>
                </a:lnTo>
                <a:lnTo>
                  <a:pt x="1237202" y="1924005"/>
                </a:lnTo>
                <a:lnTo>
                  <a:pt x="1225368" y="1939850"/>
                </a:lnTo>
                <a:lnTo>
                  <a:pt x="1217805" y="1943623"/>
                </a:lnTo>
                <a:lnTo>
                  <a:pt x="1201502" y="1946308"/>
                </a:lnTo>
                <a:lnTo>
                  <a:pt x="1183717" y="1958429"/>
                </a:lnTo>
                <a:lnTo>
                  <a:pt x="1182833" y="1958822"/>
                </a:lnTo>
                <a:moveTo>
                  <a:pt x="1223976" y="1862793"/>
                </a:moveTo>
                <a:lnTo>
                  <a:pt x="1222552" y="1861197"/>
                </a:lnTo>
                <a:moveTo>
                  <a:pt x="936070" y="1480004"/>
                </a:moveTo>
                <a:lnTo>
                  <a:pt x="935129" y="1479586"/>
                </a:lnTo>
                <a:lnTo>
                  <a:pt x="932485" y="1478825"/>
                </a:lnTo>
                <a:lnTo>
                  <a:pt x="929269" y="1478359"/>
                </a:lnTo>
                <a:lnTo>
                  <a:pt x="926363" y="1478326"/>
                </a:lnTo>
                <a:lnTo>
                  <a:pt x="923629" y="1478645"/>
                </a:lnTo>
                <a:lnTo>
                  <a:pt x="920290" y="1479513"/>
                </a:lnTo>
                <a:lnTo>
                  <a:pt x="917205" y="1480847"/>
                </a:lnTo>
                <a:lnTo>
                  <a:pt x="915420" y="1481886"/>
                </a:lnTo>
                <a:lnTo>
                  <a:pt x="913137" y="1483572"/>
                </a:lnTo>
                <a:lnTo>
                  <a:pt x="910960" y="1485684"/>
                </a:lnTo>
                <a:lnTo>
                  <a:pt x="908906" y="1488319"/>
                </a:lnTo>
                <a:lnTo>
                  <a:pt x="908365" y="1489277"/>
                </a:lnTo>
                <a:moveTo>
                  <a:pt x="909094" y="1494114"/>
                </a:moveTo>
                <a:lnTo>
                  <a:pt x="909315" y="1494310"/>
                </a:lnTo>
                <a:lnTo>
                  <a:pt x="911860" y="1495784"/>
                </a:lnTo>
                <a:lnTo>
                  <a:pt x="915232" y="1496864"/>
                </a:lnTo>
                <a:lnTo>
                  <a:pt x="917868" y="1497298"/>
                </a:lnTo>
                <a:lnTo>
                  <a:pt x="920626" y="1497396"/>
                </a:lnTo>
                <a:lnTo>
                  <a:pt x="923703" y="1497077"/>
                </a:lnTo>
                <a:lnTo>
                  <a:pt x="927018" y="1496332"/>
                </a:lnTo>
                <a:lnTo>
                  <a:pt x="930153" y="1495227"/>
                </a:lnTo>
                <a:lnTo>
                  <a:pt x="932657" y="1493950"/>
                </a:lnTo>
                <a:lnTo>
                  <a:pt x="935161" y="1492477"/>
                </a:lnTo>
                <a:lnTo>
                  <a:pt x="937519" y="1490586"/>
                </a:lnTo>
                <a:lnTo>
                  <a:pt x="938599" y="1489040"/>
                </a:lnTo>
                <a:moveTo>
                  <a:pt x="969839" y="1474823"/>
                </a:moveTo>
                <a:lnTo>
                  <a:pt x="968832" y="1475142"/>
                </a:lnTo>
                <a:lnTo>
                  <a:pt x="960321" y="1477336"/>
                </a:lnTo>
                <a:lnTo>
                  <a:pt x="943886" y="1481428"/>
                </a:lnTo>
                <a:moveTo>
                  <a:pt x="2012259" y="2069771"/>
                </a:moveTo>
                <a:lnTo>
                  <a:pt x="2012349" y="2071015"/>
                </a:lnTo>
                <a:lnTo>
                  <a:pt x="2012570" y="2073896"/>
                </a:lnTo>
                <a:lnTo>
                  <a:pt x="2012930" y="2076572"/>
                </a:lnTo>
                <a:lnTo>
                  <a:pt x="2013503" y="2085215"/>
                </a:lnTo>
                <a:lnTo>
                  <a:pt x="2013470" y="2091828"/>
                </a:lnTo>
                <a:lnTo>
                  <a:pt x="2014116" y="2098515"/>
                </a:lnTo>
                <a:lnTo>
                  <a:pt x="2015033" y="2103614"/>
                </a:lnTo>
                <a:lnTo>
                  <a:pt x="2016932" y="2108623"/>
                </a:lnTo>
                <a:lnTo>
                  <a:pt x="2023169" y="2125868"/>
                </a:lnTo>
                <a:lnTo>
                  <a:pt x="2032237" y="2153228"/>
                </a:lnTo>
                <a:lnTo>
                  <a:pt x="2040814" y="2179795"/>
                </a:lnTo>
                <a:lnTo>
                  <a:pt x="2048753" y="2202630"/>
                </a:lnTo>
                <a:moveTo>
                  <a:pt x="2048819" y="2202786"/>
                </a:moveTo>
                <a:lnTo>
                  <a:pt x="2057576" y="2220178"/>
                </a:lnTo>
                <a:lnTo>
                  <a:pt x="2070770" y="2260797"/>
                </a:lnTo>
                <a:lnTo>
                  <a:pt x="2072169" y="2274114"/>
                </a:lnTo>
                <a:lnTo>
                  <a:pt x="2073569" y="2278574"/>
                </a:lnTo>
                <a:lnTo>
                  <a:pt x="2077636" y="2289443"/>
                </a:lnTo>
                <a:lnTo>
                  <a:pt x="2095511" y="2330439"/>
                </a:lnTo>
                <a:lnTo>
                  <a:pt x="2096788" y="2339139"/>
                </a:lnTo>
                <a:lnTo>
                  <a:pt x="2097402" y="2340965"/>
                </a:lnTo>
                <a:moveTo>
                  <a:pt x="2098515" y="2344116"/>
                </a:moveTo>
                <a:lnTo>
                  <a:pt x="2098556" y="2344271"/>
                </a:lnTo>
                <a:moveTo>
                  <a:pt x="2100864" y="2350148"/>
                </a:moveTo>
                <a:lnTo>
                  <a:pt x="2100938" y="2350295"/>
                </a:lnTo>
                <a:moveTo>
                  <a:pt x="2102976" y="2353659"/>
                </a:moveTo>
                <a:lnTo>
                  <a:pt x="2108402" y="2361974"/>
                </a:lnTo>
                <a:lnTo>
                  <a:pt x="2118150" y="2385578"/>
                </a:lnTo>
                <a:lnTo>
                  <a:pt x="2123216" y="2397741"/>
                </a:lnTo>
                <a:lnTo>
                  <a:pt x="2133659" y="2421901"/>
                </a:lnTo>
                <a:lnTo>
                  <a:pt x="2138382" y="2432042"/>
                </a:lnTo>
                <a:lnTo>
                  <a:pt x="2142474" y="2441618"/>
                </a:lnTo>
                <a:lnTo>
                  <a:pt x="2144406" y="2450138"/>
                </a:lnTo>
                <a:lnTo>
                  <a:pt x="2144692" y="2450825"/>
                </a:lnTo>
                <a:moveTo>
                  <a:pt x="2146255" y="2454525"/>
                </a:moveTo>
                <a:lnTo>
                  <a:pt x="2146321" y="2454672"/>
                </a:lnTo>
                <a:moveTo>
                  <a:pt x="2151051" y="2464297"/>
                </a:moveTo>
                <a:lnTo>
                  <a:pt x="2156952" y="2474577"/>
                </a:lnTo>
                <a:lnTo>
                  <a:pt x="2160627" y="2481157"/>
                </a:lnTo>
                <a:lnTo>
                  <a:pt x="2186302" y="2531713"/>
                </a:lnTo>
                <a:lnTo>
                  <a:pt x="2201820" y="2561111"/>
                </a:lnTo>
                <a:moveTo>
                  <a:pt x="1960123" y="1287709"/>
                </a:moveTo>
                <a:lnTo>
                  <a:pt x="1957553" y="1290099"/>
                </a:lnTo>
                <a:lnTo>
                  <a:pt x="1954042" y="1293356"/>
                </a:lnTo>
                <a:lnTo>
                  <a:pt x="1899296" y="1352326"/>
                </a:lnTo>
                <a:moveTo>
                  <a:pt x="1855055" y="1424648"/>
                </a:moveTo>
                <a:lnTo>
                  <a:pt x="1847877" y="1433925"/>
                </a:lnTo>
                <a:moveTo>
                  <a:pt x="1974782" y="1362352"/>
                </a:moveTo>
                <a:lnTo>
                  <a:pt x="2001455" y="1341596"/>
                </a:lnTo>
                <a:moveTo>
                  <a:pt x="1619386" y="2679779"/>
                </a:moveTo>
                <a:lnTo>
                  <a:pt x="1619722" y="2686457"/>
                </a:lnTo>
                <a:lnTo>
                  <a:pt x="1619705" y="2697653"/>
                </a:lnTo>
                <a:lnTo>
                  <a:pt x="1616104" y="2705732"/>
                </a:lnTo>
                <a:lnTo>
                  <a:pt x="1609139" y="2711813"/>
                </a:lnTo>
                <a:lnTo>
                  <a:pt x="1605063" y="2713613"/>
                </a:lnTo>
                <a:moveTo>
                  <a:pt x="1716716" y="2761967"/>
                </a:moveTo>
                <a:lnTo>
                  <a:pt x="1718558" y="2762417"/>
                </a:lnTo>
                <a:moveTo>
                  <a:pt x="1736981" y="2749920"/>
                </a:moveTo>
                <a:lnTo>
                  <a:pt x="1739404" y="2755215"/>
                </a:lnTo>
                <a:moveTo>
                  <a:pt x="1744372" y="2765888"/>
                </a:moveTo>
                <a:lnTo>
                  <a:pt x="1750543" y="2778975"/>
                </a:lnTo>
                <a:lnTo>
                  <a:pt x="1758531" y="2775660"/>
                </a:lnTo>
                <a:lnTo>
                  <a:pt x="1766322" y="2772411"/>
                </a:lnTo>
                <a:moveTo>
                  <a:pt x="1718713" y="2762467"/>
                </a:moveTo>
                <a:lnTo>
                  <a:pt x="1725989" y="2765233"/>
                </a:lnTo>
                <a:lnTo>
                  <a:pt x="1731817" y="2765724"/>
                </a:lnTo>
                <a:lnTo>
                  <a:pt x="1736809" y="2764251"/>
                </a:lnTo>
                <a:lnTo>
                  <a:pt x="1738233" y="2763653"/>
                </a:lnTo>
                <a:moveTo>
                  <a:pt x="2297398" y="2917972"/>
                </a:moveTo>
                <a:lnTo>
                  <a:pt x="2302989" y="2897806"/>
                </a:lnTo>
                <a:lnTo>
                  <a:pt x="2307474" y="2884678"/>
                </a:lnTo>
                <a:lnTo>
                  <a:pt x="2313317" y="2871689"/>
                </a:lnTo>
                <a:lnTo>
                  <a:pt x="2316608" y="2859355"/>
                </a:lnTo>
                <a:lnTo>
                  <a:pt x="2318130" y="2847757"/>
                </a:lnTo>
                <a:lnTo>
                  <a:pt x="2318997" y="2830210"/>
                </a:lnTo>
                <a:lnTo>
                  <a:pt x="2318686" y="2810534"/>
                </a:lnTo>
                <a:lnTo>
                  <a:pt x="2317230" y="2795753"/>
                </a:lnTo>
                <a:lnTo>
                  <a:pt x="2314111" y="2779679"/>
                </a:lnTo>
                <a:lnTo>
                  <a:pt x="2306778" y="2754675"/>
                </a:lnTo>
                <a:lnTo>
                  <a:pt x="2302694" y="2743659"/>
                </a:lnTo>
                <a:lnTo>
                  <a:pt x="2295819" y="2728452"/>
                </a:lnTo>
                <a:lnTo>
                  <a:pt x="2289419" y="2716134"/>
                </a:lnTo>
                <a:lnTo>
                  <a:pt x="2262262" y="2664973"/>
                </a:lnTo>
                <a:moveTo>
                  <a:pt x="2223681" y="2577423"/>
                </a:moveTo>
                <a:lnTo>
                  <a:pt x="2276479" y="2544857"/>
                </a:lnTo>
                <a:lnTo>
                  <a:pt x="2278288" y="2543719"/>
                </a:lnTo>
                <a:moveTo>
                  <a:pt x="2174083" y="2603262"/>
                </a:moveTo>
                <a:lnTo>
                  <a:pt x="2199283" y="2591018"/>
                </a:lnTo>
                <a:moveTo>
                  <a:pt x="2202933" y="2589237"/>
                </a:moveTo>
                <a:lnTo>
                  <a:pt x="2203105" y="2589152"/>
                </a:lnTo>
                <a:moveTo>
                  <a:pt x="2015058" y="2681898"/>
                </a:moveTo>
                <a:lnTo>
                  <a:pt x="2014738" y="2681268"/>
                </a:lnTo>
                <a:moveTo>
                  <a:pt x="627805" y="2550042"/>
                </a:moveTo>
                <a:lnTo>
                  <a:pt x="624920" y="2549940"/>
                </a:lnTo>
                <a:lnTo>
                  <a:pt x="610052" y="2549211"/>
                </a:lnTo>
                <a:moveTo>
                  <a:pt x="608452" y="2555751"/>
                </a:moveTo>
                <a:lnTo>
                  <a:pt x="627580" y="2556544"/>
                </a:lnTo>
                <a:moveTo>
                  <a:pt x="436664" y="805171"/>
                </a:moveTo>
                <a:lnTo>
                  <a:pt x="436508" y="805147"/>
                </a:lnTo>
                <a:moveTo>
                  <a:pt x="438497" y="805490"/>
                </a:moveTo>
                <a:lnTo>
                  <a:pt x="434360" y="804635"/>
                </a:lnTo>
                <a:moveTo>
                  <a:pt x="434131" y="804586"/>
                </a:moveTo>
                <a:lnTo>
                  <a:pt x="424358" y="802728"/>
                </a:lnTo>
                <a:lnTo>
                  <a:pt x="421772" y="803154"/>
                </a:lnTo>
                <a:lnTo>
                  <a:pt x="419914" y="802351"/>
                </a:lnTo>
                <a:moveTo>
                  <a:pt x="454535" y="815005"/>
                </a:moveTo>
                <a:lnTo>
                  <a:pt x="456442" y="815168"/>
                </a:lnTo>
                <a:moveTo>
                  <a:pt x="456638" y="815185"/>
                </a:moveTo>
                <a:lnTo>
                  <a:pt x="461328" y="815422"/>
                </a:lnTo>
                <a:moveTo>
                  <a:pt x="461557" y="815439"/>
                </a:moveTo>
                <a:lnTo>
                  <a:pt x="472475" y="816208"/>
                </a:lnTo>
                <a:lnTo>
                  <a:pt x="480373" y="816265"/>
                </a:lnTo>
                <a:moveTo>
                  <a:pt x="480676" y="812504"/>
                </a:moveTo>
                <a:lnTo>
                  <a:pt x="472680" y="811854"/>
                </a:lnTo>
                <a:lnTo>
                  <a:pt x="467769" y="810863"/>
                </a:lnTo>
                <a:moveTo>
                  <a:pt x="467540" y="810818"/>
                </a:moveTo>
                <a:lnTo>
                  <a:pt x="461860" y="809779"/>
                </a:lnTo>
                <a:moveTo>
                  <a:pt x="461651" y="809738"/>
                </a:moveTo>
                <a:lnTo>
                  <a:pt x="454952" y="808314"/>
                </a:lnTo>
                <a:moveTo>
                  <a:pt x="555568" y="819760"/>
                </a:moveTo>
                <a:lnTo>
                  <a:pt x="530962" y="816601"/>
                </a:lnTo>
                <a:lnTo>
                  <a:pt x="517023" y="815385"/>
                </a:lnTo>
                <a:lnTo>
                  <a:pt x="505565" y="814518"/>
                </a:lnTo>
                <a:lnTo>
                  <a:pt x="480942" y="812402"/>
                </a:lnTo>
                <a:moveTo>
                  <a:pt x="418069" y="806820"/>
                </a:moveTo>
                <a:lnTo>
                  <a:pt x="423393" y="809022"/>
                </a:lnTo>
                <a:lnTo>
                  <a:pt x="432134" y="811526"/>
                </a:lnTo>
                <a:moveTo>
                  <a:pt x="434057" y="811784"/>
                </a:moveTo>
                <a:lnTo>
                  <a:pt x="434212" y="811825"/>
                </a:lnTo>
                <a:moveTo>
                  <a:pt x="446309" y="739732"/>
                </a:moveTo>
                <a:lnTo>
                  <a:pt x="446915" y="740960"/>
                </a:lnTo>
                <a:lnTo>
                  <a:pt x="447946" y="743218"/>
                </a:lnTo>
                <a:lnTo>
                  <a:pt x="448568" y="745060"/>
                </a:lnTo>
                <a:moveTo>
                  <a:pt x="452570" y="746959"/>
                </a:moveTo>
                <a:lnTo>
                  <a:pt x="453233" y="745862"/>
                </a:lnTo>
                <a:lnTo>
                  <a:pt x="454158" y="743169"/>
                </a:lnTo>
                <a:lnTo>
                  <a:pt x="455885" y="739732"/>
                </a:lnTo>
                <a:lnTo>
                  <a:pt x="456024" y="739535"/>
                </a:lnTo>
                <a:moveTo>
                  <a:pt x="389689" y="2068601"/>
                </a:moveTo>
                <a:lnTo>
                  <a:pt x="402547" y="2069427"/>
                </a:lnTo>
                <a:moveTo>
                  <a:pt x="2122152" y="1743013"/>
                </a:moveTo>
                <a:lnTo>
                  <a:pt x="2121522" y="1741589"/>
                </a:lnTo>
                <a:lnTo>
                  <a:pt x="2119386" y="1738528"/>
                </a:lnTo>
                <a:lnTo>
                  <a:pt x="2116046" y="1735761"/>
                </a:lnTo>
                <a:lnTo>
                  <a:pt x="2114630" y="1734165"/>
                </a:lnTo>
                <a:lnTo>
                  <a:pt x="2111242" y="1724696"/>
                </a:lnTo>
                <a:lnTo>
                  <a:pt x="2111357" y="1723002"/>
                </a:lnTo>
                <a:lnTo>
                  <a:pt x="2111708" y="1722110"/>
                </a:lnTo>
                <a:lnTo>
                  <a:pt x="2111954" y="1721520"/>
                </a:lnTo>
                <a:lnTo>
                  <a:pt x="2113755" y="1720186"/>
                </a:lnTo>
                <a:lnTo>
                  <a:pt x="2217984" y="1678634"/>
                </a:lnTo>
                <a:lnTo>
                  <a:pt x="2229361" y="1674108"/>
                </a:lnTo>
                <a:moveTo>
                  <a:pt x="1440235" y="596290"/>
                </a:moveTo>
                <a:lnTo>
                  <a:pt x="1437870" y="591740"/>
                </a:lnTo>
                <a:lnTo>
                  <a:pt x="1433856" y="582417"/>
                </a:lnTo>
                <a:moveTo>
                  <a:pt x="475937" y="448568"/>
                </a:moveTo>
                <a:lnTo>
                  <a:pt x="477844" y="449051"/>
                </a:lnTo>
                <a:lnTo>
                  <a:pt x="478613" y="449297"/>
                </a:lnTo>
                <a:lnTo>
                  <a:pt x="481470" y="449886"/>
                </a:lnTo>
                <a:moveTo>
                  <a:pt x="493075" y="452308"/>
                </a:moveTo>
                <a:lnTo>
                  <a:pt x="494982" y="452701"/>
                </a:lnTo>
                <a:lnTo>
                  <a:pt x="610188" y="476404"/>
                </a:lnTo>
                <a:moveTo>
                  <a:pt x="2209685" y="2561725"/>
                </a:moveTo>
                <a:lnTo>
                  <a:pt x="2195117" y="2533006"/>
                </a:lnTo>
                <a:lnTo>
                  <a:pt x="2187767" y="2522685"/>
                </a:lnTo>
                <a:lnTo>
                  <a:pt x="2173379" y="2493434"/>
                </a:lnTo>
                <a:lnTo>
                  <a:pt x="2165268" y="2477932"/>
                </a:lnTo>
                <a:lnTo>
                  <a:pt x="2157877" y="2459427"/>
                </a:lnTo>
                <a:moveTo>
                  <a:pt x="2105177" y="2350671"/>
                </a:moveTo>
                <a:lnTo>
                  <a:pt x="2106519" y="2350262"/>
                </a:lnTo>
                <a:lnTo>
                  <a:pt x="2107068" y="2349853"/>
                </a:lnTo>
                <a:moveTo>
                  <a:pt x="2648006" y="2111185"/>
                </a:moveTo>
                <a:lnTo>
                  <a:pt x="2645895" y="2108205"/>
                </a:lnTo>
                <a:lnTo>
                  <a:pt x="2643022" y="2105423"/>
                </a:lnTo>
                <a:moveTo>
                  <a:pt x="2357137" y="1281783"/>
                </a:moveTo>
                <a:lnTo>
                  <a:pt x="2391684" y="1315193"/>
                </a:lnTo>
                <a:moveTo>
                  <a:pt x="1641951" y="2690877"/>
                </a:moveTo>
                <a:lnTo>
                  <a:pt x="1627259" y="2665898"/>
                </a:lnTo>
                <a:lnTo>
                  <a:pt x="1625066" y="2662644"/>
                </a:lnTo>
                <a:moveTo>
                  <a:pt x="1021197" y="2183184"/>
                </a:moveTo>
                <a:lnTo>
                  <a:pt x="1022294" y="2183241"/>
                </a:lnTo>
                <a:lnTo>
                  <a:pt x="1050727" y="2184739"/>
                </a:lnTo>
                <a:moveTo>
                  <a:pt x="498379" y="365004"/>
                </a:moveTo>
                <a:lnTo>
                  <a:pt x="497012" y="364742"/>
                </a:lnTo>
                <a:lnTo>
                  <a:pt x="495924" y="364538"/>
                </a:lnTo>
                <a:moveTo>
                  <a:pt x="2155827" y="1642008"/>
                </a:moveTo>
                <a:lnTo>
                  <a:pt x="2165219" y="1639692"/>
                </a:lnTo>
                <a:lnTo>
                  <a:pt x="2197777" y="1631384"/>
                </a:lnTo>
                <a:lnTo>
                  <a:pt x="2214048" y="1627194"/>
                </a:lnTo>
                <a:lnTo>
                  <a:pt x="2229631" y="1623617"/>
                </a:lnTo>
                <a:lnTo>
                  <a:pt x="2237742" y="1622079"/>
                </a:lnTo>
                <a:lnTo>
                  <a:pt x="2246434" y="1620679"/>
                </a:lnTo>
                <a:lnTo>
                  <a:pt x="2255183" y="1619640"/>
                </a:lnTo>
                <a:lnTo>
                  <a:pt x="2259668" y="1619411"/>
                </a:lnTo>
                <a:lnTo>
                  <a:pt x="2264759" y="1619181"/>
                </a:lnTo>
                <a:lnTo>
                  <a:pt x="2272829" y="1619280"/>
                </a:lnTo>
                <a:lnTo>
                  <a:pt x="2279745" y="1619607"/>
                </a:lnTo>
                <a:lnTo>
                  <a:pt x="2289026" y="1620679"/>
                </a:lnTo>
                <a:lnTo>
                  <a:pt x="2297439" y="1621931"/>
                </a:lnTo>
                <a:lnTo>
                  <a:pt x="2307695" y="1624256"/>
                </a:lnTo>
                <a:lnTo>
                  <a:pt x="2310445" y="1625009"/>
                </a:lnTo>
                <a:moveTo>
                  <a:pt x="2156527" y="1374244"/>
                </a:moveTo>
                <a:lnTo>
                  <a:pt x="2148236" y="1366149"/>
                </a:lnTo>
                <a:moveTo>
                  <a:pt x="1180533" y="468882"/>
                </a:moveTo>
                <a:lnTo>
                  <a:pt x="1181851" y="472737"/>
                </a:lnTo>
                <a:lnTo>
                  <a:pt x="1194954" y="511073"/>
                </a:lnTo>
                <a:lnTo>
                  <a:pt x="1212231" y="561678"/>
                </a:lnTo>
                <a:lnTo>
                  <a:pt x="1213304" y="564804"/>
                </a:lnTo>
                <a:moveTo>
                  <a:pt x="1215219" y="570280"/>
                </a:moveTo>
                <a:lnTo>
                  <a:pt x="1215162" y="570124"/>
                </a:lnTo>
                <a:moveTo>
                  <a:pt x="455582" y="586150"/>
                </a:moveTo>
                <a:lnTo>
                  <a:pt x="451040" y="584537"/>
                </a:lnTo>
                <a:lnTo>
                  <a:pt x="449837" y="584308"/>
                </a:lnTo>
                <a:moveTo>
                  <a:pt x="2150159" y="2450170"/>
                </a:moveTo>
                <a:lnTo>
                  <a:pt x="2149987" y="2450195"/>
                </a:lnTo>
                <a:lnTo>
                  <a:pt x="2148686" y="2450842"/>
                </a:lnTo>
                <a:moveTo>
                  <a:pt x="2084405" y="2349747"/>
                </a:moveTo>
                <a:lnTo>
                  <a:pt x="2084847" y="2349910"/>
                </a:lnTo>
                <a:lnTo>
                  <a:pt x="2092467" y="2349730"/>
                </a:lnTo>
                <a:lnTo>
                  <a:pt x="2094734" y="2349403"/>
                </a:lnTo>
                <a:moveTo>
                  <a:pt x="513291" y="1789239"/>
                </a:moveTo>
                <a:lnTo>
                  <a:pt x="505745" y="1788543"/>
                </a:lnTo>
                <a:moveTo>
                  <a:pt x="2283833" y="2540388"/>
                </a:moveTo>
                <a:lnTo>
                  <a:pt x="2294616" y="2534233"/>
                </a:lnTo>
                <a:lnTo>
                  <a:pt x="2327935" y="2516133"/>
                </a:lnTo>
                <a:moveTo>
                  <a:pt x="2170277" y="1863554"/>
                </a:moveTo>
                <a:lnTo>
                  <a:pt x="2170269" y="1863391"/>
                </a:lnTo>
                <a:moveTo>
                  <a:pt x="2208719" y="1796720"/>
                </a:moveTo>
                <a:lnTo>
                  <a:pt x="2174467" y="1764039"/>
                </a:lnTo>
                <a:moveTo>
                  <a:pt x="1440571" y="1801753"/>
                </a:moveTo>
                <a:lnTo>
                  <a:pt x="1331291" y="1829703"/>
                </a:lnTo>
                <a:lnTo>
                  <a:pt x="1331038" y="1829654"/>
                </a:lnTo>
                <a:moveTo>
                  <a:pt x="1458266" y="1836316"/>
                </a:moveTo>
                <a:lnTo>
                  <a:pt x="1608681" y="1797661"/>
                </a:lnTo>
                <a:lnTo>
                  <a:pt x="1612470" y="1796687"/>
                </a:lnTo>
                <a:lnTo>
                  <a:pt x="1613919" y="1797350"/>
                </a:lnTo>
                <a:lnTo>
                  <a:pt x="1614492" y="1797841"/>
                </a:lnTo>
                <a:lnTo>
                  <a:pt x="1615048" y="1798741"/>
                </a:lnTo>
                <a:lnTo>
                  <a:pt x="1615310" y="1799748"/>
                </a:lnTo>
                <a:lnTo>
                  <a:pt x="1615965" y="1802351"/>
                </a:lnTo>
                <a:lnTo>
                  <a:pt x="1625778" y="1841661"/>
                </a:lnTo>
                <a:moveTo>
                  <a:pt x="879605" y="840917"/>
                </a:moveTo>
                <a:lnTo>
                  <a:pt x="907481" y="830514"/>
                </a:lnTo>
                <a:moveTo>
                  <a:pt x="910477" y="829459"/>
                </a:moveTo>
                <a:lnTo>
                  <a:pt x="914831" y="827732"/>
                </a:lnTo>
                <a:moveTo>
                  <a:pt x="837930" y="841727"/>
                </a:moveTo>
                <a:lnTo>
                  <a:pt x="840213" y="842104"/>
                </a:lnTo>
                <a:lnTo>
                  <a:pt x="862401" y="843569"/>
                </a:lnTo>
                <a:lnTo>
                  <a:pt x="866608" y="843781"/>
                </a:lnTo>
                <a:lnTo>
                  <a:pt x="869342" y="843593"/>
                </a:lnTo>
                <a:lnTo>
                  <a:pt x="871625" y="843266"/>
                </a:lnTo>
                <a:lnTo>
                  <a:pt x="872043" y="843143"/>
                </a:lnTo>
                <a:moveTo>
                  <a:pt x="861296" y="836743"/>
                </a:moveTo>
                <a:lnTo>
                  <a:pt x="856607" y="837357"/>
                </a:lnTo>
                <a:lnTo>
                  <a:pt x="843495" y="838871"/>
                </a:lnTo>
                <a:lnTo>
                  <a:pt x="838322" y="839206"/>
                </a:lnTo>
                <a:moveTo>
                  <a:pt x="973886" y="800997"/>
                </a:moveTo>
                <a:lnTo>
                  <a:pt x="970306" y="802171"/>
                </a:lnTo>
                <a:lnTo>
                  <a:pt x="938288" y="811997"/>
                </a:lnTo>
                <a:moveTo>
                  <a:pt x="938108" y="812058"/>
                </a:moveTo>
                <a:lnTo>
                  <a:pt x="934408" y="813343"/>
                </a:lnTo>
                <a:lnTo>
                  <a:pt x="927714" y="815381"/>
                </a:lnTo>
                <a:lnTo>
                  <a:pt x="927468" y="815455"/>
                </a:lnTo>
                <a:moveTo>
                  <a:pt x="2048123" y="287153"/>
                </a:moveTo>
                <a:lnTo>
                  <a:pt x="2048892" y="287309"/>
                </a:lnTo>
                <a:moveTo>
                  <a:pt x="2339107" y="2246548"/>
                </a:moveTo>
                <a:lnTo>
                  <a:pt x="2335448" y="2243929"/>
                </a:lnTo>
                <a:lnTo>
                  <a:pt x="2314062" y="2228640"/>
                </a:lnTo>
                <a:lnTo>
                  <a:pt x="2309160" y="2225129"/>
                </a:lnTo>
                <a:moveTo>
                  <a:pt x="2301671" y="2219768"/>
                </a:moveTo>
                <a:lnTo>
                  <a:pt x="2300181" y="2218696"/>
                </a:lnTo>
                <a:lnTo>
                  <a:pt x="2274981" y="2200617"/>
                </a:lnTo>
                <a:lnTo>
                  <a:pt x="2271855" y="2198382"/>
                </a:lnTo>
                <a:moveTo>
                  <a:pt x="2263531" y="2192424"/>
                </a:moveTo>
                <a:lnTo>
                  <a:pt x="2253546" y="2185263"/>
                </a:lnTo>
                <a:lnTo>
                  <a:pt x="2249756" y="2182594"/>
                </a:lnTo>
                <a:moveTo>
                  <a:pt x="1404068" y="2365985"/>
                </a:moveTo>
                <a:lnTo>
                  <a:pt x="1406884" y="2375069"/>
                </a:lnTo>
                <a:lnTo>
                  <a:pt x="1408168" y="2378679"/>
                </a:lnTo>
                <a:lnTo>
                  <a:pt x="1413128" y="2392519"/>
                </a:lnTo>
                <a:moveTo>
                  <a:pt x="1396203" y="2323278"/>
                </a:moveTo>
                <a:lnTo>
                  <a:pt x="1396252" y="2323589"/>
                </a:lnTo>
                <a:moveTo>
                  <a:pt x="1183839" y="1477573"/>
                </a:moveTo>
                <a:lnTo>
                  <a:pt x="1169893" y="1423523"/>
                </a:lnTo>
                <a:lnTo>
                  <a:pt x="1167880" y="1409985"/>
                </a:lnTo>
                <a:lnTo>
                  <a:pt x="1162363" y="1388378"/>
                </a:lnTo>
                <a:moveTo>
                  <a:pt x="1162363" y="1388378"/>
                </a:moveTo>
                <a:lnTo>
                  <a:pt x="1161234" y="1385383"/>
                </a:lnTo>
                <a:lnTo>
                  <a:pt x="1160252" y="1382764"/>
                </a:lnTo>
                <a:lnTo>
                  <a:pt x="1157133" y="1379114"/>
                </a:lnTo>
                <a:moveTo>
                  <a:pt x="470781" y="2064197"/>
                </a:moveTo>
                <a:lnTo>
                  <a:pt x="469725" y="2066808"/>
                </a:lnTo>
                <a:lnTo>
                  <a:pt x="468686" y="2069640"/>
                </a:lnTo>
                <a:moveTo>
                  <a:pt x="2052919" y="1779295"/>
                </a:moveTo>
                <a:lnTo>
                  <a:pt x="2054605" y="1783682"/>
                </a:lnTo>
                <a:lnTo>
                  <a:pt x="2056308" y="1788257"/>
                </a:lnTo>
                <a:lnTo>
                  <a:pt x="2059409" y="1795672"/>
                </a:lnTo>
                <a:lnTo>
                  <a:pt x="2060875" y="1801033"/>
                </a:lnTo>
                <a:moveTo>
                  <a:pt x="2875765" y="2782150"/>
                </a:moveTo>
                <a:lnTo>
                  <a:pt x="2844320" y="2773115"/>
                </a:lnTo>
                <a:lnTo>
                  <a:pt x="2812212" y="2764480"/>
                </a:lnTo>
                <a:lnTo>
                  <a:pt x="2792127" y="2759095"/>
                </a:lnTo>
                <a:lnTo>
                  <a:pt x="2768605" y="2752563"/>
                </a:lnTo>
                <a:lnTo>
                  <a:pt x="2736325" y="2743757"/>
                </a:lnTo>
                <a:lnTo>
                  <a:pt x="2721168" y="2739624"/>
                </a:lnTo>
                <a:lnTo>
                  <a:pt x="2678543" y="2727985"/>
                </a:lnTo>
                <a:lnTo>
                  <a:pt x="2622266" y="2712148"/>
                </a:lnTo>
                <a:lnTo>
                  <a:pt x="2615276" y="2707164"/>
                </a:lnTo>
                <a:lnTo>
                  <a:pt x="2613901" y="2705773"/>
                </a:lnTo>
                <a:moveTo>
                  <a:pt x="2901513" y="2806229"/>
                </a:moveTo>
                <a:lnTo>
                  <a:pt x="2905646" y="2803733"/>
                </a:lnTo>
                <a:lnTo>
                  <a:pt x="2916622" y="2797275"/>
                </a:lnTo>
                <a:lnTo>
                  <a:pt x="2926312" y="2791857"/>
                </a:lnTo>
                <a:moveTo>
                  <a:pt x="2153949" y="2458936"/>
                </a:moveTo>
                <a:lnTo>
                  <a:pt x="2154088" y="2458846"/>
                </a:lnTo>
                <a:moveTo>
                  <a:pt x="2528603" y="2605791"/>
                </a:moveTo>
                <a:lnTo>
                  <a:pt x="2634510" y="2542885"/>
                </a:lnTo>
                <a:lnTo>
                  <a:pt x="2619442" y="2518143"/>
                </a:lnTo>
                <a:moveTo>
                  <a:pt x="1213005" y="1001869"/>
                </a:moveTo>
                <a:lnTo>
                  <a:pt x="1243075" y="987481"/>
                </a:lnTo>
                <a:moveTo>
                  <a:pt x="749868" y="686962"/>
                </a:moveTo>
                <a:lnTo>
                  <a:pt x="740829" y="686647"/>
                </a:lnTo>
                <a:lnTo>
                  <a:pt x="568066" y="675336"/>
                </a:lnTo>
                <a:moveTo>
                  <a:pt x="2049236" y="224305"/>
                </a:moveTo>
                <a:lnTo>
                  <a:pt x="2069517" y="210244"/>
                </a:lnTo>
                <a:lnTo>
                  <a:pt x="2089717" y="194513"/>
                </a:lnTo>
                <a:lnTo>
                  <a:pt x="2106479" y="177915"/>
                </a:lnTo>
                <a:moveTo>
                  <a:pt x="2114688" y="169509"/>
                </a:moveTo>
                <a:lnTo>
                  <a:pt x="2185238" y="94711"/>
                </a:lnTo>
                <a:lnTo>
                  <a:pt x="2215202" y="63127"/>
                </a:lnTo>
                <a:lnTo>
                  <a:pt x="2249847" y="26010"/>
                </a:lnTo>
                <a:lnTo>
                  <a:pt x="2275341" y="0"/>
                </a:lnTo>
                <a:moveTo>
                  <a:pt x="934261" y="883681"/>
                </a:moveTo>
                <a:lnTo>
                  <a:pt x="934408" y="883607"/>
                </a:lnTo>
                <a:moveTo>
                  <a:pt x="944385" y="925496"/>
                </a:moveTo>
                <a:lnTo>
                  <a:pt x="840172" y="979341"/>
                </a:lnTo>
                <a:moveTo>
                  <a:pt x="1184461" y="806419"/>
                </a:moveTo>
                <a:lnTo>
                  <a:pt x="1181400" y="807557"/>
                </a:lnTo>
                <a:lnTo>
                  <a:pt x="1166488" y="814841"/>
                </a:lnTo>
                <a:lnTo>
                  <a:pt x="1091355" y="851876"/>
                </a:lnTo>
                <a:moveTo>
                  <a:pt x="1082998" y="856034"/>
                </a:moveTo>
                <a:lnTo>
                  <a:pt x="955181" y="920110"/>
                </a:lnTo>
                <a:moveTo>
                  <a:pt x="982615" y="975486"/>
                </a:moveTo>
                <a:lnTo>
                  <a:pt x="1105129" y="913833"/>
                </a:lnTo>
                <a:lnTo>
                  <a:pt x="1107568" y="911909"/>
                </a:lnTo>
                <a:moveTo>
                  <a:pt x="867574" y="1033269"/>
                </a:moveTo>
                <a:lnTo>
                  <a:pt x="972057" y="980798"/>
                </a:lnTo>
                <a:moveTo>
                  <a:pt x="561547" y="674861"/>
                </a:moveTo>
                <a:lnTo>
                  <a:pt x="553395" y="674199"/>
                </a:lnTo>
                <a:lnTo>
                  <a:pt x="517302" y="671252"/>
                </a:lnTo>
                <a:lnTo>
                  <a:pt x="513013" y="670827"/>
                </a:lnTo>
                <a:lnTo>
                  <a:pt x="508953" y="670319"/>
                </a:lnTo>
                <a:lnTo>
                  <a:pt x="504157" y="669492"/>
                </a:lnTo>
                <a:lnTo>
                  <a:pt x="498305" y="668846"/>
                </a:lnTo>
                <a:lnTo>
                  <a:pt x="494942" y="668518"/>
                </a:lnTo>
                <a:lnTo>
                  <a:pt x="481699" y="667684"/>
                </a:lnTo>
                <a:lnTo>
                  <a:pt x="478515" y="667520"/>
                </a:lnTo>
                <a:moveTo>
                  <a:pt x="478335" y="667520"/>
                </a:moveTo>
                <a:lnTo>
                  <a:pt x="473744" y="667937"/>
                </a:lnTo>
                <a:moveTo>
                  <a:pt x="473744" y="667937"/>
                </a:moveTo>
                <a:lnTo>
                  <a:pt x="466648" y="668584"/>
                </a:lnTo>
                <a:moveTo>
                  <a:pt x="857810" y="2364569"/>
                </a:moveTo>
                <a:lnTo>
                  <a:pt x="856836" y="2372115"/>
                </a:lnTo>
                <a:lnTo>
                  <a:pt x="856656" y="2374611"/>
                </a:lnTo>
                <a:lnTo>
                  <a:pt x="856328" y="2379497"/>
                </a:lnTo>
                <a:lnTo>
                  <a:pt x="856222" y="2381003"/>
                </a:lnTo>
                <a:moveTo>
                  <a:pt x="471059" y="2369426"/>
                </a:moveTo>
                <a:lnTo>
                  <a:pt x="471190" y="2371100"/>
                </a:lnTo>
                <a:lnTo>
                  <a:pt x="472082" y="2373179"/>
                </a:lnTo>
                <a:lnTo>
                  <a:pt x="473457" y="2375249"/>
                </a:lnTo>
                <a:lnTo>
                  <a:pt x="475102" y="2377189"/>
                </a:lnTo>
                <a:lnTo>
                  <a:pt x="476723" y="2378577"/>
                </a:lnTo>
                <a:moveTo>
                  <a:pt x="464331" y="1235967"/>
                </a:moveTo>
                <a:lnTo>
                  <a:pt x="474063" y="1276021"/>
                </a:lnTo>
                <a:lnTo>
                  <a:pt x="475315" y="1281186"/>
                </a:lnTo>
                <a:lnTo>
                  <a:pt x="475454" y="1281767"/>
                </a:lnTo>
                <a:moveTo>
                  <a:pt x="956826" y="2511767"/>
                </a:moveTo>
                <a:lnTo>
                  <a:pt x="957562" y="2496126"/>
                </a:lnTo>
                <a:lnTo>
                  <a:pt x="957759" y="2492754"/>
                </a:lnTo>
                <a:moveTo>
                  <a:pt x="958234" y="2483334"/>
                </a:moveTo>
                <a:lnTo>
                  <a:pt x="958618" y="2474642"/>
                </a:lnTo>
                <a:moveTo>
                  <a:pt x="858284" y="2422851"/>
                </a:moveTo>
                <a:lnTo>
                  <a:pt x="858726" y="2417318"/>
                </a:lnTo>
                <a:lnTo>
                  <a:pt x="858972" y="2415796"/>
                </a:lnTo>
                <a:moveTo>
                  <a:pt x="860560" y="2405990"/>
                </a:moveTo>
                <a:lnTo>
                  <a:pt x="860592" y="2405835"/>
                </a:lnTo>
                <a:moveTo>
                  <a:pt x="860453" y="2406522"/>
                </a:moveTo>
                <a:lnTo>
                  <a:pt x="860470" y="2404435"/>
                </a:lnTo>
                <a:lnTo>
                  <a:pt x="860494" y="2404002"/>
                </a:lnTo>
                <a:moveTo>
                  <a:pt x="822903" y="1925167"/>
                </a:moveTo>
                <a:lnTo>
                  <a:pt x="815504" y="1927639"/>
                </a:lnTo>
                <a:lnTo>
                  <a:pt x="769483" y="1939506"/>
                </a:lnTo>
                <a:moveTo>
                  <a:pt x="731547" y="1947634"/>
                </a:moveTo>
                <a:lnTo>
                  <a:pt x="723453" y="1949713"/>
                </a:lnTo>
                <a:lnTo>
                  <a:pt x="717012" y="1951366"/>
                </a:lnTo>
                <a:moveTo>
                  <a:pt x="758008" y="1942412"/>
                </a:moveTo>
                <a:lnTo>
                  <a:pt x="734248" y="1948305"/>
                </a:lnTo>
                <a:moveTo>
                  <a:pt x="744151" y="2057691"/>
                </a:moveTo>
                <a:lnTo>
                  <a:pt x="750003" y="2056127"/>
                </a:lnTo>
                <a:lnTo>
                  <a:pt x="759154" y="2053427"/>
                </a:lnTo>
                <a:lnTo>
                  <a:pt x="761895" y="2052674"/>
                </a:lnTo>
                <a:lnTo>
                  <a:pt x="783855" y="2047436"/>
                </a:lnTo>
                <a:moveTo>
                  <a:pt x="795517" y="2044497"/>
                </a:moveTo>
                <a:lnTo>
                  <a:pt x="812206" y="2040127"/>
                </a:lnTo>
                <a:lnTo>
                  <a:pt x="848684" y="2030518"/>
                </a:lnTo>
                <a:moveTo>
                  <a:pt x="639259" y="1183929"/>
                </a:moveTo>
                <a:lnTo>
                  <a:pt x="617504" y="1136991"/>
                </a:lnTo>
                <a:moveTo>
                  <a:pt x="2573756" y="2478309"/>
                </a:moveTo>
                <a:lnTo>
                  <a:pt x="2485061" y="2531942"/>
                </a:lnTo>
                <a:moveTo>
                  <a:pt x="2630868" y="2782093"/>
                </a:moveTo>
                <a:lnTo>
                  <a:pt x="2592900" y="2719793"/>
                </a:lnTo>
                <a:lnTo>
                  <a:pt x="2592204" y="2718933"/>
                </a:lnTo>
                <a:moveTo>
                  <a:pt x="465236" y="730091"/>
                </a:moveTo>
                <a:lnTo>
                  <a:pt x="468939" y="727619"/>
                </a:lnTo>
                <a:lnTo>
                  <a:pt x="476387" y="720040"/>
                </a:lnTo>
                <a:lnTo>
                  <a:pt x="479948" y="714671"/>
                </a:lnTo>
                <a:lnTo>
                  <a:pt x="481511" y="710579"/>
                </a:lnTo>
                <a:lnTo>
                  <a:pt x="481859" y="709146"/>
                </a:lnTo>
                <a:moveTo>
                  <a:pt x="2412374" y="2249445"/>
                </a:moveTo>
                <a:lnTo>
                  <a:pt x="2426615" y="2234820"/>
                </a:lnTo>
                <a:moveTo>
                  <a:pt x="2434939" y="2226447"/>
                </a:moveTo>
                <a:lnTo>
                  <a:pt x="2450121" y="2210905"/>
                </a:lnTo>
                <a:moveTo>
                  <a:pt x="2458584" y="2202720"/>
                </a:moveTo>
                <a:lnTo>
                  <a:pt x="2476926" y="2183593"/>
                </a:lnTo>
                <a:lnTo>
                  <a:pt x="2488081" y="2171946"/>
                </a:lnTo>
                <a:lnTo>
                  <a:pt x="2489890" y="2170277"/>
                </a:lnTo>
                <a:moveTo>
                  <a:pt x="2497117" y="2164040"/>
                </a:moveTo>
                <a:lnTo>
                  <a:pt x="2508551" y="2154890"/>
                </a:lnTo>
                <a:lnTo>
                  <a:pt x="2517177" y="2147663"/>
                </a:lnTo>
                <a:lnTo>
                  <a:pt x="2528414" y="2140174"/>
                </a:lnTo>
                <a:moveTo>
                  <a:pt x="2535076" y="2135624"/>
                </a:moveTo>
                <a:lnTo>
                  <a:pt x="2536607" y="2134535"/>
                </a:lnTo>
                <a:lnTo>
                  <a:pt x="2540315" y="2130606"/>
                </a:lnTo>
                <a:lnTo>
                  <a:pt x="2551609" y="2118698"/>
                </a:lnTo>
                <a:lnTo>
                  <a:pt x="2556323" y="2113730"/>
                </a:lnTo>
                <a:lnTo>
                  <a:pt x="2567299" y="2102264"/>
                </a:lnTo>
                <a:lnTo>
                  <a:pt x="2571465" y="2098188"/>
                </a:lnTo>
                <a:lnTo>
                  <a:pt x="2582481" y="2085944"/>
                </a:lnTo>
                <a:lnTo>
                  <a:pt x="2585477" y="2082924"/>
                </a:lnTo>
                <a:lnTo>
                  <a:pt x="2595936" y="2071637"/>
                </a:lnTo>
                <a:moveTo>
                  <a:pt x="2215480" y="2589643"/>
                </a:moveTo>
                <a:lnTo>
                  <a:pt x="2217428" y="2593514"/>
                </a:lnTo>
                <a:lnTo>
                  <a:pt x="2219490" y="2597140"/>
                </a:lnTo>
                <a:lnTo>
                  <a:pt x="2223533" y="2604236"/>
                </a:lnTo>
                <a:lnTo>
                  <a:pt x="2240099" y="2634813"/>
                </a:lnTo>
                <a:lnTo>
                  <a:pt x="2284181" y="2719416"/>
                </a:lnTo>
                <a:lnTo>
                  <a:pt x="2290262" y="2731177"/>
                </a:lnTo>
                <a:lnTo>
                  <a:pt x="2296817" y="2746229"/>
                </a:lnTo>
                <a:lnTo>
                  <a:pt x="2300517" y="2756631"/>
                </a:lnTo>
                <a:lnTo>
                  <a:pt x="2304445" y="2770684"/>
                </a:lnTo>
                <a:lnTo>
                  <a:pt x="2307269" y="2783222"/>
                </a:lnTo>
                <a:lnTo>
                  <a:pt x="2309733" y="2798626"/>
                </a:lnTo>
                <a:lnTo>
                  <a:pt x="2311026" y="2821755"/>
                </a:lnTo>
                <a:lnTo>
                  <a:pt x="2310756" y="2833770"/>
                </a:lnTo>
                <a:lnTo>
                  <a:pt x="2309896" y="2841873"/>
                </a:lnTo>
                <a:lnTo>
                  <a:pt x="2304805" y="2866606"/>
                </a:lnTo>
                <a:lnTo>
                  <a:pt x="2300001" y="2884694"/>
                </a:lnTo>
                <a:lnTo>
                  <a:pt x="2296015" y="2895555"/>
                </a:lnTo>
                <a:lnTo>
                  <a:pt x="2288952" y="2915304"/>
                </a:lnTo>
                <a:moveTo>
                  <a:pt x="1412146" y="276260"/>
                </a:moveTo>
                <a:lnTo>
                  <a:pt x="1547551" y="231597"/>
                </a:lnTo>
                <a:moveTo>
                  <a:pt x="1094522" y="2524944"/>
                </a:moveTo>
                <a:lnTo>
                  <a:pt x="1094596" y="2523471"/>
                </a:lnTo>
                <a:moveTo>
                  <a:pt x="745396" y="2542312"/>
                </a:moveTo>
                <a:lnTo>
                  <a:pt x="747188" y="2501659"/>
                </a:lnTo>
                <a:moveTo>
                  <a:pt x="441877" y="732411"/>
                </a:moveTo>
                <a:lnTo>
                  <a:pt x="442025" y="732468"/>
                </a:lnTo>
                <a:moveTo>
                  <a:pt x="1054099" y="761879"/>
                </a:moveTo>
                <a:lnTo>
                  <a:pt x="1053428" y="759350"/>
                </a:lnTo>
                <a:lnTo>
                  <a:pt x="1047633" y="739249"/>
                </a:lnTo>
                <a:lnTo>
                  <a:pt x="1047527" y="738611"/>
                </a:lnTo>
                <a:lnTo>
                  <a:pt x="1046643" y="734919"/>
                </a:lnTo>
                <a:moveTo>
                  <a:pt x="1107486" y="748575"/>
                </a:moveTo>
                <a:lnTo>
                  <a:pt x="1087974" y="755904"/>
                </a:lnTo>
                <a:lnTo>
                  <a:pt x="1060282" y="765975"/>
                </a:lnTo>
                <a:moveTo>
                  <a:pt x="1049388" y="770223"/>
                </a:moveTo>
                <a:lnTo>
                  <a:pt x="1048689" y="770522"/>
                </a:lnTo>
                <a:lnTo>
                  <a:pt x="1011519" y="786944"/>
                </a:lnTo>
                <a:moveTo>
                  <a:pt x="1011412" y="786985"/>
                </a:moveTo>
                <a:lnTo>
                  <a:pt x="979894" y="798423"/>
                </a:lnTo>
                <a:moveTo>
                  <a:pt x="1013520" y="791753"/>
                </a:moveTo>
                <a:lnTo>
                  <a:pt x="1030053" y="784886"/>
                </a:lnTo>
                <a:lnTo>
                  <a:pt x="1048230" y="777724"/>
                </a:lnTo>
                <a:lnTo>
                  <a:pt x="1051013" y="776619"/>
                </a:lnTo>
                <a:lnTo>
                  <a:pt x="1051930" y="776231"/>
                </a:lnTo>
                <a:moveTo>
                  <a:pt x="1062557" y="772012"/>
                </a:moveTo>
                <a:lnTo>
                  <a:pt x="1062709" y="771954"/>
                </a:lnTo>
                <a:lnTo>
                  <a:pt x="1069821" y="769086"/>
                </a:lnTo>
                <a:moveTo>
                  <a:pt x="1070050" y="768996"/>
                </a:moveTo>
                <a:lnTo>
                  <a:pt x="1109320" y="753457"/>
                </a:lnTo>
                <a:moveTo>
                  <a:pt x="599490" y="2259267"/>
                </a:moveTo>
                <a:lnTo>
                  <a:pt x="583203" y="2233494"/>
                </a:lnTo>
                <a:lnTo>
                  <a:pt x="580748" y="2229606"/>
                </a:lnTo>
                <a:lnTo>
                  <a:pt x="579217" y="2227175"/>
                </a:lnTo>
                <a:lnTo>
                  <a:pt x="510034" y="2117208"/>
                </a:lnTo>
                <a:lnTo>
                  <a:pt x="500761" y="2102853"/>
                </a:lnTo>
                <a:lnTo>
                  <a:pt x="499623" y="2099014"/>
                </a:lnTo>
                <a:moveTo>
                  <a:pt x="626949" y="2199512"/>
                </a:moveTo>
                <a:lnTo>
                  <a:pt x="629839" y="2198431"/>
                </a:lnTo>
                <a:lnTo>
                  <a:pt x="659998" y="2179411"/>
                </a:lnTo>
                <a:lnTo>
                  <a:pt x="661995" y="2178232"/>
                </a:lnTo>
                <a:moveTo>
                  <a:pt x="640589" y="2270480"/>
                </a:moveTo>
                <a:lnTo>
                  <a:pt x="639504" y="2270840"/>
                </a:lnTo>
                <a:lnTo>
                  <a:pt x="636484" y="2271593"/>
                </a:lnTo>
                <a:lnTo>
                  <a:pt x="632621" y="2272166"/>
                </a:lnTo>
                <a:lnTo>
                  <a:pt x="631602" y="2272252"/>
                </a:lnTo>
                <a:moveTo>
                  <a:pt x="490620" y="2036591"/>
                </a:moveTo>
                <a:lnTo>
                  <a:pt x="486160" y="2034226"/>
                </a:lnTo>
                <a:lnTo>
                  <a:pt x="484064" y="2033170"/>
                </a:lnTo>
                <a:moveTo>
                  <a:pt x="507022" y="2087319"/>
                </a:moveTo>
                <a:lnTo>
                  <a:pt x="505745" y="2082252"/>
                </a:lnTo>
                <a:lnTo>
                  <a:pt x="495948" y="2043605"/>
                </a:lnTo>
                <a:moveTo>
                  <a:pt x="470470" y="2034013"/>
                </a:moveTo>
                <a:lnTo>
                  <a:pt x="469848" y="2034709"/>
                </a:lnTo>
                <a:lnTo>
                  <a:pt x="464741" y="2039488"/>
                </a:lnTo>
                <a:lnTo>
                  <a:pt x="430292" y="2060727"/>
                </a:lnTo>
                <a:moveTo>
                  <a:pt x="428205" y="2062029"/>
                </a:moveTo>
                <a:lnTo>
                  <a:pt x="428131" y="2062069"/>
                </a:lnTo>
                <a:moveTo>
                  <a:pt x="545113" y="2024044"/>
                </a:moveTo>
                <a:lnTo>
                  <a:pt x="540996" y="2025108"/>
                </a:lnTo>
                <a:lnTo>
                  <a:pt x="499926" y="2035715"/>
                </a:lnTo>
                <a:lnTo>
                  <a:pt x="498575" y="2036092"/>
                </a:lnTo>
                <a:moveTo>
                  <a:pt x="591461" y="2012087"/>
                </a:moveTo>
                <a:lnTo>
                  <a:pt x="587868" y="2013012"/>
                </a:lnTo>
                <a:lnTo>
                  <a:pt x="579676" y="2015131"/>
                </a:lnTo>
                <a:lnTo>
                  <a:pt x="558404" y="2020623"/>
                </a:lnTo>
                <a:lnTo>
                  <a:pt x="553985" y="2021761"/>
                </a:lnTo>
                <a:moveTo>
                  <a:pt x="665114" y="1993238"/>
                </a:moveTo>
                <a:lnTo>
                  <a:pt x="659098" y="1994785"/>
                </a:lnTo>
                <a:lnTo>
                  <a:pt x="615319" y="2006128"/>
                </a:lnTo>
                <a:lnTo>
                  <a:pt x="603681" y="2009009"/>
                </a:lnTo>
                <a:lnTo>
                  <a:pt x="600423" y="2009820"/>
                </a:lnTo>
                <a:moveTo>
                  <a:pt x="561743" y="2275791"/>
                </a:moveTo>
                <a:lnTo>
                  <a:pt x="561351" y="2283182"/>
                </a:lnTo>
                <a:moveTo>
                  <a:pt x="591167" y="2284131"/>
                </a:moveTo>
                <a:lnTo>
                  <a:pt x="591568" y="2284148"/>
                </a:lnTo>
                <a:moveTo>
                  <a:pt x="601250" y="2284524"/>
                </a:moveTo>
                <a:lnTo>
                  <a:pt x="604311" y="2284622"/>
                </a:lnTo>
                <a:moveTo>
                  <a:pt x="604557" y="2284622"/>
                </a:moveTo>
                <a:lnTo>
                  <a:pt x="620271" y="2285130"/>
                </a:lnTo>
                <a:lnTo>
                  <a:pt x="628177" y="2284721"/>
                </a:lnTo>
                <a:lnTo>
                  <a:pt x="635216" y="2283829"/>
                </a:lnTo>
                <a:lnTo>
                  <a:pt x="639038" y="2283051"/>
                </a:lnTo>
                <a:lnTo>
                  <a:pt x="641960" y="2282118"/>
                </a:lnTo>
                <a:lnTo>
                  <a:pt x="644145" y="2281365"/>
                </a:lnTo>
                <a:moveTo>
                  <a:pt x="591060" y="2268466"/>
                </a:moveTo>
                <a:lnTo>
                  <a:pt x="589563" y="2267615"/>
                </a:lnTo>
                <a:lnTo>
                  <a:pt x="587844" y="2266306"/>
                </a:lnTo>
                <a:lnTo>
                  <a:pt x="587402" y="2265945"/>
                </a:lnTo>
                <a:moveTo>
                  <a:pt x="564453" y="2250649"/>
                </a:moveTo>
                <a:lnTo>
                  <a:pt x="565574" y="2255764"/>
                </a:lnTo>
                <a:moveTo>
                  <a:pt x="565574" y="2255764"/>
                </a:moveTo>
                <a:lnTo>
                  <a:pt x="566065" y="2258964"/>
                </a:lnTo>
                <a:lnTo>
                  <a:pt x="566564" y="2261951"/>
                </a:lnTo>
                <a:moveTo>
                  <a:pt x="625157" y="2272632"/>
                </a:moveTo>
                <a:lnTo>
                  <a:pt x="621228" y="2272780"/>
                </a:lnTo>
                <a:lnTo>
                  <a:pt x="611513" y="2272493"/>
                </a:lnTo>
                <a:moveTo>
                  <a:pt x="520240" y="2176571"/>
                </a:moveTo>
                <a:lnTo>
                  <a:pt x="551456" y="2226545"/>
                </a:lnTo>
                <a:lnTo>
                  <a:pt x="553927" y="2231530"/>
                </a:lnTo>
                <a:lnTo>
                  <a:pt x="556726" y="2235524"/>
                </a:lnTo>
                <a:lnTo>
                  <a:pt x="558347" y="2240721"/>
                </a:lnTo>
                <a:lnTo>
                  <a:pt x="559501" y="2245173"/>
                </a:lnTo>
                <a:moveTo>
                  <a:pt x="377551" y="2016384"/>
                </a:moveTo>
                <a:lnTo>
                  <a:pt x="376553" y="2036583"/>
                </a:lnTo>
                <a:lnTo>
                  <a:pt x="375792" y="2051880"/>
                </a:lnTo>
                <a:lnTo>
                  <a:pt x="374588" y="2054360"/>
                </a:lnTo>
                <a:lnTo>
                  <a:pt x="373001" y="2057650"/>
                </a:lnTo>
                <a:moveTo>
                  <a:pt x="855101" y="2422867"/>
                </a:moveTo>
                <a:lnTo>
                  <a:pt x="855191" y="2423006"/>
                </a:lnTo>
                <a:moveTo>
                  <a:pt x="858473" y="2422859"/>
                </a:moveTo>
                <a:lnTo>
                  <a:pt x="858571" y="2422728"/>
                </a:lnTo>
                <a:moveTo>
                  <a:pt x="854749" y="2403699"/>
                </a:moveTo>
                <a:lnTo>
                  <a:pt x="854724" y="2404141"/>
                </a:lnTo>
                <a:lnTo>
                  <a:pt x="854683" y="2404959"/>
                </a:lnTo>
                <a:moveTo>
                  <a:pt x="855052" y="2415558"/>
                </a:moveTo>
                <a:lnTo>
                  <a:pt x="855461" y="2423301"/>
                </a:lnTo>
                <a:moveTo>
                  <a:pt x="858383" y="2427491"/>
                </a:moveTo>
                <a:lnTo>
                  <a:pt x="858595" y="2422908"/>
                </a:lnTo>
                <a:moveTo>
                  <a:pt x="861804" y="2354305"/>
                </a:moveTo>
                <a:lnTo>
                  <a:pt x="861877" y="2351424"/>
                </a:lnTo>
                <a:lnTo>
                  <a:pt x="862098" y="2342675"/>
                </a:lnTo>
                <a:lnTo>
                  <a:pt x="864529" y="2294395"/>
                </a:lnTo>
                <a:lnTo>
                  <a:pt x="865397" y="2275218"/>
                </a:lnTo>
                <a:lnTo>
                  <a:pt x="865266" y="2271994"/>
                </a:lnTo>
                <a:lnTo>
                  <a:pt x="864676" y="2268777"/>
                </a:lnTo>
                <a:lnTo>
                  <a:pt x="863989" y="2266559"/>
                </a:lnTo>
                <a:lnTo>
                  <a:pt x="863105" y="2264742"/>
                </a:lnTo>
                <a:lnTo>
                  <a:pt x="861926" y="2262426"/>
                </a:lnTo>
                <a:lnTo>
                  <a:pt x="849126" y="2242685"/>
                </a:lnTo>
                <a:lnTo>
                  <a:pt x="846589" y="2238454"/>
                </a:lnTo>
                <a:lnTo>
                  <a:pt x="845353" y="2236391"/>
                </a:lnTo>
                <a:moveTo>
                  <a:pt x="815087" y="2184952"/>
                </a:moveTo>
                <a:lnTo>
                  <a:pt x="815095" y="2184788"/>
                </a:lnTo>
                <a:moveTo>
                  <a:pt x="814661" y="2184763"/>
                </a:moveTo>
                <a:lnTo>
                  <a:pt x="813401" y="2182766"/>
                </a:lnTo>
                <a:lnTo>
                  <a:pt x="813130" y="2182333"/>
                </a:lnTo>
                <a:moveTo>
                  <a:pt x="808040" y="2185525"/>
                </a:moveTo>
                <a:lnTo>
                  <a:pt x="809218" y="2186850"/>
                </a:lnTo>
                <a:moveTo>
                  <a:pt x="807876" y="2173812"/>
                </a:moveTo>
                <a:lnTo>
                  <a:pt x="807630" y="2173411"/>
                </a:lnTo>
                <a:lnTo>
                  <a:pt x="807385" y="2173019"/>
                </a:lnTo>
                <a:moveTo>
                  <a:pt x="802548" y="2165145"/>
                </a:moveTo>
                <a:lnTo>
                  <a:pt x="801623" y="2163631"/>
                </a:lnTo>
                <a:moveTo>
                  <a:pt x="850759" y="2387084"/>
                </a:moveTo>
                <a:lnTo>
                  <a:pt x="846965" y="2386871"/>
                </a:lnTo>
                <a:lnTo>
                  <a:pt x="843331" y="2386806"/>
                </a:lnTo>
                <a:lnTo>
                  <a:pt x="833420" y="2386642"/>
                </a:lnTo>
                <a:lnTo>
                  <a:pt x="801574" y="2385808"/>
                </a:lnTo>
                <a:lnTo>
                  <a:pt x="784558" y="2385472"/>
                </a:lnTo>
                <a:lnTo>
                  <a:pt x="775130" y="2385963"/>
                </a:lnTo>
                <a:moveTo>
                  <a:pt x="723166" y="2381556"/>
                </a:moveTo>
                <a:lnTo>
                  <a:pt x="707583" y="2379776"/>
                </a:lnTo>
                <a:lnTo>
                  <a:pt x="687670" y="2378916"/>
                </a:lnTo>
                <a:lnTo>
                  <a:pt x="684212" y="2378757"/>
                </a:lnTo>
                <a:moveTo>
                  <a:pt x="677620" y="2379857"/>
                </a:moveTo>
                <a:lnTo>
                  <a:pt x="660653" y="2378638"/>
                </a:lnTo>
                <a:moveTo>
                  <a:pt x="590013" y="2295393"/>
                </a:moveTo>
                <a:lnTo>
                  <a:pt x="590397" y="2293372"/>
                </a:lnTo>
                <a:lnTo>
                  <a:pt x="591232" y="2290843"/>
                </a:lnTo>
                <a:lnTo>
                  <a:pt x="591969" y="2289451"/>
                </a:lnTo>
                <a:lnTo>
                  <a:pt x="592664" y="2288608"/>
                </a:lnTo>
                <a:moveTo>
                  <a:pt x="549156" y="2387395"/>
                </a:moveTo>
                <a:lnTo>
                  <a:pt x="549819" y="2387714"/>
                </a:lnTo>
                <a:lnTo>
                  <a:pt x="550645" y="2388214"/>
                </a:lnTo>
                <a:lnTo>
                  <a:pt x="551087" y="2388574"/>
                </a:lnTo>
                <a:moveTo>
                  <a:pt x="477750" y="2379317"/>
                </a:moveTo>
                <a:lnTo>
                  <a:pt x="479857" y="2380569"/>
                </a:lnTo>
                <a:lnTo>
                  <a:pt x="481576" y="2381257"/>
                </a:lnTo>
                <a:lnTo>
                  <a:pt x="483598" y="2381642"/>
                </a:lnTo>
                <a:lnTo>
                  <a:pt x="504231" y="2382894"/>
                </a:lnTo>
                <a:lnTo>
                  <a:pt x="526591" y="2384138"/>
                </a:lnTo>
                <a:lnTo>
                  <a:pt x="536167" y="2384617"/>
                </a:lnTo>
                <a:moveTo>
                  <a:pt x="530855" y="2367609"/>
                </a:moveTo>
                <a:lnTo>
                  <a:pt x="486471" y="2365035"/>
                </a:lnTo>
                <a:lnTo>
                  <a:pt x="477803" y="2364536"/>
                </a:lnTo>
                <a:lnTo>
                  <a:pt x="477161" y="2364499"/>
                </a:lnTo>
                <a:moveTo>
                  <a:pt x="553162" y="2368334"/>
                </a:moveTo>
                <a:lnTo>
                  <a:pt x="551685" y="2368342"/>
                </a:lnTo>
                <a:moveTo>
                  <a:pt x="555130" y="2359756"/>
                </a:moveTo>
                <a:lnTo>
                  <a:pt x="555008" y="2359863"/>
                </a:lnTo>
                <a:moveTo>
                  <a:pt x="555834" y="2359183"/>
                </a:moveTo>
                <a:lnTo>
                  <a:pt x="552421" y="2362457"/>
                </a:lnTo>
                <a:lnTo>
                  <a:pt x="550727" y="2364397"/>
                </a:lnTo>
                <a:moveTo>
                  <a:pt x="367844" y="1675835"/>
                </a:moveTo>
                <a:lnTo>
                  <a:pt x="370242" y="1638079"/>
                </a:lnTo>
                <a:moveTo>
                  <a:pt x="370848" y="1628962"/>
                </a:moveTo>
                <a:lnTo>
                  <a:pt x="373614" y="1589488"/>
                </a:lnTo>
                <a:lnTo>
                  <a:pt x="372608" y="1587777"/>
                </a:lnTo>
                <a:moveTo>
                  <a:pt x="360781" y="1637572"/>
                </a:moveTo>
                <a:lnTo>
                  <a:pt x="358776" y="1675262"/>
                </a:lnTo>
                <a:moveTo>
                  <a:pt x="556358" y="2533922"/>
                </a:moveTo>
                <a:lnTo>
                  <a:pt x="556448" y="2534062"/>
                </a:lnTo>
                <a:moveTo>
                  <a:pt x="557397" y="2535388"/>
                </a:moveTo>
                <a:lnTo>
                  <a:pt x="558339" y="2538121"/>
                </a:lnTo>
                <a:lnTo>
                  <a:pt x="559419" y="2540454"/>
                </a:lnTo>
                <a:lnTo>
                  <a:pt x="561801" y="2544137"/>
                </a:lnTo>
                <a:lnTo>
                  <a:pt x="563086" y="2545569"/>
                </a:lnTo>
                <a:lnTo>
                  <a:pt x="564493" y="2547124"/>
                </a:lnTo>
                <a:moveTo>
                  <a:pt x="551406" y="2533215"/>
                </a:moveTo>
                <a:lnTo>
                  <a:pt x="551406" y="2533378"/>
                </a:lnTo>
                <a:moveTo>
                  <a:pt x="557586" y="2420917"/>
                </a:moveTo>
                <a:lnTo>
                  <a:pt x="557758" y="2427589"/>
                </a:lnTo>
                <a:lnTo>
                  <a:pt x="557340" y="2438336"/>
                </a:lnTo>
                <a:lnTo>
                  <a:pt x="557154" y="2443981"/>
                </a:lnTo>
                <a:moveTo>
                  <a:pt x="1786497" y="674550"/>
                </a:moveTo>
                <a:lnTo>
                  <a:pt x="1800534" y="704080"/>
                </a:lnTo>
                <a:moveTo>
                  <a:pt x="501759" y="2738952"/>
                </a:moveTo>
                <a:lnTo>
                  <a:pt x="461295" y="2790032"/>
                </a:lnTo>
                <a:moveTo>
                  <a:pt x="543868" y="2659596"/>
                </a:moveTo>
                <a:lnTo>
                  <a:pt x="543197" y="2661052"/>
                </a:lnTo>
                <a:lnTo>
                  <a:pt x="542813" y="2663279"/>
                </a:lnTo>
                <a:lnTo>
                  <a:pt x="542207" y="2665292"/>
                </a:lnTo>
                <a:lnTo>
                  <a:pt x="541434" y="2666773"/>
                </a:lnTo>
                <a:moveTo>
                  <a:pt x="449425" y="2808341"/>
                </a:moveTo>
                <a:lnTo>
                  <a:pt x="447930" y="2813260"/>
                </a:lnTo>
                <a:lnTo>
                  <a:pt x="445933" y="2819169"/>
                </a:lnTo>
                <a:lnTo>
                  <a:pt x="445147" y="2822132"/>
                </a:lnTo>
                <a:lnTo>
                  <a:pt x="444797" y="2823513"/>
                </a:lnTo>
                <a:moveTo>
                  <a:pt x="578227" y="2557698"/>
                </a:moveTo>
                <a:lnTo>
                  <a:pt x="578734" y="2557379"/>
                </a:lnTo>
                <a:lnTo>
                  <a:pt x="579635" y="2556733"/>
                </a:lnTo>
                <a:lnTo>
                  <a:pt x="580281" y="2556266"/>
                </a:lnTo>
                <a:moveTo>
                  <a:pt x="567661" y="2556557"/>
                </a:moveTo>
                <a:lnTo>
                  <a:pt x="566466" y="2555489"/>
                </a:lnTo>
                <a:lnTo>
                  <a:pt x="564199" y="2552158"/>
                </a:lnTo>
                <a:moveTo>
                  <a:pt x="569830" y="2604768"/>
                </a:moveTo>
                <a:lnTo>
                  <a:pt x="570100" y="2601625"/>
                </a:lnTo>
                <a:moveTo>
                  <a:pt x="807630" y="2595863"/>
                </a:moveTo>
                <a:lnTo>
                  <a:pt x="807827" y="2591484"/>
                </a:lnTo>
                <a:lnTo>
                  <a:pt x="809431" y="2555751"/>
                </a:lnTo>
                <a:lnTo>
                  <a:pt x="809456" y="2555169"/>
                </a:lnTo>
                <a:moveTo>
                  <a:pt x="644145" y="2396145"/>
                </a:moveTo>
                <a:lnTo>
                  <a:pt x="647533" y="2392437"/>
                </a:lnTo>
                <a:moveTo>
                  <a:pt x="640020" y="2400818"/>
                </a:moveTo>
                <a:lnTo>
                  <a:pt x="638326" y="2432336"/>
                </a:lnTo>
                <a:lnTo>
                  <a:pt x="637671" y="2444441"/>
                </a:lnTo>
                <a:lnTo>
                  <a:pt x="637606" y="2445669"/>
                </a:lnTo>
                <a:lnTo>
                  <a:pt x="637401" y="2449401"/>
                </a:lnTo>
                <a:lnTo>
                  <a:pt x="636738" y="2461940"/>
                </a:lnTo>
                <a:lnTo>
                  <a:pt x="636345" y="2470116"/>
                </a:lnTo>
                <a:lnTo>
                  <a:pt x="636132" y="2474609"/>
                </a:lnTo>
                <a:lnTo>
                  <a:pt x="636010" y="2477171"/>
                </a:lnTo>
                <a:lnTo>
                  <a:pt x="635690" y="2483882"/>
                </a:lnTo>
                <a:lnTo>
                  <a:pt x="635510" y="2487009"/>
                </a:lnTo>
                <a:lnTo>
                  <a:pt x="635437" y="2488327"/>
                </a:lnTo>
                <a:lnTo>
                  <a:pt x="635142" y="2494121"/>
                </a:lnTo>
                <a:lnTo>
                  <a:pt x="635036" y="2496290"/>
                </a:lnTo>
                <a:lnTo>
                  <a:pt x="634291" y="2510744"/>
                </a:lnTo>
                <a:lnTo>
                  <a:pt x="633423" y="2527735"/>
                </a:lnTo>
                <a:lnTo>
                  <a:pt x="632932" y="2537385"/>
                </a:lnTo>
                <a:lnTo>
                  <a:pt x="632809" y="2539709"/>
                </a:lnTo>
                <a:lnTo>
                  <a:pt x="632613" y="2543621"/>
                </a:lnTo>
                <a:lnTo>
                  <a:pt x="632556" y="2544800"/>
                </a:lnTo>
                <a:moveTo>
                  <a:pt x="578338" y="2453512"/>
                </a:moveTo>
                <a:lnTo>
                  <a:pt x="579070" y="2438663"/>
                </a:lnTo>
                <a:lnTo>
                  <a:pt x="579332" y="2436650"/>
                </a:lnTo>
                <a:lnTo>
                  <a:pt x="581133" y="2423104"/>
                </a:lnTo>
                <a:lnTo>
                  <a:pt x="581026" y="2416598"/>
                </a:lnTo>
                <a:lnTo>
                  <a:pt x="581223" y="2411662"/>
                </a:lnTo>
                <a:moveTo>
                  <a:pt x="578684" y="2481585"/>
                </a:moveTo>
                <a:lnTo>
                  <a:pt x="579186" y="2474506"/>
                </a:lnTo>
                <a:moveTo>
                  <a:pt x="575510" y="2504245"/>
                </a:moveTo>
                <a:lnTo>
                  <a:pt x="577261" y="2487975"/>
                </a:lnTo>
                <a:moveTo>
                  <a:pt x="583617" y="2267660"/>
                </a:moveTo>
                <a:lnTo>
                  <a:pt x="583584" y="2267501"/>
                </a:lnTo>
                <a:moveTo>
                  <a:pt x="582098" y="2260077"/>
                </a:moveTo>
                <a:lnTo>
                  <a:pt x="581296" y="2256435"/>
                </a:lnTo>
                <a:lnTo>
                  <a:pt x="580150" y="2252588"/>
                </a:lnTo>
                <a:lnTo>
                  <a:pt x="578260" y="2246949"/>
                </a:lnTo>
                <a:lnTo>
                  <a:pt x="576263" y="2241818"/>
                </a:lnTo>
                <a:lnTo>
                  <a:pt x="574798" y="2238838"/>
                </a:lnTo>
                <a:lnTo>
                  <a:pt x="545366" y="2191827"/>
                </a:lnTo>
                <a:lnTo>
                  <a:pt x="526689" y="2162501"/>
                </a:lnTo>
                <a:lnTo>
                  <a:pt x="514175" y="2142564"/>
                </a:lnTo>
                <a:lnTo>
                  <a:pt x="503044" y="2124820"/>
                </a:lnTo>
                <a:lnTo>
                  <a:pt x="490542" y="2104559"/>
                </a:lnTo>
                <a:moveTo>
                  <a:pt x="584251" y="2361066"/>
                </a:moveTo>
                <a:lnTo>
                  <a:pt x="584480" y="2348936"/>
                </a:lnTo>
                <a:lnTo>
                  <a:pt x="586772" y="2300680"/>
                </a:lnTo>
                <a:moveTo>
                  <a:pt x="570280" y="2599194"/>
                </a:moveTo>
                <a:lnTo>
                  <a:pt x="571311" y="2582416"/>
                </a:lnTo>
                <a:moveTo>
                  <a:pt x="589599" y="2386573"/>
                </a:moveTo>
                <a:lnTo>
                  <a:pt x="592304" y="2386835"/>
                </a:lnTo>
                <a:moveTo>
                  <a:pt x="600468" y="2387461"/>
                </a:moveTo>
                <a:lnTo>
                  <a:pt x="602969" y="2387575"/>
                </a:lnTo>
                <a:lnTo>
                  <a:pt x="613875" y="2388026"/>
                </a:lnTo>
                <a:moveTo>
                  <a:pt x="616305" y="2388099"/>
                </a:moveTo>
                <a:lnTo>
                  <a:pt x="633423" y="2388418"/>
                </a:lnTo>
                <a:lnTo>
                  <a:pt x="645868" y="2388296"/>
                </a:lnTo>
                <a:moveTo>
                  <a:pt x="684814" y="2488081"/>
                </a:moveTo>
                <a:lnTo>
                  <a:pt x="685051" y="2483833"/>
                </a:lnTo>
                <a:lnTo>
                  <a:pt x="687343" y="2435651"/>
                </a:lnTo>
                <a:lnTo>
                  <a:pt x="687736" y="2428301"/>
                </a:lnTo>
                <a:moveTo>
                  <a:pt x="702992" y="2741874"/>
                </a:moveTo>
                <a:lnTo>
                  <a:pt x="683030" y="2721798"/>
                </a:lnTo>
                <a:lnTo>
                  <a:pt x="676949" y="2714620"/>
                </a:lnTo>
                <a:lnTo>
                  <a:pt x="632629" y="2664776"/>
                </a:lnTo>
                <a:moveTo>
                  <a:pt x="865487" y="2501987"/>
                </a:moveTo>
                <a:lnTo>
                  <a:pt x="883755" y="2502862"/>
                </a:lnTo>
                <a:lnTo>
                  <a:pt x="907179" y="2503836"/>
                </a:lnTo>
                <a:lnTo>
                  <a:pt x="910894" y="2504008"/>
                </a:lnTo>
                <a:lnTo>
                  <a:pt x="911042" y="2500857"/>
                </a:lnTo>
                <a:lnTo>
                  <a:pt x="911590" y="2490913"/>
                </a:lnTo>
                <a:moveTo>
                  <a:pt x="692401" y="2493254"/>
                </a:moveTo>
                <a:lnTo>
                  <a:pt x="688399" y="2492869"/>
                </a:lnTo>
                <a:lnTo>
                  <a:pt x="687752" y="2492615"/>
                </a:lnTo>
                <a:moveTo>
                  <a:pt x="735484" y="2547100"/>
                </a:moveTo>
                <a:lnTo>
                  <a:pt x="690330" y="2544775"/>
                </a:lnTo>
                <a:moveTo>
                  <a:pt x="808130" y="2555112"/>
                </a:moveTo>
                <a:lnTo>
                  <a:pt x="808105" y="2555685"/>
                </a:lnTo>
                <a:lnTo>
                  <a:pt x="806501" y="2591419"/>
                </a:lnTo>
                <a:lnTo>
                  <a:pt x="806305" y="2595797"/>
                </a:lnTo>
                <a:moveTo>
                  <a:pt x="797793" y="2550881"/>
                </a:moveTo>
                <a:lnTo>
                  <a:pt x="797645" y="2550979"/>
                </a:lnTo>
                <a:lnTo>
                  <a:pt x="751370" y="2548769"/>
                </a:lnTo>
                <a:lnTo>
                  <a:pt x="749381" y="2547959"/>
                </a:lnTo>
                <a:moveTo>
                  <a:pt x="740910" y="2546224"/>
                </a:moveTo>
                <a:lnTo>
                  <a:pt x="738545" y="2546134"/>
                </a:lnTo>
                <a:moveTo>
                  <a:pt x="858939" y="2502969"/>
                </a:moveTo>
                <a:lnTo>
                  <a:pt x="862565" y="2503141"/>
                </a:lnTo>
                <a:moveTo>
                  <a:pt x="852874" y="2511325"/>
                </a:moveTo>
                <a:lnTo>
                  <a:pt x="853333" y="2506963"/>
                </a:lnTo>
                <a:moveTo>
                  <a:pt x="848340" y="2601125"/>
                </a:moveTo>
                <a:lnTo>
                  <a:pt x="848348" y="2600896"/>
                </a:lnTo>
                <a:lnTo>
                  <a:pt x="848627" y="2594463"/>
                </a:lnTo>
                <a:lnTo>
                  <a:pt x="848880" y="2588439"/>
                </a:lnTo>
                <a:lnTo>
                  <a:pt x="850591" y="2555751"/>
                </a:lnTo>
                <a:lnTo>
                  <a:pt x="851434" y="2536337"/>
                </a:lnTo>
                <a:moveTo>
                  <a:pt x="852351" y="2533644"/>
                </a:moveTo>
                <a:lnTo>
                  <a:pt x="853447" y="2514157"/>
                </a:lnTo>
                <a:moveTo>
                  <a:pt x="914471" y="2443001"/>
                </a:moveTo>
                <a:lnTo>
                  <a:pt x="914659" y="2439719"/>
                </a:lnTo>
                <a:moveTo>
                  <a:pt x="693334" y="2401391"/>
                </a:moveTo>
                <a:lnTo>
                  <a:pt x="704211" y="2401923"/>
                </a:lnTo>
                <a:lnTo>
                  <a:pt x="715301" y="2402463"/>
                </a:lnTo>
                <a:lnTo>
                  <a:pt x="724631" y="2402913"/>
                </a:lnTo>
                <a:lnTo>
                  <a:pt x="734903" y="2403421"/>
                </a:lnTo>
                <a:lnTo>
                  <a:pt x="745093" y="2403920"/>
                </a:lnTo>
                <a:lnTo>
                  <a:pt x="755340" y="2404427"/>
                </a:lnTo>
                <a:lnTo>
                  <a:pt x="765521" y="2404927"/>
                </a:lnTo>
                <a:lnTo>
                  <a:pt x="775924" y="2405434"/>
                </a:lnTo>
                <a:lnTo>
                  <a:pt x="785909" y="2405917"/>
                </a:lnTo>
                <a:lnTo>
                  <a:pt x="796221" y="2406424"/>
                </a:lnTo>
                <a:lnTo>
                  <a:pt x="806378" y="2406915"/>
                </a:lnTo>
                <a:lnTo>
                  <a:pt x="816879" y="2407431"/>
                </a:lnTo>
                <a:lnTo>
                  <a:pt x="826872" y="2407914"/>
                </a:lnTo>
                <a:lnTo>
                  <a:pt x="830915" y="2408110"/>
                </a:lnTo>
                <a:moveTo>
                  <a:pt x="865691" y="2431854"/>
                </a:moveTo>
                <a:lnTo>
                  <a:pt x="863310" y="2431739"/>
                </a:lnTo>
                <a:moveTo>
                  <a:pt x="849412" y="2431068"/>
                </a:moveTo>
                <a:lnTo>
                  <a:pt x="849060" y="2431051"/>
                </a:lnTo>
                <a:lnTo>
                  <a:pt x="845738" y="2430896"/>
                </a:lnTo>
                <a:lnTo>
                  <a:pt x="837741" y="2430495"/>
                </a:lnTo>
                <a:moveTo>
                  <a:pt x="855281" y="2489857"/>
                </a:moveTo>
                <a:lnTo>
                  <a:pt x="857671" y="2442313"/>
                </a:lnTo>
                <a:lnTo>
                  <a:pt x="857932" y="2436912"/>
                </a:lnTo>
                <a:moveTo>
                  <a:pt x="875341" y="2411057"/>
                </a:moveTo>
                <a:lnTo>
                  <a:pt x="878386" y="2411384"/>
                </a:lnTo>
                <a:lnTo>
                  <a:pt x="888723" y="2411883"/>
                </a:lnTo>
                <a:lnTo>
                  <a:pt x="898863" y="2412366"/>
                </a:lnTo>
                <a:lnTo>
                  <a:pt x="909094" y="2412865"/>
                </a:lnTo>
                <a:lnTo>
                  <a:pt x="919226" y="2413357"/>
                </a:lnTo>
                <a:lnTo>
                  <a:pt x="929563" y="2413848"/>
                </a:lnTo>
                <a:lnTo>
                  <a:pt x="939696" y="2414339"/>
                </a:lnTo>
                <a:lnTo>
                  <a:pt x="950008" y="2414838"/>
                </a:lnTo>
                <a:lnTo>
                  <a:pt x="960067" y="2415321"/>
                </a:lnTo>
                <a:lnTo>
                  <a:pt x="970584" y="2415828"/>
                </a:lnTo>
                <a:moveTo>
                  <a:pt x="857171" y="2411327"/>
                </a:moveTo>
                <a:lnTo>
                  <a:pt x="857335" y="2411343"/>
                </a:lnTo>
                <a:moveTo>
                  <a:pt x="692237" y="2424553"/>
                </a:moveTo>
                <a:lnTo>
                  <a:pt x="693326" y="2424610"/>
                </a:lnTo>
                <a:lnTo>
                  <a:pt x="721088" y="2426116"/>
                </a:lnTo>
                <a:lnTo>
                  <a:pt x="723330" y="2426239"/>
                </a:lnTo>
                <a:lnTo>
                  <a:pt x="734625" y="2426861"/>
                </a:lnTo>
                <a:lnTo>
                  <a:pt x="739650" y="2427139"/>
                </a:lnTo>
                <a:moveTo>
                  <a:pt x="743931" y="2431354"/>
                </a:moveTo>
                <a:lnTo>
                  <a:pt x="743685" y="2436036"/>
                </a:lnTo>
                <a:lnTo>
                  <a:pt x="743120" y="2437484"/>
                </a:lnTo>
                <a:lnTo>
                  <a:pt x="740313" y="2491510"/>
                </a:lnTo>
                <a:moveTo>
                  <a:pt x="694652" y="2494956"/>
                </a:moveTo>
                <a:lnTo>
                  <a:pt x="735517" y="2497068"/>
                </a:lnTo>
                <a:moveTo>
                  <a:pt x="797596" y="2452495"/>
                </a:moveTo>
                <a:lnTo>
                  <a:pt x="795337" y="2494056"/>
                </a:lnTo>
                <a:moveTo>
                  <a:pt x="794167" y="2428400"/>
                </a:moveTo>
                <a:lnTo>
                  <a:pt x="789993" y="2428195"/>
                </a:lnTo>
                <a:lnTo>
                  <a:pt x="751477" y="2426304"/>
                </a:lnTo>
                <a:lnTo>
                  <a:pt x="748694" y="2426165"/>
                </a:lnTo>
                <a:moveTo>
                  <a:pt x="861566" y="2381183"/>
                </a:moveTo>
                <a:lnTo>
                  <a:pt x="861615" y="2379767"/>
                </a:lnTo>
                <a:lnTo>
                  <a:pt x="861509" y="2375200"/>
                </a:lnTo>
                <a:lnTo>
                  <a:pt x="861280" y="2365158"/>
                </a:lnTo>
                <a:moveTo>
                  <a:pt x="862876" y="2411212"/>
                </a:moveTo>
                <a:lnTo>
                  <a:pt x="863040" y="2411196"/>
                </a:lnTo>
                <a:moveTo>
                  <a:pt x="866674" y="2410729"/>
                </a:moveTo>
                <a:lnTo>
                  <a:pt x="873049" y="2411040"/>
                </a:lnTo>
                <a:moveTo>
                  <a:pt x="949959" y="2463110"/>
                </a:moveTo>
                <a:lnTo>
                  <a:pt x="919365" y="2461694"/>
                </a:lnTo>
                <a:moveTo>
                  <a:pt x="917270" y="2462292"/>
                </a:moveTo>
                <a:lnTo>
                  <a:pt x="917106" y="2462284"/>
                </a:lnTo>
                <a:moveTo>
                  <a:pt x="959437" y="2459386"/>
                </a:moveTo>
                <a:lnTo>
                  <a:pt x="959445" y="2459223"/>
                </a:lnTo>
                <a:moveTo>
                  <a:pt x="958463" y="2472039"/>
                </a:moveTo>
                <a:lnTo>
                  <a:pt x="958585" y="2469510"/>
                </a:lnTo>
                <a:moveTo>
                  <a:pt x="959027" y="2460286"/>
                </a:moveTo>
                <a:lnTo>
                  <a:pt x="959036" y="2460115"/>
                </a:lnTo>
                <a:moveTo>
                  <a:pt x="953356" y="2436003"/>
                </a:moveTo>
                <a:lnTo>
                  <a:pt x="950123" y="2435839"/>
                </a:lnTo>
                <a:lnTo>
                  <a:pt x="919824" y="2434399"/>
                </a:lnTo>
                <a:moveTo>
                  <a:pt x="910068" y="2433932"/>
                </a:moveTo>
                <a:lnTo>
                  <a:pt x="892242" y="2433081"/>
                </a:lnTo>
                <a:lnTo>
                  <a:pt x="868147" y="2431927"/>
                </a:lnTo>
                <a:moveTo>
                  <a:pt x="960288" y="2457692"/>
                </a:moveTo>
                <a:lnTo>
                  <a:pt x="960934" y="2443508"/>
                </a:lnTo>
                <a:moveTo>
                  <a:pt x="968014" y="2437296"/>
                </a:moveTo>
                <a:lnTo>
                  <a:pt x="965493" y="2437214"/>
                </a:lnTo>
                <a:moveTo>
                  <a:pt x="916288" y="2485708"/>
                </a:moveTo>
                <a:lnTo>
                  <a:pt x="916124" y="2485699"/>
                </a:lnTo>
                <a:moveTo>
                  <a:pt x="948478" y="2486272"/>
                </a:moveTo>
                <a:lnTo>
                  <a:pt x="918891" y="2484946"/>
                </a:lnTo>
                <a:lnTo>
                  <a:pt x="918612" y="2485061"/>
                </a:lnTo>
                <a:moveTo>
                  <a:pt x="979947" y="2417580"/>
                </a:moveTo>
                <a:lnTo>
                  <a:pt x="984399" y="2417735"/>
                </a:lnTo>
                <a:lnTo>
                  <a:pt x="990407" y="2418054"/>
                </a:lnTo>
                <a:moveTo>
                  <a:pt x="956147" y="2518937"/>
                </a:moveTo>
                <a:lnTo>
                  <a:pt x="956253" y="2516432"/>
                </a:lnTo>
                <a:lnTo>
                  <a:pt x="956834" y="2513461"/>
                </a:lnTo>
                <a:moveTo>
                  <a:pt x="963734" y="2523004"/>
                </a:moveTo>
                <a:lnTo>
                  <a:pt x="960754" y="2522841"/>
                </a:lnTo>
                <a:lnTo>
                  <a:pt x="960075" y="2522808"/>
                </a:lnTo>
                <a:moveTo>
                  <a:pt x="1087802" y="2528734"/>
                </a:moveTo>
                <a:lnTo>
                  <a:pt x="1086542" y="2528684"/>
                </a:lnTo>
                <a:moveTo>
                  <a:pt x="952005" y="2606298"/>
                </a:moveTo>
                <a:lnTo>
                  <a:pt x="952243" y="2601379"/>
                </a:lnTo>
                <a:lnTo>
                  <a:pt x="953184" y="2581728"/>
                </a:lnTo>
                <a:lnTo>
                  <a:pt x="954313" y="2558713"/>
                </a:lnTo>
                <a:lnTo>
                  <a:pt x="955344" y="2535559"/>
                </a:lnTo>
                <a:lnTo>
                  <a:pt x="955533" y="2531516"/>
                </a:lnTo>
                <a:lnTo>
                  <a:pt x="955770" y="2527088"/>
                </a:lnTo>
                <a:moveTo>
                  <a:pt x="946088" y="2610112"/>
                </a:moveTo>
                <a:lnTo>
                  <a:pt x="942470" y="2609940"/>
                </a:lnTo>
                <a:lnTo>
                  <a:pt x="904633" y="2608107"/>
                </a:lnTo>
                <a:lnTo>
                  <a:pt x="902063" y="2607984"/>
                </a:lnTo>
                <a:lnTo>
                  <a:pt x="878549" y="2606789"/>
                </a:lnTo>
                <a:lnTo>
                  <a:pt x="878115" y="2606765"/>
                </a:lnTo>
                <a:lnTo>
                  <a:pt x="865380" y="2606159"/>
                </a:lnTo>
                <a:lnTo>
                  <a:pt x="856828" y="2605651"/>
                </a:lnTo>
                <a:lnTo>
                  <a:pt x="852392" y="2605390"/>
                </a:lnTo>
                <a:moveTo>
                  <a:pt x="2463012" y="1758293"/>
                </a:moveTo>
                <a:lnTo>
                  <a:pt x="2465827" y="1760970"/>
                </a:lnTo>
                <a:lnTo>
                  <a:pt x="2469502" y="1765070"/>
                </a:lnTo>
                <a:moveTo>
                  <a:pt x="2485568" y="1755486"/>
                </a:moveTo>
                <a:lnTo>
                  <a:pt x="2483293" y="1753522"/>
                </a:lnTo>
                <a:lnTo>
                  <a:pt x="2480568" y="1749896"/>
                </a:lnTo>
                <a:lnTo>
                  <a:pt x="2479160" y="1747588"/>
                </a:lnTo>
                <a:lnTo>
                  <a:pt x="2478112" y="1744691"/>
                </a:lnTo>
                <a:moveTo>
                  <a:pt x="2391217" y="1682358"/>
                </a:moveTo>
                <a:lnTo>
                  <a:pt x="2397863" y="1689200"/>
                </a:lnTo>
                <a:lnTo>
                  <a:pt x="2401391" y="1692686"/>
                </a:lnTo>
                <a:lnTo>
                  <a:pt x="2403167" y="1696157"/>
                </a:lnTo>
                <a:moveTo>
                  <a:pt x="1091895" y="2583922"/>
                </a:moveTo>
                <a:lnTo>
                  <a:pt x="1091870" y="2582555"/>
                </a:lnTo>
                <a:lnTo>
                  <a:pt x="1091829" y="2575835"/>
                </a:lnTo>
                <a:moveTo>
                  <a:pt x="1091829" y="2575901"/>
                </a:moveTo>
                <a:lnTo>
                  <a:pt x="1092328" y="2566120"/>
                </a:lnTo>
                <a:lnTo>
                  <a:pt x="1093032" y="2552256"/>
                </a:lnTo>
                <a:lnTo>
                  <a:pt x="1093703" y="2539144"/>
                </a:lnTo>
                <a:lnTo>
                  <a:pt x="1093834" y="2536689"/>
                </a:lnTo>
                <a:lnTo>
                  <a:pt x="1093957" y="2534815"/>
                </a:lnTo>
                <a:moveTo>
                  <a:pt x="1095660" y="2603671"/>
                </a:moveTo>
                <a:lnTo>
                  <a:pt x="1094841" y="2601461"/>
                </a:lnTo>
                <a:lnTo>
                  <a:pt x="1094342" y="2599652"/>
                </a:lnTo>
                <a:lnTo>
                  <a:pt x="1093319" y="2595879"/>
                </a:lnTo>
                <a:lnTo>
                  <a:pt x="1092869" y="2593915"/>
                </a:lnTo>
                <a:lnTo>
                  <a:pt x="1092541" y="2592442"/>
                </a:lnTo>
                <a:lnTo>
                  <a:pt x="1092320" y="2591181"/>
                </a:lnTo>
                <a:lnTo>
                  <a:pt x="1092214" y="2590216"/>
                </a:lnTo>
                <a:lnTo>
                  <a:pt x="1092009" y="2588382"/>
                </a:lnTo>
                <a:lnTo>
                  <a:pt x="1091911" y="2586917"/>
                </a:lnTo>
                <a:lnTo>
                  <a:pt x="1091895" y="2586369"/>
                </a:lnTo>
                <a:moveTo>
                  <a:pt x="1091559" y="2612715"/>
                </a:moveTo>
                <a:lnTo>
                  <a:pt x="1091134" y="2613189"/>
                </a:lnTo>
                <a:moveTo>
                  <a:pt x="1083645" y="2615571"/>
                </a:moveTo>
                <a:lnTo>
                  <a:pt x="1079823" y="2615489"/>
                </a:lnTo>
                <a:moveTo>
                  <a:pt x="1047690" y="2614687"/>
                </a:moveTo>
                <a:lnTo>
                  <a:pt x="1046176" y="2614630"/>
                </a:lnTo>
                <a:lnTo>
                  <a:pt x="1016442" y="2613517"/>
                </a:lnTo>
                <a:lnTo>
                  <a:pt x="991283" y="2612297"/>
                </a:lnTo>
                <a:lnTo>
                  <a:pt x="971362" y="2611340"/>
                </a:lnTo>
                <a:lnTo>
                  <a:pt x="959412" y="2610759"/>
                </a:lnTo>
                <a:lnTo>
                  <a:pt x="955901" y="2610587"/>
                </a:lnTo>
                <a:moveTo>
                  <a:pt x="1062766" y="2615383"/>
                </a:moveTo>
                <a:lnTo>
                  <a:pt x="1058150" y="2615203"/>
                </a:lnTo>
                <a:lnTo>
                  <a:pt x="1057119" y="2615203"/>
                </a:lnTo>
                <a:lnTo>
                  <a:pt x="1054852" y="2615146"/>
                </a:lnTo>
                <a:lnTo>
                  <a:pt x="1050113" y="2615055"/>
                </a:lnTo>
                <a:moveTo>
                  <a:pt x="1089464" y="2622045"/>
                </a:moveTo>
                <a:lnTo>
                  <a:pt x="1089513" y="2622151"/>
                </a:lnTo>
                <a:lnTo>
                  <a:pt x="1090495" y="2623625"/>
                </a:lnTo>
                <a:lnTo>
                  <a:pt x="1091706" y="2625098"/>
                </a:lnTo>
                <a:lnTo>
                  <a:pt x="1093573" y="2626743"/>
                </a:lnTo>
                <a:lnTo>
                  <a:pt x="1094637" y="2627733"/>
                </a:lnTo>
                <a:lnTo>
                  <a:pt x="1096159" y="2629043"/>
                </a:lnTo>
                <a:lnTo>
                  <a:pt x="1101937" y="2632865"/>
                </a:lnTo>
                <a:moveTo>
                  <a:pt x="1323287" y="2740581"/>
                </a:moveTo>
                <a:lnTo>
                  <a:pt x="1324441" y="2739607"/>
                </a:lnTo>
                <a:lnTo>
                  <a:pt x="1325374" y="2738240"/>
                </a:lnTo>
                <a:lnTo>
                  <a:pt x="1325996" y="2736865"/>
                </a:lnTo>
                <a:lnTo>
                  <a:pt x="1326610" y="2735302"/>
                </a:lnTo>
                <a:moveTo>
                  <a:pt x="1312017" y="2742382"/>
                </a:moveTo>
                <a:lnTo>
                  <a:pt x="1315585" y="2742398"/>
                </a:lnTo>
                <a:lnTo>
                  <a:pt x="1317803" y="2742292"/>
                </a:lnTo>
                <a:lnTo>
                  <a:pt x="1319637" y="2741817"/>
                </a:lnTo>
                <a:lnTo>
                  <a:pt x="1320324" y="2741621"/>
                </a:lnTo>
                <a:moveTo>
                  <a:pt x="1125582" y="2632709"/>
                </a:moveTo>
                <a:lnTo>
                  <a:pt x="1117840" y="2628134"/>
                </a:lnTo>
                <a:lnTo>
                  <a:pt x="1113281" y="2625630"/>
                </a:lnTo>
                <a:lnTo>
                  <a:pt x="1111169" y="2624140"/>
                </a:lnTo>
                <a:lnTo>
                  <a:pt x="1109090" y="2622643"/>
                </a:lnTo>
                <a:lnTo>
                  <a:pt x="1106717" y="2620760"/>
                </a:lnTo>
                <a:lnTo>
                  <a:pt x="1104793" y="2618788"/>
                </a:lnTo>
                <a:lnTo>
                  <a:pt x="1102780" y="2616504"/>
                </a:lnTo>
                <a:lnTo>
                  <a:pt x="1100963" y="2614049"/>
                </a:lnTo>
                <a:moveTo>
                  <a:pt x="1345311" y="2729581"/>
                </a:moveTo>
                <a:lnTo>
                  <a:pt x="1338003" y="2729074"/>
                </a:lnTo>
                <a:lnTo>
                  <a:pt x="1331733" y="2728599"/>
                </a:lnTo>
                <a:moveTo>
                  <a:pt x="1099261" y="2425347"/>
                </a:moveTo>
                <a:lnTo>
                  <a:pt x="1099326" y="2425200"/>
                </a:lnTo>
                <a:moveTo>
                  <a:pt x="1101389" y="2418022"/>
                </a:moveTo>
                <a:lnTo>
                  <a:pt x="1101421" y="2417874"/>
                </a:lnTo>
                <a:moveTo>
                  <a:pt x="1101471" y="2417604"/>
                </a:moveTo>
                <a:lnTo>
                  <a:pt x="1101667" y="2415648"/>
                </a:lnTo>
                <a:lnTo>
                  <a:pt x="1101675" y="2415427"/>
                </a:lnTo>
                <a:moveTo>
                  <a:pt x="1056988" y="2421656"/>
                </a:moveTo>
                <a:lnTo>
                  <a:pt x="1084390" y="2423104"/>
                </a:lnTo>
                <a:lnTo>
                  <a:pt x="1089685" y="2423383"/>
                </a:lnTo>
                <a:moveTo>
                  <a:pt x="1000449" y="2418153"/>
                </a:moveTo>
                <a:lnTo>
                  <a:pt x="1034464" y="2419863"/>
                </a:lnTo>
                <a:moveTo>
                  <a:pt x="1051676" y="2428514"/>
                </a:moveTo>
                <a:lnTo>
                  <a:pt x="1052241" y="2427835"/>
                </a:lnTo>
                <a:lnTo>
                  <a:pt x="1052478" y="2426575"/>
                </a:lnTo>
                <a:lnTo>
                  <a:pt x="1052519" y="2425527"/>
                </a:lnTo>
                <a:moveTo>
                  <a:pt x="994401" y="2422089"/>
                </a:moveTo>
                <a:lnTo>
                  <a:pt x="994393" y="2422253"/>
                </a:lnTo>
                <a:moveTo>
                  <a:pt x="1095529" y="2415075"/>
                </a:moveTo>
                <a:lnTo>
                  <a:pt x="1095512" y="2415386"/>
                </a:lnTo>
                <a:lnTo>
                  <a:pt x="1095381" y="2417539"/>
                </a:lnTo>
                <a:moveTo>
                  <a:pt x="1098279" y="2428105"/>
                </a:moveTo>
                <a:lnTo>
                  <a:pt x="1098360" y="2428252"/>
                </a:lnTo>
                <a:moveTo>
                  <a:pt x="1097730" y="2377467"/>
                </a:moveTo>
                <a:lnTo>
                  <a:pt x="1097517" y="2379849"/>
                </a:lnTo>
                <a:lnTo>
                  <a:pt x="1097231" y="2385063"/>
                </a:lnTo>
                <a:lnTo>
                  <a:pt x="1096969" y="2389810"/>
                </a:lnTo>
                <a:lnTo>
                  <a:pt x="1096887" y="2391283"/>
                </a:lnTo>
                <a:lnTo>
                  <a:pt x="1096781" y="2393198"/>
                </a:lnTo>
                <a:moveTo>
                  <a:pt x="1098230" y="2424316"/>
                </a:moveTo>
                <a:lnTo>
                  <a:pt x="1098393" y="2424324"/>
                </a:lnTo>
                <a:moveTo>
                  <a:pt x="1106087" y="2423874"/>
                </a:moveTo>
                <a:lnTo>
                  <a:pt x="1112372" y="2423628"/>
                </a:lnTo>
                <a:lnTo>
                  <a:pt x="1143048" y="2425036"/>
                </a:lnTo>
                <a:lnTo>
                  <a:pt x="1266740" y="2431125"/>
                </a:lnTo>
                <a:lnTo>
                  <a:pt x="1284263" y="2431993"/>
                </a:lnTo>
                <a:lnTo>
                  <a:pt x="1287202" y="2432124"/>
                </a:lnTo>
                <a:moveTo>
                  <a:pt x="1353742" y="2725874"/>
                </a:moveTo>
                <a:lnTo>
                  <a:pt x="1355280" y="2723746"/>
                </a:lnTo>
                <a:lnTo>
                  <a:pt x="1355599" y="2722788"/>
                </a:lnTo>
                <a:moveTo>
                  <a:pt x="1427950" y="2413082"/>
                </a:moveTo>
                <a:lnTo>
                  <a:pt x="1428163" y="2413332"/>
                </a:lnTo>
                <a:lnTo>
                  <a:pt x="1431175" y="2416720"/>
                </a:lnTo>
                <a:lnTo>
                  <a:pt x="1432706" y="2418472"/>
                </a:lnTo>
                <a:lnTo>
                  <a:pt x="1436855" y="2423215"/>
                </a:lnTo>
                <a:moveTo>
                  <a:pt x="1366419" y="2417465"/>
                </a:moveTo>
                <a:lnTo>
                  <a:pt x="1366910" y="2417662"/>
                </a:lnTo>
                <a:lnTo>
                  <a:pt x="1374727" y="2416426"/>
                </a:lnTo>
                <a:moveTo>
                  <a:pt x="1484010" y="2483780"/>
                </a:moveTo>
                <a:lnTo>
                  <a:pt x="1512889" y="2523234"/>
                </a:lnTo>
                <a:lnTo>
                  <a:pt x="1514772" y="2525803"/>
                </a:lnTo>
                <a:lnTo>
                  <a:pt x="1540242" y="2560579"/>
                </a:lnTo>
                <a:lnTo>
                  <a:pt x="1542116" y="2563149"/>
                </a:lnTo>
                <a:lnTo>
                  <a:pt x="1568871" y="2599685"/>
                </a:lnTo>
                <a:lnTo>
                  <a:pt x="1578517" y="2612780"/>
                </a:lnTo>
                <a:moveTo>
                  <a:pt x="1636950" y="1788846"/>
                </a:moveTo>
                <a:lnTo>
                  <a:pt x="1637989" y="1792496"/>
                </a:lnTo>
                <a:lnTo>
                  <a:pt x="1639880" y="1799118"/>
                </a:lnTo>
                <a:lnTo>
                  <a:pt x="1641337" y="1804380"/>
                </a:lnTo>
                <a:lnTo>
                  <a:pt x="1643162" y="1809897"/>
                </a:lnTo>
                <a:lnTo>
                  <a:pt x="1645175" y="1816248"/>
                </a:lnTo>
                <a:lnTo>
                  <a:pt x="1649292" y="1826855"/>
                </a:lnTo>
                <a:lnTo>
                  <a:pt x="1651813" y="1833812"/>
                </a:lnTo>
                <a:moveTo>
                  <a:pt x="1655521" y="1844558"/>
                </a:moveTo>
                <a:lnTo>
                  <a:pt x="1657248" y="1850214"/>
                </a:lnTo>
                <a:lnTo>
                  <a:pt x="1666431" y="1883852"/>
                </a:lnTo>
                <a:lnTo>
                  <a:pt x="1669639" y="1896194"/>
                </a:lnTo>
                <a:lnTo>
                  <a:pt x="1670588" y="1900106"/>
                </a:lnTo>
                <a:lnTo>
                  <a:pt x="1671333" y="1903266"/>
                </a:lnTo>
                <a:lnTo>
                  <a:pt x="1673887" y="1914118"/>
                </a:lnTo>
                <a:lnTo>
                  <a:pt x="1674279" y="1916042"/>
                </a:lnTo>
                <a:lnTo>
                  <a:pt x="1676146" y="1925110"/>
                </a:lnTo>
                <a:lnTo>
                  <a:pt x="1682112" y="1955704"/>
                </a:lnTo>
                <a:lnTo>
                  <a:pt x="1683495" y="1962530"/>
                </a:lnTo>
                <a:lnTo>
                  <a:pt x="1687129" y="1981771"/>
                </a:lnTo>
                <a:moveTo>
                  <a:pt x="1689347" y="1992812"/>
                </a:moveTo>
                <a:lnTo>
                  <a:pt x="1691033" y="2000735"/>
                </a:lnTo>
                <a:lnTo>
                  <a:pt x="1694168" y="2013617"/>
                </a:lnTo>
                <a:lnTo>
                  <a:pt x="1697573" y="2026180"/>
                </a:lnTo>
                <a:lnTo>
                  <a:pt x="1699561" y="2032597"/>
                </a:lnTo>
                <a:lnTo>
                  <a:pt x="1701861" y="2039456"/>
                </a:lnTo>
                <a:lnTo>
                  <a:pt x="1705700" y="2050734"/>
                </a:lnTo>
                <a:lnTo>
                  <a:pt x="1707672" y="2056823"/>
                </a:lnTo>
                <a:lnTo>
                  <a:pt x="1709178" y="2061848"/>
                </a:lnTo>
                <a:lnTo>
                  <a:pt x="1713385" y="2078578"/>
                </a:lnTo>
                <a:moveTo>
                  <a:pt x="1716389" y="2091542"/>
                </a:moveTo>
                <a:lnTo>
                  <a:pt x="1716741" y="2093220"/>
                </a:lnTo>
                <a:lnTo>
                  <a:pt x="1717494" y="2097738"/>
                </a:lnTo>
                <a:lnTo>
                  <a:pt x="1718157" y="2102681"/>
                </a:lnTo>
                <a:lnTo>
                  <a:pt x="1718533" y="2109179"/>
                </a:lnTo>
                <a:lnTo>
                  <a:pt x="1718680" y="2115719"/>
                </a:lnTo>
                <a:moveTo>
                  <a:pt x="1747351" y="2142008"/>
                </a:moveTo>
                <a:lnTo>
                  <a:pt x="1746221" y="2139577"/>
                </a:lnTo>
                <a:lnTo>
                  <a:pt x="1741081" y="2132096"/>
                </a:lnTo>
                <a:moveTo>
                  <a:pt x="1715128" y="2181932"/>
                </a:moveTo>
                <a:lnTo>
                  <a:pt x="1717878" y="2175097"/>
                </a:lnTo>
                <a:lnTo>
                  <a:pt x="1720317" y="2168812"/>
                </a:lnTo>
                <a:lnTo>
                  <a:pt x="1724655" y="2152885"/>
                </a:lnTo>
                <a:lnTo>
                  <a:pt x="1726227" y="2147123"/>
                </a:lnTo>
                <a:lnTo>
                  <a:pt x="1727225" y="2142237"/>
                </a:lnTo>
                <a:lnTo>
                  <a:pt x="1727806" y="2138726"/>
                </a:lnTo>
                <a:lnTo>
                  <a:pt x="1727945" y="2137138"/>
                </a:lnTo>
                <a:moveTo>
                  <a:pt x="1728395" y="2116005"/>
                </a:moveTo>
                <a:lnTo>
                  <a:pt x="1728109" y="2110309"/>
                </a:lnTo>
                <a:lnTo>
                  <a:pt x="1726284" y="2096747"/>
                </a:lnTo>
                <a:lnTo>
                  <a:pt x="1724311" y="2089839"/>
                </a:lnTo>
                <a:moveTo>
                  <a:pt x="1719630" y="2076114"/>
                </a:moveTo>
                <a:lnTo>
                  <a:pt x="1716086" y="2065638"/>
                </a:lnTo>
                <a:lnTo>
                  <a:pt x="1711224" y="2051921"/>
                </a:lnTo>
                <a:lnTo>
                  <a:pt x="1703645" y="2028979"/>
                </a:lnTo>
                <a:lnTo>
                  <a:pt x="1701395" y="2021286"/>
                </a:lnTo>
                <a:lnTo>
                  <a:pt x="1696435" y="2002298"/>
                </a:lnTo>
                <a:lnTo>
                  <a:pt x="1693644" y="1991896"/>
                </a:lnTo>
                <a:moveTo>
                  <a:pt x="1691189" y="1980969"/>
                </a:moveTo>
                <a:lnTo>
                  <a:pt x="1690894" y="1979480"/>
                </a:lnTo>
                <a:lnTo>
                  <a:pt x="1690002" y="1973677"/>
                </a:lnTo>
                <a:lnTo>
                  <a:pt x="1688791" y="1964240"/>
                </a:lnTo>
                <a:lnTo>
                  <a:pt x="1686491" y="1942011"/>
                </a:lnTo>
                <a:lnTo>
                  <a:pt x="1682955" y="1914626"/>
                </a:lnTo>
                <a:lnTo>
                  <a:pt x="1681727" y="1907505"/>
                </a:lnTo>
                <a:lnTo>
                  <a:pt x="1681130" y="1904289"/>
                </a:lnTo>
                <a:lnTo>
                  <a:pt x="1680385" y="1900802"/>
                </a:lnTo>
                <a:lnTo>
                  <a:pt x="1679583" y="1897635"/>
                </a:lnTo>
                <a:lnTo>
                  <a:pt x="1675155" y="1879866"/>
                </a:lnTo>
                <a:lnTo>
                  <a:pt x="1672201" y="1868956"/>
                </a:lnTo>
                <a:moveTo>
                  <a:pt x="1529127" y="2367302"/>
                </a:moveTo>
                <a:lnTo>
                  <a:pt x="1524290" y="2369561"/>
                </a:lnTo>
                <a:moveTo>
                  <a:pt x="1670445" y="1862662"/>
                </a:moveTo>
                <a:lnTo>
                  <a:pt x="1670290" y="1862118"/>
                </a:lnTo>
                <a:moveTo>
                  <a:pt x="1466278" y="1883606"/>
                </a:moveTo>
                <a:lnTo>
                  <a:pt x="1455017" y="1841906"/>
                </a:lnTo>
                <a:moveTo>
                  <a:pt x="1647573" y="1840024"/>
                </a:moveTo>
                <a:lnTo>
                  <a:pt x="1646436" y="1840318"/>
                </a:lnTo>
                <a:lnTo>
                  <a:pt x="1633873" y="1843494"/>
                </a:lnTo>
                <a:lnTo>
                  <a:pt x="1631188" y="1844345"/>
                </a:lnTo>
                <a:moveTo>
                  <a:pt x="1643350" y="2210987"/>
                </a:moveTo>
                <a:lnTo>
                  <a:pt x="1684576" y="2200388"/>
                </a:lnTo>
                <a:lnTo>
                  <a:pt x="1686376" y="2199864"/>
                </a:lnTo>
                <a:lnTo>
                  <a:pt x="1687972" y="2199053"/>
                </a:lnTo>
                <a:lnTo>
                  <a:pt x="1689380" y="2197949"/>
                </a:lnTo>
                <a:lnTo>
                  <a:pt x="1690608" y="2196541"/>
                </a:lnTo>
                <a:lnTo>
                  <a:pt x="1691745" y="2193717"/>
                </a:lnTo>
                <a:lnTo>
                  <a:pt x="1693857" y="2188021"/>
                </a:lnTo>
                <a:lnTo>
                  <a:pt x="1696345" y="2180376"/>
                </a:lnTo>
                <a:lnTo>
                  <a:pt x="1698555" y="2172699"/>
                </a:lnTo>
                <a:lnTo>
                  <a:pt x="1700519" y="2164548"/>
                </a:lnTo>
                <a:lnTo>
                  <a:pt x="1702508" y="2155823"/>
                </a:lnTo>
                <a:lnTo>
                  <a:pt x="1703891" y="2146124"/>
                </a:lnTo>
                <a:lnTo>
                  <a:pt x="1704488" y="2140403"/>
                </a:lnTo>
                <a:lnTo>
                  <a:pt x="1704578" y="2139536"/>
                </a:lnTo>
                <a:lnTo>
                  <a:pt x="1704865" y="2136810"/>
                </a:lnTo>
                <a:lnTo>
                  <a:pt x="1705520" y="2127202"/>
                </a:lnTo>
                <a:lnTo>
                  <a:pt x="1705831" y="2122373"/>
                </a:lnTo>
                <a:lnTo>
                  <a:pt x="1705978" y="2117544"/>
                </a:lnTo>
                <a:lnTo>
                  <a:pt x="1705667" y="2103336"/>
                </a:lnTo>
                <a:lnTo>
                  <a:pt x="1704709" y="2091501"/>
                </a:lnTo>
                <a:lnTo>
                  <a:pt x="1704685" y="2091345"/>
                </a:lnTo>
                <a:moveTo>
                  <a:pt x="1564992" y="2134216"/>
                </a:moveTo>
                <a:lnTo>
                  <a:pt x="1570623" y="2156764"/>
                </a:lnTo>
                <a:lnTo>
                  <a:pt x="1573062" y="2166561"/>
                </a:lnTo>
                <a:moveTo>
                  <a:pt x="1575280" y="2175449"/>
                </a:moveTo>
                <a:lnTo>
                  <a:pt x="1599039" y="2269997"/>
                </a:lnTo>
                <a:lnTo>
                  <a:pt x="1602591" y="2284107"/>
                </a:lnTo>
                <a:lnTo>
                  <a:pt x="1602960" y="2285506"/>
                </a:lnTo>
                <a:moveTo>
                  <a:pt x="1605403" y="2291612"/>
                </a:moveTo>
                <a:lnTo>
                  <a:pt x="1606184" y="2292676"/>
                </a:lnTo>
                <a:moveTo>
                  <a:pt x="1560498" y="2333198"/>
                </a:moveTo>
                <a:lnTo>
                  <a:pt x="1562029" y="2332158"/>
                </a:lnTo>
                <a:moveTo>
                  <a:pt x="1570181" y="2326773"/>
                </a:moveTo>
                <a:lnTo>
                  <a:pt x="1572783" y="2325078"/>
                </a:lnTo>
                <a:lnTo>
                  <a:pt x="1581672" y="2318875"/>
                </a:lnTo>
                <a:lnTo>
                  <a:pt x="1604351" y="2302735"/>
                </a:lnTo>
                <a:lnTo>
                  <a:pt x="1606675" y="2300926"/>
                </a:lnTo>
                <a:moveTo>
                  <a:pt x="1613878" y="2294992"/>
                </a:moveTo>
                <a:lnTo>
                  <a:pt x="1615818" y="2293306"/>
                </a:lnTo>
                <a:lnTo>
                  <a:pt x="1638841" y="2271666"/>
                </a:lnTo>
                <a:lnTo>
                  <a:pt x="1646067" y="2264734"/>
                </a:lnTo>
                <a:lnTo>
                  <a:pt x="1648547" y="2262041"/>
                </a:lnTo>
                <a:lnTo>
                  <a:pt x="1649669" y="2260306"/>
                </a:lnTo>
                <a:lnTo>
                  <a:pt x="1649898" y="2259602"/>
                </a:lnTo>
                <a:lnTo>
                  <a:pt x="1650070" y="2258817"/>
                </a:lnTo>
                <a:lnTo>
                  <a:pt x="1650266" y="2257507"/>
                </a:lnTo>
                <a:lnTo>
                  <a:pt x="1650225" y="2256738"/>
                </a:lnTo>
                <a:lnTo>
                  <a:pt x="1650184" y="2255797"/>
                </a:lnTo>
                <a:lnTo>
                  <a:pt x="1649865" y="2254610"/>
                </a:lnTo>
                <a:lnTo>
                  <a:pt x="1641394" y="2221299"/>
                </a:lnTo>
                <a:lnTo>
                  <a:pt x="1640625" y="2218271"/>
                </a:lnTo>
                <a:lnTo>
                  <a:pt x="1640150" y="2216396"/>
                </a:lnTo>
                <a:moveTo>
                  <a:pt x="1522023" y="2353495"/>
                </a:moveTo>
                <a:lnTo>
                  <a:pt x="1525575" y="2351973"/>
                </a:lnTo>
                <a:lnTo>
                  <a:pt x="1544113" y="2342143"/>
                </a:lnTo>
                <a:lnTo>
                  <a:pt x="1550235" y="2338853"/>
                </a:lnTo>
                <a:lnTo>
                  <a:pt x="1556660" y="2335416"/>
                </a:lnTo>
                <a:lnTo>
                  <a:pt x="1558510" y="2334360"/>
                </a:lnTo>
                <a:moveTo>
                  <a:pt x="1516642" y="2349550"/>
                </a:moveTo>
                <a:lnTo>
                  <a:pt x="1516666" y="2349714"/>
                </a:lnTo>
                <a:moveTo>
                  <a:pt x="1513757" y="2354559"/>
                </a:moveTo>
                <a:lnTo>
                  <a:pt x="1511383" y="2355386"/>
                </a:lnTo>
                <a:lnTo>
                  <a:pt x="1505883" y="2357104"/>
                </a:lnTo>
                <a:lnTo>
                  <a:pt x="1501562" y="2358348"/>
                </a:lnTo>
                <a:lnTo>
                  <a:pt x="1491258" y="2361180"/>
                </a:lnTo>
                <a:lnTo>
                  <a:pt x="1471754" y="2366590"/>
                </a:lnTo>
                <a:lnTo>
                  <a:pt x="1470559" y="2366754"/>
                </a:lnTo>
                <a:lnTo>
                  <a:pt x="1469397" y="2366582"/>
                </a:lnTo>
                <a:lnTo>
                  <a:pt x="1468996" y="2366435"/>
                </a:lnTo>
                <a:lnTo>
                  <a:pt x="1468619" y="2366140"/>
                </a:lnTo>
                <a:lnTo>
                  <a:pt x="1467834" y="2365011"/>
                </a:lnTo>
                <a:lnTo>
                  <a:pt x="1467203" y="2363898"/>
                </a:lnTo>
                <a:lnTo>
                  <a:pt x="1466557" y="2361573"/>
                </a:lnTo>
                <a:moveTo>
                  <a:pt x="1455671" y="2323573"/>
                </a:moveTo>
                <a:lnTo>
                  <a:pt x="1452520" y="2311091"/>
                </a:lnTo>
                <a:lnTo>
                  <a:pt x="1444999" y="2282077"/>
                </a:lnTo>
                <a:lnTo>
                  <a:pt x="1443714" y="2277134"/>
                </a:lnTo>
                <a:lnTo>
                  <a:pt x="1432255" y="2232504"/>
                </a:lnTo>
                <a:lnTo>
                  <a:pt x="1430913" y="2227306"/>
                </a:lnTo>
                <a:lnTo>
                  <a:pt x="1418506" y="2179157"/>
                </a:lnTo>
                <a:lnTo>
                  <a:pt x="1418252" y="2177929"/>
                </a:lnTo>
                <a:moveTo>
                  <a:pt x="1452692" y="2335612"/>
                </a:moveTo>
                <a:lnTo>
                  <a:pt x="1451595" y="2335898"/>
                </a:lnTo>
                <a:lnTo>
                  <a:pt x="1434842" y="2340244"/>
                </a:lnTo>
                <a:lnTo>
                  <a:pt x="1421968" y="2343584"/>
                </a:lnTo>
                <a:lnTo>
                  <a:pt x="1419185" y="2344304"/>
                </a:lnTo>
                <a:moveTo>
                  <a:pt x="1399919" y="2344181"/>
                </a:moveTo>
                <a:lnTo>
                  <a:pt x="1400320" y="2346137"/>
                </a:lnTo>
                <a:lnTo>
                  <a:pt x="1400884" y="2348879"/>
                </a:lnTo>
                <a:moveTo>
                  <a:pt x="1402312" y="2355234"/>
                </a:moveTo>
                <a:lnTo>
                  <a:pt x="1403352" y="2359543"/>
                </a:lnTo>
                <a:moveTo>
                  <a:pt x="1104106" y="2342602"/>
                </a:moveTo>
                <a:lnTo>
                  <a:pt x="1104368" y="2335661"/>
                </a:lnTo>
                <a:moveTo>
                  <a:pt x="1104867" y="2324301"/>
                </a:moveTo>
                <a:lnTo>
                  <a:pt x="1108460" y="2253210"/>
                </a:lnTo>
                <a:lnTo>
                  <a:pt x="1110555" y="2208024"/>
                </a:lnTo>
                <a:moveTo>
                  <a:pt x="1371105" y="451433"/>
                </a:moveTo>
                <a:lnTo>
                  <a:pt x="1380898" y="477173"/>
                </a:lnTo>
                <a:lnTo>
                  <a:pt x="1385334" y="488828"/>
                </a:lnTo>
                <a:moveTo>
                  <a:pt x="1387196" y="493747"/>
                </a:moveTo>
                <a:lnTo>
                  <a:pt x="1387253" y="493902"/>
                </a:lnTo>
                <a:moveTo>
                  <a:pt x="1395041" y="488304"/>
                </a:moveTo>
                <a:lnTo>
                  <a:pt x="1379830" y="448118"/>
                </a:lnTo>
                <a:moveTo>
                  <a:pt x="1375664" y="437110"/>
                </a:moveTo>
                <a:lnTo>
                  <a:pt x="1364287" y="406741"/>
                </a:lnTo>
                <a:moveTo>
                  <a:pt x="998370" y="2346522"/>
                </a:moveTo>
                <a:lnTo>
                  <a:pt x="994131" y="2346293"/>
                </a:lnTo>
                <a:lnTo>
                  <a:pt x="984506" y="2345867"/>
                </a:lnTo>
                <a:lnTo>
                  <a:pt x="977868" y="2345581"/>
                </a:lnTo>
                <a:lnTo>
                  <a:pt x="966140" y="2344983"/>
                </a:lnTo>
                <a:lnTo>
                  <a:pt x="961851" y="2344779"/>
                </a:lnTo>
                <a:moveTo>
                  <a:pt x="1045734" y="2348830"/>
                </a:moveTo>
                <a:lnTo>
                  <a:pt x="1013872" y="2347332"/>
                </a:lnTo>
                <a:lnTo>
                  <a:pt x="1009812" y="2347119"/>
                </a:lnTo>
                <a:lnTo>
                  <a:pt x="1009084" y="2347087"/>
                </a:lnTo>
                <a:moveTo>
                  <a:pt x="905558" y="2360689"/>
                </a:moveTo>
                <a:lnTo>
                  <a:pt x="901523" y="2360493"/>
                </a:lnTo>
                <a:lnTo>
                  <a:pt x="880694" y="2359503"/>
                </a:lnTo>
                <a:lnTo>
                  <a:pt x="871903" y="2359085"/>
                </a:lnTo>
                <a:lnTo>
                  <a:pt x="866600" y="2358840"/>
                </a:lnTo>
                <a:moveTo>
                  <a:pt x="1066625" y="2176726"/>
                </a:moveTo>
                <a:lnTo>
                  <a:pt x="1064612" y="2176640"/>
                </a:lnTo>
                <a:moveTo>
                  <a:pt x="1060180" y="2181138"/>
                </a:moveTo>
                <a:lnTo>
                  <a:pt x="1060188" y="2180974"/>
                </a:lnTo>
                <a:moveTo>
                  <a:pt x="1054672" y="2321731"/>
                </a:moveTo>
                <a:lnTo>
                  <a:pt x="1054704" y="2320962"/>
                </a:lnTo>
                <a:moveTo>
                  <a:pt x="1053215" y="2184150"/>
                </a:moveTo>
                <a:lnTo>
                  <a:pt x="1053968" y="2184190"/>
                </a:lnTo>
                <a:moveTo>
                  <a:pt x="1002864" y="2172585"/>
                </a:moveTo>
                <a:lnTo>
                  <a:pt x="1002004" y="2172552"/>
                </a:lnTo>
                <a:lnTo>
                  <a:pt x="972614" y="2171046"/>
                </a:lnTo>
                <a:lnTo>
                  <a:pt x="970445" y="2170940"/>
                </a:lnTo>
                <a:moveTo>
                  <a:pt x="959633" y="2170367"/>
                </a:moveTo>
                <a:lnTo>
                  <a:pt x="956531" y="2170195"/>
                </a:lnTo>
                <a:moveTo>
                  <a:pt x="1020612" y="2174500"/>
                </a:moveTo>
                <a:lnTo>
                  <a:pt x="1020448" y="2174492"/>
                </a:lnTo>
                <a:moveTo>
                  <a:pt x="1054459" y="2175081"/>
                </a:moveTo>
                <a:lnTo>
                  <a:pt x="1052224" y="2174966"/>
                </a:lnTo>
                <a:lnTo>
                  <a:pt x="1026034" y="2173690"/>
                </a:lnTo>
                <a:moveTo>
                  <a:pt x="965829" y="2176333"/>
                </a:moveTo>
                <a:lnTo>
                  <a:pt x="965837" y="2176170"/>
                </a:lnTo>
                <a:moveTo>
                  <a:pt x="963590" y="2185954"/>
                </a:moveTo>
                <a:lnTo>
                  <a:pt x="963599" y="2185791"/>
                </a:lnTo>
                <a:moveTo>
                  <a:pt x="908930" y="2196410"/>
                </a:moveTo>
                <a:lnTo>
                  <a:pt x="910853" y="2199405"/>
                </a:lnTo>
                <a:lnTo>
                  <a:pt x="913620" y="2203506"/>
                </a:lnTo>
                <a:lnTo>
                  <a:pt x="915093" y="2205863"/>
                </a:lnTo>
                <a:lnTo>
                  <a:pt x="915805" y="2207099"/>
                </a:lnTo>
                <a:lnTo>
                  <a:pt x="916165" y="2208204"/>
                </a:lnTo>
                <a:lnTo>
                  <a:pt x="916362" y="2209300"/>
                </a:lnTo>
                <a:lnTo>
                  <a:pt x="916452" y="2210847"/>
                </a:lnTo>
                <a:lnTo>
                  <a:pt x="916607" y="2214571"/>
                </a:lnTo>
                <a:lnTo>
                  <a:pt x="916141" y="2224409"/>
                </a:lnTo>
                <a:lnTo>
                  <a:pt x="915928" y="2228665"/>
                </a:lnTo>
                <a:lnTo>
                  <a:pt x="915740" y="2232635"/>
                </a:lnTo>
                <a:lnTo>
                  <a:pt x="915404" y="2239624"/>
                </a:lnTo>
                <a:lnTo>
                  <a:pt x="913759" y="2270619"/>
                </a:lnTo>
                <a:lnTo>
                  <a:pt x="913374" y="2277870"/>
                </a:lnTo>
                <a:lnTo>
                  <a:pt x="913317" y="2279262"/>
                </a:lnTo>
                <a:lnTo>
                  <a:pt x="911533" y="2313186"/>
                </a:lnTo>
                <a:lnTo>
                  <a:pt x="909839" y="2348961"/>
                </a:lnTo>
                <a:moveTo>
                  <a:pt x="910321" y="2355533"/>
                </a:moveTo>
                <a:lnTo>
                  <a:pt x="910256" y="2356630"/>
                </a:lnTo>
                <a:moveTo>
                  <a:pt x="1004288" y="2338837"/>
                </a:moveTo>
                <a:lnTo>
                  <a:pt x="1004026" y="2342389"/>
                </a:lnTo>
                <a:moveTo>
                  <a:pt x="956859" y="2336971"/>
                </a:moveTo>
                <a:lnTo>
                  <a:pt x="956834" y="2336324"/>
                </a:lnTo>
                <a:moveTo>
                  <a:pt x="1050989" y="2359142"/>
                </a:moveTo>
                <a:lnTo>
                  <a:pt x="1051095" y="2359642"/>
                </a:lnTo>
                <a:lnTo>
                  <a:pt x="1050154" y="2378973"/>
                </a:lnTo>
                <a:lnTo>
                  <a:pt x="1050064" y="2380856"/>
                </a:lnTo>
                <a:moveTo>
                  <a:pt x="1054099" y="2317549"/>
                </a:moveTo>
                <a:lnTo>
                  <a:pt x="1056521" y="2269023"/>
                </a:lnTo>
                <a:lnTo>
                  <a:pt x="1057733" y="2244641"/>
                </a:lnTo>
                <a:lnTo>
                  <a:pt x="1058477" y="2229778"/>
                </a:lnTo>
                <a:lnTo>
                  <a:pt x="1060098" y="2197417"/>
                </a:lnTo>
                <a:moveTo>
                  <a:pt x="1105096" y="2374095"/>
                </a:moveTo>
                <a:lnTo>
                  <a:pt x="1105260" y="2374104"/>
                </a:lnTo>
                <a:moveTo>
                  <a:pt x="1096003" y="2328360"/>
                </a:moveTo>
                <a:lnTo>
                  <a:pt x="1092893" y="2328205"/>
                </a:lnTo>
                <a:lnTo>
                  <a:pt x="1084283" y="2327771"/>
                </a:lnTo>
                <a:lnTo>
                  <a:pt x="1070067" y="2327076"/>
                </a:lnTo>
                <a:lnTo>
                  <a:pt x="1063658" y="2326748"/>
                </a:lnTo>
                <a:lnTo>
                  <a:pt x="1059214" y="2326486"/>
                </a:lnTo>
                <a:moveTo>
                  <a:pt x="1162633" y="2377279"/>
                </a:moveTo>
                <a:lnTo>
                  <a:pt x="1166677" y="2377476"/>
                </a:lnTo>
                <a:lnTo>
                  <a:pt x="1200168" y="2379137"/>
                </a:lnTo>
                <a:lnTo>
                  <a:pt x="1201698" y="2379219"/>
                </a:lnTo>
                <a:lnTo>
                  <a:pt x="1205283" y="2379391"/>
                </a:lnTo>
                <a:moveTo>
                  <a:pt x="1167536" y="2190452"/>
                </a:moveTo>
                <a:lnTo>
                  <a:pt x="1167585" y="2189281"/>
                </a:lnTo>
                <a:lnTo>
                  <a:pt x="1167650" y="2187898"/>
                </a:lnTo>
                <a:moveTo>
                  <a:pt x="1157178" y="2181166"/>
                </a:moveTo>
                <a:lnTo>
                  <a:pt x="1160072" y="2181309"/>
                </a:lnTo>
                <a:moveTo>
                  <a:pt x="1157379" y="2369745"/>
                </a:moveTo>
                <a:lnTo>
                  <a:pt x="1157334" y="2370678"/>
                </a:lnTo>
                <a:moveTo>
                  <a:pt x="1216929" y="2379964"/>
                </a:moveTo>
                <a:lnTo>
                  <a:pt x="1219909" y="2380111"/>
                </a:lnTo>
                <a:lnTo>
                  <a:pt x="1221987" y="2380217"/>
                </a:lnTo>
                <a:lnTo>
                  <a:pt x="1250126" y="2381470"/>
                </a:lnTo>
                <a:lnTo>
                  <a:pt x="1250592" y="2381486"/>
                </a:lnTo>
                <a:moveTo>
                  <a:pt x="1212698" y="2373400"/>
                </a:moveTo>
                <a:lnTo>
                  <a:pt x="1212935" y="2368456"/>
                </a:lnTo>
                <a:lnTo>
                  <a:pt x="1215464" y="2316517"/>
                </a:lnTo>
                <a:lnTo>
                  <a:pt x="1217699" y="2271765"/>
                </a:lnTo>
                <a:lnTo>
                  <a:pt x="1219835" y="2228608"/>
                </a:lnTo>
                <a:moveTo>
                  <a:pt x="1218861" y="2222007"/>
                </a:moveTo>
                <a:lnTo>
                  <a:pt x="1218951" y="2219830"/>
                </a:lnTo>
                <a:moveTo>
                  <a:pt x="1251689" y="2379636"/>
                </a:moveTo>
                <a:lnTo>
                  <a:pt x="1251067" y="2379465"/>
                </a:lnTo>
                <a:lnTo>
                  <a:pt x="1250224" y="2379424"/>
                </a:lnTo>
                <a:lnTo>
                  <a:pt x="1222086" y="2378171"/>
                </a:lnTo>
                <a:lnTo>
                  <a:pt x="1220007" y="2378065"/>
                </a:lnTo>
                <a:lnTo>
                  <a:pt x="1217036" y="2377918"/>
                </a:lnTo>
                <a:moveTo>
                  <a:pt x="1345516" y="2366811"/>
                </a:moveTo>
                <a:lnTo>
                  <a:pt x="1344739" y="2368726"/>
                </a:lnTo>
                <a:lnTo>
                  <a:pt x="1340245" y="2379718"/>
                </a:lnTo>
                <a:moveTo>
                  <a:pt x="1347980" y="2358070"/>
                </a:moveTo>
                <a:lnTo>
                  <a:pt x="1347931" y="2357898"/>
                </a:lnTo>
                <a:lnTo>
                  <a:pt x="1346727" y="2353209"/>
                </a:lnTo>
                <a:lnTo>
                  <a:pt x="1332102" y="2295942"/>
                </a:lnTo>
                <a:lnTo>
                  <a:pt x="1320643" y="2251091"/>
                </a:lnTo>
                <a:lnTo>
                  <a:pt x="1308064" y="2202385"/>
                </a:lnTo>
                <a:moveTo>
                  <a:pt x="1306185" y="2195665"/>
                </a:moveTo>
                <a:lnTo>
                  <a:pt x="1306185" y="2194949"/>
                </a:lnTo>
                <a:moveTo>
                  <a:pt x="1466025" y="2359224"/>
                </a:moveTo>
                <a:lnTo>
                  <a:pt x="1462162" y="2344181"/>
                </a:lnTo>
                <a:lnTo>
                  <a:pt x="1461621" y="2342160"/>
                </a:lnTo>
                <a:lnTo>
                  <a:pt x="1461130" y="2340285"/>
                </a:lnTo>
                <a:moveTo>
                  <a:pt x="1416017" y="2171815"/>
                </a:moveTo>
                <a:lnTo>
                  <a:pt x="1415657" y="2170400"/>
                </a:lnTo>
                <a:moveTo>
                  <a:pt x="1516376" y="2144888"/>
                </a:moveTo>
                <a:lnTo>
                  <a:pt x="1516372" y="2144725"/>
                </a:lnTo>
                <a:moveTo>
                  <a:pt x="1466336" y="2156903"/>
                </a:moveTo>
                <a:lnTo>
                  <a:pt x="1490636" y="2250780"/>
                </a:lnTo>
                <a:lnTo>
                  <a:pt x="1492084" y="2256370"/>
                </a:lnTo>
                <a:lnTo>
                  <a:pt x="1513388" y="2338640"/>
                </a:lnTo>
                <a:lnTo>
                  <a:pt x="1514837" y="2344345"/>
                </a:lnTo>
                <a:moveTo>
                  <a:pt x="835302" y="2234460"/>
                </a:moveTo>
                <a:lnTo>
                  <a:pt x="831431" y="2237013"/>
                </a:lnTo>
                <a:lnTo>
                  <a:pt x="820889" y="2243544"/>
                </a:lnTo>
                <a:lnTo>
                  <a:pt x="817771" y="2245484"/>
                </a:lnTo>
                <a:lnTo>
                  <a:pt x="812770" y="2248578"/>
                </a:lnTo>
                <a:lnTo>
                  <a:pt x="809979" y="2250305"/>
                </a:lnTo>
                <a:lnTo>
                  <a:pt x="809218" y="2250829"/>
                </a:lnTo>
                <a:lnTo>
                  <a:pt x="808596" y="2251344"/>
                </a:lnTo>
                <a:lnTo>
                  <a:pt x="807843" y="2251934"/>
                </a:lnTo>
                <a:lnTo>
                  <a:pt x="807238" y="2252703"/>
                </a:lnTo>
                <a:lnTo>
                  <a:pt x="806853" y="2253399"/>
                </a:lnTo>
                <a:lnTo>
                  <a:pt x="806558" y="2254176"/>
                </a:lnTo>
                <a:lnTo>
                  <a:pt x="806354" y="2254872"/>
                </a:lnTo>
                <a:lnTo>
                  <a:pt x="806305" y="2255748"/>
                </a:lnTo>
                <a:lnTo>
                  <a:pt x="806198" y="2257368"/>
                </a:lnTo>
                <a:lnTo>
                  <a:pt x="805969" y="2263204"/>
                </a:lnTo>
                <a:lnTo>
                  <a:pt x="805756" y="2267337"/>
                </a:lnTo>
                <a:lnTo>
                  <a:pt x="805412" y="2274867"/>
                </a:lnTo>
                <a:moveTo>
                  <a:pt x="806280" y="2281451"/>
                </a:moveTo>
                <a:lnTo>
                  <a:pt x="806165" y="2283288"/>
                </a:lnTo>
                <a:lnTo>
                  <a:pt x="805908" y="2287581"/>
                </a:lnTo>
                <a:moveTo>
                  <a:pt x="799913" y="2292954"/>
                </a:moveTo>
                <a:lnTo>
                  <a:pt x="745690" y="2290303"/>
                </a:lnTo>
                <a:lnTo>
                  <a:pt x="745543" y="2290319"/>
                </a:lnTo>
                <a:moveTo>
                  <a:pt x="748964" y="2303054"/>
                </a:moveTo>
                <a:lnTo>
                  <a:pt x="784935" y="2304814"/>
                </a:lnTo>
                <a:lnTo>
                  <a:pt x="800976" y="2305608"/>
                </a:lnTo>
                <a:lnTo>
                  <a:pt x="802286" y="2305403"/>
                </a:lnTo>
                <a:lnTo>
                  <a:pt x="803006" y="2305190"/>
                </a:lnTo>
                <a:lnTo>
                  <a:pt x="803612" y="2304830"/>
                </a:lnTo>
                <a:lnTo>
                  <a:pt x="804021" y="2304503"/>
                </a:lnTo>
                <a:lnTo>
                  <a:pt x="804545" y="2303889"/>
                </a:lnTo>
                <a:lnTo>
                  <a:pt x="804962" y="2303193"/>
                </a:lnTo>
                <a:lnTo>
                  <a:pt x="805216" y="2302358"/>
                </a:lnTo>
                <a:lnTo>
                  <a:pt x="805322" y="2301712"/>
                </a:lnTo>
                <a:lnTo>
                  <a:pt x="805404" y="2298872"/>
                </a:lnTo>
                <a:moveTo>
                  <a:pt x="740869" y="2290278"/>
                </a:moveTo>
                <a:lnTo>
                  <a:pt x="737522" y="2287888"/>
                </a:lnTo>
                <a:lnTo>
                  <a:pt x="737195" y="2287512"/>
                </a:lnTo>
                <a:moveTo>
                  <a:pt x="730770" y="2289083"/>
                </a:moveTo>
                <a:lnTo>
                  <a:pt x="730058" y="2289533"/>
                </a:lnTo>
                <a:lnTo>
                  <a:pt x="727373" y="2291236"/>
                </a:lnTo>
                <a:lnTo>
                  <a:pt x="716136" y="2298282"/>
                </a:lnTo>
                <a:lnTo>
                  <a:pt x="709515" y="2302432"/>
                </a:lnTo>
                <a:lnTo>
                  <a:pt x="698073" y="2309602"/>
                </a:lnTo>
                <a:lnTo>
                  <a:pt x="697377" y="2310117"/>
                </a:lnTo>
                <a:lnTo>
                  <a:pt x="696665" y="2310846"/>
                </a:lnTo>
                <a:lnTo>
                  <a:pt x="695658" y="2312229"/>
                </a:lnTo>
                <a:lnTo>
                  <a:pt x="695249" y="2313080"/>
                </a:lnTo>
                <a:lnTo>
                  <a:pt x="694946" y="2314152"/>
                </a:lnTo>
                <a:lnTo>
                  <a:pt x="694709" y="2315110"/>
                </a:lnTo>
                <a:lnTo>
                  <a:pt x="694643" y="2316198"/>
                </a:lnTo>
                <a:lnTo>
                  <a:pt x="693931" y="2331863"/>
                </a:lnTo>
                <a:lnTo>
                  <a:pt x="693203" y="2347529"/>
                </a:lnTo>
                <a:lnTo>
                  <a:pt x="692597" y="2360747"/>
                </a:lnTo>
                <a:lnTo>
                  <a:pt x="692311" y="2361901"/>
                </a:lnTo>
                <a:lnTo>
                  <a:pt x="691771" y="2362940"/>
                </a:lnTo>
                <a:lnTo>
                  <a:pt x="691263" y="2363578"/>
                </a:lnTo>
                <a:lnTo>
                  <a:pt x="690551" y="2364078"/>
                </a:lnTo>
                <a:lnTo>
                  <a:pt x="688988" y="2364430"/>
                </a:lnTo>
                <a:lnTo>
                  <a:pt x="687719" y="2364528"/>
                </a:lnTo>
                <a:lnTo>
                  <a:pt x="686254" y="2364544"/>
                </a:lnTo>
                <a:lnTo>
                  <a:pt x="664320" y="2363472"/>
                </a:lnTo>
                <a:lnTo>
                  <a:pt x="648745" y="2362711"/>
                </a:lnTo>
                <a:lnTo>
                  <a:pt x="646527" y="2362465"/>
                </a:lnTo>
                <a:moveTo>
                  <a:pt x="642271" y="2331569"/>
                </a:moveTo>
                <a:lnTo>
                  <a:pt x="644260" y="2292504"/>
                </a:lnTo>
                <a:moveTo>
                  <a:pt x="642091" y="2335890"/>
                </a:moveTo>
                <a:lnTo>
                  <a:pt x="642156" y="2334196"/>
                </a:lnTo>
                <a:lnTo>
                  <a:pt x="642164" y="2334024"/>
                </a:lnTo>
                <a:moveTo>
                  <a:pt x="2024355" y="2061693"/>
                </a:moveTo>
                <a:lnTo>
                  <a:pt x="2026320" y="2060924"/>
                </a:lnTo>
                <a:lnTo>
                  <a:pt x="2027588" y="2060776"/>
                </a:lnTo>
                <a:moveTo>
                  <a:pt x="2018012" y="2052755"/>
                </a:moveTo>
                <a:lnTo>
                  <a:pt x="2016834" y="2052281"/>
                </a:lnTo>
                <a:lnTo>
                  <a:pt x="2015590" y="2051822"/>
                </a:lnTo>
                <a:lnTo>
                  <a:pt x="2013061" y="2051773"/>
                </a:lnTo>
                <a:lnTo>
                  <a:pt x="2010663" y="2052567"/>
                </a:lnTo>
                <a:lnTo>
                  <a:pt x="2008666" y="2054114"/>
                </a:lnTo>
                <a:lnTo>
                  <a:pt x="2007904" y="2055284"/>
                </a:lnTo>
                <a:lnTo>
                  <a:pt x="2007299" y="2056234"/>
                </a:lnTo>
                <a:lnTo>
                  <a:pt x="2007176" y="2056758"/>
                </a:lnTo>
                <a:lnTo>
                  <a:pt x="2006718" y="2058681"/>
                </a:lnTo>
                <a:lnTo>
                  <a:pt x="2006849" y="2059901"/>
                </a:lnTo>
                <a:lnTo>
                  <a:pt x="2006988" y="2061186"/>
                </a:lnTo>
                <a:lnTo>
                  <a:pt x="2008084" y="2063461"/>
                </a:lnTo>
                <a:lnTo>
                  <a:pt x="2009689" y="2065057"/>
                </a:lnTo>
                <a:moveTo>
                  <a:pt x="2014296" y="2066612"/>
                </a:moveTo>
                <a:lnTo>
                  <a:pt x="2014460" y="2066579"/>
                </a:lnTo>
                <a:moveTo>
                  <a:pt x="2019199" y="2064574"/>
                </a:moveTo>
                <a:lnTo>
                  <a:pt x="2019395" y="2064361"/>
                </a:lnTo>
                <a:moveTo>
                  <a:pt x="2072030" y="2050677"/>
                </a:moveTo>
                <a:lnTo>
                  <a:pt x="2072276" y="2051757"/>
                </a:lnTo>
                <a:lnTo>
                  <a:pt x="2073356" y="2055792"/>
                </a:lnTo>
                <a:lnTo>
                  <a:pt x="2074649" y="2060032"/>
                </a:lnTo>
                <a:lnTo>
                  <a:pt x="2077718" y="2069124"/>
                </a:lnTo>
                <a:lnTo>
                  <a:pt x="2078864" y="2072865"/>
                </a:lnTo>
                <a:lnTo>
                  <a:pt x="2078897" y="2073020"/>
                </a:lnTo>
                <a:moveTo>
                  <a:pt x="2081549" y="2063494"/>
                </a:moveTo>
                <a:lnTo>
                  <a:pt x="2076949" y="2053664"/>
                </a:lnTo>
                <a:lnTo>
                  <a:pt x="2075476" y="2049793"/>
                </a:lnTo>
                <a:moveTo>
                  <a:pt x="2086443" y="2084831"/>
                </a:moveTo>
                <a:lnTo>
                  <a:pt x="2087147" y="2083398"/>
                </a:lnTo>
                <a:lnTo>
                  <a:pt x="2087572" y="2081909"/>
                </a:lnTo>
                <a:lnTo>
                  <a:pt x="2087687" y="2080231"/>
                </a:lnTo>
                <a:lnTo>
                  <a:pt x="2087671" y="2078447"/>
                </a:lnTo>
                <a:lnTo>
                  <a:pt x="2087343" y="2076736"/>
                </a:lnTo>
                <a:lnTo>
                  <a:pt x="2086901" y="2075214"/>
                </a:lnTo>
                <a:moveTo>
                  <a:pt x="2067127" y="2086549"/>
                </a:moveTo>
                <a:lnTo>
                  <a:pt x="2072881" y="2089979"/>
                </a:lnTo>
                <a:lnTo>
                  <a:pt x="2076744" y="2090789"/>
                </a:lnTo>
                <a:lnTo>
                  <a:pt x="2079241" y="2090658"/>
                </a:lnTo>
                <a:lnTo>
                  <a:pt x="2081589" y="2090126"/>
                </a:lnTo>
                <a:lnTo>
                  <a:pt x="2083963" y="2088759"/>
                </a:lnTo>
                <a:lnTo>
                  <a:pt x="2085559" y="2086361"/>
                </a:lnTo>
                <a:moveTo>
                  <a:pt x="901720" y="2192776"/>
                </a:moveTo>
                <a:lnTo>
                  <a:pt x="898609" y="2194781"/>
                </a:lnTo>
                <a:lnTo>
                  <a:pt x="852924" y="2223452"/>
                </a:lnTo>
                <a:lnTo>
                  <a:pt x="849552" y="2225522"/>
                </a:lnTo>
                <a:lnTo>
                  <a:pt x="845705" y="2227912"/>
                </a:lnTo>
                <a:moveTo>
                  <a:pt x="1121629" y="2180393"/>
                </a:moveTo>
                <a:lnTo>
                  <a:pt x="1150594" y="2181817"/>
                </a:lnTo>
                <a:moveTo>
                  <a:pt x="2629681" y="2786259"/>
                </a:moveTo>
                <a:lnTo>
                  <a:pt x="2629829" y="2787053"/>
                </a:lnTo>
                <a:lnTo>
                  <a:pt x="2632087" y="2793306"/>
                </a:lnTo>
                <a:lnTo>
                  <a:pt x="2632210" y="2793641"/>
                </a:lnTo>
                <a:moveTo>
                  <a:pt x="2637424" y="2790695"/>
                </a:moveTo>
                <a:lnTo>
                  <a:pt x="2637186" y="2790449"/>
                </a:lnTo>
                <a:lnTo>
                  <a:pt x="2636049" y="2789173"/>
                </a:lnTo>
                <a:lnTo>
                  <a:pt x="2633274" y="2785596"/>
                </a:lnTo>
                <a:moveTo>
                  <a:pt x="969970" y="2180900"/>
                </a:moveTo>
                <a:lnTo>
                  <a:pt x="971705" y="2180974"/>
                </a:lnTo>
                <a:lnTo>
                  <a:pt x="1002307" y="2182267"/>
                </a:lnTo>
                <a:lnTo>
                  <a:pt x="1002414" y="2182275"/>
                </a:lnTo>
                <a:moveTo>
                  <a:pt x="1010541" y="2186646"/>
                </a:moveTo>
                <a:lnTo>
                  <a:pt x="1010246" y="2192850"/>
                </a:lnTo>
                <a:lnTo>
                  <a:pt x="1007545" y="2249143"/>
                </a:lnTo>
                <a:lnTo>
                  <a:pt x="1005401" y="2293838"/>
                </a:lnTo>
                <a:lnTo>
                  <a:pt x="1003363" y="2336365"/>
                </a:lnTo>
                <a:moveTo>
                  <a:pt x="1008953" y="2178183"/>
                </a:moveTo>
                <a:lnTo>
                  <a:pt x="1008945" y="2178347"/>
                </a:lnTo>
                <a:moveTo>
                  <a:pt x="1054050" y="2318482"/>
                </a:moveTo>
                <a:lnTo>
                  <a:pt x="1054082" y="2317794"/>
                </a:lnTo>
                <a:moveTo>
                  <a:pt x="1110621" y="2205577"/>
                </a:moveTo>
                <a:lnTo>
                  <a:pt x="1110703" y="2203858"/>
                </a:lnTo>
                <a:moveTo>
                  <a:pt x="1120614" y="2055988"/>
                </a:moveTo>
                <a:lnTo>
                  <a:pt x="1115491" y="2059229"/>
                </a:lnTo>
                <a:lnTo>
                  <a:pt x="1097828" y="2070369"/>
                </a:lnTo>
                <a:lnTo>
                  <a:pt x="1081599" y="2080607"/>
                </a:lnTo>
                <a:moveTo>
                  <a:pt x="1033073" y="2029094"/>
                </a:moveTo>
                <a:lnTo>
                  <a:pt x="1033588" y="2029913"/>
                </a:lnTo>
                <a:lnTo>
                  <a:pt x="1034259" y="2030985"/>
                </a:lnTo>
                <a:lnTo>
                  <a:pt x="1034881" y="2032008"/>
                </a:lnTo>
                <a:moveTo>
                  <a:pt x="1039669" y="2040364"/>
                </a:moveTo>
                <a:lnTo>
                  <a:pt x="1039866" y="2040659"/>
                </a:lnTo>
                <a:moveTo>
                  <a:pt x="1043025" y="2044383"/>
                </a:moveTo>
                <a:lnTo>
                  <a:pt x="1043172" y="2044448"/>
                </a:lnTo>
                <a:moveTo>
                  <a:pt x="1034824" y="2022784"/>
                </a:moveTo>
                <a:lnTo>
                  <a:pt x="1034685" y="2022694"/>
                </a:lnTo>
                <a:moveTo>
                  <a:pt x="1031117" y="2024928"/>
                </a:moveTo>
                <a:lnTo>
                  <a:pt x="1031133" y="2025092"/>
                </a:lnTo>
                <a:moveTo>
                  <a:pt x="1158410" y="2109245"/>
                </a:moveTo>
                <a:lnTo>
                  <a:pt x="1157011" y="2106994"/>
                </a:lnTo>
                <a:lnTo>
                  <a:pt x="1154081" y="2102313"/>
                </a:lnTo>
                <a:lnTo>
                  <a:pt x="1153581" y="2101511"/>
                </a:lnTo>
                <a:lnTo>
                  <a:pt x="1150602" y="2096731"/>
                </a:lnTo>
                <a:lnTo>
                  <a:pt x="1141976" y="2082932"/>
                </a:lnTo>
                <a:lnTo>
                  <a:pt x="1130157" y="2064034"/>
                </a:lnTo>
                <a:lnTo>
                  <a:pt x="1128987" y="2062159"/>
                </a:lnTo>
                <a:moveTo>
                  <a:pt x="1165220" y="2175744"/>
                </a:moveTo>
                <a:lnTo>
                  <a:pt x="1165392" y="2171824"/>
                </a:lnTo>
                <a:lnTo>
                  <a:pt x="1166505" y="2149758"/>
                </a:lnTo>
                <a:lnTo>
                  <a:pt x="1167004" y="2138734"/>
                </a:lnTo>
                <a:lnTo>
                  <a:pt x="1167266" y="2133226"/>
                </a:lnTo>
                <a:lnTo>
                  <a:pt x="1167356" y="2130271"/>
                </a:lnTo>
                <a:lnTo>
                  <a:pt x="1167356" y="2128912"/>
                </a:lnTo>
                <a:moveTo>
                  <a:pt x="1126990" y="2060523"/>
                </a:moveTo>
                <a:lnTo>
                  <a:pt x="1125369" y="2057985"/>
                </a:lnTo>
                <a:moveTo>
                  <a:pt x="2654276" y="471239"/>
                </a:moveTo>
                <a:lnTo>
                  <a:pt x="2659898" y="471010"/>
                </a:lnTo>
                <a:lnTo>
                  <a:pt x="2744854" y="471084"/>
                </a:lnTo>
                <a:lnTo>
                  <a:pt x="2754274" y="471444"/>
                </a:lnTo>
                <a:lnTo>
                  <a:pt x="2761042" y="471763"/>
                </a:lnTo>
                <a:moveTo>
                  <a:pt x="2377132" y="585454"/>
                </a:moveTo>
                <a:lnTo>
                  <a:pt x="2384907" y="582557"/>
                </a:lnTo>
                <a:moveTo>
                  <a:pt x="2384907" y="582557"/>
                </a:moveTo>
                <a:lnTo>
                  <a:pt x="2406653" y="571990"/>
                </a:lnTo>
                <a:lnTo>
                  <a:pt x="2475526" y="540922"/>
                </a:lnTo>
                <a:lnTo>
                  <a:pt x="2540912" y="512563"/>
                </a:lnTo>
                <a:lnTo>
                  <a:pt x="2546829" y="510271"/>
                </a:lnTo>
                <a:moveTo>
                  <a:pt x="2557788" y="505778"/>
                </a:moveTo>
                <a:lnTo>
                  <a:pt x="2564107" y="503052"/>
                </a:lnTo>
                <a:lnTo>
                  <a:pt x="2609523" y="483680"/>
                </a:lnTo>
                <a:lnTo>
                  <a:pt x="2624795" y="476641"/>
                </a:lnTo>
                <a:lnTo>
                  <a:pt x="2629812" y="475160"/>
                </a:lnTo>
                <a:lnTo>
                  <a:pt x="2636884" y="473081"/>
                </a:lnTo>
                <a:lnTo>
                  <a:pt x="2641598" y="472033"/>
                </a:lnTo>
                <a:moveTo>
                  <a:pt x="2640837" y="461377"/>
                </a:moveTo>
                <a:lnTo>
                  <a:pt x="2637137" y="461909"/>
                </a:lnTo>
                <a:lnTo>
                  <a:pt x="2634796" y="462613"/>
                </a:lnTo>
                <a:lnTo>
                  <a:pt x="2629403" y="464381"/>
                </a:lnTo>
                <a:lnTo>
                  <a:pt x="2621939" y="466762"/>
                </a:lnTo>
                <a:lnTo>
                  <a:pt x="2559949" y="493673"/>
                </a:lnTo>
                <a:lnTo>
                  <a:pt x="2553803" y="496562"/>
                </a:lnTo>
                <a:moveTo>
                  <a:pt x="2542745" y="501825"/>
                </a:moveTo>
                <a:lnTo>
                  <a:pt x="2537180" y="504509"/>
                </a:lnTo>
                <a:lnTo>
                  <a:pt x="2469682" y="534784"/>
                </a:lnTo>
                <a:lnTo>
                  <a:pt x="2385349" y="571131"/>
                </a:lnTo>
                <a:moveTo>
                  <a:pt x="2380807" y="573095"/>
                </a:moveTo>
                <a:lnTo>
                  <a:pt x="2378425" y="574569"/>
                </a:lnTo>
                <a:lnTo>
                  <a:pt x="2375004" y="577138"/>
                </a:lnTo>
                <a:lnTo>
                  <a:pt x="2374194" y="577564"/>
                </a:lnTo>
                <a:moveTo>
                  <a:pt x="1131058" y="2050595"/>
                </a:moveTo>
                <a:lnTo>
                  <a:pt x="1130796" y="2050758"/>
                </a:lnTo>
                <a:lnTo>
                  <a:pt x="1126139" y="2053672"/>
                </a:lnTo>
                <a:moveTo>
                  <a:pt x="1213402" y="2213499"/>
                </a:moveTo>
                <a:lnTo>
                  <a:pt x="1209604" y="2213319"/>
                </a:lnTo>
                <a:lnTo>
                  <a:pt x="1173216" y="2211559"/>
                </a:lnTo>
                <a:lnTo>
                  <a:pt x="1170957" y="2211453"/>
                </a:lnTo>
                <a:moveTo>
                  <a:pt x="1258760" y="2378679"/>
                </a:moveTo>
                <a:lnTo>
                  <a:pt x="1258695" y="2378834"/>
                </a:lnTo>
                <a:moveTo>
                  <a:pt x="1363759" y="2179239"/>
                </a:moveTo>
                <a:lnTo>
                  <a:pt x="1363915" y="2179198"/>
                </a:lnTo>
                <a:moveTo>
                  <a:pt x="2072955" y="2041371"/>
                </a:moveTo>
                <a:lnTo>
                  <a:pt x="2070082" y="2029659"/>
                </a:lnTo>
                <a:lnTo>
                  <a:pt x="2060899" y="1989735"/>
                </a:lnTo>
                <a:moveTo>
                  <a:pt x="2965626" y="2230474"/>
                </a:moveTo>
                <a:lnTo>
                  <a:pt x="2980150" y="2246307"/>
                </a:lnTo>
                <a:moveTo>
                  <a:pt x="2954876" y="2220071"/>
                </a:moveTo>
                <a:lnTo>
                  <a:pt x="2960360" y="2226463"/>
                </a:lnTo>
                <a:moveTo>
                  <a:pt x="2997018" y="2262623"/>
                </a:moveTo>
                <a:lnTo>
                  <a:pt x="2995921" y="2258416"/>
                </a:lnTo>
                <a:lnTo>
                  <a:pt x="2986493" y="2248079"/>
                </a:lnTo>
                <a:lnTo>
                  <a:pt x="2982581" y="2243962"/>
                </a:lnTo>
                <a:lnTo>
                  <a:pt x="2966457" y="2226987"/>
                </a:lnTo>
                <a:lnTo>
                  <a:pt x="2957561" y="2217853"/>
                </a:lnTo>
                <a:moveTo>
                  <a:pt x="2442158" y="1913668"/>
                </a:moveTo>
                <a:lnTo>
                  <a:pt x="2430061" y="1902423"/>
                </a:lnTo>
                <a:lnTo>
                  <a:pt x="2425028" y="1897569"/>
                </a:lnTo>
                <a:lnTo>
                  <a:pt x="2419429" y="1892176"/>
                </a:lnTo>
                <a:moveTo>
                  <a:pt x="2642842" y="2105251"/>
                </a:moveTo>
                <a:lnTo>
                  <a:pt x="2641541" y="2104007"/>
                </a:lnTo>
                <a:lnTo>
                  <a:pt x="2639674" y="2102223"/>
                </a:lnTo>
                <a:lnTo>
                  <a:pt x="2633241" y="2096076"/>
                </a:lnTo>
                <a:moveTo>
                  <a:pt x="2714956" y="2175351"/>
                </a:moveTo>
                <a:lnTo>
                  <a:pt x="2648817" y="2111512"/>
                </a:lnTo>
                <a:moveTo>
                  <a:pt x="2673010" y="2255510"/>
                </a:moveTo>
                <a:lnTo>
                  <a:pt x="2670121" y="2258522"/>
                </a:lnTo>
                <a:lnTo>
                  <a:pt x="2666258" y="2262565"/>
                </a:lnTo>
                <a:lnTo>
                  <a:pt x="2615121" y="2315372"/>
                </a:lnTo>
                <a:lnTo>
                  <a:pt x="2607927" y="2322828"/>
                </a:lnTo>
                <a:lnTo>
                  <a:pt x="2568780" y="2363292"/>
                </a:lnTo>
                <a:lnTo>
                  <a:pt x="2565081" y="2367392"/>
                </a:lnTo>
                <a:moveTo>
                  <a:pt x="2521040" y="2601878"/>
                </a:moveTo>
                <a:lnTo>
                  <a:pt x="2517423" y="2595462"/>
                </a:lnTo>
                <a:lnTo>
                  <a:pt x="2488474" y="2546117"/>
                </a:lnTo>
                <a:lnTo>
                  <a:pt x="2484905" y="2540437"/>
                </a:lnTo>
                <a:moveTo>
                  <a:pt x="2478743" y="2530403"/>
                </a:moveTo>
                <a:lnTo>
                  <a:pt x="2475403" y="2524854"/>
                </a:lnTo>
                <a:lnTo>
                  <a:pt x="2461612" y="2500783"/>
                </a:lnTo>
                <a:moveTo>
                  <a:pt x="2455638" y="2490635"/>
                </a:moveTo>
                <a:lnTo>
                  <a:pt x="2450923" y="2482827"/>
                </a:lnTo>
                <a:lnTo>
                  <a:pt x="2443001" y="2469707"/>
                </a:lnTo>
                <a:lnTo>
                  <a:pt x="2438958" y="2462758"/>
                </a:lnTo>
                <a:moveTo>
                  <a:pt x="2432787" y="2454574"/>
                </a:moveTo>
                <a:lnTo>
                  <a:pt x="2430937" y="2450866"/>
                </a:lnTo>
                <a:lnTo>
                  <a:pt x="2424790" y="2443705"/>
                </a:lnTo>
                <a:lnTo>
                  <a:pt x="2418431" y="2439015"/>
                </a:lnTo>
                <a:lnTo>
                  <a:pt x="2409281" y="2432885"/>
                </a:lnTo>
                <a:lnTo>
                  <a:pt x="2407865" y="2431764"/>
                </a:lnTo>
                <a:moveTo>
                  <a:pt x="2585329" y="2709145"/>
                </a:moveTo>
                <a:lnTo>
                  <a:pt x="2584233" y="2707303"/>
                </a:lnTo>
                <a:lnTo>
                  <a:pt x="2576646" y="2694822"/>
                </a:lnTo>
                <a:lnTo>
                  <a:pt x="2567634" y="2679656"/>
                </a:lnTo>
                <a:moveTo>
                  <a:pt x="2100397" y="2642146"/>
                </a:moveTo>
                <a:lnTo>
                  <a:pt x="2100872" y="2643120"/>
                </a:lnTo>
                <a:moveTo>
                  <a:pt x="2137811" y="1635939"/>
                </a:moveTo>
                <a:lnTo>
                  <a:pt x="2091190" y="1648089"/>
                </a:lnTo>
                <a:lnTo>
                  <a:pt x="2085338" y="1649456"/>
                </a:lnTo>
                <a:lnTo>
                  <a:pt x="2080450" y="1650598"/>
                </a:lnTo>
                <a:moveTo>
                  <a:pt x="2078831" y="1650853"/>
                </a:moveTo>
                <a:lnTo>
                  <a:pt x="2075844" y="1651117"/>
                </a:lnTo>
                <a:lnTo>
                  <a:pt x="2071531" y="1651330"/>
                </a:lnTo>
                <a:lnTo>
                  <a:pt x="2065065" y="1650921"/>
                </a:lnTo>
                <a:lnTo>
                  <a:pt x="2059763" y="1649182"/>
                </a:lnTo>
                <a:moveTo>
                  <a:pt x="578211" y="2685369"/>
                </a:moveTo>
                <a:lnTo>
                  <a:pt x="571933" y="2677855"/>
                </a:lnTo>
                <a:moveTo>
                  <a:pt x="571806" y="2677687"/>
                </a:moveTo>
                <a:lnTo>
                  <a:pt x="568475" y="2673309"/>
                </a:lnTo>
                <a:moveTo>
                  <a:pt x="2316215" y="1628307"/>
                </a:moveTo>
                <a:lnTo>
                  <a:pt x="2317410" y="1628684"/>
                </a:lnTo>
                <a:lnTo>
                  <a:pt x="2321911" y="1630222"/>
                </a:lnTo>
                <a:lnTo>
                  <a:pt x="2326969" y="1632203"/>
                </a:lnTo>
                <a:lnTo>
                  <a:pt x="2330087" y="1633447"/>
                </a:lnTo>
                <a:moveTo>
                  <a:pt x="2300582" y="1612585"/>
                </a:moveTo>
                <a:lnTo>
                  <a:pt x="2296195" y="1611807"/>
                </a:lnTo>
                <a:lnTo>
                  <a:pt x="2287618" y="1610686"/>
                </a:lnTo>
                <a:lnTo>
                  <a:pt x="2278574" y="1609794"/>
                </a:lnTo>
                <a:lnTo>
                  <a:pt x="2270414" y="1609565"/>
                </a:lnTo>
                <a:lnTo>
                  <a:pt x="2261313" y="1609728"/>
                </a:lnTo>
                <a:lnTo>
                  <a:pt x="2254577" y="1610170"/>
                </a:lnTo>
                <a:lnTo>
                  <a:pt x="2247457" y="1610792"/>
                </a:lnTo>
                <a:lnTo>
                  <a:pt x="2236367" y="1612626"/>
                </a:lnTo>
                <a:lnTo>
                  <a:pt x="2226783" y="1614533"/>
                </a:lnTo>
                <a:lnTo>
                  <a:pt x="2216904" y="1616710"/>
                </a:lnTo>
                <a:lnTo>
                  <a:pt x="2198759" y="1621285"/>
                </a:lnTo>
                <a:moveTo>
                  <a:pt x="2311157" y="1614942"/>
                </a:moveTo>
                <a:lnTo>
                  <a:pt x="2307776" y="1614050"/>
                </a:lnTo>
                <a:lnTo>
                  <a:pt x="2302923" y="1612953"/>
                </a:lnTo>
                <a:moveTo>
                  <a:pt x="2028881" y="1719974"/>
                </a:moveTo>
                <a:lnTo>
                  <a:pt x="2040430" y="1748603"/>
                </a:lnTo>
                <a:moveTo>
                  <a:pt x="2040528" y="1748832"/>
                </a:moveTo>
                <a:lnTo>
                  <a:pt x="2043523" y="1756280"/>
                </a:lnTo>
                <a:lnTo>
                  <a:pt x="2044997" y="1759783"/>
                </a:lnTo>
                <a:lnTo>
                  <a:pt x="2046241" y="1762738"/>
                </a:lnTo>
                <a:lnTo>
                  <a:pt x="2052837" y="1779082"/>
                </a:lnTo>
                <a:moveTo>
                  <a:pt x="2002200" y="1699038"/>
                </a:moveTo>
                <a:lnTo>
                  <a:pt x="2003460" y="1699038"/>
                </a:lnTo>
                <a:lnTo>
                  <a:pt x="2007790" y="1698587"/>
                </a:lnTo>
                <a:lnTo>
                  <a:pt x="2014681" y="1697417"/>
                </a:lnTo>
                <a:moveTo>
                  <a:pt x="2061533" y="1768364"/>
                </a:moveTo>
                <a:lnTo>
                  <a:pt x="2059532" y="1763310"/>
                </a:lnTo>
                <a:lnTo>
                  <a:pt x="2058628" y="1761019"/>
                </a:lnTo>
                <a:moveTo>
                  <a:pt x="2103000" y="1656879"/>
                </a:moveTo>
                <a:lnTo>
                  <a:pt x="2122921" y="1651756"/>
                </a:lnTo>
                <a:moveTo>
                  <a:pt x="2151035" y="1649800"/>
                </a:moveTo>
                <a:lnTo>
                  <a:pt x="2154841" y="1649890"/>
                </a:lnTo>
                <a:lnTo>
                  <a:pt x="2156903" y="1649971"/>
                </a:lnTo>
                <a:lnTo>
                  <a:pt x="2159244" y="1650168"/>
                </a:lnTo>
                <a:lnTo>
                  <a:pt x="2164048" y="1650733"/>
                </a:lnTo>
                <a:lnTo>
                  <a:pt x="2173518" y="1651936"/>
                </a:lnTo>
                <a:moveTo>
                  <a:pt x="2136033" y="1651551"/>
                </a:moveTo>
                <a:lnTo>
                  <a:pt x="2138824" y="1651085"/>
                </a:lnTo>
                <a:lnTo>
                  <a:pt x="2143374" y="1650291"/>
                </a:lnTo>
                <a:lnTo>
                  <a:pt x="2149005" y="1649857"/>
                </a:lnTo>
                <a:moveTo>
                  <a:pt x="2398485" y="2424758"/>
                </a:moveTo>
                <a:lnTo>
                  <a:pt x="2387485" y="2417056"/>
                </a:lnTo>
                <a:lnTo>
                  <a:pt x="2365273" y="2401587"/>
                </a:lnTo>
                <a:lnTo>
                  <a:pt x="2337994" y="2381069"/>
                </a:lnTo>
                <a:lnTo>
                  <a:pt x="2312425" y="2362801"/>
                </a:lnTo>
                <a:lnTo>
                  <a:pt x="2308497" y="2359994"/>
                </a:lnTo>
                <a:moveTo>
                  <a:pt x="1651993" y="1784934"/>
                </a:moveTo>
                <a:lnTo>
                  <a:pt x="1650888" y="1780375"/>
                </a:lnTo>
                <a:lnTo>
                  <a:pt x="1650929" y="1778051"/>
                </a:lnTo>
                <a:lnTo>
                  <a:pt x="1651052" y="1777609"/>
                </a:lnTo>
                <a:moveTo>
                  <a:pt x="1669582" y="1856147"/>
                </a:moveTo>
                <a:lnTo>
                  <a:pt x="1665817" y="1847455"/>
                </a:lnTo>
                <a:lnTo>
                  <a:pt x="1664319" y="1841644"/>
                </a:lnTo>
                <a:moveTo>
                  <a:pt x="1661643" y="1831266"/>
                </a:moveTo>
                <a:lnTo>
                  <a:pt x="1656028" y="1809397"/>
                </a:lnTo>
                <a:moveTo>
                  <a:pt x="1867090" y="1715578"/>
                </a:moveTo>
                <a:lnTo>
                  <a:pt x="1890375" y="1709931"/>
                </a:lnTo>
                <a:lnTo>
                  <a:pt x="1922188" y="1701763"/>
                </a:lnTo>
                <a:moveTo>
                  <a:pt x="1773181" y="1745538"/>
                </a:moveTo>
                <a:lnTo>
                  <a:pt x="1805989" y="1737186"/>
                </a:lnTo>
                <a:lnTo>
                  <a:pt x="1843684" y="1727471"/>
                </a:lnTo>
                <a:moveTo>
                  <a:pt x="1957291" y="1697532"/>
                </a:moveTo>
                <a:lnTo>
                  <a:pt x="1963454" y="1697245"/>
                </a:lnTo>
                <a:lnTo>
                  <a:pt x="1963561" y="1697245"/>
                </a:lnTo>
                <a:moveTo>
                  <a:pt x="1928846" y="1701444"/>
                </a:moveTo>
                <a:lnTo>
                  <a:pt x="1932828" y="1700478"/>
                </a:lnTo>
                <a:lnTo>
                  <a:pt x="1936683" y="1700020"/>
                </a:lnTo>
                <a:lnTo>
                  <a:pt x="1942175" y="1699586"/>
                </a:lnTo>
                <a:lnTo>
                  <a:pt x="1948211" y="1699304"/>
                </a:lnTo>
                <a:moveTo>
                  <a:pt x="1948436" y="1699291"/>
                </a:moveTo>
                <a:lnTo>
                  <a:pt x="1950834" y="1699128"/>
                </a:lnTo>
                <a:moveTo>
                  <a:pt x="1988106" y="1699054"/>
                </a:moveTo>
                <a:lnTo>
                  <a:pt x="1993999" y="1701493"/>
                </a:lnTo>
                <a:lnTo>
                  <a:pt x="2004745" y="1703801"/>
                </a:lnTo>
                <a:lnTo>
                  <a:pt x="2010229" y="1704775"/>
                </a:lnTo>
                <a:lnTo>
                  <a:pt x="2013494" y="1705331"/>
                </a:lnTo>
                <a:moveTo>
                  <a:pt x="2062753" y="1922675"/>
                </a:moveTo>
                <a:lnTo>
                  <a:pt x="2058063" y="1931793"/>
                </a:lnTo>
                <a:moveTo>
                  <a:pt x="2116758" y="1883655"/>
                </a:moveTo>
                <a:lnTo>
                  <a:pt x="2115138" y="1884196"/>
                </a:lnTo>
                <a:moveTo>
                  <a:pt x="2164065" y="1870233"/>
                </a:moveTo>
                <a:lnTo>
                  <a:pt x="2159326" y="1871019"/>
                </a:lnTo>
                <a:lnTo>
                  <a:pt x="2153417" y="1872295"/>
                </a:lnTo>
                <a:moveTo>
                  <a:pt x="2053754" y="1951202"/>
                </a:moveTo>
                <a:lnTo>
                  <a:pt x="2053451" y="1952815"/>
                </a:lnTo>
                <a:lnTo>
                  <a:pt x="2053157" y="1954951"/>
                </a:lnTo>
                <a:lnTo>
                  <a:pt x="2052886" y="1957357"/>
                </a:lnTo>
                <a:lnTo>
                  <a:pt x="2052731" y="1959354"/>
                </a:lnTo>
                <a:lnTo>
                  <a:pt x="2052690" y="1961613"/>
                </a:lnTo>
                <a:lnTo>
                  <a:pt x="2052731" y="1964256"/>
                </a:lnTo>
                <a:moveTo>
                  <a:pt x="2079805" y="2076057"/>
                </a:moveTo>
                <a:lnTo>
                  <a:pt x="2078954" y="2079216"/>
                </a:lnTo>
                <a:lnTo>
                  <a:pt x="2076687" y="2083194"/>
                </a:lnTo>
                <a:moveTo>
                  <a:pt x="2059639" y="1983408"/>
                </a:moveTo>
                <a:lnTo>
                  <a:pt x="2059369" y="1982025"/>
                </a:lnTo>
                <a:lnTo>
                  <a:pt x="2058599" y="1975518"/>
                </a:lnTo>
                <a:lnTo>
                  <a:pt x="2058677" y="1970935"/>
                </a:lnTo>
                <a:moveTo>
                  <a:pt x="2086402" y="2073863"/>
                </a:moveTo>
                <a:lnTo>
                  <a:pt x="2082596" y="2065720"/>
                </a:lnTo>
                <a:moveTo>
                  <a:pt x="2210982" y="1869333"/>
                </a:moveTo>
                <a:lnTo>
                  <a:pt x="2205667" y="1869153"/>
                </a:lnTo>
                <a:lnTo>
                  <a:pt x="2194192" y="1869472"/>
                </a:lnTo>
                <a:lnTo>
                  <a:pt x="2181449" y="1869905"/>
                </a:lnTo>
                <a:lnTo>
                  <a:pt x="2175192" y="1869856"/>
                </a:lnTo>
                <a:moveTo>
                  <a:pt x="2175740" y="1874800"/>
                </a:moveTo>
                <a:lnTo>
                  <a:pt x="2177946" y="1874595"/>
                </a:lnTo>
                <a:moveTo>
                  <a:pt x="2140808" y="1882186"/>
                </a:moveTo>
                <a:lnTo>
                  <a:pt x="2146902" y="1880337"/>
                </a:lnTo>
                <a:lnTo>
                  <a:pt x="2156858" y="1877750"/>
                </a:lnTo>
                <a:moveTo>
                  <a:pt x="2156940" y="1877730"/>
                </a:moveTo>
                <a:lnTo>
                  <a:pt x="2162882" y="1876527"/>
                </a:lnTo>
                <a:lnTo>
                  <a:pt x="2164936" y="1876138"/>
                </a:lnTo>
                <a:moveTo>
                  <a:pt x="2086852" y="1904076"/>
                </a:moveTo>
                <a:lnTo>
                  <a:pt x="2087585" y="1903662"/>
                </a:lnTo>
                <a:moveTo>
                  <a:pt x="2118461" y="1892315"/>
                </a:moveTo>
                <a:lnTo>
                  <a:pt x="2119688" y="1891815"/>
                </a:lnTo>
                <a:lnTo>
                  <a:pt x="2123772" y="1890293"/>
                </a:lnTo>
                <a:lnTo>
                  <a:pt x="2135386" y="1885693"/>
                </a:lnTo>
                <a:moveTo>
                  <a:pt x="2099366" y="1857473"/>
                </a:moveTo>
                <a:lnTo>
                  <a:pt x="2096829" y="1851368"/>
                </a:lnTo>
                <a:lnTo>
                  <a:pt x="2072267" y="1790598"/>
                </a:lnTo>
                <a:moveTo>
                  <a:pt x="2072169" y="1790368"/>
                </a:moveTo>
                <a:lnTo>
                  <a:pt x="2069681" y="1784197"/>
                </a:lnTo>
                <a:moveTo>
                  <a:pt x="2173763" y="1651968"/>
                </a:moveTo>
                <a:lnTo>
                  <a:pt x="2199381" y="1655079"/>
                </a:lnTo>
                <a:lnTo>
                  <a:pt x="2232888" y="1659220"/>
                </a:lnTo>
                <a:lnTo>
                  <a:pt x="2250608" y="1661397"/>
                </a:lnTo>
                <a:lnTo>
                  <a:pt x="2269997" y="1663394"/>
                </a:lnTo>
                <a:lnTo>
                  <a:pt x="2277707" y="1659547"/>
                </a:lnTo>
                <a:lnTo>
                  <a:pt x="2283428" y="1652615"/>
                </a:lnTo>
                <a:lnTo>
                  <a:pt x="2295753" y="1631123"/>
                </a:lnTo>
                <a:lnTo>
                  <a:pt x="2309291" y="1605841"/>
                </a:lnTo>
                <a:lnTo>
                  <a:pt x="2314259" y="1596797"/>
                </a:lnTo>
                <a:lnTo>
                  <a:pt x="2316608" y="1592017"/>
                </a:lnTo>
                <a:moveTo>
                  <a:pt x="2554224" y="1847877"/>
                </a:moveTo>
                <a:lnTo>
                  <a:pt x="2806704" y="2113223"/>
                </a:lnTo>
                <a:lnTo>
                  <a:pt x="2813783" y="2120638"/>
                </a:lnTo>
                <a:lnTo>
                  <a:pt x="2856523" y="2165260"/>
                </a:lnTo>
                <a:lnTo>
                  <a:pt x="2904566" y="2215480"/>
                </a:lnTo>
                <a:lnTo>
                  <a:pt x="2939293" y="2252130"/>
                </a:lnTo>
                <a:lnTo>
                  <a:pt x="2995332" y="2311787"/>
                </a:lnTo>
                <a:lnTo>
                  <a:pt x="3029920" y="2349190"/>
                </a:lnTo>
                <a:lnTo>
                  <a:pt x="3050512" y="2372131"/>
                </a:lnTo>
                <a:lnTo>
                  <a:pt x="3062347" y="2385194"/>
                </a:lnTo>
                <a:moveTo>
                  <a:pt x="2214571" y="1873057"/>
                </a:moveTo>
                <a:lnTo>
                  <a:pt x="2333198" y="1869243"/>
                </a:lnTo>
                <a:moveTo>
                  <a:pt x="2412317" y="1843470"/>
                </a:moveTo>
                <a:lnTo>
                  <a:pt x="2411376" y="1842414"/>
                </a:lnTo>
                <a:moveTo>
                  <a:pt x="2415190" y="1847881"/>
                </a:moveTo>
                <a:lnTo>
                  <a:pt x="2415083" y="1847218"/>
                </a:lnTo>
                <a:lnTo>
                  <a:pt x="2414691" y="1846432"/>
                </a:lnTo>
                <a:lnTo>
                  <a:pt x="2414257" y="1845818"/>
                </a:lnTo>
                <a:lnTo>
                  <a:pt x="2413790" y="1845221"/>
                </a:lnTo>
                <a:moveTo>
                  <a:pt x="2416344" y="1856286"/>
                </a:moveTo>
                <a:lnTo>
                  <a:pt x="2415910" y="1851728"/>
                </a:lnTo>
                <a:lnTo>
                  <a:pt x="2415787" y="1850639"/>
                </a:lnTo>
                <a:lnTo>
                  <a:pt x="2415697" y="1850189"/>
                </a:lnTo>
                <a:moveTo>
                  <a:pt x="2416336" y="1856123"/>
                </a:moveTo>
                <a:lnTo>
                  <a:pt x="2416336" y="1855959"/>
                </a:lnTo>
                <a:moveTo>
                  <a:pt x="2417195" y="1878090"/>
                </a:moveTo>
                <a:lnTo>
                  <a:pt x="2417048" y="1874366"/>
                </a:lnTo>
                <a:lnTo>
                  <a:pt x="2416982" y="1872950"/>
                </a:lnTo>
                <a:moveTo>
                  <a:pt x="2417334" y="1883696"/>
                </a:moveTo>
                <a:lnTo>
                  <a:pt x="2417367" y="1883533"/>
                </a:lnTo>
                <a:moveTo>
                  <a:pt x="2417441" y="1882444"/>
                </a:moveTo>
                <a:lnTo>
                  <a:pt x="2417392" y="1881552"/>
                </a:lnTo>
                <a:lnTo>
                  <a:pt x="2417310" y="1880079"/>
                </a:lnTo>
                <a:lnTo>
                  <a:pt x="2417211" y="1878319"/>
                </a:lnTo>
                <a:moveTo>
                  <a:pt x="2407325" y="1889548"/>
                </a:moveTo>
                <a:lnTo>
                  <a:pt x="2406498" y="1890432"/>
                </a:lnTo>
                <a:lnTo>
                  <a:pt x="2396055" y="1901170"/>
                </a:lnTo>
                <a:lnTo>
                  <a:pt x="2388819" y="1908635"/>
                </a:lnTo>
                <a:moveTo>
                  <a:pt x="2409674" y="1847038"/>
                </a:moveTo>
                <a:lnTo>
                  <a:pt x="2409837" y="1848200"/>
                </a:lnTo>
                <a:lnTo>
                  <a:pt x="2410025" y="1850083"/>
                </a:lnTo>
                <a:lnTo>
                  <a:pt x="2410181" y="1851580"/>
                </a:lnTo>
                <a:moveTo>
                  <a:pt x="2410132" y="1873883"/>
                </a:moveTo>
                <a:lnTo>
                  <a:pt x="2410795" y="1877640"/>
                </a:lnTo>
                <a:moveTo>
                  <a:pt x="2410009" y="1873007"/>
                </a:moveTo>
                <a:lnTo>
                  <a:pt x="2410009" y="1873171"/>
                </a:lnTo>
                <a:moveTo>
                  <a:pt x="2410230" y="1853127"/>
                </a:moveTo>
                <a:lnTo>
                  <a:pt x="2410148" y="1854936"/>
                </a:lnTo>
                <a:lnTo>
                  <a:pt x="2410083" y="1856671"/>
                </a:lnTo>
                <a:lnTo>
                  <a:pt x="2409903" y="1858946"/>
                </a:lnTo>
                <a:moveTo>
                  <a:pt x="2409755" y="1857580"/>
                </a:moveTo>
                <a:lnTo>
                  <a:pt x="2409764" y="1857743"/>
                </a:lnTo>
                <a:moveTo>
                  <a:pt x="2398289" y="1833255"/>
                </a:moveTo>
                <a:lnTo>
                  <a:pt x="2403707" y="1838428"/>
                </a:lnTo>
                <a:lnTo>
                  <a:pt x="2405303" y="1839934"/>
                </a:lnTo>
                <a:lnTo>
                  <a:pt x="2406580" y="1841382"/>
                </a:lnTo>
                <a:moveTo>
                  <a:pt x="2408487" y="1844329"/>
                </a:moveTo>
                <a:lnTo>
                  <a:pt x="2409305" y="1845958"/>
                </a:lnTo>
                <a:lnTo>
                  <a:pt x="2409583" y="1846686"/>
                </a:lnTo>
                <a:moveTo>
                  <a:pt x="2417023" y="1873368"/>
                </a:moveTo>
                <a:lnTo>
                  <a:pt x="2417007" y="1873212"/>
                </a:lnTo>
                <a:moveTo>
                  <a:pt x="2422114" y="1868555"/>
                </a:moveTo>
                <a:lnTo>
                  <a:pt x="2422662" y="1868547"/>
                </a:lnTo>
                <a:lnTo>
                  <a:pt x="2425461" y="1868498"/>
                </a:lnTo>
                <a:lnTo>
                  <a:pt x="2429627" y="1867859"/>
                </a:lnTo>
                <a:lnTo>
                  <a:pt x="2432893" y="1867074"/>
                </a:lnTo>
                <a:lnTo>
                  <a:pt x="2436576" y="1866116"/>
                </a:lnTo>
                <a:lnTo>
                  <a:pt x="2444098" y="1863554"/>
                </a:lnTo>
                <a:lnTo>
                  <a:pt x="2454508" y="1859167"/>
                </a:lnTo>
                <a:moveTo>
                  <a:pt x="2356605" y="1887461"/>
                </a:moveTo>
                <a:lnTo>
                  <a:pt x="2358790" y="1887707"/>
                </a:lnTo>
                <a:moveTo>
                  <a:pt x="2367261" y="1885145"/>
                </a:moveTo>
                <a:lnTo>
                  <a:pt x="2367327" y="1885088"/>
                </a:lnTo>
                <a:moveTo>
                  <a:pt x="2303872" y="1915739"/>
                </a:moveTo>
                <a:lnTo>
                  <a:pt x="2289009" y="1901293"/>
                </a:lnTo>
                <a:lnTo>
                  <a:pt x="2284573" y="1896980"/>
                </a:lnTo>
                <a:lnTo>
                  <a:pt x="2280538" y="1893051"/>
                </a:lnTo>
                <a:lnTo>
                  <a:pt x="2279303" y="1891815"/>
                </a:lnTo>
                <a:lnTo>
                  <a:pt x="2278918" y="1891504"/>
                </a:lnTo>
                <a:lnTo>
                  <a:pt x="2278574" y="1891202"/>
                </a:lnTo>
                <a:lnTo>
                  <a:pt x="2277707" y="1890760"/>
                </a:lnTo>
                <a:lnTo>
                  <a:pt x="2277027" y="1890539"/>
                </a:lnTo>
                <a:lnTo>
                  <a:pt x="2276217" y="1890383"/>
                </a:lnTo>
                <a:lnTo>
                  <a:pt x="2275014" y="1890326"/>
                </a:lnTo>
                <a:lnTo>
                  <a:pt x="2262541" y="1890604"/>
                </a:lnTo>
                <a:lnTo>
                  <a:pt x="2261452" y="1890710"/>
                </a:lnTo>
                <a:lnTo>
                  <a:pt x="2260601" y="1890940"/>
                </a:lnTo>
                <a:lnTo>
                  <a:pt x="2259946" y="1891202"/>
                </a:lnTo>
                <a:lnTo>
                  <a:pt x="2259193" y="1891586"/>
                </a:lnTo>
                <a:lnTo>
                  <a:pt x="2258367" y="1892085"/>
                </a:lnTo>
                <a:lnTo>
                  <a:pt x="2257597" y="1892822"/>
                </a:lnTo>
                <a:lnTo>
                  <a:pt x="2256738" y="1894230"/>
                </a:lnTo>
                <a:lnTo>
                  <a:pt x="2256263" y="1895834"/>
                </a:lnTo>
                <a:lnTo>
                  <a:pt x="2255969" y="1897348"/>
                </a:lnTo>
                <a:lnTo>
                  <a:pt x="2255813" y="1898838"/>
                </a:lnTo>
                <a:lnTo>
                  <a:pt x="2255821" y="1900106"/>
                </a:lnTo>
                <a:lnTo>
                  <a:pt x="2256386" y="1901735"/>
                </a:lnTo>
                <a:lnTo>
                  <a:pt x="2256975" y="1902496"/>
                </a:lnTo>
                <a:lnTo>
                  <a:pt x="2257229" y="1902799"/>
                </a:lnTo>
                <a:lnTo>
                  <a:pt x="2262614" y="1908021"/>
                </a:lnTo>
                <a:lnTo>
                  <a:pt x="2267239" y="1912506"/>
                </a:lnTo>
                <a:lnTo>
                  <a:pt x="2270946" y="1916099"/>
                </a:lnTo>
                <a:lnTo>
                  <a:pt x="2278427" y="1923334"/>
                </a:lnTo>
                <a:lnTo>
                  <a:pt x="2287798" y="1932419"/>
                </a:lnTo>
                <a:moveTo>
                  <a:pt x="2303561" y="1923178"/>
                </a:moveTo>
                <a:lnTo>
                  <a:pt x="2300795" y="1926076"/>
                </a:lnTo>
                <a:lnTo>
                  <a:pt x="2295180" y="1931838"/>
                </a:lnTo>
                <a:moveTo>
                  <a:pt x="2268941" y="1946529"/>
                </a:moveTo>
                <a:lnTo>
                  <a:pt x="2265495" y="1943190"/>
                </a:lnTo>
                <a:lnTo>
                  <a:pt x="2261935" y="1939703"/>
                </a:lnTo>
                <a:moveTo>
                  <a:pt x="2271069" y="1948624"/>
                </a:moveTo>
                <a:lnTo>
                  <a:pt x="2270668" y="1948248"/>
                </a:lnTo>
                <a:moveTo>
                  <a:pt x="2308603" y="1984881"/>
                </a:moveTo>
                <a:lnTo>
                  <a:pt x="2308259" y="1984546"/>
                </a:lnTo>
                <a:lnTo>
                  <a:pt x="2279024" y="1956137"/>
                </a:lnTo>
                <a:lnTo>
                  <a:pt x="2278591" y="1955728"/>
                </a:lnTo>
                <a:moveTo>
                  <a:pt x="2247211" y="1927672"/>
                </a:moveTo>
                <a:lnTo>
                  <a:pt x="2234312" y="1895605"/>
                </a:lnTo>
                <a:lnTo>
                  <a:pt x="2233879" y="1894533"/>
                </a:lnTo>
                <a:lnTo>
                  <a:pt x="2233502" y="1893927"/>
                </a:lnTo>
                <a:lnTo>
                  <a:pt x="2233387" y="1893780"/>
                </a:lnTo>
                <a:moveTo>
                  <a:pt x="2248504" y="1929783"/>
                </a:moveTo>
                <a:lnTo>
                  <a:pt x="2248496" y="1929620"/>
                </a:lnTo>
                <a:moveTo>
                  <a:pt x="2224818" y="1928965"/>
                </a:moveTo>
                <a:lnTo>
                  <a:pt x="2212492" y="1898388"/>
                </a:lnTo>
                <a:lnTo>
                  <a:pt x="2212149" y="1897242"/>
                </a:lnTo>
                <a:lnTo>
                  <a:pt x="2212034" y="1896718"/>
                </a:lnTo>
                <a:lnTo>
                  <a:pt x="2212050" y="1896260"/>
                </a:lnTo>
                <a:lnTo>
                  <a:pt x="2212075" y="1895940"/>
                </a:lnTo>
                <a:lnTo>
                  <a:pt x="2212100" y="1895850"/>
                </a:lnTo>
                <a:moveTo>
                  <a:pt x="2177283" y="1940448"/>
                </a:moveTo>
                <a:lnTo>
                  <a:pt x="2166978" y="1944679"/>
                </a:lnTo>
                <a:moveTo>
                  <a:pt x="2157484" y="1948526"/>
                </a:moveTo>
                <a:lnTo>
                  <a:pt x="2146730" y="1952823"/>
                </a:lnTo>
                <a:moveTo>
                  <a:pt x="2203113" y="1931919"/>
                </a:moveTo>
                <a:lnTo>
                  <a:pt x="2203105" y="1931756"/>
                </a:lnTo>
                <a:moveTo>
                  <a:pt x="2181236" y="1934539"/>
                </a:moveTo>
                <a:lnTo>
                  <a:pt x="2181162" y="1934358"/>
                </a:lnTo>
                <a:lnTo>
                  <a:pt x="2176988" y="1923997"/>
                </a:lnTo>
                <a:lnTo>
                  <a:pt x="2172511" y="1912874"/>
                </a:lnTo>
                <a:lnTo>
                  <a:pt x="2168828" y="1903740"/>
                </a:lnTo>
                <a:lnTo>
                  <a:pt x="2168714" y="1903356"/>
                </a:lnTo>
                <a:lnTo>
                  <a:pt x="2168656" y="1903102"/>
                </a:lnTo>
                <a:lnTo>
                  <a:pt x="2168591" y="1902316"/>
                </a:lnTo>
                <a:lnTo>
                  <a:pt x="2168632" y="1901882"/>
                </a:lnTo>
                <a:lnTo>
                  <a:pt x="2168714" y="1901588"/>
                </a:lnTo>
                <a:lnTo>
                  <a:pt x="2168951" y="1901064"/>
                </a:lnTo>
                <a:lnTo>
                  <a:pt x="2169311" y="1900581"/>
                </a:lnTo>
                <a:lnTo>
                  <a:pt x="2169638" y="1900245"/>
                </a:lnTo>
                <a:lnTo>
                  <a:pt x="2170162" y="1899918"/>
                </a:lnTo>
                <a:lnTo>
                  <a:pt x="2182971" y="1894893"/>
                </a:lnTo>
                <a:lnTo>
                  <a:pt x="2183552" y="1894786"/>
                </a:lnTo>
                <a:lnTo>
                  <a:pt x="2184141" y="1894729"/>
                </a:lnTo>
                <a:lnTo>
                  <a:pt x="2184526" y="1894745"/>
                </a:lnTo>
                <a:lnTo>
                  <a:pt x="2185001" y="1894786"/>
                </a:lnTo>
                <a:lnTo>
                  <a:pt x="2185344" y="1894901"/>
                </a:lnTo>
                <a:lnTo>
                  <a:pt x="2185811" y="1895114"/>
                </a:lnTo>
                <a:lnTo>
                  <a:pt x="2186277" y="1895417"/>
                </a:lnTo>
                <a:lnTo>
                  <a:pt x="2186687" y="1895834"/>
                </a:lnTo>
                <a:lnTo>
                  <a:pt x="2186990" y="1896268"/>
                </a:lnTo>
                <a:lnTo>
                  <a:pt x="2187317" y="1896873"/>
                </a:lnTo>
                <a:lnTo>
                  <a:pt x="2192326" y="1909224"/>
                </a:lnTo>
                <a:lnTo>
                  <a:pt x="2196287" y="1919062"/>
                </a:lnTo>
                <a:lnTo>
                  <a:pt x="2201181" y="1931166"/>
                </a:lnTo>
                <a:lnTo>
                  <a:pt x="2201304" y="1931748"/>
                </a:lnTo>
                <a:moveTo>
                  <a:pt x="2181637" y="1935120"/>
                </a:moveTo>
                <a:lnTo>
                  <a:pt x="2181571" y="1934964"/>
                </a:lnTo>
                <a:moveTo>
                  <a:pt x="2161421" y="1942608"/>
                </a:moveTo>
                <a:lnTo>
                  <a:pt x="2161331" y="1942379"/>
                </a:lnTo>
                <a:lnTo>
                  <a:pt x="2156486" y="1930266"/>
                </a:lnTo>
                <a:lnTo>
                  <a:pt x="2149185" y="1912064"/>
                </a:lnTo>
                <a:lnTo>
                  <a:pt x="2148817" y="1911229"/>
                </a:lnTo>
                <a:lnTo>
                  <a:pt x="2148555" y="1910787"/>
                </a:lnTo>
                <a:lnTo>
                  <a:pt x="2148293" y="1910460"/>
                </a:lnTo>
                <a:lnTo>
                  <a:pt x="2147949" y="1910091"/>
                </a:lnTo>
                <a:lnTo>
                  <a:pt x="2147467" y="1909699"/>
                </a:lnTo>
                <a:lnTo>
                  <a:pt x="2146501" y="1909191"/>
                </a:lnTo>
                <a:lnTo>
                  <a:pt x="2145069" y="1908954"/>
                </a:lnTo>
                <a:lnTo>
                  <a:pt x="2143775" y="1909126"/>
                </a:lnTo>
                <a:lnTo>
                  <a:pt x="2142458" y="1909625"/>
                </a:lnTo>
                <a:lnTo>
                  <a:pt x="2130304" y="1914478"/>
                </a:lnTo>
                <a:lnTo>
                  <a:pt x="2129526" y="1914847"/>
                </a:lnTo>
                <a:lnTo>
                  <a:pt x="2128765" y="1915223"/>
                </a:lnTo>
                <a:lnTo>
                  <a:pt x="2128168" y="1915935"/>
                </a:lnTo>
                <a:lnTo>
                  <a:pt x="2127742" y="1916868"/>
                </a:lnTo>
                <a:lnTo>
                  <a:pt x="2127578" y="1917678"/>
                </a:lnTo>
                <a:lnTo>
                  <a:pt x="2127611" y="1918701"/>
                </a:lnTo>
                <a:lnTo>
                  <a:pt x="2128012" y="1920085"/>
                </a:lnTo>
                <a:lnTo>
                  <a:pt x="2140182" y="1950523"/>
                </a:lnTo>
                <a:moveTo>
                  <a:pt x="2161953" y="1943525"/>
                </a:moveTo>
                <a:lnTo>
                  <a:pt x="2161888" y="1943370"/>
                </a:lnTo>
                <a:moveTo>
                  <a:pt x="2146132" y="1952905"/>
                </a:moveTo>
                <a:lnTo>
                  <a:pt x="2145985" y="1952978"/>
                </a:lnTo>
                <a:moveTo>
                  <a:pt x="2135681" y="1959960"/>
                </a:moveTo>
                <a:lnTo>
                  <a:pt x="2131924" y="1961490"/>
                </a:lnTo>
                <a:lnTo>
                  <a:pt x="2128626" y="1962800"/>
                </a:lnTo>
                <a:moveTo>
                  <a:pt x="1378451" y="516680"/>
                </a:moveTo>
                <a:lnTo>
                  <a:pt x="1381978" y="515395"/>
                </a:lnTo>
                <a:moveTo>
                  <a:pt x="1414061" y="491717"/>
                </a:moveTo>
                <a:lnTo>
                  <a:pt x="1410542" y="493133"/>
                </a:lnTo>
                <a:moveTo>
                  <a:pt x="501285" y="1457366"/>
                </a:moveTo>
                <a:lnTo>
                  <a:pt x="502037" y="1460443"/>
                </a:lnTo>
                <a:lnTo>
                  <a:pt x="501407" y="1467637"/>
                </a:lnTo>
                <a:lnTo>
                  <a:pt x="502209" y="1480315"/>
                </a:lnTo>
                <a:lnTo>
                  <a:pt x="502324" y="1481322"/>
                </a:lnTo>
                <a:moveTo>
                  <a:pt x="496611" y="1645020"/>
                </a:moveTo>
                <a:lnTo>
                  <a:pt x="495940" y="1655954"/>
                </a:lnTo>
                <a:lnTo>
                  <a:pt x="495400" y="1664826"/>
                </a:lnTo>
                <a:lnTo>
                  <a:pt x="494344" y="1677791"/>
                </a:lnTo>
                <a:lnTo>
                  <a:pt x="493272" y="1683692"/>
                </a:lnTo>
                <a:moveTo>
                  <a:pt x="503167" y="1494261"/>
                </a:moveTo>
                <a:lnTo>
                  <a:pt x="503208" y="1497854"/>
                </a:lnTo>
                <a:lnTo>
                  <a:pt x="503241" y="1502151"/>
                </a:lnTo>
                <a:lnTo>
                  <a:pt x="501342" y="1548230"/>
                </a:lnTo>
                <a:lnTo>
                  <a:pt x="500180" y="1569256"/>
                </a:lnTo>
                <a:moveTo>
                  <a:pt x="498911" y="1593155"/>
                </a:moveTo>
                <a:lnTo>
                  <a:pt x="498796" y="1596551"/>
                </a:lnTo>
                <a:lnTo>
                  <a:pt x="498698" y="1598843"/>
                </a:lnTo>
                <a:lnTo>
                  <a:pt x="497094" y="1635845"/>
                </a:lnTo>
                <a:moveTo>
                  <a:pt x="1392291" y="1232562"/>
                </a:moveTo>
                <a:lnTo>
                  <a:pt x="1392381" y="1232513"/>
                </a:lnTo>
                <a:moveTo>
                  <a:pt x="2075541" y="1976558"/>
                </a:moveTo>
                <a:lnTo>
                  <a:pt x="2087171" y="1964576"/>
                </a:lnTo>
                <a:lnTo>
                  <a:pt x="2091378" y="1960246"/>
                </a:lnTo>
                <a:lnTo>
                  <a:pt x="2092123" y="1959591"/>
                </a:lnTo>
                <a:lnTo>
                  <a:pt x="2092933" y="1959207"/>
                </a:lnTo>
                <a:lnTo>
                  <a:pt x="2093048" y="1959166"/>
                </a:lnTo>
                <a:moveTo>
                  <a:pt x="2108942" y="1972711"/>
                </a:moveTo>
                <a:lnTo>
                  <a:pt x="2108672" y="1972449"/>
                </a:lnTo>
                <a:lnTo>
                  <a:pt x="2101912" y="1965942"/>
                </a:lnTo>
                <a:lnTo>
                  <a:pt x="2099956" y="1960958"/>
                </a:lnTo>
                <a:moveTo>
                  <a:pt x="2108500" y="1980233"/>
                </a:moveTo>
                <a:lnTo>
                  <a:pt x="2093351" y="1995808"/>
                </a:lnTo>
                <a:lnTo>
                  <a:pt x="2091444" y="1997715"/>
                </a:lnTo>
                <a:lnTo>
                  <a:pt x="2090617" y="1998680"/>
                </a:lnTo>
                <a:lnTo>
                  <a:pt x="2090339" y="1999131"/>
                </a:lnTo>
                <a:lnTo>
                  <a:pt x="2090101" y="1999638"/>
                </a:lnTo>
                <a:lnTo>
                  <a:pt x="2089897" y="2000244"/>
                </a:lnTo>
                <a:lnTo>
                  <a:pt x="2089807" y="2000931"/>
                </a:lnTo>
                <a:lnTo>
                  <a:pt x="2089782" y="2001586"/>
                </a:lnTo>
                <a:lnTo>
                  <a:pt x="2089970" y="2002404"/>
                </a:lnTo>
                <a:lnTo>
                  <a:pt x="2090175" y="2003067"/>
                </a:lnTo>
                <a:lnTo>
                  <a:pt x="2090609" y="2003829"/>
                </a:lnTo>
                <a:lnTo>
                  <a:pt x="2090822" y="2004099"/>
                </a:lnTo>
                <a:lnTo>
                  <a:pt x="2092336" y="2005645"/>
                </a:lnTo>
                <a:lnTo>
                  <a:pt x="2097770" y="2010875"/>
                </a:lnTo>
                <a:lnTo>
                  <a:pt x="2112969" y="2025648"/>
                </a:lnTo>
                <a:lnTo>
                  <a:pt x="2123290" y="2035650"/>
                </a:lnTo>
                <a:lnTo>
                  <a:pt x="2128307" y="2040528"/>
                </a:lnTo>
                <a:lnTo>
                  <a:pt x="2140534" y="2052363"/>
                </a:lnTo>
                <a:lnTo>
                  <a:pt x="2141320" y="2053075"/>
                </a:lnTo>
                <a:lnTo>
                  <a:pt x="2142048" y="2053607"/>
                </a:lnTo>
                <a:lnTo>
                  <a:pt x="2142842" y="2053975"/>
                </a:lnTo>
                <a:lnTo>
                  <a:pt x="2143571" y="2054270"/>
                </a:lnTo>
                <a:lnTo>
                  <a:pt x="2144185" y="2054417"/>
                </a:lnTo>
                <a:lnTo>
                  <a:pt x="2145109" y="2054433"/>
                </a:lnTo>
                <a:lnTo>
                  <a:pt x="2145797" y="2054319"/>
                </a:lnTo>
                <a:moveTo>
                  <a:pt x="2121194" y="1976550"/>
                </a:moveTo>
                <a:lnTo>
                  <a:pt x="2134854" y="1989735"/>
                </a:lnTo>
                <a:lnTo>
                  <a:pt x="2143014" y="1997608"/>
                </a:lnTo>
                <a:lnTo>
                  <a:pt x="2151919" y="2006194"/>
                </a:lnTo>
                <a:lnTo>
                  <a:pt x="2170285" y="2024249"/>
                </a:lnTo>
                <a:moveTo>
                  <a:pt x="2119713" y="1974913"/>
                </a:moveTo>
                <a:lnTo>
                  <a:pt x="2119778" y="1975060"/>
                </a:lnTo>
                <a:moveTo>
                  <a:pt x="2225809" y="1930921"/>
                </a:moveTo>
                <a:lnTo>
                  <a:pt x="2225809" y="1930757"/>
                </a:lnTo>
                <a:moveTo>
                  <a:pt x="2234943" y="1991380"/>
                </a:moveTo>
                <a:lnTo>
                  <a:pt x="2233658" y="1992493"/>
                </a:lnTo>
                <a:lnTo>
                  <a:pt x="2227454" y="1998893"/>
                </a:lnTo>
                <a:lnTo>
                  <a:pt x="2211068" y="2015811"/>
                </a:lnTo>
                <a:lnTo>
                  <a:pt x="2208842" y="2018070"/>
                </a:lnTo>
                <a:moveTo>
                  <a:pt x="2269023" y="1956358"/>
                </a:moveTo>
                <a:lnTo>
                  <a:pt x="2259455" y="1966172"/>
                </a:lnTo>
                <a:lnTo>
                  <a:pt x="2249364" y="1976492"/>
                </a:lnTo>
                <a:lnTo>
                  <a:pt x="2242759" y="1983269"/>
                </a:lnTo>
                <a:lnTo>
                  <a:pt x="2242006" y="1984178"/>
                </a:lnTo>
                <a:moveTo>
                  <a:pt x="2222183" y="2081459"/>
                </a:moveTo>
                <a:lnTo>
                  <a:pt x="2211314" y="2092679"/>
                </a:lnTo>
                <a:lnTo>
                  <a:pt x="2210332" y="2093719"/>
                </a:lnTo>
                <a:lnTo>
                  <a:pt x="2206927" y="2097222"/>
                </a:lnTo>
                <a:lnTo>
                  <a:pt x="2202900" y="2101347"/>
                </a:lnTo>
                <a:lnTo>
                  <a:pt x="2201787" y="2102378"/>
                </a:lnTo>
                <a:lnTo>
                  <a:pt x="2200453" y="2103074"/>
                </a:lnTo>
                <a:lnTo>
                  <a:pt x="2200060" y="2103156"/>
                </a:lnTo>
                <a:moveTo>
                  <a:pt x="2279573" y="2021474"/>
                </a:moveTo>
                <a:lnTo>
                  <a:pt x="2279450" y="2021589"/>
                </a:lnTo>
                <a:moveTo>
                  <a:pt x="2274768" y="2027596"/>
                </a:moveTo>
                <a:lnTo>
                  <a:pt x="2273483" y="2028939"/>
                </a:lnTo>
                <a:lnTo>
                  <a:pt x="2273017" y="2029413"/>
                </a:lnTo>
                <a:lnTo>
                  <a:pt x="2258530" y="2044375"/>
                </a:lnTo>
                <a:lnTo>
                  <a:pt x="2249225" y="2054000"/>
                </a:lnTo>
                <a:lnTo>
                  <a:pt x="2247833" y="2055334"/>
                </a:lnTo>
                <a:moveTo>
                  <a:pt x="2237578" y="1986035"/>
                </a:moveTo>
                <a:lnTo>
                  <a:pt x="2237447" y="1985929"/>
                </a:lnTo>
                <a:moveTo>
                  <a:pt x="2274179" y="2019944"/>
                </a:moveTo>
                <a:lnTo>
                  <a:pt x="2273091" y="2018863"/>
                </a:lnTo>
                <a:lnTo>
                  <a:pt x="2245713" y="1992190"/>
                </a:lnTo>
                <a:lnTo>
                  <a:pt x="2243937" y="1990872"/>
                </a:lnTo>
                <a:moveTo>
                  <a:pt x="2194847" y="1944687"/>
                </a:moveTo>
                <a:lnTo>
                  <a:pt x="2194086" y="1943746"/>
                </a:lnTo>
                <a:lnTo>
                  <a:pt x="2193766" y="1943181"/>
                </a:lnTo>
                <a:moveTo>
                  <a:pt x="2248864" y="2062184"/>
                </a:moveTo>
                <a:lnTo>
                  <a:pt x="2248422" y="2061775"/>
                </a:lnTo>
                <a:moveTo>
                  <a:pt x="2222003" y="2074584"/>
                </a:moveTo>
                <a:lnTo>
                  <a:pt x="2211551" y="2064410"/>
                </a:lnTo>
                <a:lnTo>
                  <a:pt x="2193905" y="2047255"/>
                </a:lnTo>
                <a:lnTo>
                  <a:pt x="2189674" y="2043147"/>
                </a:lnTo>
                <a:lnTo>
                  <a:pt x="2179525" y="2033268"/>
                </a:lnTo>
                <a:lnTo>
                  <a:pt x="2178330" y="2032114"/>
                </a:lnTo>
                <a:lnTo>
                  <a:pt x="2177315" y="2031124"/>
                </a:lnTo>
                <a:moveTo>
                  <a:pt x="2239657" y="2063485"/>
                </a:moveTo>
                <a:lnTo>
                  <a:pt x="2238593" y="2064590"/>
                </a:lnTo>
                <a:lnTo>
                  <a:pt x="2228878" y="2074559"/>
                </a:lnTo>
                <a:moveTo>
                  <a:pt x="2197187" y="2103238"/>
                </a:moveTo>
                <a:lnTo>
                  <a:pt x="2195657" y="2102632"/>
                </a:lnTo>
                <a:lnTo>
                  <a:pt x="2194323" y="2101551"/>
                </a:lnTo>
                <a:lnTo>
                  <a:pt x="2190853" y="2098179"/>
                </a:lnTo>
                <a:lnTo>
                  <a:pt x="2189027" y="2096403"/>
                </a:lnTo>
                <a:lnTo>
                  <a:pt x="2188315" y="2095708"/>
                </a:lnTo>
                <a:lnTo>
                  <a:pt x="2186826" y="2094259"/>
                </a:lnTo>
                <a:lnTo>
                  <a:pt x="2177119" y="2084806"/>
                </a:lnTo>
                <a:lnTo>
                  <a:pt x="2162592" y="2070655"/>
                </a:lnTo>
                <a:moveTo>
                  <a:pt x="1654223" y="1807945"/>
                </a:moveTo>
                <a:lnTo>
                  <a:pt x="1648150" y="1786113"/>
                </a:lnTo>
                <a:moveTo>
                  <a:pt x="1654498" y="1807932"/>
                </a:moveTo>
                <a:lnTo>
                  <a:pt x="1654039" y="1794674"/>
                </a:lnTo>
                <a:lnTo>
                  <a:pt x="1652042" y="1785130"/>
                </a:lnTo>
                <a:moveTo>
                  <a:pt x="2279401" y="2093588"/>
                </a:moveTo>
                <a:lnTo>
                  <a:pt x="2277158" y="2091460"/>
                </a:lnTo>
                <a:lnTo>
                  <a:pt x="2273246" y="2087703"/>
                </a:lnTo>
                <a:lnTo>
                  <a:pt x="2267648" y="2082236"/>
                </a:lnTo>
                <a:lnTo>
                  <a:pt x="2260257" y="2075026"/>
                </a:lnTo>
                <a:lnTo>
                  <a:pt x="2255723" y="2070606"/>
                </a:lnTo>
                <a:moveTo>
                  <a:pt x="2253972" y="2068617"/>
                </a:moveTo>
                <a:lnTo>
                  <a:pt x="2250608" y="2065409"/>
                </a:lnTo>
                <a:moveTo>
                  <a:pt x="2240606" y="2055072"/>
                </a:moveTo>
                <a:lnTo>
                  <a:pt x="2240172" y="2054703"/>
                </a:lnTo>
                <a:lnTo>
                  <a:pt x="2211011" y="2026475"/>
                </a:lnTo>
                <a:lnTo>
                  <a:pt x="2209767" y="2025272"/>
                </a:lnTo>
                <a:moveTo>
                  <a:pt x="2335366" y="2010949"/>
                </a:moveTo>
                <a:lnTo>
                  <a:pt x="2315748" y="1991846"/>
                </a:lnTo>
                <a:lnTo>
                  <a:pt x="2315658" y="1991756"/>
                </a:lnTo>
                <a:moveTo>
                  <a:pt x="2315282" y="1985454"/>
                </a:moveTo>
                <a:lnTo>
                  <a:pt x="2315167" y="1985569"/>
                </a:lnTo>
                <a:moveTo>
                  <a:pt x="2307048" y="1993189"/>
                </a:moveTo>
                <a:lnTo>
                  <a:pt x="2297317" y="2003198"/>
                </a:lnTo>
                <a:lnTo>
                  <a:pt x="2284099" y="2016834"/>
                </a:lnTo>
                <a:lnTo>
                  <a:pt x="2280227" y="2020787"/>
                </a:lnTo>
                <a:moveTo>
                  <a:pt x="2382853" y="1915951"/>
                </a:moveTo>
                <a:lnTo>
                  <a:pt x="2376584" y="1922417"/>
                </a:lnTo>
                <a:lnTo>
                  <a:pt x="2373154" y="1925978"/>
                </a:lnTo>
                <a:lnTo>
                  <a:pt x="2370388" y="1928826"/>
                </a:lnTo>
                <a:lnTo>
                  <a:pt x="2360215" y="1939302"/>
                </a:lnTo>
                <a:moveTo>
                  <a:pt x="2326142" y="1967481"/>
                </a:moveTo>
                <a:lnTo>
                  <a:pt x="2314455" y="1956162"/>
                </a:lnTo>
                <a:lnTo>
                  <a:pt x="2295925" y="1938189"/>
                </a:lnTo>
                <a:moveTo>
                  <a:pt x="2325758" y="1974904"/>
                </a:moveTo>
                <a:lnTo>
                  <a:pt x="2316648" y="1984120"/>
                </a:lnTo>
                <a:moveTo>
                  <a:pt x="2458339" y="1928768"/>
                </a:moveTo>
                <a:lnTo>
                  <a:pt x="2458216" y="1928654"/>
                </a:lnTo>
                <a:moveTo>
                  <a:pt x="2450580" y="1921885"/>
                </a:moveTo>
                <a:lnTo>
                  <a:pt x="2449532" y="1920928"/>
                </a:lnTo>
                <a:lnTo>
                  <a:pt x="2445014" y="1916786"/>
                </a:lnTo>
                <a:lnTo>
                  <a:pt x="2443762" y="1915510"/>
                </a:lnTo>
                <a:moveTo>
                  <a:pt x="2358046" y="2026344"/>
                </a:moveTo>
                <a:lnTo>
                  <a:pt x="2359052" y="2025305"/>
                </a:lnTo>
                <a:lnTo>
                  <a:pt x="2394393" y="1989096"/>
                </a:lnTo>
                <a:lnTo>
                  <a:pt x="2403535" y="1979619"/>
                </a:lnTo>
                <a:lnTo>
                  <a:pt x="2408159" y="1974831"/>
                </a:lnTo>
                <a:lnTo>
                  <a:pt x="2409960" y="1972973"/>
                </a:lnTo>
                <a:lnTo>
                  <a:pt x="2448697" y="1933090"/>
                </a:lnTo>
                <a:lnTo>
                  <a:pt x="2450432" y="1931306"/>
                </a:lnTo>
                <a:moveTo>
                  <a:pt x="2232569" y="2155463"/>
                </a:moveTo>
                <a:lnTo>
                  <a:pt x="2252867" y="2134682"/>
                </a:lnTo>
                <a:moveTo>
                  <a:pt x="2254651" y="2132988"/>
                </a:moveTo>
                <a:lnTo>
                  <a:pt x="2280407" y="2106258"/>
                </a:lnTo>
                <a:lnTo>
                  <a:pt x="2281946" y="2104629"/>
                </a:lnTo>
                <a:moveTo>
                  <a:pt x="2295712" y="2107968"/>
                </a:moveTo>
                <a:lnTo>
                  <a:pt x="2289811" y="2102673"/>
                </a:lnTo>
                <a:moveTo>
                  <a:pt x="2488965" y="1967596"/>
                </a:moveTo>
                <a:lnTo>
                  <a:pt x="2489071" y="1967473"/>
                </a:lnTo>
                <a:moveTo>
                  <a:pt x="2497600" y="1966654"/>
                </a:moveTo>
                <a:lnTo>
                  <a:pt x="2497485" y="1966540"/>
                </a:lnTo>
                <a:moveTo>
                  <a:pt x="2487647" y="1957398"/>
                </a:moveTo>
                <a:lnTo>
                  <a:pt x="2459705" y="1930299"/>
                </a:lnTo>
                <a:moveTo>
                  <a:pt x="2489456" y="1958568"/>
                </a:moveTo>
                <a:lnTo>
                  <a:pt x="2489333" y="1958454"/>
                </a:lnTo>
                <a:moveTo>
                  <a:pt x="2394688" y="2064680"/>
                </a:moveTo>
                <a:lnTo>
                  <a:pt x="2398403" y="2060776"/>
                </a:lnTo>
                <a:lnTo>
                  <a:pt x="2413324" y="2045422"/>
                </a:lnTo>
                <a:lnTo>
                  <a:pt x="2446201" y="2011579"/>
                </a:lnTo>
                <a:lnTo>
                  <a:pt x="2458641" y="1998779"/>
                </a:lnTo>
                <a:lnTo>
                  <a:pt x="2487901" y="1968733"/>
                </a:lnTo>
                <a:moveTo>
                  <a:pt x="2330235" y="2132325"/>
                </a:moveTo>
                <a:lnTo>
                  <a:pt x="2379374" y="2081696"/>
                </a:lnTo>
                <a:lnTo>
                  <a:pt x="2385415" y="2075467"/>
                </a:lnTo>
                <a:lnTo>
                  <a:pt x="2388394" y="2072333"/>
                </a:lnTo>
                <a:moveTo>
                  <a:pt x="2270963" y="2192580"/>
                </a:moveTo>
                <a:lnTo>
                  <a:pt x="2273893" y="2189584"/>
                </a:lnTo>
                <a:lnTo>
                  <a:pt x="2317328" y="2145191"/>
                </a:lnTo>
                <a:moveTo>
                  <a:pt x="2398158" y="2073790"/>
                </a:moveTo>
                <a:lnTo>
                  <a:pt x="2395228" y="2070966"/>
                </a:lnTo>
                <a:moveTo>
                  <a:pt x="2388607" y="2064377"/>
                </a:moveTo>
                <a:lnTo>
                  <a:pt x="2385693" y="2061398"/>
                </a:lnTo>
                <a:lnTo>
                  <a:pt x="2373596" y="2049834"/>
                </a:lnTo>
                <a:lnTo>
                  <a:pt x="2359740" y="2036591"/>
                </a:lnTo>
                <a:lnTo>
                  <a:pt x="2357849" y="2034766"/>
                </a:lnTo>
                <a:lnTo>
                  <a:pt x="2357047" y="2033841"/>
                </a:lnTo>
                <a:moveTo>
                  <a:pt x="2364421" y="2176039"/>
                </a:moveTo>
                <a:lnTo>
                  <a:pt x="2361352" y="2171545"/>
                </a:lnTo>
                <a:moveTo>
                  <a:pt x="2354338" y="2164949"/>
                </a:moveTo>
                <a:lnTo>
                  <a:pt x="2353290" y="2163999"/>
                </a:lnTo>
                <a:lnTo>
                  <a:pt x="2350999" y="2162452"/>
                </a:lnTo>
                <a:moveTo>
                  <a:pt x="2386233" y="2197065"/>
                </a:moveTo>
                <a:lnTo>
                  <a:pt x="2366345" y="2177847"/>
                </a:lnTo>
                <a:moveTo>
                  <a:pt x="2349976" y="2162019"/>
                </a:moveTo>
                <a:lnTo>
                  <a:pt x="2338918" y="2151354"/>
                </a:lnTo>
                <a:lnTo>
                  <a:pt x="2331209" y="2143923"/>
                </a:lnTo>
                <a:moveTo>
                  <a:pt x="2308431" y="2219441"/>
                </a:moveTo>
                <a:lnTo>
                  <a:pt x="2313473" y="2214359"/>
                </a:lnTo>
                <a:lnTo>
                  <a:pt x="2345433" y="2181269"/>
                </a:lnTo>
                <a:lnTo>
                  <a:pt x="2350377" y="2176194"/>
                </a:lnTo>
                <a:lnTo>
                  <a:pt x="2352578" y="2173919"/>
                </a:lnTo>
                <a:lnTo>
                  <a:pt x="2353552" y="2173076"/>
                </a:lnTo>
                <a:moveTo>
                  <a:pt x="2451398" y="2125082"/>
                </a:moveTo>
                <a:lnTo>
                  <a:pt x="2430552" y="2105194"/>
                </a:lnTo>
                <a:moveTo>
                  <a:pt x="2487713" y="2160038"/>
                </a:moveTo>
                <a:lnTo>
                  <a:pt x="2486411" y="2158786"/>
                </a:lnTo>
                <a:lnTo>
                  <a:pt x="2463290" y="2136557"/>
                </a:lnTo>
                <a:moveTo>
                  <a:pt x="2489399" y="2161413"/>
                </a:moveTo>
                <a:lnTo>
                  <a:pt x="2489284" y="2161298"/>
                </a:lnTo>
                <a:moveTo>
                  <a:pt x="2461743" y="2134912"/>
                </a:moveTo>
                <a:lnTo>
                  <a:pt x="2460982" y="2134290"/>
                </a:lnTo>
                <a:moveTo>
                  <a:pt x="2454746" y="2128356"/>
                </a:moveTo>
                <a:lnTo>
                  <a:pt x="2453141" y="2126580"/>
                </a:lnTo>
                <a:moveTo>
                  <a:pt x="2419061" y="2094136"/>
                </a:moveTo>
                <a:lnTo>
                  <a:pt x="2399778" y="2075639"/>
                </a:lnTo>
                <a:moveTo>
                  <a:pt x="2317230" y="2130426"/>
                </a:moveTo>
                <a:lnTo>
                  <a:pt x="2297014" y="2110865"/>
                </a:lnTo>
                <a:moveTo>
                  <a:pt x="1776316" y="1492518"/>
                </a:moveTo>
                <a:lnTo>
                  <a:pt x="1762999" y="1462440"/>
                </a:lnTo>
                <a:moveTo>
                  <a:pt x="2340621" y="2513101"/>
                </a:moveTo>
                <a:lnTo>
                  <a:pt x="2350467" y="2512250"/>
                </a:lnTo>
                <a:lnTo>
                  <a:pt x="2363898" y="2504450"/>
                </a:lnTo>
                <a:lnTo>
                  <a:pt x="2367335" y="2502453"/>
                </a:lnTo>
                <a:lnTo>
                  <a:pt x="2374644" y="2498156"/>
                </a:lnTo>
                <a:lnTo>
                  <a:pt x="2376404" y="2497166"/>
                </a:lnTo>
                <a:lnTo>
                  <a:pt x="2386438" y="2491347"/>
                </a:lnTo>
                <a:lnTo>
                  <a:pt x="2390988" y="2488769"/>
                </a:lnTo>
                <a:lnTo>
                  <a:pt x="2422916" y="2470419"/>
                </a:lnTo>
                <a:lnTo>
                  <a:pt x="2428948" y="2466924"/>
                </a:lnTo>
                <a:moveTo>
                  <a:pt x="2326961" y="2505244"/>
                </a:moveTo>
                <a:lnTo>
                  <a:pt x="2327010" y="2505326"/>
                </a:lnTo>
                <a:moveTo>
                  <a:pt x="2334933" y="2518094"/>
                </a:moveTo>
                <a:lnTo>
                  <a:pt x="2335014" y="2518233"/>
                </a:lnTo>
                <a:moveTo>
                  <a:pt x="1361099" y="2412121"/>
                </a:moveTo>
                <a:lnTo>
                  <a:pt x="1344182" y="2412644"/>
                </a:lnTo>
                <a:lnTo>
                  <a:pt x="1329822" y="2412530"/>
                </a:lnTo>
                <a:lnTo>
                  <a:pt x="1317668" y="2411945"/>
                </a:lnTo>
                <a:lnTo>
                  <a:pt x="1285286" y="2410357"/>
                </a:lnTo>
                <a:lnTo>
                  <a:pt x="1211532" y="2406633"/>
                </a:lnTo>
                <a:lnTo>
                  <a:pt x="1182268" y="2404984"/>
                </a:lnTo>
                <a:moveTo>
                  <a:pt x="1180087" y="2405254"/>
                </a:moveTo>
                <a:lnTo>
                  <a:pt x="1165698" y="2403175"/>
                </a:lnTo>
                <a:moveTo>
                  <a:pt x="1107322" y="2409600"/>
                </a:moveTo>
                <a:lnTo>
                  <a:pt x="1109802" y="2409739"/>
                </a:lnTo>
                <a:lnTo>
                  <a:pt x="1112937" y="2409837"/>
                </a:lnTo>
                <a:lnTo>
                  <a:pt x="1120761" y="2410058"/>
                </a:lnTo>
                <a:lnTo>
                  <a:pt x="1164606" y="2410197"/>
                </a:lnTo>
                <a:lnTo>
                  <a:pt x="1179362" y="2410332"/>
                </a:lnTo>
                <a:moveTo>
                  <a:pt x="1457181" y="2396672"/>
                </a:moveTo>
                <a:lnTo>
                  <a:pt x="1498681" y="2384834"/>
                </a:lnTo>
                <a:lnTo>
                  <a:pt x="1507537" y="2382034"/>
                </a:lnTo>
                <a:lnTo>
                  <a:pt x="1511702" y="2380324"/>
                </a:lnTo>
                <a:lnTo>
                  <a:pt x="1524057" y="2373846"/>
                </a:lnTo>
                <a:moveTo>
                  <a:pt x="1631515" y="2296310"/>
                </a:moveTo>
                <a:lnTo>
                  <a:pt x="1627918" y="2299531"/>
                </a:lnTo>
                <a:lnTo>
                  <a:pt x="1615953" y="2309692"/>
                </a:lnTo>
                <a:lnTo>
                  <a:pt x="1606328" y="2317553"/>
                </a:lnTo>
                <a:lnTo>
                  <a:pt x="1595815" y="2325185"/>
                </a:lnTo>
                <a:lnTo>
                  <a:pt x="1576511" y="2338783"/>
                </a:lnTo>
                <a:lnTo>
                  <a:pt x="1564173" y="2346436"/>
                </a:lnTo>
                <a:lnTo>
                  <a:pt x="1561812" y="2347987"/>
                </a:lnTo>
                <a:lnTo>
                  <a:pt x="1542472" y="2359302"/>
                </a:lnTo>
                <a:lnTo>
                  <a:pt x="1534312" y="2363754"/>
                </a:lnTo>
                <a:moveTo>
                  <a:pt x="1708491" y="2186241"/>
                </a:moveTo>
                <a:lnTo>
                  <a:pt x="1707582" y="2188475"/>
                </a:lnTo>
                <a:lnTo>
                  <a:pt x="1706027" y="2192629"/>
                </a:lnTo>
                <a:lnTo>
                  <a:pt x="1702291" y="2201873"/>
                </a:lnTo>
                <a:lnTo>
                  <a:pt x="1700850" y="2205552"/>
                </a:lnTo>
                <a:lnTo>
                  <a:pt x="1698911" y="2209599"/>
                </a:lnTo>
                <a:lnTo>
                  <a:pt x="1696091" y="2215230"/>
                </a:lnTo>
                <a:lnTo>
                  <a:pt x="1692527" y="2222351"/>
                </a:lnTo>
                <a:lnTo>
                  <a:pt x="1689773" y="2227343"/>
                </a:lnTo>
                <a:lnTo>
                  <a:pt x="1685656" y="2234300"/>
                </a:lnTo>
                <a:lnTo>
                  <a:pt x="1679554" y="2243684"/>
                </a:lnTo>
                <a:lnTo>
                  <a:pt x="1672332" y="2253542"/>
                </a:lnTo>
                <a:lnTo>
                  <a:pt x="1669045" y="2257798"/>
                </a:lnTo>
                <a:lnTo>
                  <a:pt x="1663038" y="2264980"/>
                </a:lnTo>
                <a:lnTo>
                  <a:pt x="1662146" y="2266027"/>
                </a:lnTo>
                <a:moveTo>
                  <a:pt x="1661250" y="2267971"/>
                </a:moveTo>
                <a:lnTo>
                  <a:pt x="1651453" y="2277093"/>
                </a:lnTo>
                <a:lnTo>
                  <a:pt x="1649865" y="2278333"/>
                </a:lnTo>
                <a:moveTo>
                  <a:pt x="1647737" y="2280465"/>
                </a:moveTo>
                <a:lnTo>
                  <a:pt x="1645380" y="2282855"/>
                </a:lnTo>
                <a:lnTo>
                  <a:pt x="1633836" y="2294992"/>
                </a:lnTo>
                <a:moveTo>
                  <a:pt x="1718288" y="2127595"/>
                </a:moveTo>
                <a:lnTo>
                  <a:pt x="1718288" y="2127758"/>
                </a:lnTo>
                <a:moveTo>
                  <a:pt x="1636336" y="2298213"/>
                </a:moveTo>
                <a:lnTo>
                  <a:pt x="1649501" y="2288019"/>
                </a:lnTo>
                <a:moveTo>
                  <a:pt x="1649697" y="2287843"/>
                </a:moveTo>
                <a:lnTo>
                  <a:pt x="1652161" y="2285335"/>
                </a:lnTo>
                <a:moveTo>
                  <a:pt x="1652316" y="2285171"/>
                </a:moveTo>
                <a:lnTo>
                  <a:pt x="1655553" y="2281717"/>
                </a:lnTo>
                <a:lnTo>
                  <a:pt x="1664016" y="2270930"/>
                </a:lnTo>
                <a:moveTo>
                  <a:pt x="937105" y="2392858"/>
                </a:moveTo>
                <a:lnTo>
                  <a:pt x="926445" y="2391831"/>
                </a:lnTo>
                <a:lnTo>
                  <a:pt x="905750" y="2390158"/>
                </a:lnTo>
                <a:moveTo>
                  <a:pt x="1002802" y="2396100"/>
                </a:moveTo>
                <a:lnTo>
                  <a:pt x="970293" y="2394827"/>
                </a:lnTo>
                <a:lnTo>
                  <a:pt x="939430" y="2393186"/>
                </a:lnTo>
                <a:moveTo>
                  <a:pt x="1004701" y="2401685"/>
                </a:moveTo>
                <a:lnTo>
                  <a:pt x="1020583" y="2403453"/>
                </a:lnTo>
                <a:lnTo>
                  <a:pt x="1024111" y="2403944"/>
                </a:lnTo>
                <a:lnTo>
                  <a:pt x="1044989" y="2406138"/>
                </a:lnTo>
                <a:moveTo>
                  <a:pt x="632891" y="2373383"/>
                </a:moveTo>
                <a:lnTo>
                  <a:pt x="621793" y="2371689"/>
                </a:lnTo>
                <a:moveTo>
                  <a:pt x="654496" y="2376473"/>
                </a:moveTo>
                <a:lnTo>
                  <a:pt x="639363" y="2374333"/>
                </a:lnTo>
                <a:moveTo>
                  <a:pt x="595275" y="2366132"/>
                </a:moveTo>
                <a:lnTo>
                  <a:pt x="590463" y="2365993"/>
                </a:lnTo>
                <a:moveTo>
                  <a:pt x="774512" y="2392056"/>
                </a:moveTo>
                <a:lnTo>
                  <a:pt x="784362" y="2393067"/>
                </a:lnTo>
                <a:lnTo>
                  <a:pt x="790590" y="2393935"/>
                </a:lnTo>
                <a:lnTo>
                  <a:pt x="794683" y="2394205"/>
                </a:lnTo>
                <a:lnTo>
                  <a:pt x="796365" y="2394315"/>
                </a:lnTo>
                <a:moveTo>
                  <a:pt x="567939" y="2385128"/>
                </a:moveTo>
                <a:lnTo>
                  <a:pt x="569281" y="2385169"/>
                </a:lnTo>
                <a:lnTo>
                  <a:pt x="570845" y="2385235"/>
                </a:lnTo>
                <a:lnTo>
                  <a:pt x="572490" y="2385333"/>
                </a:lnTo>
                <a:lnTo>
                  <a:pt x="573857" y="2385415"/>
                </a:lnTo>
                <a:lnTo>
                  <a:pt x="574691" y="2385464"/>
                </a:lnTo>
                <a:moveTo>
                  <a:pt x="582213" y="2380483"/>
                </a:moveTo>
                <a:lnTo>
                  <a:pt x="582219" y="2380203"/>
                </a:lnTo>
                <a:moveTo>
                  <a:pt x="582229" y="2368749"/>
                </a:moveTo>
                <a:lnTo>
                  <a:pt x="582223" y="2368585"/>
                </a:lnTo>
                <a:moveTo>
                  <a:pt x="573627" y="2558161"/>
                </a:moveTo>
                <a:lnTo>
                  <a:pt x="573636" y="2557997"/>
                </a:lnTo>
                <a:moveTo>
                  <a:pt x="1350795" y="921133"/>
                </a:moveTo>
                <a:lnTo>
                  <a:pt x="1350885" y="922664"/>
                </a:lnTo>
                <a:lnTo>
                  <a:pt x="1351237" y="926600"/>
                </a:lnTo>
                <a:lnTo>
                  <a:pt x="1353316" y="936307"/>
                </a:lnTo>
                <a:lnTo>
                  <a:pt x="1354445" y="945024"/>
                </a:lnTo>
                <a:lnTo>
                  <a:pt x="1356328" y="952545"/>
                </a:lnTo>
                <a:lnTo>
                  <a:pt x="1357294" y="954894"/>
                </a:lnTo>
                <a:lnTo>
                  <a:pt x="1361754" y="963013"/>
                </a:lnTo>
                <a:moveTo>
                  <a:pt x="2224295" y="2401096"/>
                </a:moveTo>
                <a:lnTo>
                  <a:pt x="2227830" y="2403011"/>
                </a:lnTo>
                <a:lnTo>
                  <a:pt x="2244150" y="2411523"/>
                </a:lnTo>
                <a:lnTo>
                  <a:pt x="2265143" y="2421443"/>
                </a:lnTo>
                <a:lnTo>
                  <a:pt x="2273663" y="2425789"/>
                </a:lnTo>
                <a:moveTo>
                  <a:pt x="2259197" y="2659190"/>
                </a:moveTo>
                <a:lnTo>
                  <a:pt x="2225178" y="2594676"/>
                </a:lnTo>
                <a:lnTo>
                  <a:pt x="2221037" y="2586835"/>
                </a:lnTo>
                <a:moveTo>
                  <a:pt x="2203670" y="2564672"/>
                </a:moveTo>
                <a:lnTo>
                  <a:pt x="2203710" y="2564754"/>
                </a:lnTo>
                <a:moveTo>
                  <a:pt x="2563264" y="2682348"/>
                </a:moveTo>
                <a:lnTo>
                  <a:pt x="2572635" y="2697113"/>
                </a:lnTo>
                <a:lnTo>
                  <a:pt x="2579428" y="2708637"/>
                </a:lnTo>
                <a:lnTo>
                  <a:pt x="2581835" y="2711371"/>
                </a:lnTo>
                <a:moveTo>
                  <a:pt x="2103041" y="2340793"/>
                </a:moveTo>
                <a:lnTo>
                  <a:pt x="2102689" y="2340842"/>
                </a:lnTo>
                <a:lnTo>
                  <a:pt x="2101208" y="2341603"/>
                </a:lnTo>
                <a:moveTo>
                  <a:pt x="1834544" y="1441254"/>
                </a:moveTo>
                <a:lnTo>
                  <a:pt x="1831815" y="1438819"/>
                </a:lnTo>
                <a:lnTo>
                  <a:pt x="1804192" y="1415240"/>
                </a:lnTo>
                <a:lnTo>
                  <a:pt x="1749266" y="1365204"/>
                </a:lnTo>
                <a:moveTo>
                  <a:pt x="1894230" y="1358710"/>
                </a:moveTo>
                <a:lnTo>
                  <a:pt x="1890318" y="1364553"/>
                </a:lnTo>
                <a:lnTo>
                  <a:pt x="1887208" y="1369308"/>
                </a:lnTo>
                <a:moveTo>
                  <a:pt x="1881331" y="1379359"/>
                </a:moveTo>
                <a:lnTo>
                  <a:pt x="1862048" y="1416484"/>
                </a:lnTo>
                <a:moveTo>
                  <a:pt x="1844673" y="1461965"/>
                </a:moveTo>
                <a:lnTo>
                  <a:pt x="1879088" y="1493459"/>
                </a:lnTo>
                <a:moveTo>
                  <a:pt x="1883917" y="1497879"/>
                </a:moveTo>
                <a:lnTo>
                  <a:pt x="1892740" y="1505941"/>
                </a:lnTo>
                <a:lnTo>
                  <a:pt x="1897283" y="1510900"/>
                </a:lnTo>
                <a:lnTo>
                  <a:pt x="1900753" y="1514583"/>
                </a:lnTo>
                <a:moveTo>
                  <a:pt x="1921222" y="1537046"/>
                </a:moveTo>
                <a:lnTo>
                  <a:pt x="1924864" y="1540954"/>
                </a:lnTo>
                <a:lnTo>
                  <a:pt x="1936020" y="1553304"/>
                </a:lnTo>
                <a:lnTo>
                  <a:pt x="1952675" y="1573254"/>
                </a:lnTo>
                <a:moveTo>
                  <a:pt x="2017513" y="1628819"/>
                </a:moveTo>
                <a:lnTo>
                  <a:pt x="2009566" y="1625361"/>
                </a:lnTo>
                <a:moveTo>
                  <a:pt x="1914200" y="1515385"/>
                </a:moveTo>
                <a:lnTo>
                  <a:pt x="1909609" y="1510888"/>
                </a:lnTo>
                <a:moveTo>
                  <a:pt x="1909465" y="1510745"/>
                </a:moveTo>
                <a:lnTo>
                  <a:pt x="1904403" y="1505474"/>
                </a:lnTo>
                <a:lnTo>
                  <a:pt x="1899443" y="1500842"/>
                </a:lnTo>
                <a:lnTo>
                  <a:pt x="1889859" y="1491356"/>
                </a:lnTo>
                <a:lnTo>
                  <a:pt x="1853610" y="1458389"/>
                </a:lnTo>
                <a:moveTo>
                  <a:pt x="1934850" y="1519380"/>
                </a:moveTo>
                <a:lnTo>
                  <a:pt x="1954116" y="1504467"/>
                </a:lnTo>
                <a:moveTo>
                  <a:pt x="2347471" y="1271168"/>
                </a:moveTo>
                <a:lnTo>
                  <a:pt x="2349190" y="1273141"/>
                </a:lnTo>
                <a:moveTo>
                  <a:pt x="1568167" y="949157"/>
                </a:moveTo>
                <a:lnTo>
                  <a:pt x="1588768" y="1001022"/>
                </a:lnTo>
                <a:lnTo>
                  <a:pt x="1594718" y="1016839"/>
                </a:lnTo>
                <a:moveTo>
                  <a:pt x="1598953" y="1027769"/>
                </a:moveTo>
                <a:lnTo>
                  <a:pt x="1627100" y="1098336"/>
                </a:lnTo>
                <a:moveTo>
                  <a:pt x="1630100" y="1105890"/>
                </a:moveTo>
                <a:lnTo>
                  <a:pt x="1630157" y="1106042"/>
                </a:lnTo>
                <a:moveTo>
                  <a:pt x="1632178" y="1111153"/>
                </a:moveTo>
                <a:lnTo>
                  <a:pt x="1644553" y="1142516"/>
                </a:lnTo>
                <a:lnTo>
                  <a:pt x="1657976" y="1173895"/>
                </a:lnTo>
                <a:moveTo>
                  <a:pt x="1542100" y="883558"/>
                </a:moveTo>
                <a:lnTo>
                  <a:pt x="1543581" y="887266"/>
                </a:lnTo>
                <a:moveTo>
                  <a:pt x="1546929" y="895876"/>
                </a:moveTo>
                <a:lnTo>
                  <a:pt x="1558968" y="927681"/>
                </a:lnTo>
                <a:moveTo>
                  <a:pt x="1527093" y="845738"/>
                </a:moveTo>
                <a:lnTo>
                  <a:pt x="1528297" y="848893"/>
                </a:lnTo>
                <a:moveTo>
                  <a:pt x="1528387" y="849114"/>
                </a:moveTo>
                <a:lnTo>
                  <a:pt x="1539677" y="877473"/>
                </a:lnTo>
                <a:moveTo>
                  <a:pt x="1724860" y="2117536"/>
                </a:moveTo>
                <a:lnTo>
                  <a:pt x="1724475" y="2117397"/>
                </a:lnTo>
                <a:lnTo>
                  <a:pt x="1722126" y="2117569"/>
                </a:lnTo>
                <a:moveTo>
                  <a:pt x="1738692" y="2128609"/>
                </a:moveTo>
                <a:lnTo>
                  <a:pt x="1737194" y="2127963"/>
                </a:lnTo>
                <a:lnTo>
                  <a:pt x="1735025" y="2127586"/>
                </a:lnTo>
                <a:moveTo>
                  <a:pt x="1731817" y="2130107"/>
                </a:moveTo>
                <a:lnTo>
                  <a:pt x="1731972" y="2130050"/>
                </a:lnTo>
                <a:moveTo>
                  <a:pt x="1721193" y="2134273"/>
                </a:moveTo>
                <a:lnTo>
                  <a:pt x="1722887" y="2134658"/>
                </a:lnTo>
                <a:lnTo>
                  <a:pt x="1724131" y="2134560"/>
                </a:lnTo>
                <a:moveTo>
                  <a:pt x="1728494" y="2128569"/>
                </a:moveTo>
                <a:lnTo>
                  <a:pt x="1728502" y="2128405"/>
                </a:lnTo>
                <a:moveTo>
                  <a:pt x="1717813" y="2135067"/>
                </a:moveTo>
                <a:lnTo>
                  <a:pt x="1717600" y="2137940"/>
                </a:lnTo>
                <a:lnTo>
                  <a:pt x="1717314" y="2141369"/>
                </a:lnTo>
                <a:lnTo>
                  <a:pt x="1716773" y="2148007"/>
                </a:lnTo>
                <a:lnTo>
                  <a:pt x="1716299" y="2152230"/>
                </a:lnTo>
                <a:lnTo>
                  <a:pt x="1715636" y="2156920"/>
                </a:lnTo>
                <a:lnTo>
                  <a:pt x="1714195" y="2164752"/>
                </a:lnTo>
                <a:lnTo>
                  <a:pt x="1711887" y="2174500"/>
                </a:lnTo>
                <a:lnTo>
                  <a:pt x="1711159" y="2180417"/>
                </a:lnTo>
                <a:moveTo>
                  <a:pt x="1718648" y="2121931"/>
                </a:moveTo>
                <a:lnTo>
                  <a:pt x="1718288" y="2128127"/>
                </a:lnTo>
                <a:moveTo>
                  <a:pt x="2424160" y="1694790"/>
                </a:moveTo>
                <a:lnTo>
                  <a:pt x="2400834" y="1670899"/>
                </a:lnTo>
                <a:lnTo>
                  <a:pt x="2394925" y="1664965"/>
                </a:lnTo>
                <a:lnTo>
                  <a:pt x="2386094" y="1656879"/>
                </a:lnTo>
                <a:lnTo>
                  <a:pt x="2382935" y="1653941"/>
                </a:lnTo>
                <a:lnTo>
                  <a:pt x="2379334" y="1650913"/>
                </a:lnTo>
                <a:lnTo>
                  <a:pt x="2376133" y="1648253"/>
                </a:lnTo>
                <a:lnTo>
                  <a:pt x="2373261" y="1646051"/>
                </a:lnTo>
                <a:lnTo>
                  <a:pt x="2368325" y="1642245"/>
                </a:lnTo>
                <a:lnTo>
                  <a:pt x="2365690" y="1640338"/>
                </a:lnTo>
                <a:lnTo>
                  <a:pt x="2362875" y="1638456"/>
                </a:lnTo>
                <a:lnTo>
                  <a:pt x="2359159" y="1636033"/>
                </a:lnTo>
                <a:lnTo>
                  <a:pt x="2355279" y="1633619"/>
                </a:lnTo>
                <a:lnTo>
                  <a:pt x="2346890" y="1628831"/>
                </a:lnTo>
                <a:lnTo>
                  <a:pt x="2344107" y="1627390"/>
                </a:lnTo>
                <a:lnTo>
                  <a:pt x="2341096" y="1625909"/>
                </a:lnTo>
                <a:lnTo>
                  <a:pt x="2335800" y="1623421"/>
                </a:lnTo>
                <a:lnTo>
                  <a:pt x="2331634" y="1621735"/>
                </a:lnTo>
                <a:lnTo>
                  <a:pt x="2327264" y="1620090"/>
                </a:lnTo>
                <a:lnTo>
                  <a:pt x="2317901" y="1616947"/>
                </a:lnTo>
                <a:lnTo>
                  <a:pt x="2313473" y="1615597"/>
                </a:lnTo>
                <a:moveTo>
                  <a:pt x="2436519" y="1700544"/>
                </a:moveTo>
                <a:lnTo>
                  <a:pt x="2432083" y="1698170"/>
                </a:lnTo>
                <a:lnTo>
                  <a:pt x="2428989" y="1696500"/>
                </a:lnTo>
                <a:lnTo>
                  <a:pt x="2427835" y="1694806"/>
                </a:lnTo>
                <a:moveTo>
                  <a:pt x="1853430" y="1458225"/>
                </a:moveTo>
                <a:lnTo>
                  <a:pt x="1850533" y="1455557"/>
                </a:lnTo>
                <a:moveTo>
                  <a:pt x="1569767" y="1665051"/>
                </a:moveTo>
                <a:lnTo>
                  <a:pt x="1577743" y="1674599"/>
                </a:lnTo>
                <a:lnTo>
                  <a:pt x="1601278" y="1702880"/>
                </a:lnTo>
                <a:moveTo>
                  <a:pt x="1608247" y="1712714"/>
                </a:moveTo>
                <a:lnTo>
                  <a:pt x="1609401" y="1714686"/>
                </a:lnTo>
                <a:moveTo>
                  <a:pt x="2533783" y="1809586"/>
                </a:moveTo>
                <a:lnTo>
                  <a:pt x="2522521" y="1797677"/>
                </a:lnTo>
                <a:lnTo>
                  <a:pt x="2493507" y="1767313"/>
                </a:lnTo>
                <a:lnTo>
                  <a:pt x="2485994" y="1759447"/>
                </a:lnTo>
                <a:moveTo>
                  <a:pt x="2527359" y="1821854"/>
                </a:moveTo>
                <a:lnTo>
                  <a:pt x="2548597" y="1844198"/>
                </a:lnTo>
                <a:moveTo>
                  <a:pt x="2394287" y="1679374"/>
                </a:moveTo>
                <a:lnTo>
                  <a:pt x="2472592" y="1762144"/>
                </a:lnTo>
                <a:moveTo>
                  <a:pt x="2812842" y="2105693"/>
                </a:moveTo>
                <a:lnTo>
                  <a:pt x="2795295" y="2087130"/>
                </a:lnTo>
                <a:lnTo>
                  <a:pt x="2564275" y="1844358"/>
                </a:lnTo>
                <a:moveTo>
                  <a:pt x="2473234" y="1765054"/>
                </a:moveTo>
                <a:lnTo>
                  <a:pt x="2483972" y="1776406"/>
                </a:lnTo>
                <a:lnTo>
                  <a:pt x="2525664" y="1820078"/>
                </a:lnTo>
                <a:moveTo>
                  <a:pt x="2482933" y="1758543"/>
                </a:moveTo>
                <a:lnTo>
                  <a:pt x="2424794" y="1697728"/>
                </a:lnTo>
                <a:moveTo>
                  <a:pt x="3142277" y="2452274"/>
                </a:moveTo>
                <a:lnTo>
                  <a:pt x="3039127" y="2343608"/>
                </a:lnTo>
                <a:lnTo>
                  <a:pt x="2933539" y="2232774"/>
                </a:lnTo>
                <a:lnTo>
                  <a:pt x="2905343" y="2202941"/>
                </a:lnTo>
                <a:lnTo>
                  <a:pt x="2877131" y="2173313"/>
                </a:lnTo>
                <a:lnTo>
                  <a:pt x="2820708" y="2114057"/>
                </a:lnTo>
                <a:lnTo>
                  <a:pt x="2814524" y="2107477"/>
                </a:lnTo>
                <a:moveTo>
                  <a:pt x="2332232" y="1634372"/>
                </a:moveTo>
                <a:lnTo>
                  <a:pt x="2335833" y="1636009"/>
                </a:lnTo>
                <a:lnTo>
                  <a:pt x="2340244" y="1638129"/>
                </a:lnTo>
                <a:lnTo>
                  <a:pt x="2344304" y="1640379"/>
                </a:lnTo>
                <a:lnTo>
                  <a:pt x="2348503" y="1642810"/>
                </a:lnTo>
                <a:lnTo>
                  <a:pt x="2356924" y="1648146"/>
                </a:lnTo>
                <a:lnTo>
                  <a:pt x="2364405" y="1653515"/>
                </a:lnTo>
                <a:lnTo>
                  <a:pt x="2371272" y="1658901"/>
                </a:lnTo>
                <a:lnTo>
                  <a:pt x="2376747" y="1663811"/>
                </a:lnTo>
                <a:lnTo>
                  <a:pt x="2381715" y="1668689"/>
                </a:lnTo>
                <a:lnTo>
                  <a:pt x="2391455" y="1678642"/>
                </a:lnTo>
                <a:moveTo>
                  <a:pt x="1319461" y="682277"/>
                </a:moveTo>
                <a:lnTo>
                  <a:pt x="1335695" y="670196"/>
                </a:lnTo>
                <a:lnTo>
                  <a:pt x="1356041" y="653394"/>
                </a:lnTo>
                <a:lnTo>
                  <a:pt x="1386922" y="628161"/>
                </a:lnTo>
                <a:lnTo>
                  <a:pt x="1397553" y="618855"/>
                </a:lnTo>
                <a:lnTo>
                  <a:pt x="1407727" y="611178"/>
                </a:lnTo>
                <a:lnTo>
                  <a:pt x="1416451" y="605334"/>
                </a:lnTo>
                <a:lnTo>
                  <a:pt x="1425143" y="601430"/>
                </a:lnTo>
                <a:lnTo>
                  <a:pt x="1440833" y="594571"/>
                </a:lnTo>
                <a:lnTo>
                  <a:pt x="1452987" y="590176"/>
                </a:lnTo>
                <a:lnTo>
                  <a:pt x="1461163" y="588679"/>
                </a:lnTo>
                <a:lnTo>
                  <a:pt x="1470739" y="587656"/>
                </a:lnTo>
                <a:lnTo>
                  <a:pt x="1480176" y="586976"/>
                </a:lnTo>
                <a:lnTo>
                  <a:pt x="1505744" y="587263"/>
                </a:lnTo>
                <a:lnTo>
                  <a:pt x="1517857" y="586723"/>
                </a:lnTo>
                <a:lnTo>
                  <a:pt x="1530707" y="584046"/>
                </a:lnTo>
                <a:lnTo>
                  <a:pt x="1538605" y="581419"/>
                </a:lnTo>
                <a:lnTo>
                  <a:pt x="1547501" y="577130"/>
                </a:lnTo>
                <a:lnTo>
                  <a:pt x="1556504" y="571188"/>
                </a:lnTo>
                <a:lnTo>
                  <a:pt x="1560711" y="567636"/>
                </a:lnTo>
                <a:moveTo>
                  <a:pt x="2056283" y="1648040"/>
                </a:moveTo>
                <a:lnTo>
                  <a:pt x="2048704" y="1644512"/>
                </a:lnTo>
                <a:lnTo>
                  <a:pt x="2030207" y="1637817"/>
                </a:lnTo>
                <a:moveTo>
                  <a:pt x="1988294" y="1698587"/>
                </a:moveTo>
                <a:lnTo>
                  <a:pt x="1992763" y="1698980"/>
                </a:lnTo>
                <a:lnTo>
                  <a:pt x="1995652" y="1699005"/>
                </a:lnTo>
                <a:moveTo>
                  <a:pt x="1975375" y="1671165"/>
                </a:moveTo>
                <a:lnTo>
                  <a:pt x="1975162" y="1672495"/>
                </a:lnTo>
                <a:lnTo>
                  <a:pt x="1975170" y="1673837"/>
                </a:lnTo>
                <a:lnTo>
                  <a:pt x="1975306" y="1675127"/>
                </a:lnTo>
                <a:lnTo>
                  <a:pt x="1975477" y="1676154"/>
                </a:lnTo>
                <a:lnTo>
                  <a:pt x="1975522" y="1676330"/>
                </a:lnTo>
                <a:moveTo>
                  <a:pt x="2005199" y="1640093"/>
                </a:moveTo>
                <a:lnTo>
                  <a:pt x="2011931" y="1651453"/>
                </a:lnTo>
                <a:lnTo>
                  <a:pt x="2018773" y="1659875"/>
                </a:lnTo>
                <a:lnTo>
                  <a:pt x="2022145" y="1662780"/>
                </a:lnTo>
                <a:lnTo>
                  <a:pt x="2027588" y="1665448"/>
                </a:lnTo>
                <a:lnTo>
                  <a:pt x="2036386" y="1667585"/>
                </a:lnTo>
                <a:lnTo>
                  <a:pt x="2044755" y="1667519"/>
                </a:lnTo>
                <a:moveTo>
                  <a:pt x="2044976" y="1667515"/>
                </a:moveTo>
                <a:lnTo>
                  <a:pt x="2050889" y="1667183"/>
                </a:lnTo>
                <a:moveTo>
                  <a:pt x="1428589" y="572216"/>
                </a:moveTo>
                <a:lnTo>
                  <a:pt x="1427451" y="569887"/>
                </a:lnTo>
                <a:lnTo>
                  <a:pt x="1417679" y="545735"/>
                </a:lnTo>
                <a:lnTo>
                  <a:pt x="1407129" y="519962"/>
                </a:lnTo>
                <a:moveTo>
                  <a:pt x="1424108" y="586289"/>
                </a:moveTo>
                <a:lnTo>
                  <a:pt x="1430160" y="601549"/>
                </a:lnTo>
                <a:moveTo>
                  <a:pt x="1558878" y="558993"/>
                </a:moveTo>
                <a:lnTo>
                  <a:pt x="1549826" y="563569"/>
                </a:lnTo>
                <a:lnTo>
                  <a:pt x="1542845" y="567014"/>
                </a:lnTo>
                <a:lnTo>
                  <a:pt x="1537001" y="569502"/>
                </a:lnTo>
                <a:lnTo>
                  <a:pt x="1527269" y="572784"/>
                </a:lnTo>
                <a:lnTo>
                  <a:pt x="1517718" y="573709"/>
                </a:lnTo>
                <a:lnTo>
                  <a:pt x="1507463" y="574151"/>
                </a:lnTo>
                <a:lnTo>
                  <a:pt x="1497535" y="573676"/>
                </a:lnTo>
                <a:lnTo>
                  <a:pt x="1482517" y="572514"/>
                </a:lnTo>
                <a:lnTo>
                  <a:pt x="1469159" y="572866"/>
                </a:lnTo>
                <a:lnTo>
                  <a:pt x="1457087" y="574217"/>
                </a:lnTo>
                <a:lnTo>
                  <a:pt x="1451448" y="575019"/>
                </a:lnTo>
                <a:lnTo>
                  <a:pt x="1443550" y="576410"/>
                </a:lnTo>
                <a:moveTo>
                  <a:pt x="1321822" y="686287"/>
                </a:moveTo>
                <a:lnTo>
                  <a:pt x="1334475" y="680771"/>
                </a:lnTo>
                <a:lnTo>
                  <a:pt x="1359389" y="660948"/>
                </a:lnTo>
                <a:lnTo>
                  <a:pt x="1397954" y="627506"/>
                </a:lnTo>
                <a:lnTo>
                  <a:pt x="1413227" y="616228"/>
                </a:lnTo>
                <a:lnTo>
                  <a:pt x="1421296" y="611677"/>
                </a:lnTo>
                <a:moveTo>
                  <a:pt x="1411868" y="587050"/>
                </a:moveTo>
                <a:lnTo>
                  <a:pt x="1398781" y="597739"/>
                </a:lnTo>
                <a:lnTo>
                  <a:pt x="1383689" y="611301"/>
                </a:lnTo>
                <a:lnTo>
                  <a:pt x="1325955" y="662888"/>
                </a:lnTo>
                <a:lnTo>
                  <a:pt x="1316036" y="669992"/>
                </a:lnTo>
                <a:moveTo>
                  <a:pt x="1453502" y="599228"/>
                </a:moveTo>
                <a:lnTo>
                  <a:pt x="1459649" y="597191"/>
                </a:lnTo>
                <a:lnTo>
                  <a:pt x="1467735" y="595668"/>
                </a:lnTo>
                <a:lnTo>
                  <a:pt x="1475265" y="594588"/>
                </a:lnTo>
                <a:lnTo>
                  <a:pt x="1484800" y="594097"/>
                </a:lnTo>
                <a:lnTo>
                  <a:pt x="1498321" y="594252"/>
                </a:lnTo>
                <a:lnTo>
                  <a:pt x="1512030" y="594948"/>
                </a:lnTo>
                <a:lnTo>
                  <a:pt x="1517824" y="595177"/>
                </a:lnTo>
                <a:lnTo>
                  <a:pt x="1523333" y="594964"/>
                </a:lnTo>
                <a:lnTo>
                  <a:pt x="1526361" y="594506"/>
                </a:lnTo>
                <a:moveTo>
                  <a:pt x="1533089" y="592959"/>
                </a:moveTo>
                <a:lnTo>
                  <a:pt x="1533285" y="592902"/>
                </a:lnTo>
                <a:lnTo>
                  <a:pt x="1537132" y="591748"/>
                </a:lnTo>
                <a:lnTo>
                  <a:pt x="1541142" y="590045"/>
                </a:lnTo>
                <a:moveTo>
                  <a:pt x="1546446" y="586706"/>
                </a:moveTo>
                <a:lnTo>
                  <a:pt x="1551356" y="583220"/>
                </a:lnTo>
                <a:lnTo>
                  <a:pt x="1557036" y="578743"/>
                </a:lnTo>
                <a:lnTo>
                  <a:pt x="1561391" y="574446"/>
                </a:lnTo>
                <a:lnTo>
                  <a:pt x="1564157" y="571131"/>
                </a:lnTo>
                <a:moveTo>
                  <a:pt x="1360481" y="397329"/>
                </a:moveTo>
                <a:lnTo>
                  <a:pt x="1354625" y="382425"/>
                </a:lnTo>
                <a:moveTo>
                  <a:pt x="1310707" y="273203"/>
                </a:moveTo>
                <a:lnTo>
                  <a:pt x="1293442" y="232579"/>
                </a:lnTo>
                <a:moveTo>
                  <a:pt x="1286424" y="214761"/>
                </a:moveTo>
                <a:lnTo>
                  <a:pt x="1262574" y="154417"/>
                </a:lnTo>
                <a:lnTo>
                  <a:pt x="1259088" y="146388"/>
                </a:lnTo>
                <a:moveTo>
                  <a:pt x="1351151" y="373422"/>
                </a:moveTo>
                <a:lnTo>
                  <a:pt x="1326569" y="309984"/>
                </a:lnTo>
                <a:moveTo>
                  <a:pt x="1321122" y="299385"/>
                </a:moveTo>
                <a:lnTo>
                  <a:pt x="1315577" y="284616"/>
                </a:lnTo>
                <a:lnTo>
                  <a:pt x="1315336" y="284051"/>
                </a:lnTo>
                <a:moveTo>
                  <a:pt x="1240321" y="3093923"/>
                </a:moveTo>
                <a:lnTo>
                  <a:pt x="1251623" y="3092179"/>
                </a:lnTo>
                <a:lnTo>
                  <a:pt x="1268615" y="3089290"/>
                </a:lnTo>
                <a:lnTo>
                  <a:pt x="1295067" y="3082923"/>
                </a:lnTo>
                <a:lnTo>
                  <a:pt x="1308866" y="3078315"/>
                </a:lnTo>
                <a:lnTo>
                  <a:pt x="1324948" y="3072291"/>
                </a:lnTo>
                <a:lnTo>
                  <a:pt x="1335547" y="3067208"/>
                </a:lnTo>
                <a:lnTo>
                  <a:pt x="1341293" y="3064859"/>
                </a:lnTo>
                <a:lnTo>
                  <a:pt x="1354077" y="3058165"/>
                </a:lnTo>
                <a:lnTo>
                  <a:pt x="1358750" y="3055652"/>
                </a:lnTo>
                <a:lnTo>
                  <a:pt x="1376814" y="3045650"/>
                </a:lnTo>
                <a:lnTo>
                  <a:pt x="1398421" y="3033185"/>
                </a:lnTo>
                <a:lnTo>
                  <a:pt x="1413701" y="3023028"/>
                </a:lnTo>
                <a:lnTo>
                  <a:pt x="1431625" y="3008877"/>
                </a:lnTo>
                <a:lnTo>
                  <a:pt x="1435472" y="3006021"/>
                </a:lnTo>
                <a:lnTo>
                  <a:pt x="1461875" y="2984709"/>
                </a:lnTo>
                <a:lnTo>
                  <a:pt x="1469217" y="2977564"/>
                </a:lnTo>
                <a:lnTo>
                  <a:pt x="1473792" y="2972964"/>
                </a:lnTo>
                <a:lnTo>
                  <a:pt x="1474553" y="2972113"/>
                </a:lnTo>
                <a:lnTo>
                  <a:pt x="1476157" y="2970320"/>
                </a:lnTo>
                <a:lnTo>
                  <a:pt x="1489400" y="2955392"/>
                </a:lnTo>
                <a:lnTo>
                  <a:pt x="1501701" y="2938769"/>
                </a:lnTo>
                <a:lnTo>
                  <a:pt x="1505114" y="2933834"/>
                </a:lnTo>
                <a:lnTo>
                  <a:pt x="1518152" y="2911441"/>
                </a:lnTo>
                <a:lnTo>
                  <a:pt x="1524004" y="2897486"/>
                </a:lnTo>
                <a:lnTo>
                  <a:pt x="1526410" y="2889981"/>
                </a:lnTo>
                <a:lnTo>
                  <a:pt x="1527941" y="2885177"/>
                </a:lnTo>
                <a:lnTo>
                  <a:pt x="1530560" y="2872573"/>
                </a:lnTo>
                <a:lnTo>
                  <a:pt x="1532033" y="2860198"/>
                </a:lnTo>
                <a:lnTo>
                  <a:pt x="1535004" y="2828933"/>
                </a:lnTo>
                <a:lnTo>
                  <a:pt x="1535184" y="2827026"/>
                </a:lnTo>
                <a:lnTo>
                  <a:pt x="1534742" y="2802783"/>
                </a:lnTo>
                <a:lnTo>
                  <a:pt x="1534693" y="2800263"/>
                </a:lnTo>
                <a:lnTo>
                  <a:pt x="1534439" y="2778885"/>
                </a:lnTo>
                <a:lnTo>
                  <a:pt x="1533334" y="2771142"/>
                </a:lnTo>
                <a:lnTo>
                  <a:pt x="1532737" y="2765978"/>
                </a:lnTo>
                <a:lnTo>
                  <a:pt x="1529905" y="2741645"/>
                </a:lnTo>
                <a:lnTo>
                  <a:pt x="1529160" y="2736939"/>
                </a:lnTo>
                <a:lnTo>
                  <a:pt x="1524053" y="2711886"/>
                </a:lnTo>
                <a:lnTo>
                  <a:pt x="1522596" y="2706411"/>
                </a:lnTo>
                <a:lnTo>
                  <a:pt x="1517096" y="2685598"/>
                </a:lnTo>
                <a:lnTo>
                  <a:pt x="1516605" y="2683331"/>
                </a:lnTo>
                <a:lnTo>
                  <a:pt x="1514763" y="2674786"/>
                </a:lnTo>
                <a:lnTo>
                  <a:pt x="1512365" y="2661011"/>
                </a:lnTo>
                <a:lnTo>
                  <a:pt x="1512668" y="2652393"/>
                </a:lnTo>
                <a:lnTo>
                  <a:pt x="1514231" y="2645043"/>
                </a:lnTo>
                <a:moveTo>
                  <a:pt x="1534455" y="2624337"/>
                </a:moveTo>
                <a:lnTo>
                  <a:pt x="1534562" y="2622372"/>
                </a:lnTo>
                <a:lnTo>
                  <a:pt x="1535560" y="2619017"/>
                </a:lnTo>
                <a:lnTo>
                  <a:pt x="1537762" y="2614278"/>
                </a:lnTo>
                <a:lnTo>
                  <a:pt x="1542272" y="2606282"/>
                </a:lnTo>
                <a:lnTo>
                  <a:pt x="1552977" y="2597966"/>
                </a:lnTo>
                <a:lnTo>
                  <a:pt x="1559197" y="2593530"/>
                </a:lnTo>
                <a:lnTo>
                  <a:pt x="1572489" y="2584053"/>
                </a:lnTo>
                <a:lnTo>
                  <a:pt x="1578103" y="2580042"/>
                </a:lnTo>
                <a:lnTo>
                  <a:pt x="1595381" y="2569607"/>
                </a:lnTo>
                <a:lnTo>
                  <a:pt x="1606364" y="2564884"/>
                </a:lnTo>
                <a:lnTo>
                  <a:pt x="1616325" y="2563043"/>
                </a:lnTo>
                <a:lnTo>
                  <a:pt x="1629592" y="2563870"/>
                </a:lnTo>
                <a:lnTo>
                  <a:pt x="1632997" y="2564737"/>
                </a:lnTo>
                <a:lnTo>
                  <a:pt x="1639225" y="2566931"/>
                </a:lnTo>
                <a:lnTo>
                  <a:pt x="1648220" y="2571874"/>
                </a:lnTo>
                <a:lnTo>
                  <a:pt x="1655627" y="2579052"/>
                </a:lnTo>
                <a:lnTo>
                  <a:pt x="1661119" y="2585559"/>
                </a:lnTo>
                <a:lnTo>
                  <a:pt x="1665972" y="2591746"/>
                </a:lnTo>
                <a:lnTo>
                  <a:pt x="1680467" y="2615358"/>
                </a:lnTo>
                <a:lnTo>
                  <a:pt x="1687162" y="2629935"/>
                </a:lnTo>
                <a:lnTo>
                  <a:pt x="1693832" y="2647982"/>
                </a:lnTo>
                <a:lnTo>
                  <a:pt x="1698105" y="2659767"/>
                </a:lnTo>
                <a:moveTo>
                  <a:pt x="1701477" y="2818547"/>
                </a:moveTo>
                <a:lnTo>
                  <a:pt x="1703760" y="2824841"/>
                </a:lnTo>
                <a:lnTo>
                  <a:pt x="1711224" y="2837649"/>
                </a:lnTo>
                <a:lnTo>
                  <a:pt x="1721791" y="2856498"/>
                </a:lnTo>
                <a:lnTo>
                  <a:pt x="1728731" y="2870879"/>
                </a:lnTo>
                <a:lnTo>
                  <a:pt x="1730859" y="2876436"/>
                </a:lnTo>
                <a:lnTo>
                  <a:pt x="1737267" y="2894646"/>
                </a:lnTo>
                <a:lnTo>
                  <a:pt x="1741090" y="2904558"/>
                </a:lnTo>
                <a:lnTo>
                  <a:pt x="1745476" y="2924929"/>
                </a:lnTo>
                <a:lnTo>
                  <a:pt x="1748226" y="2932410"/>
                </a:lnTo>
                <a:lnTo>
                  <a:pt x="1748382" y="2936150"/>
                </a:lnTo>
                <a:moveTo>
                  <a:pt x="1437015" y="2423399"/>
                </a:moveTo>
                <a:lnTo>
                  <a:pt x="1450327" y="2438737"/>
                </a:lnTo>
                <a:lnTo>
                  <a:pt x="1482549" y="2481812"/>
                </a:lnTo>
                <a:moveTo>
                  <a:pt x="1581344" y="2618829"/>
                </a:moveTo>
                <a:lnTo>
                  <a:pt x="1595176" y="2637645"/>
                </a:lnTo>
                <a:lnTo>
                  <a:pt x="1608533" y="2656600"/>
                </a:lnTo>
                <a:lnTo>
                  <a:pt x="1617815" y="2671037"/>
                </a:lnTo>
                <a:moveTo>
                  <a:pt x="1620270" y="2658065"/>
                </a:moveTo>
                <a:lnTo>
                  <a:pt x="1586419" y="2611291"/>
                </a:lnTo>
                <a:lnTo>
                  <a:pt x="1574314" y="2595724"/>
                </a:lnTo>
                <a:lnTo>
                  <a:pt x="1547575" y="2559204"/>
                </a:lnTo>
                <a:lnTo>
                  <a:pt x="1545611" y="2556528"/>
                </a:lnTo>
                <a:lnTo>
                  <a:pt x="1520231" y="2521859"/>
                </a:lnTo>
                <a:lnTo>
                  <a:pt x="1518266" y="2519182"/>
                </a:lnTo>
                <a:lnTo>
                  <a:pt x="1488679" y="2478775"/>
                </a:lnTo>
                <a:lnTo>
                  <a:pt x="1464715" y="2446414"/>
                </a:lnTo>
                <a:moveTo>
                  <a:pt x="1652443" y="2736284"/>
                </a:moveTo>
                <a:lnTo>
                  <a:pt x="1668321" y="2778615"/>
                </a:lnTo>
                <a:lnTo>
                  <a:pt x="1673567" y="2796400"/>
                </a:lnTo>
                <a:lnTo>
                  <a:pt x="1678486" y="2815543"/>
                </a:lnTo>
                <a:moveTo>
                  <a:pt x="1710651" y="2945521"/>
                </a:moveTo>
                <a:lnTo>
                  <a:pt x="1697613" y="2856507"/>
                </a:lnTo>
                <a:lnTo>
                  <a:pt x="1691933" y="2827607"/>
                </a:lnTo>
                <a:lnTo>
                  <a:pt x="1688774" y="2813681"/>
                </a:lnTo>
                <a:moveTo>
                  <a:pt x="1464584" y="2446226"/>
                </a:moveTo>
                <a:lnTo>
                  <a:pt x="1456195" y="2434481"/>
                </a:lnTo>
                <a:lnTo>
                  <a:pt x="1447962" y="2424651"/>
                </a:lnTo>
                <a:moveTo>
                  <a:pt x="1623462" y="2677851"/>
                </a:moveTo>
                <a:lnTo>
                  <a:pt x="1637883" y="2702581"/>
                </a:lnTo>
                <a:lnTo>
                  <a:pt x="1647328" y="2721520"/>
                </a:lnTo>
                <a:lnTo>
                  <a:pt x="1649935" y="2727396"/>
                </a:lnTo>
                <a:moveTo>
                  <a:pt x="2155725" y="2452773"/>
                </a:moveTo>
                <a:lnTo>
                  <a:pt x="2155651" y="2452626"/>
                </a:lnTo>
                <a:moveTo>
                  <a:pt x="2152647" y="2447044"/>
                </a:moveTo>
                <a:lnTo>
                  <a:pt x="2147786" y="2439293"/>
                </a:lnTo>
                <a:lnTo>
                  <a:pt x="2143628" y="2429603"/>
                </a:lnTo>
                <a:lnTo>
                  <a:pt x="2123920" y="2383311"/>
                </a:lnTo>
                <a:lnTo>
                  <a:pt x="2113133" y="2357072"/>
                </a:lnTo>
                <a:lnTo>
                  <a:pt x="2110931" y="2350270"/>
                </a:lnTo>
                <a:moveTo>
                  <a:pt x="2108819" y="2344197"/>
                </a:moveTo>
                <a:lnTo>
                  <a:pt x="2108361" y="2343215"/>
                </a:lnTo>
                <a:moveTo>
                  <a:pt x="2105218" y="2337511"/>
                </a:moveTo>
                <a:lnTo>
                  <a:pt x="2104735" y="2336692"/>
                </a:lnTo>
                <a:lnTo>
                  <a:pt x="2100332" y="2328745"/>
                </a:lnTo>
                <a:lnTo>
                  <a:pt x="2086893" y="2297849"/>
                </a:lnTo>
                <a:lnTo>
                  <a:pt x="2085223" y="2292431"/>
                </a:lnTo>
                <a:lnTo>
                  <a:pt x="2084119" y="2285621"/>
                </a:lnTo>
                <a:lnTo>
                  <a:pt x="2081139" y="2275808"/>
                </a:lnTo>
                <a:lnTo>
                  <a:pt x="2079740" y="2271879"/>
                </a:lnTo>
                <a:lnTo>
                  <a:pt x="2078365" y="2269219"/>
                </a:lnTo>
                <a:lnTo>
                  <a:pt x="2062143" y="2217370"/>
                </a:lnTo>
                <a:lnTo>
                  <a:pt x="2054769" y="2200461"/>
                </a:lnTo>
                <a:moveTo>
                  <a:pt x="1272723" y="1285933"/>
                </a:moveTo>
                <a:lnTo>
                  <a:pt x="1276463" y="1284427"/>
                </a:lnTo>
                <a:lnTo>
                  <a:pt x="1302858" y="1273566"/>
                </a:lnTo>
                <a:moveTo>
                  <a:pt x="1333542" y="1259972"/>
                </a:moveTo>
                <a:lnTo>
                  <a:pt x="1335940" y="1258949"/>
                </a:lnTo>
                <a:lnTo>
                  <a:pt x="1349060" y="1253416"/>
                </a:lnTo>
                <a:lnTo>
                  <a:pt x="1377943" y="1240648"/>
                </a:lnTo>
                <a:lnTo>
                  <a:pt x="1390883" y="1234722"/>
                </a:lnTo>
                <a:moveTo>
                  <a:pt x="1962484" y="1588498"/>
                </a:moveTo>
                <a:lnTo>
                  <a:pt x="1973358" y="1605873"/>
                </a:lnTo>
                <a:lnTo>
                  <a:pt x="1976828" y="1611316"/>
                </a:lnTo>
                <a:lnTo>
                  <a:pt x="1984812" y="1630357"/>
                </a:lnTo>
                <a:moveTo>
                  <a:pt x="1984890" y="1630566"/>
                </a:moveTo>
                <a:lnTo>
                  <a:pt x="1985970" y="1633901"/>
                </a:lnTo>
                <a:moveTo>
                  <a:pt x="1986039" y="1634159"/>
                </a:moveTo>
                <a:lnTo>
                  <a:pt x="1986973" y="1638525"/>
                </a:lnTo>
                <a:moveTo>
                  <a:pt x="1987026" y="1639131"/>
                </a:moveTo>
                <a:lnTo>
                  <a:pt x="1986919" y="1644034"/>
                </a:lnTo>
                <a:moveTo>
                  <a:pt x="2548916" y="645946"/>
                </a:moveTo>
                <a:lnTo>
                  <a:pt x="2548761" y="645987"/>
                </a:lnTo>
                <a:moveTo>
                  <a:pt x="1829269" y="2549989"/>
                </a:moveTo>
                <a:lnTo>
                  <a:pt x="1822370" y="2562773"/>
                </a:lnTo>
                <a:lnTo>
                  <a:pt x="1820045" y="2567675"/>
                </a:lnTo>
                <a:lnTo>
                  <a:pt x="1888468" y="2602026"/>
                </a:lnTo>
                <a:moveTo>
                  <a:pt x="561973" y="2258714"/>
                </a:moveTo>
                <a:lnTo>
                  <a:pt x="562079" y="2259619"/>
                </a:lnTo>
                <a:lnTo>
                  <a:pt x="562758" y="2263801"/>
                </a:lnTo>
                <a:lnTo>
                  <a:pt x="562869" y="2269477"/>
                </a:lnTo>
                <a:moveTo>
                  <a:pt x="1090438" y="2399083"/>
                </a:moveTo>
                <a:lnTo>
                  <a:pt x="1088392" y="2399009"/>
                </a:lnTo>
                <a:lnTo>
                  <a:pt x="1084758" y="2398886"/>
                </a:lnTo>
                <a:lnTo>
                  <a:pt x="1028972" y="2396971"/>
                </a:lnTo>
                <a:lnTo>
                  <a:pt x="1022277" y="2396971"/>
                </a:lnTo>
                <a:lnTo>
                  <a:pt x="1005331" y="2396009"/>
                </a:lnTo>
                <a:moveTo>
                  <a:pt x="458029" y="2080820"/>
                </a:moveTo>
                <a:lnTo>
                  <a:pt x="459871" y="2082817"/>
                </a:lnTo>
                <a:lnTo>
                  <a:pt x="461884" y="2085232"/>
                </a:lnTo>
                <a:lnTo>
                  <a:pt x="463398" y="2087204"/>
                </a:lnTo>
                <a:moveTo>
                  <a:pt x="479710" y="2027997"/>
                </a:moveTo>
                <a:lnTo>
                  <a:pt x="486921" y="1887772"/>
                </a:lnTo>
                <a:lnTo>
                  <a:pt x="487183" y="1882649"/>
                </a:lnTo>
                <a:moveTo>
                  <a:pt x="2768016" y="1224836"/>
                </a:moveTo>
                <a:lnTo>
                  <a:pt x="2783844" y="1208197"/>
                </a:lnTo>
                <a:lnTo>
                  <a:pt x="2785907" y="1206183"/>
                </a:lnTo>
                <a:lnTo>
                  <a:pt x="2787094" y="1205250"/>
                </a:lnTo>
                <a:lnTo>
                  <a:pt x="2788051" y="1204587"/>
                </a:lnTo>
                <a:lnTo>
                  <a:pt x="2788935" y="1204096"/>
                </a:lnTo>
                <a:lnTo>
                  <a:pt x="2790081" y="1203670"/>
                </a:lnTo>
                <a:lnTo>
                  <a:pt x="2791816" y="1203261"/>
                </a:lnTo>
                <a:lnTo>
                  <a:pt x="2793952" y="1203081"/>
                </a:lnTo>
                <a:lnTo>
                  <a:pt x="2809143" y="1202942"/>
                </a:lnTo>
                <a:moveTo>
                  <a:pt x="2234722" y="306616"/>
                </a:moveTo>
                <a:lnTo>
                  <a:pt x="2235409" y="306387"/>
                </a:lnTo>
                <a:lnTo>
                  <a:pt x="2236244" y="305888"/>
                </a:lnTo>
                <a:lnTo>
                  <a:pt x="2241867" y="302507"/>
                </a:lnTo>
                <a:lnTo>
                  <a:pt x="2244952" y="299577"/>
                </a:lnTo>
                <a:lnTo>
                  <a:pt x="2247187" y="296492"/>
                </a:lnTo>
                <a:lnTo>
                  <a:pt x="2249208" y="291949"/>
                </a:lnTo>
                <a:lnTo>
                  <a:pt x="2249339" y="291434"/>
                </a:lnTo>
                <a:moveTo>
                  <a:pt x="2203801" y="309939"/>
                </a:moveTo>
                <a:lnTo>
                  <a:pt x="2219015" y="308728"/>
                </a:lnTo>
                <a:lnTo>
                  <a:pt x="2228182" y="308384"/>
                </a:lnTo>
                <a:moveTo>
                  <a:pt x="1568855" y="560819"/>
                </a:moveTo>
                <a:lnTo>
                  <a:pt x="1592385" y="540046"/>
                </a:lnTo>
                <a:lnTo>
                  <a:pt x="1608231" y="526951"/>
                </a:lnTo>
                <a:lnTo>
                  <a:pt x="1616120" y="521189"/>
                </a:lnTo>
                <a:lnTo>
                  <a:pt x="1623822" y="516639"/>
                </a:lnTo>
                <a:lnTo>
                  <a:pt x="1632244" y="513725"/>
                </a:lnTo>
                <a:lnTo>
                  <a:pt x="1643514" y="511605"/>
                </a:lnTo>
                <a:lnTo>
                  <a:pt x="1661471" y="508798"/>
                </a:lnTo>
                <a:lnTo>
                  <a:pt x="1702234" y="502439"/>
                </a:lnTo>
                <a:moveTo>
                  <a:pt x="1708057" y="501530"/>
                </a:moveTo>
                <a:lnTo>
                  <a:pt x="1720235" y="498363"/>
                </a:lnTo>
                <a:lnTo>
                  <a:pt x="1733699" y="494475"/>
                </a:lnTo>
                <a:lnTo>
                  <a:pt x="1745591" y="489712"/>
                </a:lnTo>
                <a:lnTo>
                  <a:pt x="1755994" y="485685"/>
                </a:lnTo>
                <a:lnTo>
                  <a:pt x="1765840" y="481249"/>
                </a:lnTo>
                <a:lnTo>
                  <a:pt x="1766797" y="480815"/>
                </a:lnTo>
                <a:lnTo>
                  <a:pt x="1784639" y="472639"/>
                </a:lnTo>
                <a:moveTo>
                  <a:pt x="1560515" y="561400"/>
                </a:moveTo>
                <a:lnTo>
                  <a:pt x="1558534" y="563151"/>
                </a:lnTo>
                <a:lnTo>
                  <a:pt x="1549679" y="569077"/>
                </a:lnTo>
                <a:lnTo>
                  <a:pt x="1537762" y="575313"/>
                </a:lnTo>
                <a:lnTo>
                  <a:pt x="1531943" y="577400"/>
                </a:lnTo>
                <a:lnTo>
                  <a:pt x="1527081" y="578481"/>
                </a:lnTo>
                <a:lnTo>
                  <a:pt x="1519993" y="579373"/>
                </a:lnTo>
                <a:lnTo>
                  <a:pt x="1511735" y="579790"/>
                </a:lnTo>
                <a:lnTo>
                  <a:pt x="1492166" y="578563"/>
                </a:lnTo>
                <a:lnTo>
                  <a:pt x="1479595" y="578252"/>
                </a:lnTo>
                <a:lnTo>
                  <a:pt x="1467948" y="578923"/>
                </a:lnTo>
                <a:lnTo>
                  <a:pt x="1458904" y="580060"/>
                </a:lnTo>
                <a:lnTo>
                  <a:pt x="1451906" y="581288"/>
                </a:lnTo>
                <a:moveTo>
                  <a:pt x="886734" y="645004"/>
                </a:moveTo>
                <a:lnTo>
                  <a:pt x="886022" y="646731"/>
                </a:lnTo>
                <a:moveTo>
                  <a:pt x="1044097" y="735525"/>
                </a:moveTo>
                <a:lnTo>
                  <a:pt x="1044965" y="739175"/>
                </a:lnTo>
                <a:lnTo>
                  <a:pt x="1045096" y="739904"/>
                </a:lnTo>
                <a:lnTo>
                  <a:pt x="1050907" y="760062"/>
                </a:lnTo>
                <a:lnTo>
                  <a:pt x="1051594" y="762640"/>
                </a:lnTo>
                <a:moveTo>
                  <a:pt x="1735680" y="1656977"/>
                </a:moveTo>
                <a:lnTo>
                  <a:pt x="1727487" y="1660276"/>
                </a:lnTo>
                <a:lnTo>
                  <a:pt x="1724025" y="1659179"/>
                </a:lnTo>
                <a:lnTo>
                  <a:pt x="1718181" y="1651469"/>
                </a:lnTo>
                <a:lnTo>
                  <a:pt x="1716798" y="1648187"/>
                </a:lnTo>
                <a:lnTo>
                  <a:pt x="1714302" y="1642262"/>
                </a:lnTo>
                <a:lnTo>
                  <a:pt x="1708810" y="1628373"/>
                </a:lnTo>
                <a:lnTo>
                  <a:pt x="1708180" y="1626785"/>
                </a:lnTo>
                <a:moveTo>
                  <a:pt x="2928473" y="1153426"/>
                </a:moveTo>
                <a:lnTo>
                  <a:pt x="2957323" y="1123659"/>
                </a:lnTo>
                <a:moveTo>
                  <a:pt x="2965557" y="1115221"/>
                </a:moveTo>
                <a:lnTo>
                  <a:pt x="2999449" y="1080715"/>
                </a:lnTo>
                <a:moveTo>
                  <a:pt x="3007683" y="1072186"/>
                </a:moveTo>
                <a:lnTo>
                  <a:pt x="3038792" y="1039399"/>
                </a:lnTo>
                <a:lnTo>
                  <a:pt x="3072586" y="1006514"/>
                </a:lnTo>
                <a:lnTo>
                  <a:pt x="3104137" y="973088"/>
                </a:lnTo>
                <a:lnTo>
                  <a:pt x="3136605" y="942274"/>
                </a:lnTo>
                <a:moveTo>
                  <a:pt x="621791" y="2740647"/>
                </a:moveTo>
                <a:lnTo>
                  <a:pt x="592681" y="2706296"/>
                </a:lnTo>
                <a:lnTo>
                  <a:pt x="591384" y="2704751"/>
                </a:lnTo>
                <a:moveTo>
                  <a:pt x="579066" y="2692379"/>
                </a:moveTo>
                <a:lnTo>
                  <a:pt x="572527" y="2690844"/>
                </a:lnTo>
                <a:moveTo>
                  <a:pt x="581161" y="2687742"/>
                </a:moveTo>
                <a:lnTo>
                  <a:pt x="578518" y="2685663"/>
                </a:lnTo>
                <a:moveTo>
                  <a:pt x="592791" y="2703246"/>
                </a:moveTo>
                <a:lnTo>
                  <a:pt x="586610" y="2695931"/>
                </a:lnTo>
                <a:lnTo>
                  <a:pt x="584607" y="2693668"/>
                </a:lnTo>
                <a:moveTo>
                  <a:pt x="500482" y="2763997"/>
                </a:moveTo>
                <a:lnTo>
                  <a:pt x="520886" y="2738797"/>
                </a:lnTo>
                <a:lnTo>
                  <a:pt x="532639" y="2724253"/>
                </a:lnTo>
                <a:lnTo>
                  <a:pt x="548722" y="2703023"/>
                </a:lnTo>
                <a:moveTo>
                  <a:pt x="464986" y="2883581"/>
                </a:moveTo>
                <a:lnTo>
                  <a:pt x="464006" y="2836287"/>
                </a:lnTo>
                <a:moveTo>
                  <a:pt x="664533" y="2172519"/>
                </a:moveTo>
                <a:lnTo>
                  <a:pt x="662806" y="2169696"/>
                </a:lnTo>
                <a:lnTo>
                  <a:pt x="653975" y="2156805"/>
                </a:lnTo>
                <a:lnTo>
                  <a:pt x="646993" y="2145903"/>
                </a:lnTo>
                <a:lnTo>
                  <a:pt x="636272" y="2128822"/>
                </a:lnTo>
                <a:lnTo>
                  <a:pt x="634275" y="2125532"/>
                </a:lnTo>
                <a:lnTo>
                  <a:pt x="624519" y="2110014"/>
                </a:lnTo>
                <a:lnTo>
                  <a:pt x="622211" y="2105938"/>
                </a:lnTo>
                <a:lnTo>
                  <a:pt x="620222" y="2102108"/>
                </a:lnTo>
                <a:lnTo>
                  <a:pt x="618159" y="2097427"/>
                </a:lnTo>
                <a:lnTo>
                  <a:pt x="616367" y="2092933"/>
                </a:lnTo>
                <a:lnTo>
                  <a:pt x="613347" y="2082441"/>
                </a:lnTo>
                <a:lnTo>
                  <a:pt x="611964" y="2077227"/>
                </a:lnTo>
                <a:lnTo>
                  <a:pt x="610793" y="2072218"/>
                </a:lnTo>
                <a:lnTo>
                  <a:pt x="610359" y="2069877"/>
                </a:lnTo>
                <a:moveTo>
                  <a:pt x="569150" y="2076057"/>
                </a:moveTo>
                <a:lnTo>
                  <a:pt x="601225" y="2067447"/>
                </a:lnTo>
                <a:lnTo>
                  <a:pt x="604974" y="2066465"/>
                </a:lnTo>
                <a:moveTo>
                  <a:pt x="685690" y="2045013"/>
                </a:moveTo>
                <a:lnTo>
                  <a:pt x="688350" y="2043712"/>
                </a:lnTo>
                <a:lnTo>
                  <a:pt x="689651" y="2043392"/>
                </a:lnTo>
                <a:lnTo>
                  <a:pt x="696616" y="2041625"/>
                </a:lnTo>
                <a:lnTo>
                  <a:pt x="711454" y="2037868"/>
                </a:lnTo>
                <a:lnTo>
                  <a:pt x="714507" y="2037066"/>
                </a:lnTo>
                <a:lnTo>
                  <a:pt x="721636" y="2035216"/>
                </a:lnTo>
                <a:lnTo>
                  <a:pt x="725875" y="2034119"/>
                </a:lnTo>
                <a:moveTo>
                  <a:pt x="1929808" y="764122"/>
                </a:moveTo>
                <a:lnTo>
                  <a:pt x="1929693" y="763590"/>
                </a:lnTo>
                <a:lnTo>
                  <a:pt x="1929120" y="763221"/>
                </a:lnTo>
                <a:lnTo>
                  <a:pt x="1925265" y="754079"/>
                </a:lnTo>
                <a:lnTo>
                  <a:pt x="1917384" y="735149"/>
                </a:lnTo>
                <a:lnTo>
                  <a:pt x="1911303" y="721996"/>
                </a:lnTo>
                <a:lnTo>
                  <a:pt x="1889245" y="671833"/>
                </a:lnTo>
                <a:lnTo>
                  <a:pt x="1882575" y="656905"/>
                </a:lnTo>
                <a:lnTo>
                  <a:pt x="1881978" y="655530"/>
                </a:lnTo>
                <a:moveTo>
                  <a:pt x="2537900" y="2751540"/>
                </a:moveTo>
                <a:lnTo>
                  <a:pt x="2537843" y="2751450"/>
                </a:lnTo>
                <a:moveTo>
                  <a:pt x="1124314" y="555417"/>
                </a:moveTo>
                <a:lnTo>
                  <a:pt x="1132924" y="580028"/>
                </a:lnTo>
                <a:lnTo>
                  <a:pt x="1133439" y="582409"/>
                </a:lnTo>
                <a:lnTo>
                  <a:pt x="1133325" y="587819"/>
                </a:lnTo>
                <a:lnTo>
                  <a:pt x="1130935" y="594170"/>
                </a:lnTo>
                <a:moveTo>
                  <a:pt x="2848911" y="461189"/>
                </a:moveTo>
                <a:lnTo>
                  <a:pt x="2849010" y="462662"/>
                </a:lnTo>
                <a:lnTo>
                  <a:pt x="2849132" y="464356"/>
                </a:lnTo>
                <a:lnTo>
                  <a:pt x="2849231" y="465674"/>
                </a:lnTo>
                <a:lnTo>
                  <a:pt x="2849329" y="467131"/>
                </a:lnTo>
                <a:moveTo>
                  <a:pt x="1731538" y="2127251"/>
                </a:moveTo>
                <a:lnTo>
                  <a:pt x="1731456" y="2127112"/>
                </a:lnTo>
                <a:moveTo>
                  <a:pt x="1355960" y="2721168"/>
                </a:moveTo>
                <a:lnTo>
                  <a:pt x="1356074" y="2720496"/>
                </a:lnTo>
                <a:lnTo>
                  <a:pt x="1361607" y="2675195"/>
                </a:lnTo>
                <a:lnTo>
                  <a:pt x="1362646" y="2666626"/>
                </a:lnTo>
                <a:lnTo>
                  <a:pt x="1363317" y="2661192"/>
                </a:lnTo>
                <a:lnTo>
                  <a:pt x="1364128" y="2654554"/>
                </a:lnTo>
                <a:lnTo>
                  <a:pt x="1364619" y="2650650"/>
                </a:lnTo>
                <a:lnTo>
                  <a:pt x="1365159" y="2646361"/>
                </a:lnTo>
                <a:lnTo>
                  <a:pt x="1365486" y="2643488"/>
                </a:lnTo>
                <a:lnTo>
                  <a:pt x="1366403" y="2637661"/>
                </a:lnTo>
                <a:lnTo>
                  <a:pt x="1368253" y="2628241"/>
                </a:lnTo>
                <a:lnTo>
                  <a:pt x="1369243" y="2623576"/>
                </a:lnTo>
                <a:lnTo>
                  <a:pt x="1370487" y="2619156"/>
                </a:lnTo>
                <a:lnTo>
                  <a:pt x="1374735" y="2607035"/>
                </a:lnTo>
                <a:lnTo>
                  <a:pt x="1378295" y="2598482"/>
                </a:lnTo>
                <a:lnTo>
                  <a:pt x="1380079" y="2594938"/>
                </a:lnTo>
                <a:lnTo>
                  <a:pt x="1381749" y="2591721"/>
                </a:lnTo>
                <a:lnTo>
                  <a:pt x="1383361" y="2588628"/>
                </a:lnTo>
                <a:lnTo>
                  <a:pt x="1387511" y="2581785"/>
                </a:lnTo>
                <a:lnTo>
                  <a:pt x="1394541" y="2571620"/>
                </a:lnTo>
                <a:lnTo>
                  <a:pt x="1398584" y="2566333"/>
                </a:lnTo>
                <a:lnTo>
                  <a:pt x="1401776" y="2562585"/>
                </a:lnTo>
                <a:lnTo>
                  <a:pt x="1405492" y="2558468"/>
                </a:lnTo>
                <a:lnTo>
                  <a:pt x="1407440" y="2556561"/>
                </a:lnTo>
                <a:lnTo>
                  <a:pt x="1411025" y="2553033"/>
                </a:lnTo>
                <a:lnTo>
                  <a:pt x="1414086" y="2550357"/>
                </a:lnTo>
                <a:lnTo>
                  <a:pt x="1417474" y="2547550"/>
                </a:lnTo>
                <a:lnTo>
                  <a:pt x="1422671" y="2543613"/>
                </a:lnTo>
                <a:lnTo>
                  <a:pt x="1428106" y="2539824"/>
                </a:lnTo>
                <a:lnTo>
                  <a:pt x="1428924" y="2539242"/>
                </a:lnTo>
                <a:lnTo>
                  <a:pt x="1434744" y="2535093"/>
                </a:lnTo>
                <a:lnTo>
                  <a:pt x="1443313" y="2528971"/>
                </a:lnTo>
                <a:lnTo>
                  <a:pt x="1456392" y="2519641"/>
                </a:lnTo>
                <a:lnTo>
                  <a:pt x="1476755" y="2505121"/>
                </a:lnTo>
                <a:lnTo>
                  <a:pt x="1481469" y="2501725"/>
                </a:lnTo>
                <a:lnTo>
                  <a:pt x="1504418" y="2484611"/>
                </a:lnTo>
                <a:lnTo>
                  <a:pt x="1516048" y="2476042"/>
                </a:lnTo>
                <a:moveTo>
                  <a:pt x="2718229" y="317559"/>
                </a:moveTo>
                <a:lnTo>
                  <a:pt x="2743192" y="309710"/>
                </a:lnTo>
                <a:lnTo>
                  <a:pt x="2792995" y="295575"/>
                </a:lnTo>
                <a:lnTo>
                  <a:pt x="2830864" y="289437"/>
                </a:lnTo>
                <a:lnTo>
                  <a:pt x="2865919" y="286212"/>
                </a:lnTo>
                <a:lnTo>
                  <a:pt x="2933294" y="283446"/>
                </a:lnTo>
                <a:moveTo>
                  <a:pt x="2945734" y="282914"/>
                </a:moveTo>
                <a:lnTo>
                  <a:pt x="3079436" y="276857"/>
                </a:lnTo>
                <a:lnTo>
                  <a:pt x="3112362" y="275163"/>
                </a:lnTo>
                <a:lnTo>
                  <a:pt x="3144437" y="273690"/>
                </a:lnTo>
                <a:lnTo>
                  <a:pt x="3150077" y="273305"/>
                </a:lnTo>
                <a:lnTo>
                  <a:pt x="3151149" y="273231"/>
                </a:lnTo>
                <a:moveTo>
                  <a:pt x="1276946" y="638940"/>
                </a:moveTo>
                <a:lnTo>
                  <a:pt x="1268033" y="612086"/>
                </a:lnTo>
                <a:moveTo>
                  <a:pt x="1744691" y="1374006"/>
                </a:moveTo>
                <a:lnTo>
                  <a:pt x="1802649" y="1424746"/>
                </a:lnTo>
                <a:moveTo>
                  <a:pt x="1807589" y="1429047"/>
                </a:moveTo>
                <a:lnTo>
                  <a:pt x="1824130" y="1443345"/>
                </a:lnTo>
                <a:moveTo>
                  <a:pt x="1824310" y="1443509"/>
                </a:moveTo>
                <a:lnTo>
                  <a:pt x="1826290" y="1445236"/>
                </a:lnTo>
                <a:lnTo>
                  <a:pt x="1828934" y="1447552"/>
                </a:lnTo>
                <a:moveTo>
                  <a:pt x="524747" y="2674712"/>
                </a:moveTo>
                <a:lnTo>
                  <a:pt x="521183" y="2671725"/>
                </a:lnTo>
                <a:lnTo>
                  <a:pt x="513379" y="2665347"/>
                </a:lnTo>
                <a:lnTo>
                  <a:pt x="509043" y="2661830"/>
                </a:lnTo>
                <a:moveTo>
                  <a:pt x="1915452" y="2711125"/>
                </a:moveTo>
                <a:lnTo>
                  <a:pt x="1880439" y="2727314"/>
                </a:lnTo>
                <a:lnTo>
                  <a:pt x="1865093" y="2735720"/>
                </a:lnTo>
                <a:lnTo>
                  <a:pt x="1838256" y="2748005"/>
                </a:lnTo>
                <a:moveTo>
                  <a:pt x="2199495" y="2581794"/>
                </a:moveTo>
                <a:lnTo>
                  <a:pt x="2171611" y="2594668"/>
                </a:lnTo>
                <a:lnTo>
                  <a:pt x="2165841" y="2597393"/>
                </a:lnTo>
                <a:moveTo>
                  <a:pt x="2160063" y="2600078"/>
                </a:moveTo>
                <a:lnTo>
                  <a:pt x="2117528" y="2619262"/>
                </a:lnTo>
                <a:lnTo>
                  <a:pt x="2104809" y="2624991"/>
                </a:lnTo>
                <a:lnTo>
                  <a:pt x="2101502" y="2626481"/>
                </a:lnTo>
                <a:moveTo>
                  <a:pt x="2090421" y="2631498"/>
                </a:moveTo>
                <a:lnTo>
                  <a:pt x="2030224" y="2658867"/>
                </a:lnTo>
                <a:lnTo>
                  <a:pt x="2015426" y="2665595"/>
                </a:lnTo>
                <a:lnTo>
                  <a:pt x="2012946" y="2666708"/>
                </a:lnTo>
                <a:moveTo>
                  <a:pt x="2002183" y="2671578"/>
                </a:moveTo>
                <a:lnTo>
                  <a:pt x="1940718" y="2699585"/>
                </a:lnTo>
                <a:lnTo>
                  <a:pt x="1926624" y="2705993"/>
                </a:lnTo>
                <a:lnTo>
                  <a:pt x="1926215" y="2706182"/>
                </a:lnTo>
                <a:moveTo>
                  <a:pt x="486561" y="1794227"/>
                </a:moveTo>
                <a:lnTo>
                  <a:pt x="485775" y="1815016"/>
                </a:lnTo>
                <a:moveTo>
                  <a:pt x="489131" y="1732602"/>
                </a:moveTo>
                <a:lnTo>
                  <a:pt x="488910" y="1736572"/>
                </a:lnTo>
                <a:lnTo>
                  <a:pt x="486675" y="1783526"/>
                </a:lnTo>
                <a:moveTo>
                  <a:pt x="810978" y="692172"/>
                </a:moveTo>
                <a:lnTo>
                  <a:pt x="817165" y="691361"/>
                </a:lnTo>
                <a:lnTo>
                  <a:pt x="821372" y="690052"/>
                </a:lnTo>
                <a:moveTo>
                  <a:pt x="830302" y="687613"/>
                </a:moveTo>
                <a:lnTo>
                  <a:pt x="860879" y="680443"/>
                </a:lnTo>
                <a:moveTo>
                  <a:pt x="865610" y="679093"/>
                </a:moveTo>
                <a:lnTo>
                  <a:pt x="873434" y="677129"/>
                </a:lnTo>
                <a:moveTo>
                  <a:pt x="758278" y="694373"/>
                </a:moveTo>
                <a:lnTo>
                  <a:pt x="770006" y="694455"/>
                </a:lnTo>
                <a:lnTo>
                  <a:pt x="787480" y="694005"/>
                </a:lnTo>
                <a:lnTo>
                  <a:pt x="802572" y="692998"/>
                </a:lnTo>
                <a:moveTo>
                  <a:pt x="2051921" y="280859"/>
                </a:moveTo>
                <a:lnTo>
                  <a:pt x="2051389" y="280098"/>
                </a:lnTo>
                <a:lnTo>
                  <a:pt x="2049048" y="278371"/>
                </a:lnTo>
                <a:lnTo>
                  <a:pt x="2046265" y="276955"/>
                </a:lnTo>
                <a:lnTo>
                  <a:pt x="2042075" y="275507"/>
                </a:lnTo>
                <a:lnTo>
                  <a:pt x="2026942" y="271390"/>
                </a:lnTo>
                <a:lnTo>
                  <a:pt x="2017685" y="268861"/>
                </a:lnTo>
                <a:lnTo>
                  <a:pt x="2013765" y="267404"/>
                </a:lnTo>
                <a:moveTo>
                  <a:pt x="2007724" y="276833"/>
                </a:moveTo>
                <a:lnTo>
                  <a:pt x="2008174" y="277005"/>
                </a:lnTo>
                <a:lnTo>
                  <a:pt x="2014493" y="278576"/>
                </a:lnTo>
                <a:lnTo>
                  <a:pt x="2036697" y="284461"/>
                </a:lnTo>
                <a:moveTo>
                  <a:pt x="847219" y="257010"/>
                </a:moveTo>
                <a:lnTo>
                  <a:pt x="846851" y="255324"/>
                </a:lnTo>
                <a:lnTo>
                  <a:pt x="845828" y="250610"/>
                </a:lnTo>
                <a:lnTo>
                  <a:pt x="826553" y="178324"/>
                </a:lnTo>
                <a:lnTo>
                  <a:pt x="825203" y="174927"/>
                </a:lnTo>
                <a:lnTo>
                  <a:pt x="824491" y="172767"/>
                </a:lnTo>
                <a:moveTo>
                  <a:pt x="2954107" y="2214776"/>
                </a:moveTo>
                <a:lnTo>
                  <a:pt x="2917841" y="2173747"/>
                </a:lnTo>
                <a:lnTo>
                  <a:pt x="2886666" y="2136548"/>
                </a:lnTo>
                <a:lnTo>
                  <a:pt x="2863210" y="2110170"/>
                </a:lnTo>
                <a:lnTo>
                  <a:pt x="2857734" y="2102542"/>
                </a:lnTo>
                <a:lnTo>
                  <a:pt x="2854526" y="2093784"/>
                </a:lnTo>
                <a:lnTo>
                  <a:pt x="2853511" y="2089880"/>
                </a:lnTo>
                <a:lnTo>
                  <a:pt x="2852210" y="2081475"/>
                </a:lnTo>
                <a:lnTo>
                  <a:pt x="2852889" y="2073552"/>
                </a:lnTo>
                <a:lnTo>
                  <a:pt x="2855565" y="2065892"/>
                </a:lnTo>
                <a:lnTo>
                  <a:pt x="2860517" y="2057944"/>
                </a:lnTo>
                <a:lnTo>
                  <a:pt x="2871247" y="2046429"/>
                </a:lnTo>
                <a:lnTo>
                  <a:pt x="2873056" y="2044473"/>
                </a:lnTo>
                <a:lnTo>
                  <a:pt x="2909329" y="2005793"/>
                </a:lnTo>
                <a:lnTo>
                  <a:pt x="2911416" y="2003714"/>
                </a:lnTo>
                <a:moveTo>
                  <a:pt x="2766264" y="472410"/>
                </a:moveTo>
                <a:lnTo>
                  <a:pt x="2766583" y="472500"/>
                </a:lnTo>
                <a:lnTo>
                  <a:pt x="2774473" y="474300"/>
                </a:lnTo>
                <a:lnTo>
                  <a:pt x="2778385" y="474734"/>
                </a:lnTo>
                <a:lnTo>
                  <a:pt x="2831208" y="473924"/>
                </a:lnTo>
                <a:lnTo>
                  <a:pt x="2841218" y="473056"/>
                </a:lnTo>
                <a:lnTo>
                  <a:pt x="2844680" y="472639"/>
                </a:lnTo>
                <a:moveTo>
                  <a:pt x="1771405" y="1743373"/>
                </a:moveTo>
                <a:lnTo>
                  <a:pt x="1771863" y="1743921"/>
                </a:lnTo>
                <a:lnTo>
                  <a:pt x="1774703" y="1746622"/>
                </a:lnTo>
                <a:lnTo>
                  <a:pt x="1808112" y="1738061"/>
                </a:lnTo>
                <a:lnTo>
                  <a:pt x="1851949" y="1726873"/>
                </a:lnTo>
                <a:lnTo>
                  <a:pt x="1863194" y="1723771"/>
                </a:lnTo>
                <a:lnTo>
                  <a:pt x="1863554" y="1722887"/>
                </a:lnTo>
                <a:moveTo>
                  <a:pt x="512358" y="1480053"/>
                </a:moveTo>
                <a:lnTo>
                  <a:pt x="512080" y="1479382"/>
                </a:lnTo>
                <a:lnTo>
                  <a:pt x="508462" y="1470248"/>
                </a:lnTo>
                <a:lnTo>
                  <a:pt x="504599" y="1461736"/>
                </a:lnTo>
                <a:lnTo>
                  <a:pt x="503707" y="1456776"/>
                </a:lnTo>
                <a:moveTo>
                  <a:pt x="508904" y="1569788"/>
                </a:moveTo>
                <a:lnTo>
                  <a:pt x="513299" y="1497977"/>
                </a:lnTo>
                <a:lnTo>
                  <a:pt x="513635" y="1494188"/>
                </a:lnTo>
                <a:lnTo>
                  <a:pt x="513635" y="1493991"/>
                </a:lnTo>
                <a:moveTo>
                  <a:pt x="1591190" y="1025862"/>
                </a:moveTo>
                <a:lnTo>
                  <a:pt x="1591755" y="1025649"/>
                </a:lnTo>
                <a:moveTo>
                  <a:pt x="2151231" y="737506"/>
                </a:moveTo>
                <a:lnTo>
                  <a:pt x="2130541" y="692687"/>
                </a:lnTo>
                <a:lnTo>
                  <a:pt x="2130361" y="692319"/>
                </a:lnTo>
                <a:moveTo>
                  <a:pt x="1312516" y="535627"/>
                </a:moveTo>
                <a:lnTo>
                  <a:pt x="1312410" y="535291"/>
                </a:lnTo>
                <a:lnTo>
                  <a:pt x="1311870" y="534284"/>
                </a:lnTo>
                <a:lnTo>
                  <a:pt x="1309218" y="531526"/>
                </a:lnTo>
                <a:lnTo>
                  <a:pt x="1307294" y="532991"/>
                </a:lnTo>
                <a:lnTo>
                  <a:pt x="1251272" y="553395"/>
                </a:lnTo>
                <a:moveTo>
                  <a:pt x="2528856" y="372092"/>
                </a:moveTo>
                <a:lnTo>
                  <a:pt x="2642244" y="328141"/>
                </a:lnTo>
                <a:lnTo>
                  <a:pt x="2644127" y="327716"/>
                </a:lnTo>
                <a:moveTo>
                  <a:pt x="2530354" y="2740647"/>
                </a:moveTo>
                <a:lnTo>
                  <a:pt x="2530084" y="2740295"/>
                </a:lnTo>
                <a:lnTo>
                  <a:pt x="2512299" y="2709734"/>
                </a:lnTo>
                <a:lnTo>
                  <a:pt x="2506193" y="2699241"/>
                </a:lnTo>
                <a:lnTo>
                  <a:pt x="2501381" y="2690975"/>
                </a:lnTo>
                <a:lnTo>
                  <a:pt x="2498549" y="2686105"/>
                </a:lnTo>
                <a:lnTo>
                  <a:pt x="2492141" y="2675081"/>
                </a:lnTo>
                <a:lnTo>
                  <a:pt x="2488679" y="2669130"/>
                </a:lnTo>
                <a:lnTo>
                  <a:pt x="2484259" y="2661535"/>
                </a:lnTo>
                <a:lnTo>
                  <a:pt x="2477990" y="2650044"/>
                </a:lnTo>
                <a:lnTo>
                  <a:pt x="2437755" y="2671152"/>
                </a:lnTo>
                <a:moveTo>
                  <a:pt x="2554187" y="2847233"/>
                </a:moveTo>
                <a:lnTo>
                  <a:pt x="2531402" y="2809126"/>
                </a:lnTo>
                <a:lnTo>
                  <a:pt x="2521924" y="2793273"/>
                </a:lnTo>
                <a:moveTo>
                  <a:pt x="2542115" y="2772795"/>
                </a:moveTo>
                <a:lnTo>
                  <a:pt x="2522161" y="2784737"/>
                </a:lnTo>
                <a:moveTo>
                  <a:pt x="2512045" y="2790711"/>
                </a:moveTo>
                <a:lnTo>
                  <a:pt x="2489939" y="2803626"/>
                </a:lnTo>
                <a:lnTo>
                  <a:pt x="2487271" y="2805157"/>
                </a:lnTo>
                <a:lnTo>
                  <a:pt x="2486305" y="2807801"/>
                </a:lnTo>
                <a:lnTo>
                  <a:pt x="2491167" y="2815641"/>
                </a:lnTo>
                <a:lnTo>
                  <a:pt x="2524248" y="2869700"/>
                </a:lnTo>
                <a:lnTo>
                  <a:pt x="2529233" y="2869880"/>
                </a:lnTo>
                <a:lnTo>
                  <a:pt x="2531590" y="2868530"/>
                </a:lnTo>
                <a:lnTo>
                  <a:pt x="2549162" y="2858487"/>
                </a:lnTo>
                <a:lnTo>
                  <a:pt x="2551601" y="2857096"/>
                </a:lnTo>
                <a:moveTo>
                  <a:pt x="1164618" y="731903"/>
                </a:moveTo>
                <a:lnTo>
                  <a:pt x="1161140" y="732194"/>
                </a:lnTo>
                <a:lnTo>
                  <a:pt x="1157559" y="732759"/>
                </a:lnTo>
                <a:moveTo>
                  <a:pt x="1153434" y="733512"/>
                </a:moveTo>
                <a:lnTo>
                  <a:pt x="1107797" y="748440"/>
                </a:lnTo>
                <a:moveTo>
                  <a:pt x="457440" y="601643"/>
                </a:moveTo>
                <a:lnTo>
                  <a:pt x="457039" y="604377"/>
                </a:lnTo>
                <a:lnTo>
                  <a:pt x="452448" y="610900"/>
                </a:lnTo>
                <a:lnTo>
                  <a:pt x="450205" y="619411"/>
                </a:lnTo>
                <a:lnTo>
                  <a:pt x="448535" y="630403"/>
                </a:lnTo>
                <a:lnTo>
                  <a:pt x="447553" y="639079"/>
                </a:lnTo>
                <a:lnTo>
                  <a:pt x="447316" y="641346"/>
                </a:lnTo>
                <a:lnTo>
                  <a:pt x="446334" y="651094"/>
                </a:lnTo>
                <a:lnTo>
                  <a:pt x="445884" y="654138"/>
                </a:lnTo>
                <a:lnTo>
                  <a:pt x="445098" y="656987"/>
                </a:lnTo>
                <a:moveTo>
                  <a:pt x="986167" y="1124772"/>
                </a:moveTo>
                <a:lnTo>
                  <a:pt x="1004983" y="1115998"/>
                </a:lnTo>
                <a:lnTo>
                  <a:pt x="1018578" y="1108681"/>
                </a:lnTo>
                <a:moveTo>
                  <a:pt x="1018791" y="1108567"/>
                </a:moveTo>
                <a:lnTo>
                  <a:pt x="1021181" y="1107273"/>
                </a:lnTo>
                <a:lnTo>
                  <a:pt x="1031293" y="1101831"/>
                </a:lnTo>
                <a:moveTo>
                  <a:pt x="1222348" y="1860894"/>
                </a:moveTo>
                <a:lnTo>
                  <a:pt x="1220007" y="1856049"/>
                </a:lnTo>
                <a:lnTo>
                  <a:pt x="1214760" y="1830857"/>
                </a:lnTo>
                <a:lnTo>
                  <a:pt x="1213418" y="1828778"/>
                </a:lnTo>
                <a:lnTo>
                  <a:pt x="1198318" y="1819694"/>
                </a:lnTo>
                <a:lnTo>
                  <a:pt x="1195838" y="1819554"/>
                </a:lnTo>
                <a:lnTo>
                  <a:pt x="1171424" y="1826806"/>
                </a:lnTo>
                <a:lnTo>
                  <a:pt x="1167610" y="1827141"/>
                </a:lnTo>
                <a:lnTo>
                  <a:pt x="1150930" y="1826830"/>
                </a:lnTo>
                <a:lnTo>
                  <a:pt x="1147598" y="1828582"/>
                </a:lnTo>
                <a:lnTo>
                  <a:pt x="1145200" y="1831782"/>
                </a:lnTo>
                <a:lnTo>
                  <a:pt x="1144349" y="1832912"/>
                </a:lnTo>
                <a:moveTo>
                  <a:pt x="1405038" y="514588"/>
                </a:moveTo>
                <a:lnTo>
                  <a:pt x="1404977" y="514437"/>
                </a:lnTo>
                <a:moveTo>
                  <a:pt x="1445866" y="582634"/>
                </a:moveTo>
                <a:lnTo>
                  <a:pt x="1431265" y="586616"/>
                </a:lnTo>
                <a:lnTo>
                  <a:pt x="1412760" y="596487"/>
                </a:lnTo>
                <a:lnTo>
                  <a:pt x="1402734" y="603280"/>
                </a:lnTo>
                <a:lnTo>
                  <a:pt x="1394050" y="609942"/>
                </a:lnTo>
                <a:lnTo>
                  <a:pt x="1350599" y="649195"/>
                </a:lnTo>
                <a:lnTo>
                  <a:pt x="1340180" y="658582"/>
                </a:lnTo>
                <a:lnTo>
                  <a:pt x="1329024" y="667356"/>
                </a:lnTo>
                <a:lnTo>
                  <a:pt x="1318143" y="673888"/>
                </a:lnTo>
                <a:moveTo>
                  <a:pt x="1514354" y="2643382"/>
                </a:moveTo>
                <a:lnTo>
                  <a:pt x="1514706" y="2642367"/>
                </a:lnTo>
                <a:lnTo>
                  <a:pt x="1516793" y="2637276"/>
                </a:lnTo>
                <a:lnTo>
                  <a:pt x="1520010" y="2633577"/>
                </a:lnTo>
                <a:lnTo>
                  <a:pt x="1523455" y="2631850"/>
                </a:lnTo>
                <a:lnTo>
                  <a:pt x="1526811" y="2631073"/>
                </a:lnTo>
                <a:moveTo>
                  <a:pt x="1304479" y="219066"/>
                </a:moveTo>
                <a:lnTo>
                  <a:pt x="1315414" y="214999"/>
                </a:lnTo>
                <a:lnTo>
                  <a:pt x="1318131" y="213787"/>
                </a:lnTo>
                <a:lnTo>
                  <a:pt x="1321536" y="211897"/>
                </a:lnTo>
                <a:moveTo>
                  <a:pt x="1313858" y="211103"/>
                </a:moveTo>
                <a:lnTo>
                  <a:pt x="1302973" y="215236"/>
                </a:lnTo>
                <a:moveTo>
                  <a:pt x="1145741" y="1854355"/>
                </a:moveTo>
                <a:lnTo>
                  <a:pt x="1149661" y="1855411"/>
                </a:lnTo>
                <a:lnTo>
                  <a:pt x="1154760" y="1856778"/>
                </a:lnTo>
                <a:lnTo>
                  <a:pt x="1163493" y="1860485"/>
                </a:lnTo>
                <a:lnTo>
                  <a:pt x="1169214" y="1863653"/>
                </a:lnTo>
                <a:lnTo>
                  <a:pt x="1189061" y="1877419"/>
                </a:lnTo>
                <a:lnTo>
                  <a:pt x="1191975" y="1879121"/>
                </a:lnTo>
                <a:lnTo>
                  <a:pt x="1194594" y="1880799"/>
                </a:lnTo>
                <a:lnTo>
                  <a:pt x="1196337" y="1881847"/>
                </a:lnTo>
                <a:moveTo>
                  <a:pt x="1209809" y="1871952"/>
                </a:moveTo>
                <a:lnTo>
                  <a:pt x="1203286" y="1869308"/>
                </a:lnTo>
                <a:lnTo>
                  <a:pt x="1200020" y="1868023"/>
                </a:lnTo>
                <a:lnTo>
                  <a:pt x="1190919" y="1863996"/>
                </a:lnTo>
                <a:lnTo>
                  <a:pt x="1173723" y="1855468"/>
                </a:lnTo>
                <a:lnTo>
                  <a:pt x="1154482" y="1843568"/>
                </a:lnTo>
                <a:lnTo>
                  <a:pt x="1152583" y="1842397"/>
                </a:lnTo>
                <a:lnTo>
                  <a:pt x="1146584" y="1838911"/>
                </a:lnTo>
                <a:moveTo>
                  <a:pt x="1206191" y="1879211"/>
                </a:moveTo>
                <a:lnTo>
                  <a:pt x="1204464" y="1880644"/>
                </a:lnTo>
                <a:moveTo>
                  <a:pt x="1219796" y="1888087"/>
                </a:moveTo>
                <a:lnTo>
                  <a:pt x="1223978" y="1886643"/>
                </a:lnTo>
                <a:moveTo>
                  <a:pt x="1233167" y="1883811"/>
                </a:moveTo>
                <a:lnTo>
                  <a:pt x="1255143" y="1878131"/>
                </a:lnTo>
                <a:moveTo>
                  <a:pt x="1260815" y="1876494"/>
                </a:moveTo>
                <a:lnTo>
                  <a:pt x="1267706" y="1874759"/>
                </a:lnTo>
                <a:lnTo>
                  <a:pt x="1273853" y="1873218"/>
                </a:lnTo>
                <a:moveTo>
                  <a:pt x="1332609" y="1857842"/>
                </a:moveTo>
                <a:lnTo>
                  <a:pt x="1338567" y="1856958"/>
                </a:lnTo>
                <a:lnTo>
                  <a:pt x="1344117" y="1854584"/>
                </a:lnTo>
                <a:lnTo>
                  <a:pt x="1349265" y="1852456"/>
                </a:lnTo>
                <a:lnTo>
                  <a:pt x="1356442" y="1849354"/>
                </a:lnTo>
                <a:lnTo>
                  <a:pt x="1357498" y="1848413"/>
                </a:lnTo>
                <a:moveTo>
                  <a:pt x="1262394" y="1780662"/>
                </a:moveTo>
                <a:lnTo>
                  <a:pt x="1253948" y="1748210"/>
                </a:lnTo>
                <a:moveTo>
                  <a:pt x="1251730" y="1739526"/>
                </a:moveTo>
                <a:lnTo>
                  <a:pt x="1226219" y="1637097"/>
                </a:lnTo>
                <a:lnTo>
                  <a:pt x="1225204" y="1633030"/>
                </a:lnTo>
                <a:moveTo>
                  <a:pt x="1222822" y="1623617"/>
                </a:moveTo>
                <a:lnTo>
                  <a:pt x="1221979" y="1620368"/>
                </a:lnTo>
                <a:moveTo>
                  <a:pt x="1517808" y="1507987"/>
                </a:moveTo>
                <a:lnTo>
                  <a:pt x="1500833" y="1459052"/>
                </a:lnTo>
                <a:lnTo>
                  <a:pt x="1485373" y="1412023"/>
                </a:lnTo>
                <a:moveTo>
                  <a:pt x="1312074" y="1099384"/>
                </a:moveTo>
                <a:lnTo>
                  <a:pt x="1296204" y="1071253"/>
                </a:lnTo>
                <a:moveTo>
                  <a:pt x="1291703" y="1063249"/>
                </a:moveTo>
                <a:lnTo>
                  <a:pt x="1281039" y="1044261"/>
                </a:lnTo>
                <a:lnTo>
                  <a:pt x="1276864" y="1035724"/>
                </a:lnTo>
                <a:moveTo>
                  <a:pt x="1273010" y="1027540"/>
                </a:moveTo>
                <a:lnTo>
                  <a:pt x="1265611" y="1011163"/>
                </a:lnTo>
                <a:moveTo>
                  <a:pt x="1481027" y="1400647"/>
                </a:moveTo>
                <a:lnTo>
                  <a:pt x="1480078" y="1398445"/>
                </a:lnTo>
                <a:lnTo>
                  <a:pt x="1457521" y="1346564"/>
                </a:lnTo>
                <a:lnTo>
                  <a:pt x="1439024" y="1301565"/>
                </a:lnTo>
                <a:moveTo>
                  <a:pt x="1434891" y="1293405"/>
                </a:moveTo>
                <a:lnTo>
                  <a:pt x="1415952" y="1257492"/>
                </a:lnTo>
                <a:lnTo>
                  <a:pt x="1407121" y="1242400"/>
                </a:lnTo>
                <a:lnTo>
                  <a:pt x="1400721" y="1232554"/>
                </a:lnTo>
                <a:moveTo>
                  <a:pt x="1395875" y="1225269"/>
                </a:moveTo>
                <a:lnTo>
                  <a:pt x="1395450" y="1224639"/>
                </a:lnTo>
                <a:lnTo>
                  <a:pt x="1386201" y="1211421"/>
                </a:lnTo>
                <a:lnTo>
                  <a:pt x="1344689" y="1154514"/>
                </a:lnTo>
                <a:lnTo>
                  <a:pt x="1337774" y="1143072"/>
                </a:lnTo>
                <a:moveTo>
                  <a:pt x="1332920" y="1135199"/>
                </a:moveTo>
                <a:lnTo>
                  <a:pt x="1316535" y="1107151"/>
                </a:lnTo>
                <a:moveTo>
                  <a:pt x="1528718" y="1556496"/>
                </a:moveTo>
                <a:lnTo>
                  <a:pt x="1529430" y="1559222"/>
                </a:lnTo>
                <a:lnTo>
                  <a:pt x="1548107" y="1630411"/>
                </a:lnTo>
                <a:lnTo>
                  <a:pt x="1552461" y="1639487"/>
                </a:lnTo>
                <a:lnTo>
                  <a:pt x="1556930" y="1647647"/>
                </a:lnTo>
                <a:moveTo>
                  <a:pt x="1560728" y="1652975"/>
                </a:moveTo>
                <a:lnTo>
                  <a:pt x="1563797" y="1656887"/>
                </a:lnTo>
                <a:lnTo>
                  <a:pt x="1566481" y="1659588"/>
                </a:lnTo>
                <a:moveTo>
                  <a:pt x="923965" y="810929"/>
                </a:moveTo>
                <a:lnTo>
                  <a:pt x="923785" y="807319"/>
                </a:lnTo>
                <a:lnTo>
                  <a:pt x="922942" y="801680"/>
                </a:lnTo>
                <a:lnTo>
                  <a:pt x="921264" y="791196"/>
                </a:lnTo>
                <a:moveTo>
                  <a:pt x="920380" y="784792"/>
                </a:moveTo>
                <a:lnTo>
                  <a:pt x="919881" y="780417"/>
                </a:lnTo>
                <a:lnTo>
                  <a:pt x="919423" y="774393"/>
                </a:lnTo>
                <a:lnTo>
                  <a:pt x="915052" y="747204"/>
                </a:lnTo>
                <a:lnTo>
                  <a:pt x="894509" y="679936"/>
                </a:lnTo>
                <a:moveTo>
                  <a:pt x="912572" y="809046"/>
                </a:moveTo>
                <a:lnTo>
                  <a:pt x="912867" y="810029"/>
                </a:lnTo>
                <a:lnTo>
                  <a:pt x="913583" y="812938"/>
                </a:lnTo>
                <a:moveTo>
                  <a:pt x="899624" y="651102"/>
                </a:moveTo>
                <a:lnTo>
                  <a:pt x="901654" y="644783"/>
                </a:lnTo>
                <a:lnTo>
                  <a:pt x="929981" y="588261"/>
                </a:lnTo>
                <a:lnTo>
                  <a:pt x="932739" y="582409"/>
                </a:lnTo>
                <a:lnTo>
                  <a:pt x="933795" y="578710"/>
                </a:lnTo>
                <a:lnTo>
                  <a:pt x="934359" y="574544"/>
                </a:lnTo>
                <a:lnTo>
                  <a:pt x="933942" y="569314"/>
                </a:lnTo>
                <a:lnTo>
                  <a:pt x="932796" y="562979"/>
                </a:lnTo>
                <a:lnTo>
                  <a:pt x="931749" y="557913"/>
                </a:lnTo>
                <a:lnTo>
                  <a:pt x="925897" y="537542"/>
                </a:lnTo>
                <a:moveTo>
                  <a:pt x="919447" y="538238"/>
                </a:moveTo>
                <a:lnTo>
                  <a:pt x="919578" y="546578"/>
                </a:lnTo>
                <a:lnTo>
                  <a:pt x="922737" y="561138"/>
                </a:lnTo>
                <a:lnTo>
                  <a:pt x="922901" y="565345"/>
                </a:lnTo>
                <a:lnTo>
                  <a:pt x="922402" y="569011"/>
                </a:lnTo>
                <a:lnTo>
                  <a:pt x="921788" y="572121"/>
                </a:lnTo>
                <a:lnTo>
                  <a:pt x="920716" y="574773"/>
                </a:lnTo>
                <a:lnTo>
                  <a:pt x="917254" y="581820"/>
                </a:lnTo>
                <a:lnTo>
                  <a:pt x="892627" y="630665"/>
                </a:lnTo>
                <a:lnTo>
                  <a:pt x="887904" y="642148"/>
                </a:lnTo>
                <a:lnTo>
                  <a:pt x="886832" y="644775"/>
                </a:lnTo>
                <a:moveTo>
                  <a:pt x="2851015" y="483639"/>
                </a:moveTo>
                <a:lnTo>
                  <a:pt x="2851432" y="486233"/>
                </a:lnTo>
                <a:lnTo>
                  <a:pt x="2853069" y="526485"/>
                </a:lnTo>
                <a:lnTo>
                  <a:pt x="2851931" y="530102"/>
                </a:lnTo>
                <a:lnTo>
                  <a:pt x="2850475" y="532631"/>
                </a:lnTo>
                <a:lnTo>
                  <a:pt x="2847225" y="535520"/>
                </a:lnTo>
                <a:lnTo>
                  <a:pt x="2822205" y="555212"/>
                </a:lnTo>
                <a:lnTo>
                  <a:pt x="2819455" y="556145"/>
                </a:lnTo>
                <a:moveTo>
                  <a:pt x="1102453" y="2365968"/>
                </a:moveTo>
                <a:lnTo>
                  <a:pt x="1102895" y="2357939"/>
                </a:lnTo>
                <a:lnTo>
                  <a:pt x="1103238" y="2351539"/>
                </a:lnTo>
                <a:lnTo>
                  <a:pt x="1103803" y="2345032"/>
                </a:lnTo>
                <a:moveTo>
                  <a:pt x="1267845" y="1857207"/>
                </a:moveTo>
                <a:lnTo>
                  <a:pt x="1263802" y="1858275"/>
                </a:lnTo>
                <a:lnTo>
                  <a:pt x="1256980" y="1859884"/>
                </a:lnTo>
                <a:moveTo>
                  <a:pt x="1256743" y="1859941"/>
                </a:moveTo>
                <a:lnTo>
                  <a:pt x="1251214" y="1861279"/>
                </a:lnTo>
                <a:lnTo>
                  <a:pt x="1229509" y="1866190"/>
                </a:lnTo>
                <a:moveTo>
                  <a:pt x="1615875" y="1770636"/>
                </a:moveTo>
                <a:lnTo>
                  <a:pt x="1570966" y="1781783"/>
                </a:lnTo>
                <a:lnTo>
                  <a:pt x="1555064" y="1790483"/>
                </a:lnTo>
                <a:lnTo>
                  <a:pt x="1553124" y="1791040"/>
                </a:lnTo>
                <a:moveTo>
                  <a:pt x="1188169" y="731584"/>
                </a:moveTo>
                <a:lnTo>
                  <a:pt x="1193587" y="729399"/>
                </a:lnTo>
                <a:moveTo>
                  <a:pt x="734821" y="330965"/>
                </a:moveTo>
                <a:lnTo>
                  <a:pt x="734772" y="328821"/>
                </a:lnTo>
                <a:lnTo>
                  <a:pt x="733593" y="309530"/>
                </a:lnTo>
                <a:lnTo>
                  <a:pt x="733479" y="307287"/>
                </a:lnTo>
                <a:moveTo>
                  <a:pt x="553354" y="1008323"/>
                </a:moveTo>
                <a:lnTo>
                  <a:pt x="568553" y="1002765"/>
                </a:lnTo>
                <a:lnTo>
                  <a:pt x="598778" y="992142"/>
                </a:lnTo>
                <a:lnTo>
                  <a:pt x="691132" y="957456"/>
                </a:lnTo>
                <a:moveTo>
                  <a:pt x="2192555" y="1215489"/>
                </a:moveTo>
                <a:lnTo>
                  <a:pt x="2158778" y="1236278"/>
                </a:lnTo>
                <a:lnTo>
                  <a:pt x="2151035" y="1241041"/>
                </a:lnTo>
                <a:lnTo>
                  <a:pt x="2149554" y="1241958"/>
                </a:lnTo>
                <a:moveTo>
                  <a:pt x="712756" y="406844"/>
                </a:moveTo>
                <a:lnTo>
                  <a:pt x="707108" y="405910"/>
                </a:lnTo>
                <a:lnTo>
                  <a:pt x="516254" y="368327"/>
                </a:lnTo>
                <a:moveTo>
                  <a:pt x="511155" y="367402"/>
                </a:moveTo>
                <a:lnTo>
                  <a:pt x="510132" y="367214"/>
                </a:lnTo>
                <a:moveTo>
                  <a:pt x="858374" y="289077"/>
                </a:moveTo>
                <a:lnTo>
                  <a:pt x="858554" y="287333"/>
                </a:lnTo>
                <a:lnTo>
                  <a:pt x="857990" y="283888"/>
                </a:lnTo>
                <a:lnTo>
                  <a:pt x="857638" y="281874"/>
                </a:lnTo>
                <a:lnTo>
                  <a:pt x="856983" y="279157"/>
                </a:lnTo>
                <a:lnTo>
                  <a:pt x="856214" y="276743"/>
                </a:lnTo>
                <a:lnTo>
                  <a:pt x="855256" y="273403"/>
                </a:lnTo>
                <a:lnTo>
                  <a:pt x="853194" y="265595"/>
                </a:lnTo>
                <a:lnTo>
                  <a:pt x="852776" y="265170"/>
                </a:lnTo>
                <a:moveTo>
                  <a:pt x="843790" y="268223"/>
                </a:moveTo>
                <a:lnTo>
                  <a:pt x="843691" y="268665"/>
                </a:lnTo>
                <a:lnTo>
                  <a:pt x="843978" y="270989"/>
                </a:lnTo>
                <a:lnTo>
                  <a:pt x="845369" y="276734"/>
                </a:lnTo>
                <a:lnTo>
                  <a:pt x="846343" y="280016"/>
                </a:lnTo>
                <a:lnTo>
                  <a:pt x="846932" y="282496"/>
                </a:lnTo>
                <a:lnTo>
                  <a:pt x="848897" y="290386"/>
                </a:lnTo>
                <a:lnTo>
                  <a:pt x="849748" y="291884"/>
                </a:lnTo>
                <a:moveTo>
                  <a:pt x="908496" y="785581"/>
                </a:moveTo>
                <a:lnTo>
                  <a:pt x="909781" y="791884"/>
                </a:lnTo>
                <a:lnTo>
                  <a:pt x="912130" y="805560"/>
                </a:lnTo>
                <a:lnTo>
                  <a:pt x="912482" y="808596"/>
                </a:lnTo>
                <a:moveTo>
                  <a:pt x="1015124" y="627817"/>
                </a:moveTo>
                <a:lnTo>
                  <a:pt x="1012464" y="628545"/>
                </a:lnTo>
                <a:lnTo>
                  <a:pt x="1008969" y="629487"/>
                </a:lnTo>
                <a:lnTo>
                  <a:pt x="997953" y="632490"/>
                </a:lnTo>
                <a:lnTo>
                  <a:pt x="986838" y="635519"/>
                </a:lnTo>
                <a:lnTo>
                  <a:pt x="911173" y="655006"/>
                </a:lnTo>
                <a:moveTo>
                  <a:pt x="910943" y="655071"/>
                </a:moveTo>
                <a:lnTo>
                  <a:pt x="902644" y="657273"/>
                </a:lnTo>
                <a:moveTo>
                  <a:pt x="2683609" y="1134618"/>
                </a:moveTo>
                <a:lnTo>
                  <a:pt x="2680998" y="1137237"/>
                </a:lnTo>
                <a:lnTo>
                  <a:pt x="2680458" y="1137777"/>
                </a:lnTo>
                <a:moveTo>
                  <a:pt x="2113755" y="1582425"/>
                </a:moveTo>
                <a:lnTo>
                  <a:pt x="2052870" y="1524593"/>
                </a:lnTo>
                <a:moveTo>
                  <a:pt x="2044309" y="1516368"/>
                </a:moveTo>
                <a:lnTo>
                  <a:pt x="2000596" y="1473816"/>
                </a:lnTo>
                <a:lnTo>
                  <a:pt x="1998852" y="1472556"/>
                </a:lnTo>
                <a:lnTo>
                  <a:pt x="1996675" y="1471729"/>
                </a:lnTo>
                <a:lnTo>
                  <a:pt x="1994204" y="1471386"/>
                </a:lnTo>
                <a:lnTo>
                  <a:pt x="1991535" y="1471648"/>
                </a:lnTo>
                <a:lnTo>
                  <a:pt x="1988581" y="1472441"/>
                </a:lnTo>
                <a:lnTo>
                  <a:pt x="1985978" y="1473882"/>
                </a:lnTo>
                <a:lnTo>
                  <a:pt x="1977409" y="1481248"/>
                </a:lnTo>
                <a:lnTo>
                  <a:pt x="1957480" y="1498345"/>
                </a:lnTo>
                <a:moveTo>
                  <a:pt x="2005064" y="1621735"/>
                </a:moveTo>
                <a:lnTo>
                  <a:pt x="1984227" y="1596609"/>
                </a:lnTo>
                <a:lnTo>
                  <a:pt x="1968218" y="1577727"/>
                </a:lnTo>
                <a:lnTo>
                  <a:pt x="1933425" y="1537475"/>
                </a:lnTo>
                <a:lnTo>
                  <a:pt x="1932374" y="1536121"/>
                </a:lnTo>
                <a:moveTo>
                  <a:pt x="1932243" y="1535965"/>
                </a:moveTo>
                <a:lnTo>
                  <a:pt x="1927721" y="1530981"/>
                </a:lnTo>
                <a:moveTo>
                  <a:pt x="1959182" y="1500326"/>
                </a:moveTo>
                <a:lnTo>
                  <a:pt x="1979111" y="1483229"/>
                </a:lnTo>
                <a:lnTo>
                  <a:pt x="1987484" y="1476043"/>
                </a:lnTo>
                <a:lnTo>
                  <a:pt x="1989563" y="1474880"/>
                </a:lnTo>
                <a:lnTo>
                  <a:pt x="1992010" y="1474234"/>
                </a:lnTo>
                <a:lnTo>
                  <a:pt x="1994154" y="1474021"/>
                </a:lnTo>
                <a:lnTo>
                  <a:pt x="1996021" y="1474283"/>
                </a:lnTo>
                <a:lnTo>
                  <a:pt x="1997592" y="1474880"/>
                </a:lnTo>
                <a:lnTo>
                  <a:pt x="1998910" y="1475830"/>
                </a:lnTo>
                <a:lnTo>
                  <a:pt x="2042484" y="1518242"/>
                </a:lnTo>
                <a:moveTo>
                  <a:pt x="966803" y="1649309"/>
                </a:moveTo>
                <a:lnTo>
                  <a:pt x="939507" y="1543000"/>
                </a:lnTo>
                <a:moveTo>
                  <a:pt x="833551" y="2408831"/>
                </a:moveTo>
                <a:lnTo>
                  <a:pt x="837856" y="2410336"/>
                </a:lnTo>
                <a:lnTo>
                  <a:pt x="839894" y="2410418"/>
                </a:lnTo>
                <a:lnTo>
                  <a:pt x="841899" y="2410525"/>
                </a:lnTo>
                <a:lnTo>
                  <a:pt x="846621" y="2410754"/>
                </a:lnTo>
                <a:lnTo>
                  <a:pt x="849642" y="2410926"/>
                </a:lnTo>
                <a:moveTo>
                  <a:pt x="1000065" y="2426681"/>
                </a:moveTo>
                <a:lnTo>
                  <a:pt x="1037018" y="2428457"/>
                </a:lnTo>
                <a:lnTo>
                  <a:pt x="1047846" y="2429014"/>
                </a:lnTo>
                <a:lnTo>
                  <a:pt x="1048099" y="2429030"/>
                </a:lnTo>
                <a:moveTo>
                  <a:pt x="1150709" y="1380734"/>
                </a:moveTo>
                <a:lnTo>
                  <a:pt x="1153098" y="1387699"/>
                </a:lnTo>
                <a:lnTo>
                  <a:pt x="1177063" y="1479325"/>
                </a:lnTo>
                <a:moveTo>
                  <a:pt x="1180083" y="1491159"/>
                </a:moveTo>
                <a:lnTo>
                  <a:pt x="1194095" y="1547493"/>
                </a:lnTo>
                <a:lnTo>
                  <a:pt x="1203736" y="1588923"/>
                </a:lnTo>
                <a:moveTo>
                  <a:pt x="1152190" y="1606757"/>
                </a:moveTo>
                <a:lnTo>
                  <a:pt x="1043295" y="1634626"/>
                </a:lnTo>
                <a:moveTo>
                  <a:pt x="1034431" y="1636884"/>
                </a:moveTo>
                <a:lnTo>
                  <a:pt x="1009526" y="1643195"/>
                </a:lnTo>
                <a:lnTo>
                  <a:pt x="1000736" y="1645421"/>
                </a:lnTo>
                <a:lnTo>
                  <a:pt x="972368" y="1652615"/>
                </a:lnTo>
                <a:moveTo>
                  <a:pt x="960992" y="1655545"/>
                </a:moveTo>
                <a:lnTo>
                  <a:pt x="934777" y="1662420"/>
                </a:lnTo>
                <a:lnTo>
                  <a:pt x="899960" y="1671030"/>
                </a:lnTo>
                <a:moveTo>
                  <a:pt x="891178" y="1673306"/>
                </a:moveTo>
                <a:lnTo>
                  <a:pt x="855682" y="1682930"/>
                </a:lnTo>
                <a:lnTo>
                  <a:pt x="784018" y="1700920"/>
                </a:lnTo>
                <a:lnTo>
                  <a:pt x="777773" y="1702295"/>
                </a:lnTo>
                <a:moveTo>
                  <a:pt x="770497" y="1703441"/>
                </a:moveTo>
                <a:lnTo>
                  <a:pt x="768934" y="1703531"/>
                </a:lnTo>
                <a:lnTo>
                  <a:pt x="764474" y="1703408"/>
                </a:lnTo>
                <a:lnTo>
                  <a:pt x="725270" y="1701100"/>
                </a:lnTo>
                <a:moveTo>
                  <a:pt x="2985388" y="1441897"/>
                </a:moveTo>
                <a:lnTo>
                  <a:pt x="2980264" y="1435382"/>
                </a:lnTo>
                <a:lnTo>
                  <a:pt x="2952355" y="1408791"/>
                </a:lnTo>
                <a:moveTo>
                  <a:pt x="2948644" y="1405259"/>
                </a:moveTo>
                <a:lnTo>
                  <a:pt x="2948549" y="1405177"/>
                </a:lnTo>
                <a:moveTo>
                  <a:pt x="719868" y="1732561"/>
                </a:moveTo>
                <a:lnTo>
                  <a:pt x="721235" y="1706567"/>
                </a:lnTo>
                <a:lnTo>
                  <a:pt x="721300" y="1704448"/>
                </a:lnTo>
                <a:moveTo>
                  <a:pt x="2062782" y="1806692"/>
                </a:moveTo>
                <a:lnTo>
                  <a:pt x="2093232" y="1882064"/>
                </a:lnTo>
                <a:moveTo>
                  <a:pt x="1722650" y="1667756"/>
                </a:moveTo>
                <a:lnTo>
                  <a:pt x="1721889" y="1669410"/>
                </a:lnTo>
                <a:lnTo>
                  <a:pt x="1721823" y="1671390"/>
                </a:lnTo>
                <a:lnTo>
                  <a:pt x="1723427" y="1677144"/>
                </a:lnTo>
                <a:lnTo>
                  <a:pt x="1726194" y="1684837"/>
                </a:lnTo>
                <a:lnTo>
                  <a:pt x="1739101" y="1722634"/>
                </a:lnTo>
                <a:moveTo>
                  <a:pt x="1740983" y="1724549"/>
                </a:moveTo>
                <a:lnTo>
                  <a:pt x="1742538" y="1729230"/>
                </a:lnTo>
                <a:lnTo>
                  <a:pt x="1743144" y="1731047"/>
                </a:lnTo>
                <a:moveTo>
                  <a:pt x="869489" y="645504"/>
                </a:moveTo>
                <a:lnTo>
                  <a:pt x="863670" y="625926"/>
                </a:lnTo>
                <a:lnTo>
                  <a:pt x="851434" y="585012"/>
                </a:lnTo>
                <a:moveTo>
                  <a:pt x="555818" y="888526"/>
                </a:moveTo>
                <a:lnTo>
                  <a:pt x="552847" y="931560"/>
                </a:lnTo>
                <a:moveTo>
                  <a:pt x="552217" y="940678"/>
                </a:moveTo>
                <a:lnTo>
                  <a:pt x="548976" y="986552"/>
                </a:lnTo>
                <a:moveTo>
                  <a:pt x="608935" y="2374799"/>
                </a:moveTo>
                <a:lnTo>
                  <a:pt x="606996" y="2374775"/>
                </a:lnTo>
                <a:moveTo>
                  <a:pt x="606750" y="2374767"/>
                </a:moveTo>
                <a:lnTo>
                  <a:pt x="603476" y="2374636"/>
                </a:lnTo>
                <a:moveTo>
                  <a:pt x="603231" y="2374619"/>
                </a:moveTo>
                <a:lnTo>
                  <a:pt x="598107" y="2374439"/>
                </a:lnTo>
                <a:lnTo>
                  <a:pt x="589620" y="2373784"/>
                </a:lnTo>
                <a:moveTo>
                  <a:pt x="544556" y="2368358"/>
                </a:moveTo>
                <a:lnTo>
                  <a:pt x="541438" y="2368199"/>
                </a:lnTo>
                <a:moveTo>
                  <a:pt x="541192" y="2368190"/>
                </a:moveTo>
                <a:lnTo>
                  <a:pt x="531101" y="2367617"/>
                </a:lnTo>
                <a:moveTo>
                  <a:pt x="558691" y="2360280"/>
                </a:moveTo>
                <a:lnTo>
                  <a:pt x="558682" y="2360444"/>
                </a:lnTo>
                <a:moveTo>
                  <a:pt x="558723" y="2359110"/>
                </a:moveTo>
                <a:lnTo>
                  <a:pt x="558609" y="2362670"/>
                </a:lnTo>
                <a:moveTo>
                  <a:pt x="558273" y="2373572"/>
                </a:moveTo>
                <a:lnTo>
                  <a:pt x="558183" y="2376567"/>
                </a:lnTo>
                <a:moveTo>
                  <a:pt x="566777" y="2628900"/>
                </a:moveTo>
                <a:lnTo>
                  <a:pt x="569551" y="2611319"/>
                </a:lnTo>
                <a:moveTo>
                  <a:pt x="311249" y="2541571"/>
                </a:moveTo>
                <a:lnTo>
                  <a:pt x="299348" y="2537041"/>
                </a:lnTo>
                <a:moveTo>
                  <a:pt x="651986" y="2388210"/>
                </a:moveTo>
                <a:lnTo>
                  <a:pt x="664066" y="2387690"/>
                </a:lnTo>
                <a:lnTo>
                  <a:pt x="678242" y="2386822"/>
                </a:lnTo>
                <a:lnTo>
                  <a:pt x="685608" y="2386601"/>
                </a:lnTo>
                <a:lnTo>
                  <a:pt x="689135" y="2386585"/>
                </a:lnTo>
                <a:lnTo>
                  <a:pt x="692188" y="2386790"/>
                </a:lnTo>
                <a:lnTo>
                  <a:pt x="709187" y="2387371"/>
                </a:lnTo>
                <a:lnTo>
                  <a:pt x="722471" y="2387649"/>
                </a:lnTo>
                <a:moveTo>
                  <a:pt x="1639413" y="1759717"/>
                </a:moveTo>
                <a:lnTo>
                  <a:pt x="1638898" y="1758539"/>
                </a:lnTo>
                <a:moveTo>
                  <a:pt x="1637605" y="1755380"/>
                </a:moveTo>
                <a:lnTo>
                  <a:pt x="1632105" y="1741761"/>
                </a:lnTo>
                <a:lnTo>
                  <a:pt x="1628459" y="1734035"/>
                </a:lnTo>
                <a:moveTo>
                  <a:pt x="1625623" y="1728878"/>
                </a:moveTo>
                <a:lnTo>
                  <a:pt x="1618879" y="1718288"/>
                </a:lnTo>
                <a:lnTo>
                  <a:pt x="1612945" y="1709939"/>
                </a:lnTo>
                <a:moveTo>
                  <a:pt x="1605669" y="1699733"/>
                </a:moveTo>
                <a:lnTo>
                  <a:pt x="1596568" y="1686982"/>
                </a:lnTo>
                <a:lnTo>
                  <a:pt x="1572914" y="1662420"/>
                </a:lnTo>
                <a:moveTo>
                  <a:pt x="1612437" y="1720274"/>
                </a:moveTo>
                <a:lnTo>
                  <a:pt x="1615826" y="1727045"/>
                </a:lnTo>
                <a:lnTo>
                  <a:pt x="1623511" y="1742743"/>
                </a:lnTo>
                <a:lnTo>
                  <a:pt x="1627603" y="1752941"/>
                </a:lnTo>
                <a:moveTo>
                  <a:pt x="1630666" y="1760716"/>
                </a:moveTo>
                <a:lnTo>
                  <a:pt x="1630988" y="1762030"/>
                </a:lnTo>
                <a:moveTo>
                  <a:pt x="1648097" y="1785912"/>
                </a:moveTo>
                <a:lnTo>
                  <a:pt x="1648044" y="1785687"/>
                </a:lnTo>
                <a:moveTo>
                  <a:pt x="1159400" y="2403936"/>
                </a:moveTo>
                <a:lnTo>
                  <a:pt x="1117872" y="2401800"/>
                </a:lnTo>
                <a:moveTo>
                  <a:pt x="1117643" y="2401784"/>
                </a:moveTo>
                <a:lnTo>
                  <a:pt x="1113747" y="2401645"/>
                </a:lnTo>
                <a:lnTo>
                  <a:pt x="1109991" y="2401505"/>
                </a:lnTo>
                <a:lnTo>
                  <a:pt x="1107781" y="2401432"/>
                </a:lnTo>
                <a:moveTo>
                  <a:pt x="899150" y="2391217"/>
                </a:moveTo>
                <a:lnTo>
                  <a:pt x="877297" y="2390096"/>
                </a:lnTo>
                <a:moveTo>
                  <a:pt x="877051" y="2390080"/>
                </a:moveTo>
                <a:lnTo>
                  <a:pt x="874097" y="2389924"/>
                </a:lnTo>
                <a:lnTo>
                  <a:pt x="870242" y="2389720"/>
                </a:lnTo>
                <a:lnTo>
                  <a:pt x="866191" y="2389507"/>
                </a:lnTo>
                <a:moveTo>
                  <a:pt x="802982" y="2393206"/>
                </a:moveTo>
                <a:lnTo>
                  <a:pt x="839869" y="2395162"/>
                </a:lnTo>
                <a:moveTo>
                  <a:pt x="840107" y="2395179"/>
                </a:moveTo>
                <a:lnTo>
                  <a:pt x="843012" y="2395310"/>
                </a:lnTo>
                <a:lnTo>
                  <a:pt x="846605" y="2395473"/>
                </a:lnTo>
                <a:lnTo>
                  <a:pt x="850272" y="2395670"/>
                </a:lnTo>
                <a:moveTo>
                  <a:pt x="1051496" y="2405278"/>
                </a:moveTo>
                <a:lnTo>
                  <a:pt x="1080428" y="2406735"/>
                </a:lnTo>
                <a:moveTo>
                  <a:pt x="1080666" y="2406752"/>
                </a:moveTo>
                <a:lnTo>
                  <a:pt x="1084267" y="2406964"/>
                </a:lnTo>
                <a:lnTo>
                  <a:pt x="1087958" y="2407177"/>
                </a:lnTo>
                <a:lnTo>
                  <a:pt x="1090151" y="2407300"/>
                </a:lnTo>
                <a:moveTo>
                  <a:pt x="865900" y="2397908"/>
                </a:moveTo>
                <a:lnTo>
                  <a:pt x="869980" y="2398052"/>
                </a:lnTo>
                <a:lnTo>
                  <a:pt x="873786" y="2398150"/>
                </a:lnTo>
                <a:lnTo>
                  <a:pt x="878975" y="2398289"/>
                </a:lnTo>
                <a:lnTo>
                  <a:pt x="882167" y="2398297"/>
                </a:lnTo>
                <a:lnTo>
                  <a:pt x="900958" y="2398371"/>
                </a:lnTo>
                <a:lnTo>
                  <a:pt x="914872" y="2398420"/>
                </a:lnTo>
                <a:lnTo>
                  <a:pt x="924456" y="2398379"/>
                </a:lnTo>
                <a:lnTo>
                  <a:pt x="936565" y="2398510"/>
                </a:lnTo>
                <a:moveTo>
                  <a:pt x="1377198" y="2416426"/>
                </a:moveTo>
                <a:lnTo>
                  <a:pt x="1381863" y="2415607"/>
                </a:lnTo>
                <a:lnTo>
                  <a:pt x="1384605" y="2414985"/>
                </a:lnTo>
                <a:lnTo>
                  <a:pt x="1402259" y="2411040"/>
                </a:lnTo>
                <a:moveTo>
                  <a:pt x="1408340" y="2409469"/>
                </a:moveTo>
                <a:lnTo>
                  <a:pt x="1412285" y="2408495"/>
                </a:lnTo>
                <a:moveTo>
                  <a:pt x="1523382" y="2370666"/>
                </a:moveTo>
                <a:lnTo>
                  <a:pt x="1505392" y="2374415"/>
                </a:lnTo>
                <a:lnTo>
                  <a:pt x="1496005" y="2377492"/>
                </a:lnTo>
                <a:lnTo>
                  <a:pt x="1481019" y="2381994"/>
                </a:lnTo>
                <a:lnTo>
                  <a:pt x="1467031" y="2385947"/>
                </a:lnTo>
                <a:lnTo>
                  <a:pt x="1450008" y="2389867"/>
                </a:lnTo>
                <a:moveTo>
                  <a:pt x="1443550" y="2391422"/>
                </a:moveTo>
                <a:lnTo>
                  <a:pt x="1438034" y="2392715"/>
                </a:lnTo>
                <a:lnTo>
                  <a:pt x="1433802" y="2393902"/>
                </a:lnTo>
                <a:moveTo>
                  <a:pt x="772593" y="2386262"/>
                </a:moveTo>
                <a:lnTo>
                  <a:pt x="757108" y="2384813"/>
                </a:lnTo>
                <a:lnTo>
                  <a:pt x="725503" y="2382178"/>
                </a:lnTo>
                <a:moveTo>
                  <a:pt x="534182" y="2685569"/>
                </a:moveTo>
                <a:lnTo>
                  <a:pt x="533785" y="2685213"/>
                </a:lnTo>
                <a:lnTo>
                  <a:pt x="525183" y="2678015"/>
                </a:lnTo>
                <a:moveTo>
                  <a:pt x="1277380" y="1614680"/>
                </a:moveTo>
                <a:lnTo>
                  <a:pt x="1370577" y="1591559"/>
                </a:lnTo>
                <a:lnTo>
                  <a:pt x="1403225" y="1583243"/>
                </a:lnTo>
                <a:moveTo>
                  <a:pt x="1412122" y="1581009"/>
                </a:moveTo>
                <a:lnTo>
                  <a:pt x="1466860" y="1567390"/>
                </a:lnTo>
                <a:moveTo>
                  <a:pt x="1475748" y="1565164"/>
                </a:moveTo>
                <a:lnTo>
                  <a:pt x="1522400" y="1553386"/>
                </a:lnTo>
                <a:lnTo>
                  <a:pt x="1523177" y="1553206"/>
                </a:lnTo>
                <a:moveTo>
                  <a:pt x="497921" y="1485283"/>
                </a:moveTo>
                <a:lnTo>
                  <a:pt x="459838" y="1482656"/>
                </a:lnTo>
                <a:lnTo>
                  <a:pt x="434524" y="1504238"/>
                </a:lnTo>
                <a:moveTo>
                  <a:pt x="522548" y="1486846"/>
                </a:moveTo>
                <a:lnTo>
                  <a:pt x="518267" y="1486797"/>
                </a:lnTo>
                <a:moveTo>
                  <a:pt x="486421" y="1355968"/>
                </a:moveTo>
                <a:lnTo>
                  <a:pt x="482976" y="1356819"/>
                </a:lnTo>
                <a:lnTo>
                  <a:pt x="388166" y="1377599"/>
                </a:lnTo>
                <a:moveTo>
                  <a:pt x="2002740" y="741041"/>
                </a:moveTo>
                <a:lnTo>
                  <a:pt x="1989055" y="746885"/>
                </a:lnTo>
                <a:lnTo>
                  <a:pt x="1963733" y="754898"/>
                </a:lnTo>
                <a:lnTo>
                  <a:pt x="1947675" y="761601"/>
                </a:lnTo>
                <a:moveTo>
                  <a:pt x="1947462" y="761699"/>
                </a:moveTo>
                <a:lnTo>
                  <a:pt x="1945555" y="762526"/>
                </a:lnTo>
                <a:lnTo>
                  <a:pt x="1941340" y="764236"/>
                </a:lnTo>
                <a:lnTo>
                  <a:pt x="1936609" y="766307"/>
                </a:lnTo>
                <a:lnTo>
                  <a:pt x="1935398" y="766814"/>
                </a:lnTo>
                <a:moveTo>
                  <a:pt x="1245076" y="570771"/>
                </a:moveTo>
                <a:lnTo>
                  <a:pt x="1258253" y="610286"/>
                </a:lnTo>
                <a:lnTo>
                  <a:pt x="1269261" y="643196"/>
                </a:lnTo>
                <a:lnTo>
                  <a:pt x="1270145" y="644423"/>
                </a:lnTo>
                <a:lnTo>
                  <a:pt x="1271397" y="645274"/>
                </a:lnTo>
                <a:lnTo>
                  <a:pt x="1272453" y="645553"/>
                </a:lnTo>
                <a:lnTo>
                  <a:pt x="1273779" y="645536"/>
                </a:lnTo>
                <a:moveTo>
                  <a:pt x="1250453" y="560041"/>
                </a:moveTo>
                <a:lnTo>
                  <a:pt x="1250265" y="559476"/>
                </a:lnTo>
                <a:lnTo>
                  <a:pt x="1249864" y="558331"/>
                </a:lnTo>
                <a:lnTo>
                  <a:pt x="1249798" y="558142"/>
                </a:lnTo>
                <a:moveTo>
                  <a:pt x="1548525" y="349626"/>
                </a:moveTo>
                <a:lnTo>
                  <a:pt x="1550464" y="353554"/>
                </a:lnTo>
                <a:lnTo>
                  <a:pt x="1551553" y="359332"/>
                </a:lnTo>
                <a:lnTo>
                  <a:pt x="1556005" y="373025"/>
                </a:lnTo>
                <a:lnTo>
                  <a:pt x="1563257" y="393536"/>
                </a:lnTo>
                <a:moveTo>
                  <a:pt x="1566293" y="402187"/>
                </a:moveTo>
                <a:lnTo>
                  <a:pt x="1573160" y="421821"/>
                </a:lnTo>
                <a:lnTo>
                  <a:pt x="1575280" y="427117"/>
                </a:lnTo>
                <a:lnTo>
                  <a:pt x="1575509" y="428058"/>
                </a:lnTo>
                <a:moveTo>
                  <a:pt x="1479611" y="473285"/>
                </a:moveTo>
                <a:lnTo>
                  <a:pt x="1479660" y="473424"/>
                </a:lnTo>
                <a:lnTo>
                  <a:pt x="1480192" y="474742"/>
                </a:lnTo>
                <a:lnTo>
                  <a:pt x="1481232" y="477288"/>
                </a:lnTo>
                <a:moveTo>
                  <a:pt x="2479635" y="832348"/>
                </a:moveTo>
                <a:lnTo>
                  <a:pt x="2482016" y="831398"/>
                </a:lnTo>
                <a:lnTo>
                  <a:pt x="2511006" y="820128"/>
                </a:lnTo>
                <a:lnTo>
                  <a:pt x="2516228" y="818049"/>
                </a:lnTo>
                <a:lnTo>
                  <a:pt x="2539414" y="808801"/>
                </a:lnTo>
                <a:lnTo>
                  <a:pt x="2617102" y="778264"/>
                </a:lnTo>
                <a:lnTo>
                  <a:pt x="2622962" y="775989"/>
                </a:lnTo>
                <a:lnTo>
                  <a:pt x="2658622" y="762231"/>
                </a:lnTo>
                <a:lnTo>
                  <a:pt x="2678723" y="754660"/>
                </a:lnTo>
                <a:moveTo>
                  <a:pt x="1975387" y="1677586"/>
                </a:moveTo>
                <a:lnTo>
                  <a:pt x="1979631" y="1687616"/>
                </a:lnTo>
                <a:moveTo>
                  <a:pt x="566973" y="2264374"/>
                </a:moveTo>
                <a:lnTo>
                  <a:pt x="567145" y="2265381"/>
                </a:lnTo>
                <a:lnTo>
                  <a:pt x="567759" y="2267951"/>
                </a:lnTo>
                <a:lnTo>
                  <a:pt x="568766" y="2270234"/>
                </a:lnTo>
                <a:lnTo>
                  <a:pt x="571229" y="2273876"/>
                </a:lnTo>
                <a:lnTo>
                  <a:pt x="572948" y="2276176"/>
                </a:lnTo>
                <a:moveTo>
                  <a:pt x="832037" y="983491"/>
                </a:moveTo>
                <a:lnTo>
                  <a:pt x="767019" y="1016262"/>
                </a:lnTo>
                <a:lnTo>
                  <a:pt x="657641" y="1062651"/>
                </a:lnTo>
                <a:lnTo>
                  <a:pt x="599834" y="1080600"/>
                </a:lnTo>
                <a:lnTo>
                  <a:pt x="595660" y="1081991"/>
                </a:lnTo>
                <a:lnTo>
                  <a:pt x="591707" y="1083244"/>
                </a:lnTo>
                <a:lnTo>
                  <a:pt x="466328" y="1123102"/>
                </a:lnTo>
                <a:lnTo>
                  <a:pt x="441194" y="1130861"/>
                </a:lnTo>
                <a:lnTo>
                  <a:pt x="440875" y="1130992"/>
                </a:lnTo>
                <a:moveTo>
                  <a:pt x="429973" y="1135052"/>
                </a:moveTo>
                <a:lnTo>
                  <a:pt x="429056" y="1135371"/>
                </a:lnTo>
                <a:lnTo>
                  <a:pt x="330867" y="1168510"/>
                </a:lnTo>
                <a:lnTo>
                  <a:pt x="323738" y="1170441"/>
                </a:lnTo>
                <a:lnTo>
                  <a:pt x="298718" y="1174296"/>
                </a:lnTo>
                <a:lnTo>
                  <a:pt x="246558" y="1182301"/>
                </a:lnTo>
                <a:moveTo>
                  <a:pt x="942634" y="879654"/>
                </a:moveTo>
                <a:lnTo>
                  <a:pt x="993010" y="853979"/>
                </a:lnTo>
                <a:lnTo>
                  <a:pt x="1059173" y="820357"/>
                </a:lnTo>
                <a:lnTo>
                  <a:pt x="1067922" y="815774"/>
                </a:lnTo>
                <a:lnTo>
                  <a:pt x="1071376" y="815971"/>
                </a:lnTo>
                <a:moveTo>
                  <a:pt x="1136950" y="1283167"/>
                </a:moveTo>
                <a:lnTo>
                  <a:pt x="1139406" y="1282455"/>
                </a:lnTo>
                <a:lnTo>
                  <a:pt x="1231923" y="1251754"/>
                </a:lnTo>
                <a:moveTo>
                  <a:pt x="1066801" y="1138358"/>
                </a:moveTo>
                <a:lnTo>
                  <a:pt x="1068241" y="1137417"/>
                </a:lnTo>
                <a:lnTo>
                  <a:pt x="1070533" y="1135919"/>
                </a:lnTo>
                <a:lnTo>
                  <a:pt x="1159302" y="1089750"/>
                </a:lnTo>
                <a:moveTo>
                  <a:pt x="1112913" y="907866"/>
                </a:moveTo>
                <a:lnTo>
                  <a:pt x="1114378" y="906786"/>
                </a:lnTo>
                <a:lnTo>
                  <a:pt x="1201813" y="863973"/>
                </a:lnTo>
                <a:moveTo>
                  <a:pt x="1001603" y="1035814"/>
                </a:moveTo>
                <a:lnTo>
                  <a:pt x="896490" y="1091379"/>
                </a:lnTo>
                <a:moveTo>
                  <a:pt x="1287619" y="1070754"/>
                </a:moveTo>
                <a:lnTo>
                  <a:pt x="1287161" y="1071000"/>
                </a:lnTo>
                <a:lnTo>
                  <a:pt x="1214253" y="1109974"/>
                </a:lnTo>
                <a:moveTo>
                  <a:pt x="1206085" y="1114214"/>
                </a:moveTo>
                <a:lnTo>
                  <a:pt x="1191369" y="1121613"/>
                </a:lnTo>
                <a:lnTo>
                  <a:pt x="1091584" y="1173887"/>
                </a:lnTo>
                <a:lnTo>
                  <a:pt x="1088678" y="1175287"/>
                </a:lnTo>
                <a:lnTo>
                  <a:pt x="1088277" y="1175483"/>
                </a:lnTo>
                <a:moveTo>
                  <a:pt x="1077490" y="1180598"/>
                </a:moveTo>
                <a:lnTo>
                  <a:pt x="1076950" y="1180852"/>
                </a:lnTo>
                <a:lnTo>
                  <a:pt x="1074363" y="1182055"/>
                </a:lnTo>
                <a:lnTo>
                  <a:pt x="1064419" y="1185755"/>
                </a:lnTo>
                <a:lnTo>
                  <a:pt x="955107" y="1221054"/>
                </a:lnTo>
                <a:moveTo>
                  <a:pt x="946407" y="1223870"/>
                </a:moveTo>
                <a:lnTo>
                  <a:pt x="910690" y="1235435"/>
                </a:lnTo>
                <a:lnTo>
                  <a:pt x="909167" y="1236384"/>
                </a:lnTo>
                <a:moveTo>
                  <a:pt x="1062021" y="1136312"/>
                </a:moveTo>
                <a:lnTo>
                  <a:pt x="1061997" y="1132645"/>
                </a:lnTo>
                <a:lnTo>
                  <a:pt x="1048443" y="1106561"/>
                </a:lnTo>
                <a:moveTo>
                  <a:pt x="1048329" y="1106349"/>
                </a:moveTo>
                <a:lnTo>
                  <a:pt x="1046782" y="1103361"/>
                </a:lnTo>
                <a:lnTo>
                  <a:pt x="1045742" y="1101364"/>
                </a:lnTo>
                <a:moveTo>
                  <a:pt x="2065196" y="1934825"/>
                </a:moveTo>
                <a:lnTo>
                  <a:pt x="2066383" y="1932042"/>
                </a:lnTo>
                <a:lnTo>
                  <a:pt x="2070598" y="1923350"/>
                </a:lnTo>
                <a:lnTo>
                  <a:pt x="2076188" y="1914740"/>
                </a:lnTo>
                <a:lnTo>
                  <a:pt x="2078013" y="1912072"/>
                </a:lnTo>
                <a:lnTo>
                  <a:pt x="2080010" y="1909813"/>
                </a:lnTo>
                <a:lnTo>
                  <a:pt x="2081704" y="1908094"/>
                </a:lnTo>
                <a:moveTo>
                  <a:pt x="2202761" y="2018430"/>
                </a:moveTo>
                <a:lnTo>
                  <a:pt x="2196058" y="2011939"/>
                </a:lnTo>
                <a:moveTo>
                  <a:pt x="2189044" y="2005130"/>
                </a:moveTo>
                <a:lnTo>
                  <a:pt x="2188356" y="2004467"/>
                </a:lnTo>
                <a:lnTo>
                  <a:pt x="2179607" y="1995988"/>
                </a:lnTo>
                <a:lnTo>
                  <a:pt x="2170408" y="1987058"/>
                </a:lnTo>
                <a:lnTo>
                  <a:pt x="2147458" y="1964764"/>
                </a:lnTo>
                <a:lnTo>
                  <a:pt x="2145208" y="1962546"/>
                </a:lnTo>
                <a:moveTo>
                  <a:pt x="2260265" y="1937960"/>
                </a:moveTo>
                <a:lnTo>
                  <a:pt x="2259324" y="1937002"/>
                </a:lnTo>
                <a:lnTo>
                  <a:pt x="2257540" y="1935488"/>
                </a:lnTo>
                <a:lnTo>
                  <a:pt x="2255756" y="1934424"/>
                </a:lnTo>
                <a:lnTo>
                  <a:pt x="2254602" y="1934056"/>
                </a:lnTo>
                <a:lnTo>
                  <a:pt x="2253497" y="1933769"/>
                </a:lnTo>
                <a:lnTo>
                  <a:pt x="2252883" y="1933638"/>
                </a:lnTo>
                <a:moveTo>
                  <a:pt x="2242276" y="1933671"/>
                </a:moveTo>
                <a:lnTo>
                  <a:pt x="2242169" y="1933679"/>
                </a:lnTo>
                <a:lnTo>
                  <a:pt x="2230040" y="1934154"/>
                </a:lnTo>
                <a:moveTo>
                  <a:pt x="2219793" y="1934506"/>
                </a:moveTo>
                <a:lnTo>
                  <a:pt x="2210479" y="1934768"/>
                </a:lnTo>
                <a:lnTo>
                  <a:pt x="2207336" y="1934858"/>
                </a:lnTo>
                <a:moveTo>
                  <a:pt x="2197490" y="1935586"/>
                </a:moveTo>
                <a:lnTo>
                  <a:pt x="2196123" y="1935750"/>
                </a:lnTo>
                <a:moveTo>
                  <a:pt x="930226" y="821438"/>
                </a:moveTo>
                <a:lnTo>
                  <a:pt x="930513" y="821315"/>
                </a:lnTo>
                <a:lnTo>
                  <a:pt x="934597" y="819735"/>
                </a:lnTo>
                <a:lnTo>
                  <a:pt x="955876" y="811731"/>
                </a:lnTo>
                <a:lnTo>
                  <a:pt x="971877" y="805953"/>
                </a:lnTo>
                <a:lnTo>
                  <a:pt x="975036" y="804463"/>
                </a:lnTo>
                <a:moveTo>
                  <a:pt x="517293" y="264523"/>
                </a:moveTo>
                <a:lnTo>
                  <a:pt x="367533" y="235403"/>
                </a:lnTo>
                <a:moveTo>
                  <a:pt x="361313" y="232317"/>
                </a:moveTo>
                <a:lnTo>
                  <a:pt x="347211" y="219959"/>
                </a:lnTo>
                <a:lnTo>
                  <a:pt x="301910" y="180264"/>
                </a:lnTo>
                <a:lnTo>
                  <a:pt x="205537" y="95808"/>
                </a:lnTo>
                <a:lnTo>
                  <a:pt x="198826" y="89694"/>
                </a:lnTo>
                <a:lnTo>
                  <a:pt x="198261" y="88867"/>
                </a:lnTo>
                <a:lnTo>
                  <a:pt x="197214" y="88049"/>
                </a:lnTo>
                <a:lnTo>
                  <a:pt x="188522" y="81141"/>
                </a:lnTo>
                <a:moveTo>
                  <a:pt x="487698" y="421747"/>
                </a:moveTo>
                <a:lnTo>
                  <a:pt x="482517" y="420634"/>
                </a:lnTo>
                <a:lnTo>
                  <a:pt x="395181" y="403169"/>
                </a:lnTo>
                <a:lnTo>
                  <a:pt x="292842" y="383788"/>
                </a:lnTo>
                <a:lnTo>
                  <a:pt x="288602" y="381627"/>
                </a:lnTo>
                <a:lnTo>
                  <a:pt x="280033" y="376577"/>
                </a:lnTo>
                <a:lnTo>
                  <a:pt x="253892" y="349609"/>
                </a:lnTo>
                <a:lnTo>
                  <a:pt x="220491" y="315161"/>
                </a:lnTo>
                <a:lnTo>
                  <a:pt x="131926" y="223388"/>
                </a:lnTo>
                <a:lnTo>
                  <a:pt x="95415" y="185559"/>
                </a:lnTo>
                <a:lnTo>
                  <a:pt x="88998" y="179232"/>
                </a:lnTo>
                <a:lnTo>
                  <a:pt x="88180" y="178422"/>
                </a:lnTo>
                <a:lnTo>
                  <a:pt x="87394" y="177645"/>
                </a:lnTo>
                <a:lnTo>
                  <a:pt x="79422" y="169779"/>
                </a:lnTo>
                <a:lnTo>
                  <a:pt x="25642" y="114951"/>
                </a:lnTo>
                <a:lnTo>
                  <a:pt x="0" y="87435"/>
                </a:lnTo>
                <a:moveTo>
                  <a:pt x="512857" y="312714"/>
                </a:moveTo>
                <a:lnTo>
                  <a:pt x="505090" y="354078"/>
                </a:lnTo>
                <a:moveTo>
                  <a:pt x="502193" y="370390"/>
                </a:moveTo>
                <a:lnTo>
                  <a:pt x="501808" y="372379"/>
                </a:lnTo>
                <a:lnTo>
                  <a:pt x="500335" y="380047"/>
                </a:lnTo>
                <a:moveTo>
                  <a:pt x="500286" y="380293"/>
                </a:moveTo>
                <a:lnTo>
                  <a:pt x="496840" y="398463"/>
                </a:lnTo>
                <a:moveTo>
                  <a:pt x="636877" y="1188897"/>
                </a:moveTo>
                <a:lnTo>
                  <a:pt x="634970" y="1189372"/>
                </a:lnTo>
                <a:lnTo>
                  <a:pt x="540881" y="1212731"/>
                </a:lnTo>
                <a:lnTo>
                  <a:pt x="471624" y="1229984"/>
                </a:lnTo>
                <a:lnTo>
                  <a:pt x="468972" y="1230638"/>
                </a:lnTo>
                <a:lnTo>
                  <a:pt x="468211" y="1230933"/>
                </a:lnTo>
                <a:lnTo>
                  <a:pt x="468080" y="1230966"/>
                </a:lnTo>
                <a:moveTo>
                  <a:pt x="458381" y="1232881"/>
                </a:moveTo>
                <a:lnTo>
                  <a:pt x="456810" y="1233127"/>
                </a:lnTo>
                <a:lnTo>
                  <a:pt x="440989" y="1236695"/>
                </a:lnTo>
                <a:lnTo>
                  <a:pt x="397349" y="1248464"/>
                </a:lnTo>
                <a:lnTo>
                  <a:pt x="362189" y="1257369"/>
                </a:lnTo>
                <a:lnTo>
                  <a:pt x="356975" y="1258850"/>
                </a:lnTo>
                <a:moveTo>
                  <a:pt x="348709" y="1261003"/>
                </a:moveTo>
                <a:lnTo>
                  <a:pt x="345492" y="1261772"/>
                </a:lnTo>
                <a:lnTo>
                  <a:pt x="304005" y="1273222"/>
                </a:lnTo>
                <a:lnTo>
                  <a:pt x="270522" y="1281890"/>
                </a:lnTo>
                <a:lnTo>
                  <a:pt x="257550" y="1284746"/>
                </a:lnTo>
                <a:lnTo>
                  <a:pt x="246804" y="1287202"/>
                </a:lnTo>
                <a:moveTo>
                  <a:pt x="832978" y="1328599"/>
                </a:moveTo>
                <a:lnTo>
                  <a:pt x="836334" y="1327879"/>
                </a:lnTo>
                <a:lnTo>
                  <a:pt x="866420" y="1318515"/>
                </a:lnTo>
                <a:moveTo>
                  <a:pt x="2329433" y="1353930"/>
                </a:moveTo>
                <a:lnTo>
                  <a:pt x="2296392" y="1387969"/>
                </a:lnTo>
                <a:moveTo>
                  <a:pt x="614214" y="2063960"/>
                </a:moveTo>
                <a:lnTo>
                  <a:pt x="618798" y="2062691"/>
                </a:lnTo>
                <a:lnTo>
                  <a:pt x="676466" y="2048115"/>
                </a:lnTo>
                <a:lnTo>
                  <a:pt x="678487" y="2047599"/>
                </a:lnTo>
                <a:moveTo>
                  <a:pt x="477942" y="2082506"/>
                </a:moveTo>
                <a:lnTo>
                  <a:pt x="477337" y="2080084"/>
                </a:lnTo>
                <a:lnTo>
                  <a:pt x="477042" y="2077784"/>
                </a:lnTo>
                <a:lnTo>
                  <a:pt x="476772" y="2075271"/>
                </a:lnTo>
                <a:lnTo>
                  <a:pt x="476821" y="2074273"/>
                </a:lnTo>
                <a:lnTo>
                  <a:pt x="476862" y="2073454"/>
                </a:lnTo>
                <a:moveTo>
                  <a:pt x="491930" y="2096567"/>
                </a:moveTo>
                <a:lnTo>
                  <a:pt x="492421" y="2096281"/>
                </a:lnTo>
                <a:moveTo>
                  <a:pt x="491619" y="2096584"/>
                </a:moveTo>
                <a:lnTo>
                  <a:pt x="491766" y="2096510"/>
                </a:lnTo>
                <a:moveTo>
                  <a:pt x="2294771" y="407858"/>
                </a:moveTo>
                <a:lnTo>
                  <a:pt x="2294616" y="407908"/>
                </a:lnTo>
                <a:moveTo>
                  <a:pt x="1996888" y="928958"/>
                </a:moveTo>
                <a:lnTo>
                  <a:pt x="1996061" y="929375"/>
                </a:lnTo>
                <a:lnTo>
                  <a:pt x="1835195" y="1010410"/>
                </a:lnTo>
                <a:lnTo>
                  <a:pt x="1820831" y="1017367"/>
                </a:lnTo>
                <a:lnTo>
                  <a:pt x="1819906" y="1017538"/>
                </a:lnTo>
                <a:moveTo>
                  <a:pt x="1811828" y="1020362"/>
                </a:moveTo>
                <a:lnTo>
                  <a:pt x="1772690" y="1040742"/>
                </a:lnTo>
                <a:lnTo>
                  <a:pt x="1768369" y="1041413"/>
                </a:lnTo>
                <a:moveTo>
                  <a:pt x="2415665" y="721358"/>
                </a:moveTo>
                <a:lnTo>
                  <a:pt x="2414854" y="721726"/>
                </a:lnTo>
                <a:lnTo>
                  <a:pt x="2367360" y="746263"/>
                </a:lnTo>
                <a:lnTo>
                  <a:pt x="2361581" y="749218"/>
                </a:lnTo>
                <a:lnTo>
                  <a:pt x="2309192" y="774860"/>
                </a:lnTo>
                <a:moveTo>
                  <a:pt x="2300991" y="778927"/>
                </a:moveTo>
                <a:lnTo>
                  <a:pt x="2226783" y="816183"/>
                </a:lnTo>
                <a:lnTo>
                  <a:pt x="2222281" y="818770"/>
                </a:lnTo>
                <a:lnTo>
                  <a:pt x="2217264" y="823181"/>
                </a:lnTo>
                <a:lnTo>
                  <a:pt x="2202327" y="830326"/>
                </a:lnTo>
                <a:lnTo>
                  <a:pt x="2200617" y="830662"/>
                </a:lnTo>
                <a:moveTo>
                  <a:pt x="2189191" y="834459"/>
                </a:moveTo>
                <a:lnTo>
                  <a:pt x="2040176" y="907719"/>
                </a:lnTo>
                <a:lnTo>
                  <a:pt x="2037377" y="909814"/>
                </a:lnTo>
                <a:lnTo>
                  <a:pt x="2033211" y="913022"/>
                </a:lnTo>
                <a:lnTo>
                  <a:pt x="2013200" y="922770"/>
                </a:lnTo>
                <a:lnTo>
                  <a:pt x="2008731" y="924579"/>
                </a:lnTo>
                <a:lnTo>
                  <a:pt x="2008134" y="924734"/>
                </a:lnTo>
                <a:moveTo>
                  <a:pt x="495678" y="364489"/>
                </a:moveTo>
                <a:lnTo>
                  <a:pt x="492232" y="363842"/>
                </a:lnTo>
                <a:moveTo>
                  <a:pt x="492232" y="363842"/>
                </a:moveTo>
                <a:lnTo>
                  <a:pt x="473449" y="360315"/>
                </a:lnTo>
                <a:lnTo>
                  <a:pt x="319507" y="330638"/>
                </a:lnTo>
                <a:lnTo>
                  <a:pt x="318942" y="330368"/>
                </a:lnTo>
                <a:moveTo>
                  <a:pt x="2981386" y="440695"/>
                </a:moveTo>
                <a:lnTo>
                  <a:pt x="2965663" y="380809"/>
                </a:lnTo>
                <a:moveTo>
                  <a:pt x="2963429" y="371986"/>
                </a:moveTo>
                <a:lnTo>
                  <a:pt x="2958346" y="351230"/>
                </a:lnTo>
                <a:moveTo>
                  <a:pt x="2958796" y="346704"/>
                </a:moveTo>
                <a:lnTo>
                  <a:pt x="2959263" y="345255"/>
                </a:lnTo>
                <a:lnTo>
                  <a:pt x="2966637" y="334984"/>
                </a:lnTo>
                <a:lnTo>
                  <a:pt x="2969567" y="330998"/>
                </a:lnTo>
                <a:lnTo>
                  <a:pt x="2967325" y="325956"/>
                </a:lnTo>
                <a:lnTo>
                  <a:pt x="2948173" y="311535"/>
                </a:lnTo>
                <a:lnTo>
                  <a:pt x="2947649" y="310094"/>
                </a:lnTo>
                <a:lnTo>
                  <a:pt x="2942051" y="287865"/>
                </a:lnTo>
                <a:moveTo>
                  <a:pt x="2939497" y="277856"/>
                </a:moveTo>
                <a:lnTo>
                  <a:pt x="2928440" y="234961"/>
                </a:lnTo>
                <a:moveTo>
                  <a:pt x="2925183" y="222332"/>
                </a:moveTo>
                <a:lnTo>
                  <a:pt x="2914526" y="181229"/>
                </a:lnTo>
                <a:moveTo>
                  <a:pt x="2912079" y="171793"/>
                </a:moveTo>
                <a:lnTo>
                  <a:pt x="2901284" y="130248"/>
                </a:lnTo>
                <a:lnTo>
                  <a:pt x="2907545" y="116449"/>
                </a:lnTo>
                <a:lnTo>
                  <a:pt x="2908560" y="114477"/>
                </a:lnTo>
                <a:lnTo>
                  <a:pt x="2909035" y="113355"/>
                </a:lnTo>
                <a:lnTo>
                  <a:pt x="2909428" y="112455"/>
                </a:lnTo>
                <a:lnTo>
                  <a:pt x="2910467" y="109967"/>
                </a:lnTo>
                <a:moveTo>
                  <a:pt x="2975436" y="446743"/>
                </a:moveTo>
                <a:lnTo>
                  <a:pt x="2973455" y="447111"/>
                </a:lnTo>
                <a:lnTo>
                  <a:pt x="2865976" y="448093"/>
                </a:lnTo>
                <a:lnTo>
                  <a:pt x="2854018" y="446997"/>
                </a:lnTo>
                <a:moveTo>
                  <a:pt x="2702065" y="258835"/>
                </a:moveTo>
                <a:lnTo>
                  <a:pt x="2701427" y="253139"/>
                </a:lnTo>
                <a:lnTo>
                  <a:pt x="2700076" y="209090"/>
                </a:lnTo>
                <a:lnTo>
                  <a:pt x="2700215" y="204220"/>
                </a:lnTo>
                <a:moveTo>
                  <a:pt x="2700444" y="195912"/>
                </a:moveTo>
                <a:lnTo>
                  <a:pt x="2701238" y="165687"/>
                </a:lnTo>
                <a:lnTo>
                  <a:pt x="2702671" y="139816"/>
                </a:lnTo>
                <a:lnTo>
                  <a:pt x="2708310" y="98672"/>
                </a:lnTo>
                <a:lnTo>
                  <a:pt x="2709570" y="92223"/>
                </a:lnTo>
                <a:moveTo>
                  <a:pt x="536412" y="2384625"/>
                </a:moveTo>
                <a:lnTo>
                  <a:pt x="540652" y="2384846"/>
                </a:lnTo>
                <a:moveTo>
                  <a:pt x="540898" y="2384854"/>
                </a:moveTo>
                <a:lnTo>
                  <a:pt x="544049" y="2384989"/>
                </a:lnTo>
                <a:moveTo>
                  <a:pt x="2295532" y="408922"/>
                </a:moveTo>
                <a:lnTo>
                  <a:pt x="2479258" y="339632"/>
                </a:lnTo>
                <a:lnTo>
                  <a:pt x="2639200" y="280123"/>
                </a:lnTo>
                <a:lnTo>
                  <a:pt x="2641303" y="279460"/>
                </a:lnTo>
                <a:moveTo>
                  <a:pt x="1298513" y="683026"/>
                </a:moveTo>
                <a:lnTo>
                  <a:pt x="1286866" y="687470"/>
                </a:lnTo>
                <a:moveTo>
                  <a:pt x="1174272" y="1944916"/>
                </a:moveTo>
                <a:lnTo>
                  <a:pt x="1182620" y="1935193"/>
                </a:lnTo>
                <a:lnTo>
                  <a:pt x="1199644" y="1903986"/>
                </a:lnTo>
                <a:lnTo>
                  <a:pt x="1203875" y="1898813"/>
                </a:lnTo>
                <a:lnTo>
                  <a:pt x="1207075" y="1894926"/>
                </a:lnTo>
                <a:lnTo>
                  <a:pt x="1214065" y="1891300"/>
                </a:lnTo>
                <a:moveTo>
                  <a:pt x="918686" y="1432460"/>
                </a:moveTo>
                <a:lnTo>
                  <a:pt x="917532" y="1430921"/>
                </a:lnTo>
                <a:lnTo>
                  <a:pt x="916313" y="1428098"/>
                </a:lnTo>
                <a:lnTo>
                  <a:pt x="911647" y="1409404"/>
                </a:lnTo>
                <a:lnTo>
                  <a:pt x="916566" y="1396252"/>
                </a:lnTo>
                <a:moveTo>
                  <a:pt x="2711485" y="578833"/>
                </a:moveTo>
                <a:lnTo>
                  <a:pt x="2710650" y="576942"/>
                </a:lnTo>
                <a:lnTo>
                  <a:pt x="2708588" y="572506"/>
                </a:lnTo>
                <a:moveTo>
                  <a:pt x="2936829" y="2796031"/>
                </a:moveTo>
                <a:lnTo>
                  <a:pt x="2935552" y="2793699"/>
                </a:lnTo>
                <a:lnTo>
                  <a:pt x="2934832" y="2792381"/>
                </a:lnTo>
                <a:moveTo>
                  <a:pt x="1431339" y="525363"/>
                </a:moveTo>
                <a:lnTo>
                  <a:pt x="1432419" y="528686"/>
                </a:lnTo>
                <a:lnTo>
                  <a:pt x="1434236" y="528768"/>
                </a:lnTo>
                <a:lnTo>
                  <a:pt x="1435169" y="529169"/>
                </a:lnTo>
                <a:lnTo>
                  <a:pt x="1436741" y="530855"/>
                </a:lnTo>
                <a:lnTo>
                  <a:pt x="1440047" y="529668"/>
                </a:lnTo>
                <a:lnTo>
                  <a:pt x="1442020" y="529087"/>
                </a:lnTo>
                <a:lnTo>
                  <a:pt x="1443902" y="528883"/>
                </a:lnTo>
                <a:lnTo>
                  <a:pt x="1446783" y="528924"/>
                </a:lnTo>
                <a:lnTo>
                  <a:pt x="1450900" y="529423"/>
                </a:lnTo>
                <a:lnTo>
                  <a:pt x="1454034" y="530560"/>
                </a:lnTo>
                <a:lnTo>
                  <a:pt x="1455892" y="531240"/>
                </a:lnTo>
                <a:lnTo>
                  <a:pt x="1468562" y="537550"/>
                </a:lnTo>
                <a:lnTo>
                  <a:pt x="1471246" y="538557"/>
                </a:lnTo>
                <a:lnTo>
                  <a:pt x="1473366" y="538810"/>
                </a:lnTo>
                <a:lnTo>
                  <a:pt x="1475715" y="538745"/>
                </a:lnTo>
                <a:lnTo>
                  <a:pt x="1477753" y="538098"/>
                </a:lnTo>
                <a:lnTo>
                  <a:pt x="1520730" y="522090"/>
                </a:lnTo>
                <a:lnTo>
                  <a:pt x="1557454" y="508634"/>
                </a:lnTo>
                <a:lnTo>
                  <a:pt x="1558469" y="508405"/>
                </a:lnTo>
                <a:lnTo>
                  <a:pt x="1562913" y="505500"/>
                </a:lnTo>
                <a:lnTo>
                  <a:pt x="1577236" y="485251"/>
                </a:lnTo>
                <a:lnTo>
                  <a:pt x="1585036" y="480807"/>
                </a:lnTo>
                <a:lnTo>
                  <a:pt x="1622267" y="467311"/>
                </a:lnTo>
                <a:lnTo>
                  <a:pt x="1627415" y="466067"/>
                </a:lnTo>
                <a:lnTo>
                  <a:pt x="1630787" y="463415"/>
                </a:lnTo>
                <a:lnTo>
                  <a:pt x="1631286" y="462866"/>
                </a:lnTo>
                <a:moveTo>
                  <a:pt x="2289697" y="2096600"/>
                </a:moveTo>
                <a:lnTo>
                  <a:pt x="2291497" y="2094775"/>
                </a:lnTo>
                <a:lnTo>
                  <a:pt x="2319251" y="2066350"/>
                </a:lnTo>
                <a:lnTo>
                  <a:pt x="2347406" y="2037344"/>
                </a:lnTo>
                <a:lnTo>
                  <a:pt x="2349354" y="2035322"/>
                </a:lnTo>
                <a:moveTo>
                  <a:pt x="2907431" y="781113"/>
                </a:moveTo>
                <a:lnTo>
                  <a:pt x="2899328" y="761396"/>
                </a:lnTo>
                <a:moveTo>
                  <a:pt x="2833672" y="809218"/>
                </a:moveTo>
                <a:lnTo>
                  <a:pt x="2826428" y="790410"/>
                </a:lnTo>
                <a:lnTo>
                  <a:pt x="2826731" y="787914"/>
                </a:lnTo>
                <a:lnTo>
                  <a:pt x="2836242" y="784362"/>
                </a:lnTo>
                <a:lnTo>
                  <a:pt x="2837666" y="785491"/>
                </a:lnTo>
                <a:lnTo>
                  <a:pt x="2844950" y="805036"/>
                </a:lnTo>
                <a:moveTo>
                  <a:pt x="223838" y="1352915"/>
                </a:moveTo>
                <a:lnTo>
                  <a:pt x="238423" y="1352792"/>
                </a:lnTo>
                <a:lnTo>
                  <a:pt x="245863" y="1352162"/>
                </a:lnTo>
                <a:lnTo>
                  <a:pt x="252598" y="1350902"/>
                </a:lnTo>
                <a:lnTo>
                  <a:pt x="266676" y="1347456"/>
                </a:lnTo>
                <a:lnTo>
                  <a:pt x="364841" y="1323205"/>
                </a:lnTo>
                <a:moveTo>
                  <a:pt x="373803" y="1321028"/>
                </a:moveTo>
                <a:lnTo>
                  <a:pt x="391784" y="1316731"/>
                </a:lnTo>
                <a:lnTo>
                  <a:pt x="402309" y="1315806"/>
                </a:lnTo>
                <a:lnTo>
                  <a:pt x="459421" y="1302040"/>
                </a:lnTo>
                <a:lnTo>
                  <a:pt x="469021" y="1299617"/>
                </a:lnTo>
                <a:lnTo>
                  <a:pt x="471820" y="1298930"/>
                </a:lnTo>
                <a:lnTo>
                  <a:pt x="472917" y="1298635"/>
                </a:lnTo>
                <a:moveTo>
                  <a:pt x="363155" y="1316338"/>
                </a:moveTo>
                <a:lnTo>
                  <a:pt x="356959" y="1317861"/>
                </a:lnTo>
                <a:lnTo>
                  <a:pt x="269434" y="1339320"/>
                </a:lnTo>
                <a:lnTo>
                  <a:pt x="267478" y="1339787"/>
                </a:lnTo>
                <a:lnTo>
                  <a:pt x="249144" y="1342602"/>
                </a:lnTo>
                <a:moveTo>
                  <a:pt x="2921917" y="1416222"/>
                </a:moveTo>
                <a:lnTo>
                  <a:pt x="2905712" y="1433041"/>
                </a:lnTo>
                <a:moveTo>
                  <a:pt x="1397578" y="520011"/>
                </a:moveTo>
                <a:lnTo>
                  <a:pt x="1409323" y="549025"/>
                </a:lnTo>
                <a:lnTo>
                  <a:pt x="1420138" y="576349"/>
                </a:lnTo>
                <a:moveTo>
                  <a:pt x="274345" y="407916"/>
                </a:moveTo>
                <a:lnTo>
                  <a:pt x="280516" y="410764"/>
                </a:lnTo>
                <a:lnTo>
                  <a:pt x="339469" y="422558"/>
                </a:lnTo>
                <a:moveTo>
                  <a:pt x="348373" y="424285"/>
                </a:moveTo>
                <a:lnTo>
                  <a:pt x="466901" y="446571"/>
                </a:lnTo>
                <a:moveTo>
                  <a:pt x="1068839" y="629912"/>
                </a:moveTo>
                <a:lnTo>
                  <a:pt x="1070640" y="630821"/>
                </a:lnTo>
                <a:lnTo>
                  <a:pt x="1101937" y="622063"/>
                </a:lnTo>
                <a:moveTo>
                  <a:pt x="1113240" y="618798"/>
                </a:moveTo>
                <a:lnTo>
                  <a:pt x="1136066" y="611980"/>
                </a:lnTo>
                <a:lnTo>
                  <a:pt x="1139046" y="611865"/>
                </a:lnTo>
                <a:lnTo>
                  <a:pt x="1142467" y="612717"/>
                </a:lnTo>
                <a:lnTo>
                  <a:pt x="1145037" y="614026"/>
                </a:lnTo>
                <a:lnTo>
                  <a:pt x="1146575" y="617930"/>
                </a:lnTo>
                <a:lnTo>
                  <a:pt x="1169598" y="687163"/>
                </a:lnTo>
                <a:lnTo>
                  <a:pt x="1168714" y="691247"/>
                </a:lnTo>
                <a:lnTo>
                  <a:pt x="1165162" y="694062"/>
                </a:lnTo>
                <a:lnTo>
                  <a:pt x="1136337" y="704015"/>
                </a:lnTo>
                <a:lnTo>
                  <a:pt x="1088572" y="720097"/>
                </a:lnTo>
                <a:lnTo>
                  <a:pt x="1058461" y="730622"/>
                </a:lnTo>
                <a:lnTo>
                  <a:pt x="1055752" y="731138"/>
                </a:lnTo>
                <a:lnTo>
                  <a:pt x="1052855" y="731040"/>
                </a:lnTo>
                <a:lnTo>
                  <a:pt x="1049851" y="730966"/>
                </a:lnTo>
                <a:moveTo>
                  <a:pt x="817697" y="679805"/>
                </a:moveTo>
                <a:lnTo>
                  <a:pt x="811142" y="681393"/>
                </a:lnTo>
                <a:lnTo>
                  <a:pt x="802671" y="683332"/>
                </a:lnTo>
                <a:lnTo>
                  <a:pt x="799937" y="683963"/>
                </a:lnTo>
                <a:lnTo>
                  <a:pt x="790639" y="685436"/>
                </a:lnTo>
                <a:lnTo>
                  <a:pt x="781686" y="686369"/>
                </a:lnTo>
                <a:lnTo>
                  <a:pt x="775154" y="686745"/>
                </a:lnTo>
                <a:lnTo>
                  <a:pt x="767551" y="687056"/>
                </a:lnTo>
                <a:lnTo>
                  <a:pt x="758327" y="687097"/>
                </a:lnTo>
                <a:moveTo>
                  <a:pt x="917205" y="519495"/>
                </a:moveTo>
                <a:lnTo>
                  <a:pt x="909830" y="492142"/>
                </a:lnTo>
                <a:moveTo>
                  <a:pt x="907375" y="482959"/>
                </a:moveTo>
                <a:lnTo>
                  <a:pt x="900205" y="455861"/>
                </a:lnTo>
                <a:lnTo>
                  <a:pt x="899010" y="452145"/>
                </a:lnTo>
                <a:lnTo>
                  <a:pt x="898642" y="450991"/>
                </a:lnTo>
                <a:moveTo>
                  <a:pt x="361853" y="235845"/>
                </a:moveTo>
                <a:lnTo>
                  <a:pt x="359824" y="239159"/>
                </a:lnTo>
                <a:lnTo>
                  <a:pt x="349511" y="258156"/>
                </a:lnTo>
                <a:lnTo>
                  <a:pt x="348136" y="260750"/>
                </a:lnTo>
                <a:moveTo>
                  <a:pt x="1137311" y="341179"/>
                </a:moveTo>
                <a:lnTo>
                  <a:pt x="1137049" y="340254"/>
                </a:lnTo>
                <a:moveTo>
                  <a:pt x="572195" y="2690742"/>
                </a:moveTo>
                <a:lnTo>
                  <a:pt x="569916" y="2689874"/>
                </a:lnTo>
                <a:moveTo>
                  <a:pt x="1678576" y="2815920"/>
                </a:moveTo>
                <a:lnTo>
                  <a:pt x="1682415" y="2834646"/>
                </a:lnTo>
                <a:lnTo>
                  <a:pt x="1685533" y="2854059"/>
                </a:lnTo>
                <a:lnTo>
                  <a:pt x="1690272" y="2893435"/>
                </a:lnTo>
                <a:lnTo>
                  <a:pt x="1692564" y="2911081"/>
                </a:lnTo>
                <a:lnTo>
                  <a:pt x="1695379" y="2931935"/>
                </a:lnTo>
                <a:lnTo>
                  <a:pt x="1699766" y="2970173"/>
                </a:lnTo>
                <a:moveTo>
                  <a:pt x="1680884" y="2782265"/>
                </a:moveTo>
                <a:lnTo>
                  <a:pt x="1670580" y="2754069"/>
                </a:lnTo>
                <a:lnTo>
                  <a:pt x="1663132" y="2735679"/>
                </a:lnTo>
                <a:lnTo>
                  <a:pt x="1656339" y="2720235"/>
                </a:lnTo>
                <a:lnTo>
                  <a:pt x="1653720" y="2715389"/>
                </a:lnTo>
                <a:moveTo>
                  <a:pt x="653647" y="2776986"/>
                </a:moveTo>
                <a:lnTo>
                  <a:pt x="648704" y="2771208"/>
                </a:lnTo>
                <a:lnTo>
                  <a:pt x="621945" y="2740825"/>
                </a:lnTo>
                <a:moveTo>
                  <a:pt x="1362712" y="1647582"/>
                </a:moveTo>
                <a:lnTo>
                  <a:pt x="1386905" y="1641869"/>
                </a:lnTo>
                <a:moveTo>
                  <a:pt x="1449042" y="1416222"/>
                </a:moveTo>
                <a:lnTo>
                  <a:pt x="1475993" y="1409953"/>
                </a:lnTo>
                <a:lnTo>
                  <a:pt x="1476509" y="1409822"/>
                </a:lnTo>
                <a:moveTo>
                  <a:pt x="1447904" y="1414454"/>
                </a:moveTo>
                <a:lnTo>
                  <a:pt x="1443877" y="1411500"/>
                </a:lnTo>
                <a:lnTo>
                  <a:pt x="1426068" y="1415895"/>
                </a:lnTo>
                <a:moveTo>
                  <a:pt x="1316158" y="1396080"/>
                </a:moveTo>
                <a:lnTo>
                  <a:pt x="1317018" y="1396227"/>
                </a:lnTo>
                <a:lnTo>
                  <a:pt x="1346335" y="1387683"/>
                </a:lnTo>
                <a:lnTo>
                  <a:pt x="1351679" y="1389999"/>
                </a:lnTo>
                <a:lnTo>
                  <a:pt x="1368195" y="1385497"/>
                </a:lnTo>
                <a:lnTo>
                  <a:pt x="1370692" y="1381733"/>
                </a:lnTo>
                <a:lnTo>
                  <a:pt x="1407195" y="1372443"/>
                </a:lnTo>
                <a:lnTo>
                  <a:pt x="1417933" y="1413243"/>
                </a:lnTo>
                <a:moveTo>
                  <a:pt x="1378361" y="1546413"/>
                </a:moveTo>
                <a:lnTo>
                  <a:pt x="1366763" y="1549441"/>
                </a:lnTo>
                <a:moveTo>
                  <a:pt x="2708015" y="264736"/>
                </a:moveTo>
                <a:lnTo>
                  <a:pt x="2735400" y="256322"/>
                </a:lnTo>
                <a:lnTo>
                  <a:pt x="2761926" y="249382"/>
                </a:lnTo>
                <a:lnTo>
                  <a:pt x="2785514" y="243980"/>
                </a:lnTo>
                <a:lnTo>
                  <a:pt x="2809789" y="239528"/>
                </a:lnTo>
                <a:lnTo>
                  <a:pt x="2840694" y="235116"/>
                </a:lnTo>
                <a:lnTo>
                  <a:pt x="2863087" y="233193"/>
                </a:lnTo>
                <a:lnTo>
                  <a:pt x="2901759" y="231245"/>
                </a:lnTo>
                <a:lnTo>
                  <a:pt x="2916212" y="230762"/>
                </a:lnTo>
                <a:lnTo>
                  <a:pt x="2919151" y="230590"/>
                </a:lnTo>
                <a:moveTo>
                  <a:pt x="2932140" y="230083"/>
                </a:moveTo>
                <a:lnTo>
                  <a:pt x="2935986" y="229993"/>
                </a:lnTo>
                <a:lnTo>
                  <a:pt x="3078217" y="223985"/>
                </a:lnTo>
                <a:moveTo>
                  <a:pt x="810642" y="2504753"/>
                </a:moveTo>
                <a:lnTo>
                  <a:pt x="809153" y="2532474"/>
                </a:lnTo>
                <a:lnTo>
                  <a:pt x="808572" y="2545299"/>
                </a:lnTo>
                <a:moveTo>
                  <a:pt x="2041985" y="2331667"/>
                </a:moveTo>
                <a:lnTo>
                  <a:pt x="2076982" y="2349157"/>
                </a:lnTo>
                <a:lnTo>
                  <a:pt x="2078569" y="2349861"/>
                </a:lnTo>
                <a:lnTo>
                  <a:pt x="2079142" y="2349771"/>
                </a:lnTo>
                <a:moveTo>
                  <a:pt x="2049179" y="2408994"/>
                </a:moveTo>
                <a:lnTo>
                  <a:pt x="2056430" y="2394499"/>
                </a:lnTo>
                <a:lnTo>
                  <a:pt x="2062978" y="2379849"/>
                </a:lnTo>
                <a:lnTo>
                  <a:pt x="2070835" y="2364790"/>
                </a:lnTo>
                <a:moveTo>
                  <a:pt x="2010147" y="260791"/>
                </a:moveTo>
                <a:lnTo>
                  <a:pt x="2011563" y="257714"/>
                </a:lnTo>
                <a:lnTo>
                  <a:pt x="2012995" y="255070"/>
                </a:lnTo>
                <a:lnTo>
                  <a:pt x="2014346" y="253073"/>
                </a:lnTo>
                <a:lnTo>
                  <a:pt x="2016081" y="250724"/>
                </a:lnTo>
                <a:lnTo>
                  <a:pt x="2018773" y="248040"/>
                </a:lnTo>
                <a:lnTo>
                  <a:pt x="2021990" y="245249"/>
                </a:lnTo>
                <a:lnTo>
                  <a:pt x="2030764" y="238251"/>
                </a:lnTo>
                <a:lnTo>
                  <a:pt x="2039677" y="231319"/>
                </a:lnTo>
                <a:moveTo>
                  <a:pt x="926805" y="1160964"/>
                </a:moveTo>
                <a:lnTo>
                  <a:pt x="927607" y="1162584"/>
                </a:lnTo>
                <a:lnTo>
                  <a:pt x="928761" y="1164900"/>
                </a:lnTo>
                <a:lnTo>
                  <a:pt x="938272" y="1183897"/>
                </a:lnTo>
                <a:lnTo>
                  <a:pt x="939180" y="1186548"/>
                </a:lnTo>
                <a:moveTo>
                  <a:pt x="942053" y="1195224"/>
                </a:moveTo>
                <a:lnTo>
                  <a:pt x="949362" y="1218108"/>
                </a:lnTo>
                <a:moveTo>
                  <a:pt x="909102" y="1152820"/>
                </a:moveTo>
                <a:lnTo>
                  <a:pt x="901630" y="1155857"/>
                </a:lnTo>
                <a:lnTo>
                  <a:pt x="886431" y="1161594"/>
                </a:lnTo>
                <a:lnTo>
                  <a:pt x="734846" y="1215170"/>
                </a:lnTo>
                <a:lnTo>
                  <a:pt x="718861" y="1221005"/>
                </a:lnTo>
                <a:lnTo>
                  <a:pt x="704596" y="1226014"/>
                </a:lnTo>
                <a:moveTo>
                  <a:pt x="1012309" y="1100587"/>
                </a:moveTo>
                <a:lnTo>
                  <a:pt x="945957" y="1136713"/>
                </a:lnTo>
                <a:lnTo>
                  <a:pt x="940146" y="1139659"/>
                </a:lnTo>
                <a:lnTo>
                  <a:pt x="936397" y="1141378"/>
                </a:lnTo>
                <a:moveTo>
                  <a:pt x="2914396" y="786269"/>
                </a:moveTo>
                <a:lnTo>
                  <a:pt x="2934988" y="778412"/>
                </a:lnTo>
                <a:moveTo>
                  <a:pt x="1565254" y="704792"/>
                </a:moveTo>
                <a:lnTo>
                  <a:pt x="1565548" y="704678"/>
                </a:lnTo>
                <a:moveTo>
                  <a:pt x="573889" y="2541968"/>
                </a:moveTo>
                <a:lnTo>
                  <a:pt x="573562" y="2526164"/>
                </a:lnTo>
                <a:moveTo>
                  <a:pt x="540451" y="2668406"/>
                </a:moveTo>
                <a:lnTo>
                  <a:pt x="539040" y="2670473"/>
                </a:lnTo>
                <a:lnTo>
                  <a:pt x="536625" y="2672805"/>
                </a:lnTo>
                <a:lnTo>
                  <a:pt x="533883" y="2674745"/>
                </a:lnTo>
                <a:lnTo>
                  <a:pt x="531232" y="2675776"/>
                </a:lnTo>
                <a:lnTo>
                  <a:pt x="528416" y="2676513"/>
                </a:lnTo>
                <a:lnTo>
                  <a:pt x="527307" y="2674143"/>
                </a:lnTo>
                <a:moveTo>
                  <a:pt x="1473645" y="470486"/>
                </a:moveTo>
                <a:lnTo>
                  <a:pt x="1457996" y="475978"/>
                </a:lnTo>
                <a:lnTo>
                  <a:pt x="1432747" y="484744"/>
                </a:lnTo>
                <a:lnTo>
                  <a:pt x="1418195" y="490064"/>
                </a:lnTo>
                <a:lnTo>
                  <a:pt x="1414290" y="491619"/>
                </a:lnTo>
                <a:moveTo>
                  <a:pt x="1205815" y="1597795"/>
                </a:moveTo>
                <a:lnTo>
                  <a:pt x="1206846" y="1602199"/>
                </a:lnTo>
                <a:lnTo>
                  <a:pt x="1211888" y="1622725"/>
                </a:lnTo>
                <a:moveTo>
                  <a:pt x="1461695" y="649522"/>
                </a:moveTo>
                <a:lnTo>
                  <a:pt x="1450360" y="617914"/>
                </a:lnTo>
                <a:moveTo>
                  <a:pt x="1450253" y="617652"/>
                </a:moveTo>
                <a:lnTo>
                  <a:pt x="1449345" y="615597"/>
                </a:lnTo>
                <a:moveTo>
                  <a:pt x="1669262" y="1201240"/>
                </a:moveTo>
                <a:lnTo>
                  <a:pt x="1696766" y="1272396"/>
                </a:lnTo>
                <a:moveTo>
                  <a:pt x="1700097" y="1280924"/>
                </a:moveTo>
                <a:lnTo>
                  <a:pt x="1721848" y="1336018"/>
                </a:lnTo>
                <a:moveTo>
                  <a:pt x="1724856" y="1343359"/>
                </a:moveTo>
                <a:lnTo>
                  <a:pt x="1727127" y="1348741"/>
                </a:lnTo>
                <a:lnTo>
                  <a:pt x="1732897" y="1359634"/>
                </a:lnTo>
                <a:lnTo>
                  <a:pt x="1736895" y="1365020"/>
                </a:lnTo>
                <a:moveTo>
                  <a:pt x="1744339" y="1373663"/>
                </a:moveTo>
                <a:lnTo>
                  <a:pt x="1744691" y="1374006"/>
                </a:lnTo>
                <a:moveTo>
                  <a:pt x="607605" y="2549080"/>
                </a:moveTo>
                <a:lnTo>
                  <a:pt x="597338" y="2548442"/>
                </a:lnTo>
                <a:moveTo>
                  <a:pt x="594473" y="2548262"/>
                </a:moveTo>
                <a:lnTo>
                  <a:pt x="589759" y="2548057"/>
                </a:lnTo>
                <a:lnTo>
                  <a:pt x="580535" y="2547574"/>
                </a:lnTo>
                <a:moveTo>
                  <a:pt x="589162" y="2226390"/>
                </a:moveTo>
                <a:lnTo>
                  <a:pt x="620901" y="2206886"/>
                </a:lnTo>
                <a:lnTo>
                  <a:pt x="622407" y="2205577"/>
                </a:lnTo>
                <a:lnTo>
                  <a:pt x="623577" y="2204071"/>
                </a:lnTo>
                <a:lnTo>
                  <a:pt x="623774" y="2203637"/>
                </a:lnTo>
                <a:moveTo>
                  <a:pt x="1297449" y="1468095"/>
                </a:moveTo>
                <a:lnTo>
                  <a:pt x="1299634" y="1477164"/>
                </a:lnTo>
                <a:lnTo>
                  <a:pt x="1297408" y="1481305"/>
                </a:lnTo>
                <a:lnTo>
                  <a:pt x="1286776" y="1483973"/>
                </a:lnTo>
                <a:lnTo>
                  <a:pt x="1276742" y="1486494"/>
                </a:lnTo>
                <a:lnTo>
                  <a:pt x="1273222" y="1484276"/>
                </a:lnTo>
                <a:lnTo>
                  <a:pt x="1269245" y="1468791"/>
                </a:lnTo>
                <a:lnTo>
                  <a:pt x="1267551" y="1462211"/>
                </a:lnTo>
                <a:lnTo>
                  <a:pt x="1266437" y="1458413"/>
                </a:lnTo>
                <a:lnTo>
                  <a:pt x="1268083" y="1456285"/>
                </a:lnTo>
                <a:lnTo>
                  <a:pt x="1292808" y="1449860"/>
                </a:lnTo>
                <a:lnTo>
                  <a:pt x="1297056" y="1448731"/>
                </a:lnTo>
                <a:lnTo>
                  <a:pt x="1298488" y="1447225"/>
                </a:lnTo>
                <a:lnTo>
                  <a:pt x="1305461" y="1445514"/>
                </a:lnTo>
                <a:lnTo>
                  <a:pt x="1308105" y="1444802"/>
                </a:lnTo>
                <a:lnTo>
                  <a:pt x="1310175" y="1442224"/>
                </a:lnTo>
                <a:lnTo>
                  <a:pt x="1318777" y="1440481"/>
                </a:lnTo>
                <a:moveTo>
                  <a:pt x="317076" y="323877"/>
                </a:moveTo>
                <a:lnTo>
                  <a:pt x="345468" y="268673"/>
                </a:lnTo>
                <a:moveTo>
                  <a:pt x="642803" y="2397790"/>
                </a:moveTo>
                <a:lnTo>
                  <a:pt x="644145" y="2396145"/>
                </a:lnTo>
                <a:moveTo>
                  <a:pt x="1482893" y="478016"/>
                </a:moveTo>
                <a:lnTo>
                  <a:pt x="1567283" y="446817"/>
                </a:lnTo>
                <a:lnTo>
                  <a:pt x="1576074" y="443592"/>
                </a:lnTo>
                <a:moveTo>
                  <a:pt x="1773828" y="370447"/>
                </a:moveTo>
                <a:lnTo>
                  <a:pt x="1774450" y="370251"/>
                </a:lnTo>
                <a:lnTo>
                  <a:pt x="1778305" y="368941"/>
                </a:lnTo>
                <a:lnTo>
                  <a:pt x="1856360" y="340107"/>
                </a:lnTo>
                <a:moveTo>
                  <a:pt x="1867401" y="336039"/>
                </a:moveTo>
                <a:lnTo>
                  <a:pt x="1967129" y="299299"/>
                </a:lnTo>
                <a:lnTo>
                  <a:pt x="1971672" y="297580"/>
                </a:lnTo>
                <a:lnTo>
                  <a:pt x="1974814" y="296254"/>
                </a:lnTo>
                <a:lnTo>
                  <a:pt x="1978326" y="294626"/>
                </a:lnTo>
                <a:lnTo>
                  <a:pt x="1984153" y="291409"/>
                </a:lnTo>
                <a:lnTo>
                  <a:pt x="1994907" y="283847"/>
                </a:lnTo>
                <a:lnTo>
                  <a:pt x="2000448" y="279468"/>
                </a:lnTo>
                <a:lnTo>
                  <a:pt x="2000988" y="278789"/>
                </a:lnTo>
                <a:moveTo>
                  <a:pt x="1594399" y="436848"/>
                </a:moveTo>
                <a:lnTo>
                  <a:pt x="1636189" y="421420"/>
                </a:lnTo>
                <a:lnTo>
                  <a:pt x="1638120" y="420667"/>
                </a:lnTo>
                <a:moveTo>
                  <a:pt x="1649268" y="416444"/>
                </a:moveTo>
                <a:lnTo>
                  <a:pt x="1697253" y="398847"/>
                </a:lnTo>
                <a:lnTo>
                  <a:pt x="1750985" y="378951"/>
                </a:lnTo>
                <a:lnTo>
                  <a:pt x="1756673" y="376847"/>
                </a:lnTo>
                <a:lnTo>
                  <a:pt x="1759235" y="375947"/>
                </a:lnTo>
                <a:lnTo>
                  <a:pt x="1761379" y="375194"/>
                </a:lnTo>
                <a:lnTo>
                  <a:pt x="1762893" y="374613"/>
                </a:lnTo>
                <a:lnTo>
                  <a:pt x="1765602" y="373574"/>
                </a:lnTo>
                <a:moveTo>
                  <a:pt x="483950" y="2094284"/>
                </a:moveTo>
                <a:lnTo>
                  <a:pt x="479211" y="2087171"/>
                </a:lnTo>
                <a:moveTo>
                  <a:pt x="501972" y="2092025"/>
                </a:moveTo>
                <a:lnTo>
                  <a:pt x="505524" y="2090756"/>
                </a:lnTo>
                <a:moveTo>
                  <a:pt x="1856188" y="2499629"/>
                </a:moveTo>
                <a:lnTo>
                  <a:pt x="1859421" y="2501266"/>
                </a:lnTo>
                <a:lnTo>
                  <a:pt x="1901236" y="2521449"/>
                </a:lnTo>
                <a:lnTo>
                  <a:pt x="1963839" y="2553909"/>
                </a:lnTo>
                <a:lnTo>
                  <a:pt x="2032204" y="2587195"/>
                </a:lnTo>
                <a:lnTo>
                  <a:pt x="2084135" y="2614180"/>
                </a:lnTo>
                <a:lnTo>
                  <a:pt x="2089267" y="2617241"/>
                </a:lnTo>
                <a:lnTo>
                  <a:pt x="2091485" y="2621087"/>
                </a:lnTo>
                <a:lnTo>
                  <a:pt x="2092909" y="2624271"/>
                </a:lnTo>
                <a:lnTo>
                  <a:pt x="2093154" y="2624934"/>
                </a:lnTo>
                <a:moveTo>
                  <a:pt x="2116791" y="2549784"/>
                </a:moveTo>
                <a:lnTo>
                  <a:pt x="2074125" y="2528292"/>
                </a:lnTo>
                <a:lnTo>
                  <a:pt x="1991699" y="2485585"/>
                </a:lnTo>
                <a:moveTo>
                  <a:pt x="1981288" y="2479970"/>
                </a:moveTo>
                <a:lnTo>
                  <a:pt x="1979185" y="2478874"/>
                </a:lnTo>
                <a:lnTo>
                  <a:pt x="1920347" y="2449728"/>
                </a:lnTo>
                <a:lnTo>
                  <a:pt x="1896456" y="2438377"/>
                </a:lnTo>
                <a:lnTo>
                  <a:pt x="1895032" y="2438671"/>
                </a:lnTo>
                <a:moveTo>
                  <a:pt x="1894336" y="2439072"/>
                </a:moveTo>
                <a:lnTo>
                  <a:pt x="1893616" y="2439858"/>
                </a:lnTo>
                <a:lnTo>
                  <a:pt x="1891496" y="2445096"/>
                </a:lnTo>
                <a:lnTo>
                  <a:pt x="1892945" y="2448157"/>
                </a:lnTo>
                <a:lnTo>
                  <a:pt x="1975608" y="2490086"/>
                </a:lnTo>
                <a:moveTo>
                  <a:pt x="2525222" y="956965"/>
                </a:moveTo>
                <a:lnTo>
                  <a:pt x="2526033" y="956613"/>
                </a:lnTo>
                <a:lnTo>
                  <a:pt x="2544783" y="948551"/>
                </a:lnTo>
                <a:lnTo>
                  <a:pt x="2547100" y="947602"/>
                </a:lnTo>
                <a:lnTo>
                  <a:pt x="2570573" y="938353"/>
                </a:lnTo>
                <a:moveTo>
                  <a:pt x="2515442" y="965771"/>
                </a:moveTo>
                <a:lnTo>
                  <a:pt x="2515098" y="965919"/>
                </a:lnTo>
                <a:lnTo>
                  <a:pt x="2505629" y="970805"/>
                </a:lnTo>
                <a:lnTo>
                  <a:pt x="2416549" y="1018676"/>
                </a:lnTo>
                <a:moveTo>
                  <a:pt x="2411024" y="1022719"/>
                </a:moveTo>
                <a:lnTo>
                  <a:pt x="2390047" y="1043893"/>
                </a:lnTo>
                <a:moveTo>
                  <a:pt x="2398256" y="1460156"/>
                </a:moveTo>
                <a:lnTo>
                  <a:pt x="2441675" y="1415363"/>
                </a:lnTo>
                <a:lnTo>
                  <a:pt x="2496781" y="1357081"/>
                </a:lnTo>
                <a:moveTo>
                  <a:pt x="2505809" y="1347660"/>
                </a:moveTo>
                <a:lnTo>
                  <a:pt x="2537344" y="1315233"/>
                </a:lnTo>
                <a:lnTo>
                  <a:pt x="2548745" y="1304340"/>
                </a:lnTo>
                <a:lnTo>
                  <a:pt x="2560465" y="1290451"/>
                </a:lnTo>
                <a:lnTo>
                  <a:pt x="2563346" y="1286735"/>
                </a:lnTo>
                <a:moveTo>
                  <a:pt x="2567896" y="1280638"/>
                </a:moveTo>
                <a:lnTo>
                  <a:pt x="2579969" y="1262984"/>
                </a:lnTo>
                <a:lnTo>
                  <a:pt x="2589315" y="1249430"/>
                </a:lnTo>
                <a:lnTo>
                  <a:pt x="2592376" y="1244994"/>
                </a:lnTo>
                <a:moveTo>
                  <a:pt x="2599759" y="1234100"/>
                </a:moveTo>
                <a:lnTo>
                  <a:pt x="2617052" y="1208172"/>
                </a:lnTo>
                <a:lnTo>
                  <a:pt x="2631203" y="1192711"/>
                </a:lnTo>
                <a:lnTo>
                  <a:pt x="2649259" y="1174722"/>
                </a:lnTo>
                <a:moveTo>
                  <a:pt x="2423571" y="1082851"/>
                </a:moveTo>
                <a:lnTo>
                  <a:pt x="2458756" y="1055482"/>
                </a:lnTo>
                <a:lnTo>
                  <a:pt x="2521719" y="1006661"/>
                </a:lnTo>
                <a:lnTo>
                  <a:pt x="2529396" y="1001300"/>
                </a:lnTo>
                <a:lnTo>
                  <a:pt x="2530256" y="1000899"/>
                </a:lnTo>
                <a:moveTo>
                  <a:pt x="464162" y="2828385"/>
                </a:moveTo>
                <a:lnTo>
                  <a:pt x="465191" y="2823212"/>
                </a:lnTo>
                <a:lnTo>
                  <a:pt x="466599" y="2816853"/>
                </a:lnTo>
                <a:lnTo>
                  <a:pt x="469054" y="2809896"/>
                </a:lnTo>
                <a:lnTo>
                  <a:pt x="471411" y="2804486"/>
                </a:lnTo>
                <a:lnTo>
                  <a:pt x="475855" y="2797566"/>
                </a:lnTo>
                <a:moveTo>
                  <a:pt x="604221" y="2272027"/>
                </a:moveTo>
                <a:lnTo>
                  <a:pt x="604057" y="2272018"/>
                </a:lnTo>
                <a:moveTo>
                  <a:pt x="600710" y="2271855"/>
                </a:moveTo>
                <a:lnTo>
                  <a:pt x="595816" y="2271486"/>
                </a:lnTo>
                <a:moveTo>
                  <a:pt x="605760" y="2267329"/>
                </a:moveTo>
                <a:lnTo>
                  <a:pt x="605490" y="2267042"/>
                </a:lnTo>
                <a:moveTo>
                  <a:pt x="584938" y="2453894"/>
                </a:moveTo>
                <a:lnTo>
                  <a:pt x="587836" y="2446111"/>
                </a:lnTo>
                <a:lnTo>
                  <a:pt x="588261" y="2442829"/>
                </a:lnTo>
                <a:lnTo>
                  <a:pt x="588662" y="2439072"/>
                </a:lnTo>
                <a:lnTo>
                  <a:pt x="589219" y="2430045"/>
                </a:lnTo>
                <a:lnTo>
                  <a:pt x="590135" y="2412178"/>
                </a:lnTo>
                <a:moveTo>
                  <a:pt x="590422" y="2407824"/>
                </a:moveTo>
                <a:lnTo>
                  <a:pt x="590667" y="2401301"/>
                </a:lnTo>
                <a:lnTo>
                  <a:pt x="590758" y="2399639"/>
                </a:lnTo>
                <a:lnTo>
                  <a:pt x="590880" y="2398502"/>
                </a:lnTo>
                <a:lnTo>
                  <a:pt x="591183" y="2396971"/>
                </a:lnTo>
                <a:lnTo>
                  <a:pt x="591797" y="2395203"/>
                </a:lnTo>
                <a:lnTo>
                  <a:pt x="593082" y="2393067"/>
                </a:lnTo>
                <a:lnTo>
                  <a:pt x="594023" y="2392085"/>
                </a:lnTo>
                <a:moveTo>
                  <a:pt x="521500" y="2553835"/>
                </a:moveTo>
                <a:lnTo>
                  <a:pt x="524962" y="2555259"/>
                </a:lnTo>
                <a:lnTo>
                  <a:pt x="527655" y="2555636"/>
                </a:lnTo>
                <a:lnTo>
                  <a:pt x="529857" y="2556135"/>
                </a:lnTo>
                <a:lnTo>
                  <a:pt x="532320" y="2556913"/>
                </a:lnTo>
                <a:lnTo>
                  <a:pt x="535275" y="2558198"/>
                </a:lnTo>
                <a:lnTo>
                  <a:pt x="537280" y="2559270"/>
                </a:lnTo>
                <a:lnTo>
                  <a:pt x="538909" y="2560408"/>
                </a:lnTo>
                <a:moveTo>
                  <a:pt x="621728" y="478687"/>
                </a:moveTo>
                <a:lnTo>
                  <a:pt x="714982" y="496374"/>
                </a:lnTo>
                <a:moveTo>
                  <a:pt x="1339607" y="588564"/>
                </a:moveTo>
                <a:lnTo>
                  <a:pt x="1341039" y="592182"/>
                </a:lnTo>
                <a:lnTo>
                  <a:pt x="1341768" y="594383"/>
                </a:lnTo>
                <a:lnTo>
                  <a:pt x="1341244" y="596798"/>
                </a:lnTo>
                <a:lnTo>
                  <a:pt x="1340581" y="598680"/>
                </a:lnTo>
                <a:lnTo>
                  <a:pt x="1339460" y="600260"/>
                </a:lnTo>
                <a:lnTo>
                  <a:pt x="1323271" y="620042"/>
                </a:lnTo>
                <a:lnTo>
                  <a:pt x="1320300" y="623659"/>
                </a:lnTo>
                <a:moveTo>
                  <a:pt x="562144" y="2288193"/>
                </a:moveTo>
                <a:lnTo>
                  <a:pt x="562063" y="2290499"/>
                </a:lnTo>
                <a:lnTo>
                  <a:pt x="561326" y="2304789"/>
                </a:lnTo>
                <a:lnTo>
                  <a:pt x="559648" y="2340073"/>
                </a:lnTo>
                <a:lnTo>
                  <a:pt x="558766" y="2357366"/>
                </a:lnTo>
                <a:moveTo>
                  <a:pt x="2981517" y="781718"/>
                </a:moveTo>
                <a:lnTo>
                  <a:pt x="2911253" y="736982"/>
                </a:lnTo>
                <a:lnTo>
                  <a:pt x="2880692" y="717077"/>
                </a:lnTo>
                <a:moveTo>
                  <a:pt x="2090642" y="1112921"/>
                </a:moveTo>
                <a:lnTo>
                  <a:pt x="2090388" y="1113027"/>
                </a:lnTo>
                <a:lnTo>
                  <a:pt x="2083726" y="1115949"/>
                </a:lnTo>
                <a:lnTo>
                  <a:pt x="2072758" y="1120761"/>
                </a:lnTo>
                <a:lnTo>
                  <a:pt x="2064091" y="1126859"/>
                </a:lnTo>
                <a:lnTo>
                  <a:pt x="2059197" y="1131590"/>
                </a:lnTo>
                <a:lnTo>
                  <a:pt x="2055366" y="1136836"/>
                </a:lnTo>
                <a:lnTo>
                  <a:pt x="2046764" y="1155275"/>
                </a:lnTo>
                <a:lnTo>
                  <a:pt x="2044252" y="1160677"/>
                </a:lnTo>
                <a:moveTo>
                  <a:pt x="2919552" y="1995014"/>
                </a:moveTo>
                <a:lnTo>
                  <a:pt x="2943082" y="1969699"/>
                </a:lnTo>
                <a:lnTo>
                  <a:pt x="3022881" y="1886127"/>
                </a:lnTo>
                <a:lnTo>
                  <a:pt x="3039995" y="1868039"/>
                </a:lnTo>
                <a:lnTo>
                  <a:pt x="3110202" y="1794461"/>
                </a:lnTo>
                <a:lnTo>
                  <a:pt x="3116757" y="1787381"/>
                </a:lnTo>
                <a:lnTo>
                  <a:pt x="3123690" y="1779892"/>
                </a:lnTo>
                <a:lnTo>
                  <a:pt x="3132038" y="1770955"/>
                </a:lnTo>
                <a:lnTo>
                  <a:pt x="3137112" y="1765921"/>
                </a:lnTo>
                <a:lnTo>
                  <a:pt x="3156035" y="1746999"/>
                </a:lnTo>
                <a:lnTo>
                  <a:pt x="3184402" y="1717862"/>
                </a:lnTo>
                <a:lnTo>
                  <a:pt x="3188274" y="1713565"/>
                </a:lnTo>
                <a:lnTo>
                  <a:pt x="3196695" y="1704038"/>
                </a:lnTo>
                <a:lnTo>
                  <a:pt x="3204152" y="1696140"/>
                </a:lnTo>
                <a:lnTo>
                  <a:pt x="3212402" y="1687743"/>
                </a:lnTo>
                <a:moveTo>
                  <a:pt x="3215307" y="1684715"/>
                </a:moveTo>
                <a:lnTo>
                  <a:pt x="3219473" y="1680434"/>
                </a:lnTo>
                <a:moveTo>
                  <a:pt x="2842241" y="810929"/>
                </a:moveTo>
                <a:lnTo>
                  <a:pt x="2839573" y="811911"/>
                </a:lnTo>
                <a:moveTo>
                  <a:pt x="2828630" y="816069"/>
                </a:moveTo>
                <a:lnTo>
                  <a:pt x="2827370" y="816568"/>
                </a:lnTo>
                <a:lnTo>
                  <a:pt x="2773327" y="837299"/>
                </a:lnTo>
                <a:moveTo>
                  <a:pt x="581370" y="2407357"/>
                </a:moveTo>
                <a:lnTo>
                  <a:pt x="581648" y="2400867"/>
                </a:lnTo>
                <a:lnTo>
                  <a:pt x="581892" y="2392007"/>
                </a:lnTo>
                <a:moveTo>
                  <a:pt x="1045464" y="2039014"/>
                </a:moveTo>
                <a:lnTo>
                  <a:pt x="1045259" y="2038637"/>
                </a:lnTo>
                <a:moveTo>
                  <a:pt x="2561832" y="2851219"/>
                </a:moveTo>
                <a:lnTo>
                  <a:pt x="2579985" y="2840727"/>
                </a:lnTo>
                <a:lnTo>
                  <a:pt x="2584945" y="2835481"/>
                </a:lnTo>
                <a:lnTo>
                  <a:pt x="2584601" y="2832714"/>
                </a:lnTo>
                <a:lnTo>
                  <a:pt x="2584134" y="2828884"/>
                </a:lnTo>
                <a:lnTo>
                  <a:pt x="2582899" y="2826870"/>
                </a:lnTo>
                <a:lnTo>
                  <a:pt x="2572136" y="2808889"/>
                </a:lnTo>
                <a:lnTo>
                  <a:pt x="2551994" y="2775275"/>
                </a:lnTo>
                <a:moveTo>
                  <a:pt x="2545978" y="2765167"/>
                </a:moveTo>
                <a:lnTo>
                  <a:pt x="2537974" y="2751663"/>
                </a:lnTo>
                <a:moveTo>
                  <a:pt x="2614253" y="2699438"/>
                </a:moveTo>
                <a:lnTo>
                  <a:pt x="2615276" y="2698611"/>
                </a:lnTo>
                <a:lnTo>
                  <a:pt x="2619123" y="2688479"/>
                </a:lnTo>
                <a:lnTo>
                  <a:pt x="2624410" y="2670759"/>
                </a:lnTo>
                <a:lnTo>
                  <a:pt x="2634837" y="2632816"/>
                </a:lnTo>
                <a:lnTo>
                  <a:pt x="2657648" y="2549702"/>
                </a:lnTo>
                <a:lnTo>
                  <a:pt x="2662886" y="2528774"/>
                </a:lnTo>
                <a:lnTo>
                  <a:pt x="2664965" y="2525083"/>
                </a:lnTo>
                <a:lnTo>
                  <a:pt x="2669278" y="2523004"/>
                </a:lnTo>
                <a:lnTo>
                  <a:pt x="2675326" y="2522669"/>
                </a:lnTo>
                <a:lnTo>
                  <a:pt x="2805992" y="2557846"/>
                </a:lnTo>
                <a:lnTo>
                  <a:pt x="2812679" y="2559646"/>
                </a:lnTo>
                <a:lnTo>
                  <a:pt x="2845187" y="2568330"/>
                </a:lnTo>
                <a:lnTo>
                  <a:pt x="2927450" y="2589782"/>
                </a:lnTo>
                <a:lnTo>
                  <a:pt x="2953206" y="2597115"/>
                </a:lnTo>
                <a:lnTo>
                  <a:pt x="2972636" y="2602247"/>
                </a:lnTo>
                <a:lnTo>
                  <a:pt x="3045061" y="2622520"/>
                </a:lnTo>
                <a:lnTo>
                  <a:pt x="3101845" y="2636466"/>
                </a:lnTo>
                <a:lnTo>
                  <a:pt x="3143414" y="2648784"/>
                </a:lnTo>
                <a:moveTo>
                  <a:pt x="1310077" y="1401220"/>
                </a:moveTo>
                <a:lnTo>
                  <a:pt x="1320717" y="1431953"/>
                </a:lnTo>
                <a:lnTo>
                  <a:pt x="1320963" y="1432460"/>
                </a:lnTo>
                <a:moveTo>
                  <a:pt x="2631555" y="2094284"/>
                </a:moveTo>
                <a:lnTo>
                  <a:pt x="2631064" y="2093809"/>
                </a:lnTo>
                <a:moveTo>
                  <a:pt x="536421" y="2694748"/>
                </a:moveTo>
                <a:lnTo>
                  <a:pt x="534604" y="2697441"/>
                </a:lnTo>
                <a:lnTo>
                  <a:pt x="530912" y="2702139"/>
                </a:lnTo>
                <a:lnTo>
                  <a:pt x="516483" y="2720357"/>
                </a:lnTo>
                <a:lnTo>
                  <a:pt x="509117" y="2729663"/>
                </a:lnTo>
                <a:lnTo>
                  <a:pt x="501907" y="2738756"/>
                </a:lnTo>
                <a:moveTo>
                  <a:pt x="2877001" y="792784"/>
                </a:moveTo>
                <a:lnTo>
                  <a:pt x="2861073" y="751337"/>
                </a:lnTo>
                <a:lnTo>
                  <a:pt x="2856490" y="747573"/>
                </a:lnTo>
                <a:lnTo>
                  <a:pt x="2872974" y="720687"/>
                </a:lnTo>
                <a:moveTo>
                  <a:pt x="2629108" y="2092450"/>
                </a:moveTo>
                <a:lnTo>
                  <a:pt x="2623584" y="2087826"/>
                </a:lnTo>
                <a:lnTo>
                  <a:pt x="2603614" y="2070017"/>
                </a:lnTo>
                <a:moveTo>
                  <a:pt x="2595126" y="2062061"/>
                </a:moveTo>
                <a:lnTo>
                  <a:pt x="2594349" y="2061292"/>
                </a:lnTo>
                <a:lnTo>
                  <a:pt x="2575320" y="2042599"/>
                </a:lnTo>
                <a:lnTo>
                  <a:pt x="2570679" y="2038048"/>
                </a:lnTo>
                <a:lnTo>
                  <a:pt x="2562838" y="2029675"/>
                </a:lnTo>
                <a:lnTo>
                  <a:pt x="2553983" y="2021319"/>
                </a:lnTo>
                <a:lnTo>
                  <a:pt x="2546036" y="2013683"/>
                </a:lnTo>
                <a:lnTo>
                  <a:pt x="2528283" y="1997576"/>
                </a:lnTo>
                <a:moveTo>
                  <a:pt x="2521638" y="1991175"/>
                </a:moveTo>
                <a:lnTo>
                  <a:pt x="2508575" y="1977859"/>
                </a:lnTo>
                <a:lnTo>
                  <a:pt x="2498983" y="1968079"/>
                </a:lnTo>
                <a:moveTo>
                  <a:pt x="912126" y="820758"/>
                </a:moveTo>
                <a:lnTo>
                  <a:pt x="907424" y="822551"/>
                </a:lnTo>
                <a:lnTo>
                  <a:pt x="877821" y="833772"/>
                </a:lnTo>
                <a:lnTo>
                  <a:pt x="868302" y="836587"/>
                </a:lnTo>
                <a:moveTo>
                  <a:pt x="494508" y="1585846"/>
                </a:moveTo>
                <a:lnTo>
                  <a:pt x="488279" y="1585731"/>
                </a:lnTo>
                <a:lnTo>
                  <a:pt x="397235" y="1581696"/>
                </a:lnTo>
                <a:lnTo>
                  <a:pt x="380669" y="1580902"/>
                </a:lnTo>
                <a:lnTo>
                  <a:pt x="375751" y="1580722"/>
                </a:lnTo>
                <a:moveTo>
                  <a:pt x="362524" y="1579740"/>
                </a:moveTo>
                <a:lnTo>
                  <a:pt x="358588" y="1579552"/>
                </a:lnTo>
                <a:lnTo>
                  <a:pt x="291213" y="1575812"/>
                </a:lnTo>
                <a:lnTo>
                  <a:pt x="259891" y="1573774"/>
                </a:lnTo>
                <a:moveTo>
                  <a:pt x="575395" y="2373924"/>
                </a:moveTo>
                <a:lnTo>
                  <a:pt x="572915" y="2374979"/>
                </a:lnTo>
                <a:lnTo>
                  <a:pt x="571287" y="2375953"/>
                </a:lnTo>
                <a:lnTo>
                  <a:pt x="569609" y="2376976"/>
                </a:lnTo>
                <a:lnTo>
                  <a:pt x="568283" y="2377869"/>
                </a:lnTo>
                <a:lnTo>
                  <a:pt x="565795" y="2379522"/>
                </a:lnTo>
                <a:moveTo>
                  <a:pt x="549565" y="2662100"/>
                </a:moveTo>
                <a:lnTo>
                  <a:pt x="548959" y="2665644"/>
                </a:lnTo>
                <a:lnTo>
                  <a:pt x="547298" y="2671717"/>
                </a:lnTo>
                <a:lnTo>
                  <a:pt x="546389" y="2674786"/>
                </a:lnTo>
                <a:moveTo>
                  <a:pt x="552757" y="2549358"/>
                </a:moveTo>
                <a:lnTo>
                  <a:pt x="552282" y="2560915"/>
                </a:lnTo>
                <a:moveTo>
                  <a:pt x="551586" y="2577988"/>
                </a:moveTo>
                <a:lnTo>
                  <a:pt x="547494" y="2656657"/>
                </a:lnTo>
                <a:moveTo>
                  <a:pt x="549647" y="2384383"/>
                </a:moveTo>
                <a:lnTo>
                  <a:pt x="551807" y="2384506"/>
                </a:lnTo>
                <a:moveTo>
                  <a:pt x="556661" y="2450130"/>
                </a:moveTo>
                <a:lnTo>
                  <a:pt x="554950" y="2463454"/>
                </a:lnTo>
                <a:lnTo>
                  <a:pt x="551775" y="2527899"/>
                </a:lnTo>
                <a:moveTo>
                  <a:pt x="574675" y="2519837"/>
                </a:moveTo>
                <a:lnTo>
                  <a:pt x="575330" y="2506562"/>
                </a:lnTo>
                <a:moveTo>
                  <a:pt x="574773" y="2366181"/>
                </a:moveTo>
                <a:lnTo>
                  <a:pt x="573365" y="2366247"/>
                </a:lnTo>
                <a:lnTo>
                  <a:pt x="571794" y="2366337"/>
                </a:lnTo>
                <a:lnTo>
                  <a:pt x="570141" y="2366443"/>
                </a:lnTo>
                <a:lnTo>
                  <a:pt x="568676" y="2366541"/>
                </a:lnTo>
                <a:lnTo>
                  <a:pt x="566261" y="2366598"/>
                </a:lnTo>
                <a:lnTo>
                  <a:pt x="564174" y="2366918"/>
                </a:lnTo>
                <a:moveTo>
                  <a:pt x="607372" y="2367270"/>
                </a:moveTo>
                <a:lnTo>
                  <a:pt x="603599" y="2366721"/>
                </a:lnTo>
                <a:lnTo>
                  <a:pt x="601798" y="2366578"/>
                </a:lnTo>
                <a:moveTo>
                  <a:pt x="2177471" y="1387805"/>
                </a:moveTo>
                <a:lnTo>
                  <a:pt x="2203694" y="1361468"/>
                </a:lnTo>
                <a:lnTo>
                  <a:pt x="2206600" y="1359544"/>
                </a:lnTo>
                <a:lnTo>
                  <a:pt x="2209170" y="1360666"/>
                </a:lnTo>
                <a:lnTo>
                  <a:pt x="2242972" y="1393338"/>
                </a:lnTo>
                <a:lnTo>
                  <a:pt x="2245484" y="1395769"/>
                </a:lnTo>
                <a:lnTo>
                  <a:pt x="2281488" y="1430463"/>
                </a:lnTo>
                <a:moveTo>
                  <a:pt x="487944" y="1870822"/>
                </a:moveTo>
                <a:lnTo>
                  <a:pt x="489613" y="1849256"/>
                </a:lnTo>
                <a:lnTo>
                  <a:pt x="490244" y="1832265"/>
                </a:lnTo>
                <a:moveTo>
                  <a:pt x="203581" y="2058084"/>
                </a:moveTo>
                <a:lnTo>
                  <a:pt x="233823" y="2059671"/>
                </a:lnTo>
                <a:lnTo>
                  <a:pt x="284444" y="2062323"/>
                </a:lnTo>
                <a:lnTo>
                  <a:pt x="373942" y="2067831"/>
                </a:lnTo>
                <a:lnTo>
                  <a:pt x="387250" y="2068462"/>
                </a:lnTo>
                <a:moveTo>
                  <a:pt x="1000834" y="3003484"/>
                </a:moveTo>
                <a:lnTo>
                  <a:pt x="1023030" y="2997910"/>
                </a:lnTo>
                <a:lnTo>
                  <a:pt x="1034857" y="2995954"/>
                </a:lnTo>
                <a:lnTo>
                  <a:pt x="1097542" y="2997116"/>
                </a:lnTo>
                <a:lnTo>
                  <a:pt x="1144587" y="3001618"/>
                </a:lnTo>
                <a:lnTo>
                  <a:pt x="1157142" y="3001266"/>
                </a:lnTo>
                <a:lnTo>
                  <a:pt x="1205921" y="2993327"/>
                </a:lnTo>
                <a:lnTo>
                  <a:pt x="1223395" y="2987688"/>
                </a:lnTo>
                <a:lnTo>
                  <a:pt x="1230769" y="2984308"/>
                </a:lnTo>
                <a:lnTo>
                  <a:pt x="1240542" y="2976532"/>
                </a:lnTo>
                <a:lnTo>
                  <a:pt x="1253367" y="2963552"/>
                </a:lnTo>
                <a:lnTo>
                  <a:pt x="1261977" y="2950964"/>
                </a:lnTo>
                <a:lnTo>
                  <a:pt x="1296065" y="2898796"/>
                </a:lnTo>
                <a:lnTo>
                  <a:pt x="1311722" y="2871975"/>
                </a:lnTo>
                <a:lnTo>
                  <a:pt x="1332306" y="2831945"/>
                </a:lnTo>
                <a:lnTo>
                  <a:pt x="1337438" y="2820675"/>
                </a:lnTo>
                <a:lnTo>
                  <a:pt x="1343961" y="2804609"/>
                </a:lnTo>
                <a:lnTo>
                  <a:pt x="1347931" y="2793543"/>
                </a:lnTo>
                <a:lnTo>
                  <a:pt x="1349240" y="2788330"/>
                </a:lnTo>
                <a:lnTo>
                  <a:pt x="1355321" y="2740933"/>
                </a:lnTo>
                <a:lnTo>
                  <a:pt x="1354634" y="2737618"/>
                </a:lnTo>
                <a:lnTo>
                  <a:pt x="1353545" y="2735842"/>
                </a:lnTo>
                <a:moveTo>
                  <a:pt x="1986576" y="2495660"/>
                </a:moveTo>
                <a:lnTo>
                  <a:pt x="1992297" y="2498574"/>
                </a:lnTo>
                <a:lnTo>
                  <a:pt x="2058591" y="2532310"/>
                </a:lnTo>
                <a:lnTo>
                  <a:pt x="2069452" y="2537696"/>
                </a:lnTo>
                <a:lnTo>
                  <a:pt x="2146034" y="2576195"/>
                </a:lnTo>
                <a:lnTo>
                  <a:pt x="2148580" y="2575557"/>
                </a:lnTo>
                <a:lnTo>
                  <a:pt x="2152164" y="2569599"/>
                </a:lnTo>
                <a:lnTo>
                  <a:pt x="2151583" y="2567520"/>
                </a:lnTo>
                <a:lnTo>
                  <a:pt x="2117004" y="2549899"/>
                </a:lnTo>
                <a:moveTo>
                  <a:pt x="688227" y="2418906"/>
                </a:moveTo>
                <a:lnTo>
                  <a:pt x="688415" y="2415214"/>
                </a:lnTo>
                <a:lnTo>
                  <a:pt x="688865" y="2405589"/>
                </a:lnTo>
                <a:moveTo>
                  <a:pt x="423794" y="1032402"/>
                </a:moveTo>
                <a:lnTo>
                  <a:pt x="413759" y="1031559"/>
                </a:lnTo>
                <a:lnTo>
                  <a:pt x="345435" y="1025870"/>
                </a:lnTo>
                <a:lnTo>
                  <a:pt x="334108" y="1025543"/>
                </a:lnTo>
                <a:moveTo>
                  <a:pt x="238357" y="1021901"/>
                </a:moveTo>
                <a:lnTo>
                  <a:pt x="242867" y="1021893"/>
                </a:lnTo>
                <a:lnTo>
                  <a:pt x="306632" y="1025085"/>
                </a:lnTo>
                <a:lnTo>
                  <a:pt x="324835" y="1025870"/>
                </a:lnTo>
                <a:moveTo>
                  <a:pt x="231147" y="916034"/>
                </a:moveTo>
                <a:lnTo>
                  <a:pt x="302663" y="919840"/>
                </a:lnTo>
                <a:lnTo>
                  <a:pt x="330310" y="922214"/>
                </a:lnTo>
                <a:lnTo>
                  <a:pt x="330916" y="922418"/>
                </a:lnTo>
                <a:moveTo>
                  <a:pt x="335548" y="927984"/>
                </a:moveTo>
                <a:lnTo>
                  <a:pt x="333232" y="968808"/>
                </a:lnTo>
                <a:lnTo>
                  <a:pt x="333306" y="972205"/>
                </a:lnTo>
                <a:moveTo>
                  <a:pt x="345378" y="869833"/>
                </a:moveTo>
                <a:lnTo>
                  <a:pt x="348251" y="870365"/>
                </a:lnTo>
                <a:lnTo>
                  <a:pt x="381341" y="872583"/>
                </a:lnTo>
                <a:lnTo>
                  <a:pt x="398692" y="873851"/>
                </a:lnTo>
                <a:lnTo>
                  <a:pt x="417369" y="875120"/>
                </a:lnTo>
                <a:lnTo>
                  <a:pt x="421928" y="875496"/>
                </a:lnTo>
                <a:lnTo>
                  <a:pt x="427125" y="875897"/>
                </a:lnTo>
                <a:lnTo>
                  <a:pt x="431307" y="876184"/>
                </a:lnTo>
                <a:lnTo>
                  <a:pt x="439966" y="876757"/>
                </a:lnTo>
                <a:lnTo>
                  <a:pt x="440940" y="876806"/>
                </a:lnTo>
                <a:lnTo>
                  <a:pt x="441922" y="876855"/>
                </a:lnTo>
                <a:moveTo>
                  <a:pt x="340696" y="872984"/>
                </a:moveTo>
                <a:lnTo>
                  <a:pt x="340443" y="877813"/>
                </a:lnTo>
                <a:lnTo>
                  <a:pt x="339788" y="887847"/>
                </a:lnTo>
                <a:lnTo>
                  <a:pt x="337333" y="905836"/>
                </a:lnTo>
                <a:lnTo>
                  <a:pt x="336236" y="918473"/>
                </a:lnTo>
                <a:moveTo>
                  <a:pt x="1211945" y="1622938"/>
                </a:moveTo>
                <a:lnTo>
                  <a:pt x="1212829" y="1626212"/>
                </a:lnTo>
                <a:moveTo>
                  <a:pt x="1215096" y="1635313"/>
                </a:moveTo>
                <a:lnTo>
                  <a:pt x="1215178" y="1635665"/>
                </a:lnTo>
                <a:lnTo>
                  <a:pt x="1217118" y="1639978"/>
                </a:lnTo>
                <a:lnTo>
                  <a:pt x="1219196" y="1644586"/>
                </a:lnTo>
                <a:lnTo>
                  <a:pt x="1243873" y="1741482"/>
                </a:lnTo>
                <a:moveTo>
                  <a:pt x="1246181" y="1750305"/>
                </a:moveTo>
                <a:lnTo>
                  <a:pt x="1254521" y="1781267"/>
                </a:lnTo>
                <a:lnTo>
                  <a:pt x="1255896" y="1792259"/>
                </a:lnTo>
                <a:lnTo>
                  <a:pt x="1259415" y="1805821"/>
                </a:lnTo>
                <a:lnTo>
                  <a:pt x="1268762" y="1841800"/>
                </a:lnTo>
                <a:moveTo>
                  <a:pt x="1269638" y="1845188"/>
                </a:moveTo>
                <a:lnTo>
                  <a:pt x="1269662" y="1845303"/>
                </a:lnTo>
                <a:moveTo>
                  <a:pt x="1274254" y="1863137"/>
                </a:moveTo>
                <a:lnTo>
                  <a:pt x="1274434" y="1863833"/>
                </a:lnTo>
                <a:moveTo>
                  <a:pt x="1279639" y="1842684"/>
                </a:moveTo>
                <a:lnTo>
                  <a:pt x="1265979" y="1790614"/>
                </a:lnTo>
                <a:lnTo>
                  <a:pt x="1262394" y="1780662"/>
                </a:lnTo>
                <a:moveTo>
                  <a:pt x="2081270" y="2343723"/>
                </a:moveTo>
                <a:lnTo>
                  <a:pt x="2080395" y="2342994"/>
                </a:lnTo>
                <a:lnTo>
                  <a:pt x="2046879" y="2326339"/>
                </a:lnTo>
                <a:moveTo>
                  <a:pt x="2497297" y="1959231"/>
                </a:moveTo>
                <a:lnTo>
                  <a:pt x="2515704" y="1940129"/>
                </a:lnTo>
                <a:moveTo>
                  <a:pt x="1161913" y="1372918"/>
                </a:moveTo>
                <a:lnTo>
                  <a:pt x="1164262" y="1372312"/>
                </a:lnTo>
                <a:lnTo>
                  <a:pt x="1166480" y="1371747"/>
                </a:lnTo>
                <a:lnTo>
                  <a:pt x="1201845" y="1362777"/>
                </a:lnTo>
                <a:moveTo>
                  <a:pt x="340025" y="468948"/>
                </a:moveTo>
                <a:lnTo>
                  <a:pt x="407826" y="483107"/>
                </a:lnTo>
                <a:lnTo>
                  <a:pt x="421977" y="485136"/>
                </a:lnTo>
                <a:lnTo>
                  <a:pt x="446956" y="489851"/>
                </a:lnTo>
                <a:lnTo>
                  <a:pt x="460149" y="492339"/>
                </a:lnTo>
                <a:moveTo>
                  <a:pt x="860723" y="1726988"/>
                </a:moveTo>
                <a:lnTo>
                  <a:pt x="868499" y="1755511"/>
                </a:lnTo>
                <a:moveTo>
                  <a:pt x="2783157" y="1860501"/>
                </a:moveTo>
                <a:lnTo>
                  <a:pt x="2823834" y="1821322"/>
                </a:lnTo>
                <a:moveTo>
                  <a:pt x="2813767" y="1206985"/>
                </a:moveTo>
                <a:lnTo>
                  <a:pt x="2813783" y="1207574"/>
                </a:lnTo>
                <a:lnTo>
                  <a:pt x="2823883" y="1217707"/>
                </a:lnTo>
                <a:lnTo>
                  <a:pt x="2848216" y="1241647"/>
                </a:lnTo>
                <a:lnTo>
                  <a:pt x="2857341" y="1241761"/>
                </a:lnTo>
                <a:moveTo>
                  <a:pt x="2861098" y="1239944"/>
                </a:moveTo>
                <a:lnTo>
                  <a:pt x="2889187" y="1212886"/>
                </a:lnTo>
                <a:moveTo>
                  <a:pt x="2919977" y="1295083"/>
                </a:moveTo>
                <a:lnTo>
                  <a:pt x="2944253" y="1268770"/>
                </a:lnTo>
                <a:lnTo>
                  <a:pt x="2945169" y="1266176"/>
                </a:lnTo>
                <a:lnTo>
                  <a:pt x="2944703" y="1263336"/>
                </a:lnTo>
                <a:lnTo>
                  <a:pt x="2893108" y="1212894"/>
                </a:lnTo>
                <a:moveTo>
                  <a:pt x="2717779" y="655554"/>
                </a:moveTo>
                <a:lnTo>
                  <a:pt x="2753112" y="638072"/>
                </a:lnTo>
                <a:lnTo>
                  <a:pt x="2757179" y="636010"/>
                </a:lnTo>
                <a:lnTo>
                  <a:pt x="2758595" y="635347"/>
                </a:lnTo>
                <a:moveTo>
                  <a:pt x="2240696" y="916820"/>
                </a:moveTo>
                <a:lnTo>
                  <a:pt x="2291342" y="893142"/>
                </a:lnTo>
                <a:lnTo>
                  <a:pt x="2399950" y="843716"/>
                </a:lnTo>
                <a:moveTo>
                  <a:pt x="2447314" y="807254"/>
                </a:moveTo>
                <a:lnTo>
                  <a:pt x="2422089" y="820095"/>
                </a:lnTo>
                <a:lnTo>
                  <a:pt x="2403011" y="829802"/>
                </a:lnTo>
                <a:lnTo>
                  <a:pt x="2401530" y="835253"/>
                </a:lnTo>
                <a:lnTo>
                  <a:pt x="2402471" y="837602"/>
                </a:lnTo>
                <a:moveTo>
                  <a:pt x="901785" y="445139"/>
                </a:moveTo>
                <a:lnTo>
                  <a:pt x="1062300" y="391596"/>
                </a:lnTo>
                <a:moveTo>
                  <a:pt x="884786" y="425021"/>
                </a:moveTo>
                <a:lnTo>
                  <a:pt x="886005" y="430374"/>
                </a:lnTo>
                <a:lnTo>
                  <a:pt x="886660" y="433001"/>
                </a:lnTo>
                <a:lnTo>
                  <a:pt x="887380" y="435858"/>
                </a:lnTo>
                <a:lnTo>
                  <a:pt x="888821" y="440318"/>
                </a:lnTo>
                <a:lnTo>
                  <a:pt x="891080" y="443346"/>
                </a:lnTo>
                <a:lnTo>
                  <a:pt x="891284" y="443502"/>
                </a:lnTo>
                <a:moveTo>
                  <a:pt x="2163336" y="1384302"/>
                </a:moveTo>
                <a:lnTo>
                  <a:pt x="2167339" y="1387986"/>
                </a:lnTo>
                <a:moveTo>
                  <a:pt x="907269" y="1243464"/>
                </a:moveTo>
                <a:lnTo>
                  <a:pt x="914692" y="1266495"/>
                </a:lnTo>
                <a:moveTo>
                  <a:pt x="898413" y="1308915"/>
                </a:moveTo>
                <a:lnTo>
                  <a:pt x="920552" y="1302384"/>
                </a:lnTo>
                <a:lnTo>
                  <a:pt x="921551" y="1302122"/>
                </a:lnTo>
                <a:moveTo>
                  <a:pt x="547977" y="935849"/>
                </a:moveTo>
                <a:lnTo>
                  <a:pt x="501113" y="933033"/>
                </a:lnTo>
                <a:lnTo>
                  <a:pt x="492011" y="933083"/>
                </a:lnTo>
                <a:lnTo>
                  <a:pt x="464986" y="931822"/>
                </a:lnTo>
                <a:lnTo>
                  <a:pt x="454510" y="929432"/>
                </a:lnTo>
                <a:lnTo>
                  <a:pt x="449264" y="929391"/>
                </a:lnTo>
                <a:lnTo>
                  <a:pt x="446866" y="929301"/>
                </a:lnTo>
                <a:moveTo>
                  <a:pt x="2299903" y="2348232"/>
                </a:moveTo>
                <a:lnTo>
                  <a:pt x="2311173" y="2332395"/>
                </a:lnTo>
                <a:moveTo>
                  <a:pt x="2309880" y="2324596"/>
                </a:moveTo>
                <a:lnTo>
                  <a:pt x="2265266" y="2292979"/>
                </a:lnTo>
                <a:moveTo>
                  <a:pt x="2316771" y="2331528"/>
                </a:moveTo>
                <a:lnTo>
                  <a:pt x="2321117" y="2334785"/>
                </a:lnTo>
                <a:moveTo>
                  <a:pt x="425594" y="1054852"/>
                </a:moveTo>
                <a:lnTo>
                  <a:pt x="371527" y="1073553"/>
                </a:lnTo>
                <a:lnTo>
                  <a:pt x="355780" y="1079250"/>
                </a:lnTo>
                <a:lnTo>
                  <a:pt x="330973" y="1078079"/>
                </a:lnTo>
                <a:moveTo>
                  <a:pt x="984866" y="1898952"/>
                </a:moveTo>
                <a:lnTo>
                  <a:pt x="987469" y="1857809"/>
                </a:lnTo>
                <a:lnTo>
                  <a:pt x="987248" y="1855959"/>
                </a:lnTo>
                <a:moveTo>
                  <a:pt x="987084" y="1846547"/>
                </a:moveTo>
                <a:lnTo>
                  <a:pt x="988385" y="1821674"/>
                </a:lnTo>
                <a:moveTo>
                  <a:pt x="989294" y="1812213"/>
                </a:moveTo>
                <a:lnTo>
                  <a:pt x="989507" y="1809618"/>
                </a:lnTo>
                <a:lnTo>
                  <a:pt x="991512" y="1776046"/>
                </a:lnTo>
                <a:moveTo>
                  <a:pt x="991397" y="1766241"/>
                </a:moveTo>
                <a:lnTo>
                  <a:pt x="989818" y="1744863"/>
                </a:lnTo>
                <a:lnTo>
                  <a:pt x="988966" y="1737595"/>
                </a:lnTo>
                <a:moveTo>
                  <a:pt x="987493" y="1729468"/>
                </a:moveTo>
                <a:lnTo>
                  <a:pt x="979734" y="1698596"/>
                </a:lnTo>
                <a:moveTo>
                  <a:pt x="408726" y="2069534"/>
                </a:moveTo>
                <a:lnTo>
                  <a:pt x="417770" y="2069272"/>
                </a:lnTo>
                <a:lnTo>
                  <a:pt x="429719" y="2070074"/>
                </a:lnTo>
                <a:lnTo>
                  <a:pt x="436128" y="2070475"/>
                </a:lnTo>
                <a:lnTo>
                  <a:pt x="439287" y="2070745"/>
                </a:lnTo>
                <a:lnTo>
                  <a:pt x="441832" y="2071212"/>
                </a:lnTo>
                <a:lnTo>
                  <a:pt x="445172" y="2072136"/>
                </a:lnTo>
                <a:lnTo>
                  <a:pt x="448151" y="2073290"/>
                </a:lnTo>
                <a:moveTo>
                  <a:pt x="451089" y="2074706"/>
                </a:moveTo>
                <a:lnTo>
                  <a:pt x="453536" y="2076274"/>
                </a:lnTo>
                <a:moveTo>
                  <a:pt x="467605" y="2062659"/>
                </a:moveTo>
                <a:lnTo>
                  <a:pt x="465887" y="2064639"/>
                </a:lnTo>
                <a:lnTo>
                  <a:pt x="461254" y="2067242"/>
                </a:lnTo>
                <a:moveTo>
                  <a:pt x="475000" y="2037397"/>
                </a:moveTo>
                <a:lnTo>
                  <a:pt x="474317" y="2042770"/>
                </a:lnTo>
                <a:lnTo>
                  <a:pt x="472303" y="2056475"/>
                </a:lnTo>
                <a:moveTo>
                  <a:pt x="459855" y="2077456"/>
                </a:moveTo>
                <a:lnTo>
                  <a:pt x="461549" y="2077473"/>
                </a:lnTo>
                <a:moveTo>
                  <a:pt x="478024" y="2061292"/>
                </a:moveTo>
                <a:lnTo>
                  <a:pt x="478900" y="2051225"/>
                </a:lnTo>
                <a:lnTo>
                  <a:pt x="479366" y="2041796"/>
                </a:lnTo>
                <a:lnTo>
                  <a:pt x="479399" y="2037933"/>
                </a:lnTo>
                <a:moveTo>
                  <a:pt x="369031" y="2061226"/>
                </a:moveTo>
                <a:lnTo>
                  <a:pt x="360495" y="2061693"/>
                </a:lnTo>
                <a:lnTo>
                  <a:pt x="284649" y="2057502"/>
                </a:lnTo>
                <a:moveTo>
                  <a:pt x="453937" y="2068347"/>
                </a:moveTo>
                <a:lnTo>
                  <a:pt x="451654" y="2067684"/>
                </a:lnTo>
                <a:moveTo>
                  <a:pt x="451654" y="2067684"/>
                </a:moveTo>
                <a:lnTo>
                  <a:pt x="449534" y="2067193"/>
                </a:lnTo>
                <a:lnTo>
                  <a:pt x="446808" y="2066563"/>
                </a:lnTo>
                <a:lnTo>
                  <a:pt x="441865" y="2065990"/>
                </a:lnTo>
                <a:lnTo>
                  <a:pt x="434867" y="2065507"/>
                </a:lnTo>
                <a:lnTo>
                  <a:pt x="428966" y="2065114"/>
                </a:lnTo>
                <a:moveTo>
                  <a:pt x="422059" y="2064639"/>
                </a:moveTo>
                <a:lnTo>
                  <a:pt x="404552" y="2062888"/>
                </a:lnTo>
                <a:lnTo>
                  <a:pt x="381234" y="2061603"/>
                </a:lnTo>
                <a:moveTo>
                  <a:pt x="474611" y="2070418"/>
                </a:moveTo>
                <a:lnTo>
                  <a:pt x="474693" y="2070279"/>
                </a:lnTo>
                <a:moveTo>
                  <a:pt x="466263" y="2082678"/>
                </a:moveTo>
                <a:lnTo>
                  <a:pt x="466476" y="2085338"/>
                </a:lnTo>
                <a:moveTo>
                  <a:pt x="468497" y="2092495"/>
                </a:moveTo>
                <a:lnTo>
                  <a:pt x="488541" y="2124935"/>
                </a:lnTo>
                <a:lnTo>
                  <a:pt x="491168" y="2128953"/>
                </a:lnTo>
                <a:lnTo>
                  <a:pt x="511728" y="2161495"/>
                </a:lnTo>
                <a:lnTo>
                  <a:pt x="517572" y="2170522"/>
                </a:lnTo>
                <a:moveTo>
                  <a:pt x="462318" y="2071899"/>
                </a:moveTo>
                <a:lnTo>
                  <a:pt x="461532" y="2071490"/>
                </a:lnTo>
                <a:lnTo>
                  <a:pt x="461049" y="2071269"/>
                </a:lnTo>
                <a:moveTo>
                  <a:pt x="557946" y="2388230"/>
                </a:moveTo>
                <a:lnTo>
                  <a:pt x="557946" y="2388394"/>
                </a:lnTo>
                <a:moveTo>
                  <a:pt x="558044" y="2399050"/>
                </a:moveTo>
                <a:lnTo>
                  <a:pt x="557684" y="2405958"/>
                </a:lnTo>
                <a:moveTo>
                  <a:pt x="557676" y="2406269"/>
                </a:moveTo>
                <a:lnTo>
                  <a:pt x="557553" y="2414437"/>
                </a:lnTo>
                <a:moveTo>
                  <a:pt x="2015221" y="1705741"/>
                </a:moveTo>
                <a:lnTo>
                  <a:pt x="2018593" y="1706772"/>
                </a:lnTo>
                <a:lnTo>
                  <a:pt x="2020525" y="1707574"/>
                </a:lnTo>
                <a:lnTo>
                  <a:pt x="2021933" y="1708548"/>
                </a:lnTo>
                <a:moveTo>
                  <a:pt x="2025296" y="1713049"/>
                </a:moveTo>
                <a:lnTo>
                  <a:pt x="2028046" y="1718189"/>
                </a:lnTo>
                <a:moveTo>
                  <a:pt x="2057155" y="1968545"/>
                </a:moveTo>
                <a:lnTo>
                  <a:pt x="2057445" y="1964690"/>
                </a:lnTo>
                <a:lnTo>
                  <a:pt x="2059180" y="1954271"/>
                </a:lnTo>
                <a:lnTo>
                  <a:pt x="2059630" y="1952573"/>
                </a:lnTo>
                <a:moveTo>
                  <a:pt x="2049735" y="1935578"/>
                </a:moveTo>
                <a:lnTo>
                  <a:pt x="2049580" y="1935533"/>
                </a:lnTo>
                <a:moveTo>
                  <a:pt x="2870764" y="710669"/>
                </a:moveTo>
                <a:lnTo>
                  <a:pt x="2842470" y="692581"/>
                </a:lnTo>
                <a:moveTo>
                  <a:pt x="2830774" y="693498"/>
                </a:moveTo>
                <a:lnTo>
                  <a:pt x="2795859" y="707387"/>
                </a:lnTo>
                <a:moveTo>
                  <a:pt x="1787152" y="471378"/>
                </a:moveTo>
                <a:lnTo>
                  <a:pt x="1793884" y="467753"/>
                </a:lnTo>
                <a:moveTo>
                  <a:pt x="1832449" y="443944"/>
                </a:moveTo>
                <a:lnTo>
                  <a:pt x="1815855" y="451572"/>
                </a:lnTo>
                <a:moveTo>
                  <a:pt x="1812786" y="452791"/>
                </a:moveTo>
                <a:lnTo>
                  <a:pt x="1804851" y="456654"/>
                </a:lnTo>
                <a:moveTo>
                  <a:pt x="1791670" y="463096"/>
                </a:moveTo>
                <a:lnTo>
                  <a:pt x="1785040" y="466238"/>
                </a:lnTo>
                <a:moveTo>
                  <a:pt x="1784828" y="466337"/>
                </a:moveTo>
                <a:lnTo>
                  <a:pt x="1768933" y="474030"/>
                </a:lnTo>
                <a:lnTo>
                  <a:pt x="1763662" y="476379"/>
                </a:lnTo>
                <a:lnTo>
                  <a:pt x="1751026" y="482018"/>
                </a:lnTo>
                <a:lnTo>
                  <a:pt x="1731546" y="489368"/>
                </a:lnTo>
                <a:lnTo>
                  <a:pt x="1711863" y="495089"/>
                </a:lnTo>
                <a:lnTo>
                  <a:pt x="1706576" y="496439"/>
                </a:lnTo>
                <a:lnTo>
                  <a:pt x="1698383" y="498535"/>
                </a:lnTo>
                <a:lnTo>
                  <a:pt x="1660579" y="504460"/>
                </a:lnTo>
                <a:lnTo>
                  <a:pt x="1639291" y="507791"/>
                </a:lnTo>
                <a:lnTo>
                  <a:pt x="1629248" y="510328"/>
                </a:lnTo>
                <a:lnTo>
                  <a:pt x="1621113" y="513348"/>
                </a:lnTo>
                <a:lnTo>
                  <a:pt x="1614246" y="517097"/>
                </a:lnTo>
                <a:lnTo>
                  <a:pt x="1605300" y="523424"/>
                </a:lnTo>
                <a:lnTo>
                  <a:pt x="1589480" y="536445"/>
                </a:lnTo>
                <a:lnTo>
                  <a:pt x="1570099" y="552953"/>
                </a:lnTo>
                <a:moveTo>
                  <a:pt x="1778796" y="1501390"/>
                </a:moveTo>
                <a:lnTo>
                  <a:pt x="1799740" y="1549114"/>
                </a:lnTo>
                <a:lnTo>
                  <a:pt x="1800272" y="1552846"/>
                </a:lnTo>
                <a:lnTo>
                  <a:pt x="1795664" y="1556185"/>
                </a:lnTo>
                <a:lnTo>
                  <a:pt x="1756215" y="1587867"/>
                </a:lnTo>
                <a:lnTo>
                  <a:pt x="1714629" y="1618641"/>
                </a:lnTo>
                <a:lnTo>
                  <a:pt x="1710087" y="1620998"/>
                </a:lnTo>
                <a:moveTo>
                  <a:pt x="392873" y="797371"/>
                </a:moveTo>
                <a:lnTo>
                  <a:pt x="406086" y="802605"/>
                </a:lnTo>
                <a:lnTo>
                  <a:pt x="412123" y="804692"/>
                </a:lnTo>
                <a:moveTo>
                  <a:pt x="1177185" y="1956358"/>
                </a:moveTo>
                <a:lnTo>
                  <a:pt x="1175057" y="1953543"/>
                </a:lnTo>
                <a:lnTo>
                  <a:pt x="1174272" y="1952487"/>
                </a:lnTo>
                <a:moveTo>
                  <a:pt x="1168232" y="1945555"/>
                </a:moveTo>
                <a:lnTo>
                  <a:pt x="1168109" y="1945448"/>
                </a:lnTo>
                <a:moveTo>
                  <a:pt x="414545" y="1099163"/>
                </a:moveTo>
                <a:lnTo>
                  <a:pt x="382634" y="1109917"/>
                </a:lnTo>
                <a:lnTo>
                  <a:pt x="358522" y="1116653"/>
                </a:lnTo>
                <a:lnTo>
                  <a:pt x="340402" y="1123561"/>
                </a:lnTo>
                <a:lnTo>
                  <a:pt x="328976" y="1127645"/>
                </a:lnTo>
                <a:moveTo>
                  <a:pt x="487224" y="705095"/>
                </a:moveTo>
                <a:lnTo>
                  <a:pt x="488770" y="703957"/>
                </a:lnTo>
                <a:lnTo>
                  <a:pt x="492503" y="702124"/>
                </a:lnTo>
                <a:lnTo>
                  <a:pt x="500532" y="698809"/>
                </a:lnTo>
                <a:lnTo>
                  <a:pt x="507578" y="697058"/>
                </a:lnTo>
                <a:lnTo>
                  <a:pt x="538459" y="692213"/>
                </a:lnTo>
                <a:lnTo>
                  <a:pt x="542403" y="691345"/>
                </a:lnTo>
                <a:lnTo>
                  <a:pt x="545489" y="689847"/>
                </a:lnTo>
                <a:lnTo>
                  <a:pt x="548927" y="688595"/>
                </a:lnTo>
                <a:lnTo>
                  <a:pt x="553968" y="688800"/>
                </a:lnTo>
                <a:lnTo>
                  <a:pt x="555646" y="689021"/>
                </a:lnTo>
                <a:lnTo>
                  <a:pt x="558429" y="690232"/>
                </a:lnTo>
                <a:lnTo>
                  <a:pt x="560769" y="691983"/>
                </a:lnTo>
                <a:lnTo>
                  <a:pt x="562030" y="693326"/>
                </a:lnTo>
                <a:lnTo>
                  <a:pt x="562758" y="695405"/>
                </a:lnTo>
                <a:lnTo>
                  <a:pt x="561473" y="723551"/>
                </a:lnTo>
                <a:moveTo>
                  <a:pt x="1806983" y="461401"/>
                </a:moveTo>
                <a:lnTo>
                  <a:pt x="1815110" y="457694"/>
                </a:lnTo>
                <a:moveTo>
                  <a:pt x="1815307" y="457604"/>
                </a:moveTo>
                <a:lnTo>
                  <a:pt x="1821511" y="454551"/>
                </a:lnTo>
                <a:lnTo>
                  <a:pt x="1846203" y="442004"/>
                </a:lnTo>
                <a:lnTo>
                  <a:pt x="1869341" y="434933"/>
                </a:lnTo>
                <a:lnTo>
                  <a:pt x="1893952" y="431659"/>
                </a:lnTo>
                <a:lnTo>
                  <a:pt x="1906539" y="430595"/>
                </a:lnTo>
                <a:lnTo>
                  <a:pt x="1938434" y="427338"/>
                </a:lnTo>
                <a:lnTo>
                  <a:pt x="1950597" y="425561"/>
                </a:lnTo>
                <a:lnTo>
                  <a:pt x="1968529" y="421477"/>
                </a:lnTo>
                <a:lnTo>
                  <a:pt x="1981755" y="416452"/>
                </a:lnTo>
                <a:lnTo>
                  <a:pt x="1988352" y="413391"/>
                </a:lnTo>
                <a:lnTo>
                  <a:pt x="1996094" y="409651"/>
                </a:lnTo>
                <a:lnTo>
                  <a:pt x="1999106" y="408038"/>
                </a:lnTo>
                <a:lnTo>
                  <a:pt x="2008854" y="400304"/>
                </a:lnTo>
                <a:lnTo>
                  <a:pt x="2014100" y="396138"/>
                </a:lnTo>
                <a:lnTo>
                  <a:pt x="2032319" y="375882"/>
                </a:lnTo>
                <a:lnTo>
                  <a:pt x="2039161" y="367795"/>
                </a:lnTo>
                <a:moveTo>
                  <a:pt x="2812695" y="1559893"/>
                </a:moveTo>
                <a:lnTo>
                  <a:pt x="2817499" y="1565327"/>
                </a:lnTo>
                <a:moveTo>
                  <a:pt x="636468" y="2661633"/>
                </a:moveTo>
                <a:lnTo>
                  <a:pt x="666571" y="2663131"/>
                </a:lnTo>
                <a:lnTo>
                  <a:pt x="671195" y="2663360"/>
                </a:lnTo>
                <a:lnTo>
                  <a:pt x="692024" y="2664392"/>
                </a:lnTo>
                <a:lnTo>
                  <a:pt x="728404" y="2666192"/>
                </a:lnTo>
                <a:lnTo>
                  <a:pt x="737342" y="2666626"/>
                </a:lnTo>
                <a:lnTo>
                  <a:pt x="740313" y="2666773"/>
                </a:lnTo>
                <a:lnTo>
                  <a:pt x="742073" y="2666863"/>
                </a:lnTo>
                <a:lnTo>
                  <a:pt x="747892" y="2667150"/>
                </a:lnTo>
                <a:lnTo>
                  <a:pt x="749774" y="2667240"/>
                </a:lnTo>
                <a:lnTo>
                  <a:pt x="788757" y="2669171"/>
                </a:lnTo>
                <a:moveTo>
                  <a:pt x="3065040" y="750241"/>
                </a:moveTo>
                <a:lnTo>
                  <a:pt x="3057502" y="752753"/>
                </a:lnTo>
                <a:lnTo>
                  <a:pt x="3050766" y="753277"/>
                </a:lnTo>
                <a:lnTo>
                  <a:pt x="3042876" y="752434"/>
                </a:lnTo>
                <a:lnTo>
                  <a:pt x="3036075" y="750486"/>
                </a:lnTo>
                <a:lnTo>
                  <a:pt x="3025091" y="745756"/>
                </a:lnTo>
                <a:lnTo>
                  <a:pt x="3007314" y="736638"/>
                </a:lnTo>
                <a:lnTo>
                  <a:pt x="2992680" y="727373"/>
                </a:lnTo>
                <a:lnTo>
                  <a:pt x="2978840" y="718084"/>
                </a:lnTo>
                <a:lnTo>
                  <a:pt x="2954500" y="701044"/>
                </a:lnTo>
                <a:lnTo>
                  <a:pt x="2933907" y="685919"/>
                </a:lnTo>
                <a:lnTo>
                  <a:pt x="2917350" y="672717"/>
                </a:lnTo>
                <a:moveTo>
                  <a:pt x="2636802" y="522752"/>
                </a:moveTo>
                <a:lnTo>
                  <a:pt x="2637023" y="521787"/>
                </a:lnTo>
                <a:lnTo>
                  <a:pt x="2648227" y="484604"/>
                </a:lnTo>
                <a:lnTo>
                  <a:pt x="2648792" y="481363"/>
                </a:lnTo>
                <a:lnTo>
                  <a:pt x="2648792" y="476330"/>
                </a:lnTo>
                <a:moveTo>
                  <a:pt x="2735163" y="415806"/>
                </a:moveTo>
                <a:lnTo>
                  <a:pt x="2730432" y="401802"/>
                </a:lnTo>
                <a:lnTo>
                  <a:pt x="2722174" y="370832"/>
                </a:lnTo>
                <a:moveTo>
                  <a:pt x="1543074" y="597624"/>
                </a:moveTo>
                <a:lnTo>
                  <a:pt x="1543164" y="596519"/>
                </a:lnTo>
                <a:lnTo>
                  <a:pt x="1543900" y="592116"/>
                </a:lnTo>
                <a:moveTo>
                  <a:pt x="1531476" y="597305"/>
                </a:moveTo>
                <a:lnTo>
                  <a:pt x="1532336" y="598516"/>
                </a:lnTo>
                <a:lnTo>
                  <a:pt x="1536542" y="601013"/>
                </a:lnTo>
                <a:lnTo>
                  <a:pt x="1538580" y="601561"/>
                </a:lnTo>
                <a:moveTo>
                  <a:pt x="1125672" y="600522"/>
                </a:moveTo>
                <a:lnTo>
                  <a:pt x="1122799" y="600702"/>
                </a:lnTo>
                <a:lnTo>
                  <a:pt x="1116342" y="600784"/>
                </a:lnTo>
                <a:lnTo>
                  <a:pt x="1110834" y="601381"/>
                </a:lnTo>
                <a:lnTo>
                  <a:pt x="1101651" y="603378"/>
                </a:lnTo>
                <a:lnTo>
                  <a:pt x="1030053" y="623651"/>
                </a:lnTo>
                <a:lnTo>
                  <a:pt x="1026509" y="624650"/>
                </a:lnTo>
                <a:moveTo>
                  <a:pt x="1852824" y="330556"/>
                </a:moveTo>
                <a:lnTo>
                  <a:pt x="1841775" y="334648"/>
                </a:lnTo>
                <a:lnTo>
                  <a:pt x="1774687" y="359529"/>
                </a:lnTo>
                <a:lnTo>
                  <a:pt x="1769874" y="361313"/>
                </a:lnTo>
                <a:moveTo>
                  <a:pt x="1572562" y="434016"/>
                </a:moveTo>
                <a:lnTo>
                  <a:pt x="1572178" y="434147"/>
                </a:lnTo>
                <a:lnTo>
                  <a:pt x="1563920" y="437233"/>
                </a:lnTo>
                <a:lnTo>
                  <a:pt x="1482246" y="467392"/>
                </a:lnTo>
                <a:moveTo>
                  <a:pt x="1762156" y="364178"/>
                </a:moveTo>
                <a:lnTo>
                  <a:pt x="1747531" y="369547"/>
                </a:lnTo>
                <a:lnTo>
                  <a:pt x="1693890" y="389140"/>
                </a:lnTo>
                <a:lnTo>
                  <a:pt x="1692015" y="389820"/>
                </a:lnTo>
                <a:lnTo>
                  <a:pt x="1645732" y="406811"/>
                </a:lnTo>
                <a:moveTo>
                  <a:pt x="1634315" y="411181"/>
                </a:moveTo>
                <a:lnTo>
                  <a:pt x="1632710" y="411828"/>
                </a:lnTo>
                <a:lnTo>
                  <a:pt x="1590863" y="427288"/>
                </a:lnTo>
                <a:moveTo>
                  <a:pt x="1244609" y="555875"/>
                </a:moveTo>
                <a:lnTo>
                  <a:pt x="1244454" y="555941"/>
                </a:lnTo>
                <a:moveTo>
                  <a:pt x="1237882" y="558355"/>
                </a:moveTo>
                <a:lnTo>
                  <a:pt x="1235017" y="559378"/>
                </a:lnTo>
                <a:lnTo>
                  <a:pt x="1232308" y="560336"/>
                </a:lnTo>
                <a:lnTo>
                  <a:pt x="1220973" y="567211"/>
                </a:lnTo>
                <a:lnTo>
                  <a:pt x="1219475" y="568054"/>
                </a:lnTo>
                <a:moveTo>
                  <a:pt x="1220899" y="572760"/>
                </a:moveTo>
                <a:lnTo>
                  <a:pt x="1231882" y="568864"/>
                </a:lnTo>
                <a:lnTo>
                  <a:pt x="1238062" y="567833"/>
                </a:lnTo>
                <a:lnTo>
                  <a:pt x="1239494" y="567587"/>
                </a:lnTo>
                <a:moveTo>
                  <a:pt x="1024643" y="638023"/>
                </a:moveTo>
                <a:lnTo>
                  <a:pt x="1025027" y="637917"/>
                </a:lnTo>
                <a:lnTo>
                  <a:pt x="1033605" y="635339"/>
                </a:lnTo>
                <a:lnTo>
                  <a:pt x="1056112" y="628169"/>
                </a:lnTo>
                <a:moveTo>
                  <a:pt x="1068078" y="624461"/>
                </a:moveTo>
                <a:lnTo>
                  <a:pt x="1069109" y="624150"/>
                </a:lnTo>
                <a:lnTo>
                  <a:pt x="1105571" y="613134"/>
                </a:lnTo>
                <a:lnTo>
                  <a:pt x="1108624" y="612168"/>
                </a:lnTo>
                <a:lnTo>
                  <a:pt x="1139512" y="600857"/>
                </a:lnTo>
                <a:lnTo>
                  <a:pt x="1142098" y="599957"/>
                </a:lnTo>
                <a:lnTo>
                  <a:pt x="1146092" y="598516"/>
                </a:lnTo>
                <a:lnTo>
                  <a:pt x="1210717" y="576287"/>
                </a:lnTo>
                <a:lnTo>
                  <a:pt x="1212321" y="575739"/>
                </a:lnTo>
                <a:moveTo>
                  <a:pt x="879793" y="680726"/>
                </a:moveTo>
                <a:lnTo>
                  <a:pt x="879949" y="682653"/>
                </a:lnTo>
                <a:lnTo>
                  <a:pt x="880464" y="686909"/>
                </a:lnTo>
                <a:lnTo>
                  <a:pt x="902505" y="759391"/>
                </a:lnTo>
                <a:lnTo>
                  <a:pt x="906581" y="776812"/>
                </a:lnTo>
                <a:moveTo>
                  <a:pt x="870447" y="665302"/>
                </a:moveTo>
                <a:lnTo>
                  <a:pt x="868924" y="665687"/>
                </a:lnTo>
                <a:moveTo>
                  <a:pt x="868711" y="665744"/>
                </a:moveTo>
                <a:lnTo>
                  <a:pt x="826209" y="677595"/>
                </a:lnTo>
                <a:moveTo>
                  <a:pt x="905664" y="669141"/>
                </a:moveTo>
                <a:lnTo>
                  <a:pt x="992829" y="646920"/>
                </a:lnTo>
                <a:lnTo>
                  <a:pt x="1008650" y="642836"/>
                </a:lnTo>
                <a:lnTo>
                  <a:pt x="1013323" y="641411"/>
                </a:lnTo>
                <a:moveTo>
                  <a:pt x="455959" y="667684"/>
                </a:moveTo>
                <a:lnTo>
                  <a:pt x="455206" y="667594"/>
                </a:lnTo>
                <a:lnTo>
                  <a:pt x="448961" y="666980"/>
                </a:lnTo>
                <a:moveTo>
                  <a:pt x="448715" y="666963"/>
                </a:moveTo>
                <a:lnTo>
                  <a:pt x="445458" y="666644"/>
                </a:lnTo>
                <a:lnTo>
                  <a:pt x="443109" y="666415"/>
                </a:lnTo>
                <a:moveTo>
                  <a:pt x="442782" y="661112"/>
                </a:moveTo>
                <a:lnTo>
                  <a:pt x="441529" y="662707"/>
                </a:lnTo>
                <a:moveTo>
                  <a:pt x="1066564" y="386129"/>
                </a:moveTo>
                <a:lnTo>
                  <a:pt x="1065491" y="383812"/>
                </a:lnTo>
                <a:lnTo>
                  <a:pt x="1062750" y="375235"/>
                </a:lnTo>
                <a:lnTo>
                  <a:pt x="1060474" y="368114"/>
                </a:lnTo>
                <a:lnTo>
                  <a:pt x="1060368" y="367108"/>
                </a:lnTo>
                <a:moveTo>
                  <a:pt x="1094497" y="465084"/>
                </a:moveTo>
                <a:lnTo>
                  <a:pt x="1083833" y="433222"/>
                </a:lnTo>
                <a:moveTo>
                  <a:pt x="1080927" y="424547"/>
                </a:moveTo>
                <a:lnTo>
                  <a:pt x="1069747" y="391146"/>
                </a:lnTo>
                <a:lnTo>
                  <a:pt x="1069600" y="390990"/>
                </a:lnTo>
                <a:moveTo>
                  <a:pt x="1058346" y="357368"/>
                </a:moveTo>
                <a:lnTo>
                  <a:pt x="1042739" y="309562"/>
                </a:lnTo>
                <a:moveTo>
                  <a:pt x="1039743" y="300789"/>
                </a:moveTo>
                <a:lnTo>
                  <a:pt x="1031730" y="278314"/>
                </a:lnTo>
                <a:lnTo>
                  <a:pt x="1019814" y="242867"/>
                </a:lnTo>
                <a:moveTo>
                  <a:pt x="1748652" y="1364365"/>
                </a:moveTo>
                <a:lnTo>
                  <a:pt x="1736658" y="1338379"/>
                </a:lnTo>
                <a:moveTo>
                  <a:pt x="1733625" y="1331394"/>
                </a:moveTo>
                <a:lnTo>
                  <a:pt x="1710578" y="1272723"/>
                </a:lnTo>
                <a:lnTo>
                  <a:pt x="1696230" y="1237440"/>
                </a:lnTo>
                <a:lnTo>
                  <a:pt x="1681093" y="1200274"/>
                </a:lnTo>
                <a:moveTo>
                  <a:pt x="1571237" y="922967"/>
                </a:moveTo>
                <a:lnTo>
                  <a:pt x="1557875" y="888203"/>
                </a:lnTo>
                <a:moveTo>
                  <a:pt x="1554683" y="879879"/>
                </a:moveTo>
                <a:lnTo>
                  <a:pt x="1542574" y="848340"/>
                </a:lnTo>
                <a:moveTo>
                  <a:pt x="1541347" y="845214"/>
                </a:moveTo>
                <a:lnTo>
                  <a:pt x="1539861" y="840860"/>
                </a:lnTo>
                <a:moveTo>
                  <a:pt x="1681003" y="1200045"/>
                </a:moveTo>
                <a:lnTo>
                  <a:pt x="1679833" y="1197156"/>
                </a:lnTo>
                <a:moveTo>
                  <a:pt x="1529954" y="819555"/>
                </a:moveTo>
                <a:lnTo>
                  <a:pt x="1515860" y="785094"/>
                </a:lnTo>
                <a:moveTo>
                  <a:pt x="1512480" y="776493"/>
                </a:moveTo>
                <a:lnTo>
                  <a:pt x="1498366" y="739175"/>
                </a:lnTo>
                <a:moveTo>
                  <a:pt x="1490480" y="719934"/>
                </a:moveTo>
                <a:lnTo>
                  <a:pt x="1464011" y="655554"/>
                </a:lnTo>
                <a:moveTo>
                  <a:pt x="1670126" y="1170327"/>
                </a:moveTo>
                <a:lnTo>
                  <a:pt x="1669598" y="1169308"/>
                </a:lnTo>
                <a:moveTo>
                  <a:pt x="1669496" y="1169079"/>
                </a:moveTo>
                <a:lnTo>
                  <a:pt x="1628536" y="1066752"/>
                </a:lnTo>
                <a:lnTo>
                  <a:pt x="1615785" y="1034881"/>
                </a:lnTo>
                <a:lnTo>
                  <a:pt x="1602583" y="1001464"/>
                </a:lnTo>
                <a:lnTo>
                  <a:pt x="1580661" y="947135"/>
                </a:lnTo>
                <a:moveTo>
                  <a:pt x="1580571" y="946906"/>
                </a:moveTo>
                <a:lnTo>
                  <a:pt x="1579634" y="944606"/>
                </a:lnTo>
                <a:moveTo>
                  <a:pt x="1477528" y="720793"/>
                </a:moveTo>
                <a:lnTo>
                  <a:pt x="1479079" y="724623"/>
                </a:lnTo>
                <a:moveTo>
                  <a:pt x="1486732" y="743816"/>
                </a:moveTo>
                <a:lnTo>
                  <a:pt x="1518766" y="824130"/>
                </a:lnTo>
                <a:moveTo>
                  <a:pt x="346483" y="767256"/>
                </a:moveTo>
                <a:lnTo>
                  <a:pt x="327577" y="750617"/>
                </a:lnTo>
                <a:lnTo>
                  <a:pt x="326349" y="749414"/>
                </a:lnTo>
                <a:lnTo>
                  <a:pt x="319916" y="743153"/>
                </a:lnTo>
                <a:lnTo>
                  <a:pt x="311273" y="732963"/>
                </a:lnTo>
                <a:lnTo>
                  <a:pt x="296279" y="711675"/>
                </a:lnTo>
                <a:moveTo>
                  <a:pt x="442168" y="876871"/>
                </a:moveTo>
                <a:lnTo>
                  <a:pt x="444795" y="876986"/>
                </a:lnTo>
                <a:lnTo>
                  <a:pt x="446211" y="877027"/>
                </a:lnTo>
                <a:moveTo>
                  <a:pt x="463333" y="1227487"/>
                </a:moveTo>
                <a:lnTo>
                  <a:pt x="459102" y="1214081"/>
                </a:lnTo>
                <a:lnTo>
                  <a:pt x="450516" y="1181580"/>
                </a:lnTo>
                <a:moveTo>
                  <a:pt x="448003" y="1172381"/>
                </a:moveTo>
                <a:lnTo>
                  <a:pt x="438026" y="1137147"/>
                </a:lnTo>
                <a:moveTo>
                  <a:pt x="435399" y="1128373"/>
                </a:moveTo>
                <a:lnTo>
                  <a:pt x="433410" y="1122120"/>
                </a:lnTo>
                <a:lnTo>
                  <a:pt x="431888" y="1116538"/>
                </a:lnTo>
                <a:lnTo>
                  <a:pt x="430849" y="1110809"/>
                </a:lnTo>
                <a:lnTo>
                  <a:pt x="430251" y="1104384"/>
                </a:lnTo>
                <a:lnTo>
                  <a:pt x="430235" y="1103901"/>
                </a:lnTo>
                <a:lnTo>
                  <a:pt x="430120" y="1101544"/>
                </a:lnTo>
                <a:moveTo>
                  <a:pt x="430562" y="1087680"/>
                </a:moveTo>
                <a:lnTo>
                  <a:pt x="432903" y="1058502"/>
                </a:lnTo>
                <a:moveTo>
                  <a:pt x="433672" y="1046823"/>
                </a:moveTo>
                <a:lnTo>
                  <a:pt x="433795" y="1044556"/>
                </a:lnTo>
                <a:lnTo>
                  <a:pt x="434008" y="1040561"/>
                </a:lnTo>
                <a:lnTo>
                  <a:pt x="434311" y="1033572"/>
                </a:lnTo>
                <a:lnTo>
                  <a:pt x="437740" y="988803"/>
                </a:lnTo>
                <a:moveTo>
                  <a:pt x="438452" y="979350"/>
                </a:moveTo>
                <a:lnTo>
                  <a:pt x="441006" y="945122"/>
                </a:lnTo>
                <a:lnTo>
                  <a:pt x="441529" y="940891"/>
                </a:lnTo>
                <a:lnTo>
                  <a:pt x="442364" y="936921"/>
                </a:lnTo>
                <a:lnTo>
                  <a:pt x="443633" y="932379"/>
                </a:lnTo>
                <a:moveTo>
                  <a:pt x="1511997" y="838511"/>
                </a:moveTo>
                <a:lnTo>
                  <a:pt x="1498075" y="844477"/>
                </a:lnTo>
                <a:lnTo>
                  <a:pt x="1421526" y="880309"/>
                </a:lnTo>
                <a:moveTo>
                  <a:pt x="2041477" y="1685443"/>
                </a:moveTo>
                <a:lnTo>
                  <a:pt x="2048868" y="1680524"/>
                </a:lnTo>
                <a:lnTo>
                  <a:pt x="2055006" y="1675135"/>
                </a:lnTo>
                <a:moveTo>
                  <a:pt x="2055166" y="1674992"/>
                </a:moveTo>
                <a:lnTo>
                  <a:pt x="2057441" y="1672802"/>
                </a:lnTo>
                <a:moveTo>
                  <a:pt x="2090871" y="1658545"/>
                </a:moveTo>
                <a:lnTo>
                  <a:pt x="2094398" y="1657632"/>
                </a:lnTo>
                <a:lnTo>
                  <a:pt x="2096301" y="1657137"/>
                </a:lnTo>
                <a:moveTo>
                  <a:pt x="3163892" y="408186"/>
                </a:moveTo>
                <a:lnTo>
                  <a:pt x="3161379" y="408873"/>
                </a:lnTo>
                <a:lnTo>
                  <a:pt x="3156747" y="409806"/>
                </a:lnTo>
                <a:lnTo>
                  <a:pt x="3151812" y="411222"/>
                </a:lnTo>
                <a:lnTo>
                  <a:pt x="3147122" y="412360"/>
                </a:lnTo>
                <a:lnTo>
                  <a:pt x="3114613" y="420855"/>
                </a:lnTo>
                <a:lnTo>
                  <a:pt x="3084993" y="429719"/>
                </a:lnTo>
                <a:lnTo>
                  <a:pt x="2996372" y="452431"/>
                </a:lnTo>
                <a:lnTo>
                  <a:pt x="2983031" y="454674"/>
                </a:lnTo>
                <a:lnTo>
                  <a:pt x="2975738" y="455918"/>
                </a:lnTo>
                <a:lnTo>
                  <a:pt x="2963249" y="457137"/>
                </a:lnTo>
                <a:lnTo>
                  <a:pt x="2869479" y="458946"/>
                </a:lnTo>
                <a:lnTo>
                  <a:pt x="2856048" y="456867"/>
                </a:lnTo>
                <a:moveTo>
                  <a:pt x="2202802" y="1931437"/>
                </a:moveTo>
                <a:lnTo>
                  <a:pt x="2202655" y="1930725"/>
                </a:lnTo>
                <a:lnTo>
                  <a:pt x="2197711" y="1918489"/>
                </a:lnTo>
                <a:lnTo>
                  <a:pt x="2193750" y="1908651"/>
                </a:lnTo>
                <a:lnTo>
                  <a:pt x="2188708" y="1896219"/>
                </a:lnTo>
                <a:lnTo>
                  <a:pt x="2188299" y="1895457"/>
                </a:lnTo>
                <a:lnTo>
                  <a:pt x="2187865" y="1894852"/>
                </a:lnTo>
                <a:lnTo>
                  <a:pt x="2187260" y="1894222"/>
                </a:lnTo>
                <a:lnTo>
                  <a:pt x="2186556" y="1893771"/>
                </a:lnTo>
                <a:lnTo>
                  <a:pt x="2185909" y="1893469"/>
                </a:lnTo>
                <a:lnTo>
                  <a:pt x="2185312" y="1893280"/>
                </a:lnTo>
                <a:lnTo>
                  <a:pt x="2184641" y="1893207"/>
                </a:lnTo>
                <a:lnTo>
                  <a:pt x="2184084" y="1893190"/>
                </a:lnTo>
                <a:lnTo>
                  <a:pt x="2183339" y="1893264"/>
                </a:lnTo>
                <a:lnTo>
                  <a:pt x="2182545" y="1893420"/>
                </a:lnTo>
                <a:lnTo>
                  <a:pt x="2169475" y="1898543"/>
                </a:lnTo>
                <a:lnTo>
                  <a:pt x="2168673" y="1899034"/>
                </a:lnTo>
                <a:lnTo>
                  <a:pt x="2168132" y="1899591"/>
                </a:lnTo>
                <a:lnTo>
                  <a:pt x="2167625" y="1900278"/>
                </a:lnTo>
                <a:lnTo>
                  <a:pt x="2167265" y="1901064"/>
                </a:lnTo>
                <a:lnTo>
                  <a:pt x="2167118" y="1901620"/>
                </a:lnTo>
                <a:lnTo>
                  <a:pt x="2167052" y="1902300"/>
                </a:lnTo>
                <a:lnTo>
                  <a:pt x="2167134" y="1903323"/>
                </a:lnTo>
                <a:lnTo>
                  <a:pt x="2167240" y="1903765"/>
                </a:lnTo>
                <a:lnTo>
                  <a:pt x="2167388" y="1904280"/>
                </a:lnTo>
                <a:lnTo>
                  <a:pt x="2171087" y="1913447"/>
                </a:lnTo>
                <a:lnTo>
                  <a:pt x="2175564" y="1924570"/>
                </a:lnTo>
                <a:lnTo>
                  <a:pt x="2179738" y="1934931"/>
                </a:lnTo>
                <a:lnTo>
                  <a:pt x="2179812" y="1935111"/>
                </a:lnTo>
                <a:moveTo>
                  <a:pt x="2231587" y="1892143"/>
                </a:moveTo>
                <a:lnTo>
                  <a:pt x="2231276" y="1891946"/>
                </a:lnTo>
                <a:lnTo>
                  <a:pt x="2230703" y="1891791"/>
                </a:lnTo>
                <a:lnTo>
                  <a:pt x="2230171" y="1891660"/>
                </a:lnTo>
                <a:lnTo>
                  <a:pt x="2229320" y="1891586"/>
                </a:lnTo>
                <a:lnTo>
                  <a:pt x="2228141" y="1891611"/>
                </a:lnTo>
                <a:lnTo>
                  <a:pt x="2214800" y="1892282"/>
                </a:lnTo>
                <a:lnTo>
                  <a:pt x="2214064" y="1892364"/>
                </a:lnTo>
                <a:lnTo>
                  <a:pt x="2213466" y="1892511"/>
                </a:lnTo>
                <a:lnTo>
                  <a:pt x="2213000" y="1892675"/>
                </a:lnTo>
                <a:lnTo>
                  <a:pt x="2212476" y="1892937"/>
                </a:lnTo>
                <a:moveTo>
                  <a:pt x="727267" y="618822"/>
                </a:moveTo>
                <a:lnTo>
                  <a:pt x="540357" y="597076"/>
                </a:lnTo>
                <a:lnTo>
                  <a:pt x="467196" y="588613"/>
                </a:lnTo>
                <a:moveTo>
                  <a:pt x="1358554" y="1553018"/>
                </a:moveTo>
                <a:lnTo>
                  <a:pt x="1342013" y="1557634"/>
                </a:lnTo>
                <a:lnTo>
                  <a:pt x="1336390" y="1560179"/>
                </a:lnTo>
                <a:lnTo>
                  <a:pt x="1267068" y="1577359"/>
                </a:lnTo>
                <a:moveTo>
                  <a:pt x="1258196" y="1579601"/>
                </a:moveTo>
                <a:lnTo>
                  <a:pt x="1222282" y="1588899"/>
                </a:lnTo>
                <a:lnTo>
                  <a:pt x="1218714" y="1589815"/>
                </a:lnTo>
                <a:moveTo>
                  <a:pt x="1200397" y="1594530"/>
                </a:moveTo>
                <a:lnTo>
                  <a:pt x="1193587" y="1596265"/>
                </a:lnTo>
                <a:lnTo>
                  <a:pt x="1161029" y="1604507"/>
                </a:lnTo>
                <a:moveTo>
                  <a:pt x="2082760" y="1896857"/>
                </a:moveTo>
                <a:lnTo>
                  <a:pt x="2078659" y="1899763"/>
                </a:lnTo>
                <a:lnTo>
                  <a:pt x="2076335" y="1902398"/>
                </a:lnTo>
                <a:lnTo>
                  <a:pt x="2073307" y="1906392"/>
                </a:lnTo>
                <a:lnTo>
                  <a:pt x="2070786" y="1909920"/>
                </a:lnTo>
                <a:lnTo>
                  <a:pt x="2063534" y="1921136"/>
                </a:lnTo>
                <a:moveTo>
                  <a:pt x="2854239" y="809226"/>
                </a:moveTo>
                <a:lnTo>
                  <a:pt x="2872786" y="802106"/>
                </a:lnTo>
                <a:moveTo>
                  <a:pt x="2883884" y="797915"/>
                </a:moveTo>
                <a:lnTo>
                  <a:pt x="2903387" y="790468"/>
                </a:lnTo>
                <a:moveTo>
                  <a:pt x="2052837" y="1966556"/>
                </a:moveTo>
                <a:lnTo>
                  <a:pt x="2052886" y="1967236"/>
                </a:lnTo>
                <a:lnTo>
                  <a:pt x="2053279" y="1970133"/>
                </a:lnTo>
                <a:lnTo>
                  <a:pt x="2053836" y="1973235"/>
                </a:lnTo>
                <a:lnTo>
                  <a:pt x="2054900" y="1978407"/>
                </a:lnTo>
                <a:lnTo>
                  <a:pt x="2056078" y="1982598"/>
                </a:lnTo>
                <a:lnTo>
                  <a:pt x="2056365" y="1984055"/>
                </a:lnTo>
                <a:moveTo>
                  <a:pt x="2040769" y="1694025"/>
                </a:moveTo>
                <a:lnTo>
                  <a:pt x="2044154" y="1692441"/>
                </a:lnTo>
                <a:lnTo>
                  <a:pt x="2047804" y="1690526"/>
                </a:lnTo>
                <a:lnTo>
                  <a:pt x="2053459" y="1686564"/>
                </a:lnTo>
                <a:lnTo>
                  <a:pt x="2058362" y="1682595"/>
                </a:lnTo>
                <a:lnTo>
                  <a:pt x="2064140" y="1677549"/>
                </a:lnTo>
                <a:moveTo>
                  <a:pt x="2064320" y="1677394"/>
                </a:moveTo>
                <a:lnTo>
                  <a:pt x="2078070" y="1665579"/>
                </a:lnTo>
                <a:lnTo>
                  <a:pt x="2082523" y="1662682"/>
                </a:lnTo>
                <a:lnTo>
                  <a:pt x="2084090" y="1661593"/>
                </a:lnTo>
                <a:moveTo>
                  <a:pt x="1197950" y="1888067"/>
                </a:moveTo>
                <a:lnTo>
                  <a:pt x="1197769" y="1888378"/>
                </a:lnTo>
                <a:lnTo>
                  <a:pt x="1194725" y="1892847"/>
                </a:lnTo>
                <a:lnTo>
                  <a:pt x="1193514" y="1894754"/>
                </a:lnTo>
                <a:lnTo>
                  <a:pt x="1171571" y="1934620"/>
                </a:lnTo>
                <a:lnTo>
                  <a:pt x="1168395" y="1938091"/>
                </a:lnTo>
                <a:moveTo>
                  <a:pt x="2258391" y="1695854"/>
                </a:moveTo>
                <a:lnTo>
                  <a:pt x="2254176" y="1696615"/>
                </a:lnTo>
                <a:lnTo>
                  <a:pt x="2166406" y="1731604"/>
                </a:lnTo>
                <a:moveTo>
                  <a:pt x="2151354" y="1872222"/>
                </a:moveTo>
                <a:lnTo>
                  <a:pt x="2134707" y="1877722"/>
                </a:lnTo>
                <a:lnTo>
                  <a:pt x="2124206" y="1881192"/>
                </a:lnTo>
                <a:moveTo>
                  <a:pt x="2123977" y="1881266"/>
                </a:moveTo>
                <a:lnTo>
                  <a:pt x="2120916" y="1882280"/>
                </a:lnTo>
                <a:lnTo>
                  <a:pt x="2116987" y="1883574"/>
                </a:lnTo>
                <a:moveTo>
                  <a:pt x="2456677" y="1858202"/>
                </a:moveTo>
                <a:lnTo>
                  <a:pt x="2458838" y="1857179"/>
                </a:lnTo>
                <a:lnTo>
                  <a:pt x="2472596" y="1849592"/>
                </a:lnTo>
                <a:lnTo>
                  <a:pt x="2483064" y="1841301"/>
                </a:lnTo>
                <a:lnTo>
                  <a:pt x="2486444" y="1837298"/>
                </a:lnTo>
                <a:moveTo>
                  <a:pt x="2491838" y="1833448"/>
                </a:moveTo>
                <a:lnTo>
                  <a:pt x="2503509" y="1822423"/>
                </a:lnTo>
                <a:lnTo>
                  <a:pt x="2533538" y="1794948"/>
                </a:lnTo>
                <a:lnTo>
                  <a:pt x="2554445" y="1773864"/>
                </a:lnTo>
                <a:lnTo>
                  <a:pt x="2584482" y="1743565"/>
                </a:lnTo>
                <a:lnTo>
                  <a:pt x="2603384" y="1725699"/>
                </a:lnTo>
                <a:moveTo>
                  <a:pt x="2603454" y="1725641"/>
                </a:moveTo>
                <a:lnTo>
                  <a:pt x="2605340" y="1723988"/>
                </a:lnTo>
                <a:moveTo>
                  <a:pt x="2605549" y="1723796"/>
                </a:moveTo>
                <a:lnTo>
                  <a:pt x="2607616" y="1721852"/>
                </a:lnTo>
                <a:moveTo>
                  <a:pt x="2607820" y="1721660"/>
                </a:moveTo>
                <a:lnTo>
                  <a:pt x="2611348" y="1718202"/>
                </a:lnTo>
                <a:moveTo>
                  <a:pt x="1683749" y="1988147"/>
                </a:moveTo>
                <a:lnTo>
                  <a:pt x="1684011" y="1988098"/>
                </a:lnTo>
                <a:moveTo>
                  <a:pt x="2248472" y="251592"/>
                </a:moveTo>
                <a:lnTo>
                  <a:pt x="2259324" y="247540"/>
                </a:lnTo>
                <a:lnTo>
                  <a:pt x="2411065" y="191640"/>
                </a:lnTo>
                <a:lnTo>
                  <a:pt x="2420804" y="186157"/>
                </a:lnTo>
                <a:lnTo>
                  <a:pt x="2432304" y="180607"/>
                </a:lnTo>
                <a:lnTo>
                  <a:pt x="2476353" y="163747"/>
                </a:lnTo>
                <a:lnTo>
                  <a:pt x="2485708" y="167389"/>
                </a:lnTo>
                <a:lnTo>
                  <a:pt x="2501487" y="161644"/>
                </a:lnTo>
                <a:lnTo>
                  <a:pt x="2505792" y="151495"/>
                </a:lnTo>
                <a:lnTo>
                  <a:pt x="2546739" y="137377"/>
                </a:lnTo>
                <a:lnTo>
                  <a:pt x="2548671" y="134537"/>
                </a:lnTo>
                <a:moveTo>
                  <a:pt x="2262181" y="302401"/>
                </a:moveTo>
                <a:lnTo>
                  <a:pt x="2269809" y="297941"/>
                </a:lnTo>
                <a:lnTo>
                  <a:pt x="2439809" y="235918"/>
                </a:lnTo>
                <a:lnTo>
                  <a:pt x="2542868" y="197558"/>
                </a:lnTo>
                <a:lnTo>
                  <a:pt x="2548434" y="191616"/>
                </a:lnTo>
                <a:lnTo>
                  <a:pt x="2588636" y="177186"/>
                </a:lnTo>
                <a:lnTo>
                  <a:pt x="2594324" y="170156"/>
                </a:lnTo>
                <a:moveTo>
                  <a:pt x="485267" y="1294486"/>
                </a:moveTo>
                <a:lnTo>
                  <a:pt x="486888" y="1293896"/>
                </a:lnTo>
                <a:lnTo>
                  <a:pt x="495285" y="1291466"/>
                </a:lnTo>
                <a:lnTo>
                  <a:pt x="505385" y="1288552"/>
                </a:lnTo>
                <a:lnTo>
                  <a:pt x="613568" y="1261920"/>
                </a:lnTo>
                <a:lnTo>
                  <a:pt x="630133" y="1259120"/>
                </a:lnTo>
                <a:moveTo>
                  <a:pt x="470396" y="1287717"/>
                </a:moveTo>
                <a:lnTo>
                  <a:pt x="469193" y="1288020"/>
                </a:lnTo>
                <a:lnTo>
                  <a:pt x="456810" y="1291024"/>
                </a:lnTo>
                <a:lnTo>
                  <a:pt x="449526" y="1292767"/>
                </a:lnTo>
                <a:lnTo>
                  <a:pt x="410952" y="1302065"/>
                </a:lnTo>
                <a:lnTo>
                  <a:pt x="400722" y="1304536"/>
                </a:lnTo>
                <a:lnTo>
                  <a:pt x="392038" y="1308342"/>
                </a:lnTo>
                <a:lnTo>
                  <a:pt x="372108" y="1313973"/>
                </a:lnTo>
                <a:moveTo>
                  <a:pt x="2436781" y="2468725"/>
                </a:moveTo>
                <a:lnTo>
                  <a:pt x="2438704" y="2472285"/>
                </a:lnTo>
                <a:lnTo>
                  <a:pt x="2446242" y="2485192"/>
                </a:lnTo>
                <a:lnTo>
                  <a:pt x="2451030" y="2493409"/>
                </a:lnTo>
                <a:moveTo>
                  <a:pt x="2457029" y="2503542"/>
                </a:moveTo>
                <a:lnTo>
                  <a:pt x="2471172" y="2527088"/>
                </a:lnTo>
                <a:lnTo>
                  <a:pt x="2474601" y="2532891"/>
                </a:lnTo>
                <a:moveTo>
                  <a:pt x="2480592" y="2542999"/>
                </a:moveTo>
                <a:lnTo>
                  <a:pt x="2483972" y="2548687"/>
                </a:lnTo>
                <a:lnTo>
                  <a:pt x="2512987" y="2597999"/>
                </a:lnTo>
                <a:lnTo>
                  <a:pt x="2516882" y="2604219"/>
                </a:lnTo>
                <a:moveTo>
                  <a:pt x="2523070" y="2614393"/>
                </a:moveTo>
                <a:lnTo>
                  <a:pt x="2540331" y="2643603"/>
                </a:lnTo>
                <a:lnTo>
                  <a:pt x="2555767" y="2669343"/>
                </a:lnTo>
                <a:lnTo>
                  <a:pt x="2563174" y="2682201"/>
                </a:lnTo>
                <a:moveTo>
                  <a:pt x="2297431" y="2359617"/>
                </a:moveTo>
                <a:lnTo>
                  <a:pt x="2271085" y="2370773"/>
                </a:lnTo>
                <a:lnTo>
                  <a:pt x="2224712" y="2391168"/>
                </a:lnTo>
                <a:moveTo>
                  <a:pt x="2213704" y="2395817"/>
                </a:moveTo>
                <a:lnTo>
                  <a:pt x="2213548" y="2395883"/>
                </a:lnTo>
                <a:moveTo>
                  <a:pt x="2559687" y="1280989"/>
                </a:moveTo>
                <a:lnTo>
                  <a:pt x="2558779" y="1280859"/>
                </a:lnTo>
                <a:lnTo>
                  <a:pt x="2554408" y="1280728"/>
                </a:lnTo>
                <a:lnTo>
                  <a:pt x="2549563" y="1283412"/>
                </a:lnTo>
                <a:lnTo>
                  <a:pt x="2538506" y="1294821"/>
                </a:lnTo>
                <a:lnTo>
                  <a:pt x="2536722" y="1296826"/>
                </a:lnTo>
                <a:lnTo>
                  <a:pt x="2496331" y="1339591"/>
                </a:lnTo>
                <a:moveTo>
                  <a:pt x="2967472" y="1360518"/>
                </a:moveTo>
                <a:lnTo>
                  <a:pt x="2951758" y="1345582"/>
                </a:lnTo>
                <a:lnTo>
                  <a:pt x="2947035" y="1340941"/>
                </a:lnTo>
                <a:lnTo>
                  <a:pt x="2938368" y="1321863"/>
                </a:lnTo>
                <a:lnTo>
                  <a:pt x="2920207" y="1303497"/>
                </a:lnTo>
                <a:lnTo>
                  <a:pt x="2918971" y="1299568"/>
                </a:lnTo>
                <a:moveTo>
                  <a:pt x="2394974" y="630371"/>
                </a:moveTo>
                <a:lnTo>
                  <a:pt x="2398805" y="628717"/>
                </a:lnTo>
                <a:lnTo>
                  <a:pt x="2423096" y="618257"/>
                </a:lnTo>
                <a:lnTo>
                  <a:pt x="2465852" y="599818"/>
                </a:lnTo>
                <a:lnTo>
                  <a:pt x="2512937" y="579528"/>
                </a:lnTo>
                <a:lnTo>
                  <a:pt x="2536083" y="569445"/>
                </a:lnTo>
                <a:lnTo>
                  <a:pt x="2567021" y="555973"/>
                </a:lnTo>
                <a:moveTo>
                  <a:pt x="2577718" y="551521"/>
                </a:moveTo>
                <a:lnTo>
                  <a:pt x="2582334" y="549688"/>
                </a:lnTo>
                <a:lnTo>
                  <a:pt x="2628822" y="530094"/>
                </a:lnTo>
                <a:lnTo>
                  <a:pt x="2631138" y="529202"/>
                </a:lnTo>
                <a:moveTo>
                  <a:pt x="2548442" y="1030666"/>
                </a:moveTo>
                <a:lnTo>
                  <a:pt x="2547386" y="1031501"/>
                </a:lnTo>
                <a:lnTo>
                  <a:pt x="2460966" y="1101462"/>
                </a:lnTo>
                <a:lnTo>
                  <a:pt x="2457888" y="1104114"/>
                </a:lnTo>
                <a:lnTo>
                  <a:pt x="2394729" y="1151069"/>
                </a:lnTo>
                <a:moveTo>
                  <a:pt x="2861090" y="1243635"/>
                </a:moveTo>
                <a:lnTo>
                  <a:pt x="2913585" y="1294674"/>
                </a:lnTo>
                <a:moveTo>
                  <a:pt x="3090927" y="1160014"/>
                </a:moveTo>
                <a:lnTo>
                  <a:pt x="3050577" y="1120017"/>
                </a:lnTo>
                <a:lnTo>
                  <a:pt x="3018191" y="1088326"/>
                </a:lnTo>
                <a:lnTo>
                  <a:pt x="3007830" y="1078701"/>
                </a:lnTo>
                <a:moveTo>
                  <a:pt x="2999351" y="1070419"/>
                </a:moveTo>
                <a:lnTo>
                  <a:pt x="2975902" y="1046348"/>
                </a:lnTo>
                <a:lnTo>
                  <a:pt x="2944220" y="1014207"/>
                </a:lnTo>
                <a:lnTo>
                  <a:pt x="2900015" y="971501"/>
                </a:lnTo>
                <a:lnTo>
                  <a:pt x="2879374" y="951555"/>
                </a:lnTo>
                <a:moveTo>
                  <a:pt x="2871009" y="943362"/>
                </a:moveTo>
                <a:lnTo>
                  <a:pt x="2825455" y="898159"/>
                </a:lnTo>
                <a:lnTo>
                  <a:pt x="2822156" y="893150"/>
                </a:lnTo>
                <a:lnTo>
                  <a:pt x="2821927" y="892537"/>
                </a:lnTo>
                <a:moveTo>
                  <a:pt x="2603998" y="1086092"/>
                </a:moveTo>
                <a:lnTo>
                  <a:pt x="2552305" y="1137139"/>
                </a:lnTo>
                <a:moveTo>
                  <a:pt x="3024166" y="1260708"/>
                </a:moveTo>
                <a:lnTo>
                  <a:pt x="3008354" y="1245338"/>
                </a:lnTo>
                <a:lnTo>
                  <a:pt x="2935782" y="1173936"/>
                </a:lnTo>
                <a:lnTo>
                  <a:pt x="2919535" y="1158353"/>
                </a:lnTo>
                <a:lnTo>
                  <a:pt x="2902970" y="1141894"/>
                </a:lnTo>
                <a:lnTo>
                  <a:pt x="2847749" y="1087721"/>
                </a:lnTo>
                <a:lnTo>
                  <a:pt x="2804985" y="1045218"/>
                </a:lnTo>
                <a:moveTo>
                  <a:pt x="2591050" y="1234125"/>
                </a:moveTo>
                <a:lnTo>
                  <a:pt x="2590764" y="1233920"/>
                </a:lnTo>
                <a:lnTo>
                  <a:pt x="2560367" y="1205316"/>
                </a:lnTo>
                <a:moveTo>
                  <a:pt x="2549694" y="1195109"/>
                </a:moveTo>
                <a:lnTo>
                  <a:pt x="2524666" y="1170703"/>
                </a:lnTo>
                <a:moveTo>
                  <a:pt x="2891242" y="1208941"/>
                </a:moveTo>
                <a:lnTo>
                  <a:pt x="2891528" y="1202304"/>
                </a:lnTo>
                <a:lnTo>
                  <a:pt x="2853552" y="1165850"/>
                </a:lnTo>
                <a:lnTo>
                  <a:pt x="2850262" y="1165858"/>
                </a:lnTo>
                <a:lnTo>
                  <a:pt x="2846808" y="1165850"/>
                </a:lnTo>
                <a:lnTo>
                  <a:pt x="2823392" y="1189716"/>
                </a:lnTo>
                <a:lnTo>
                  <a:pt x="2814839" y="1197508"/>
                </a:lnTo>
                <a:moveTo>
                  <a:pt x="2666790" y="1213197"/>
                </a:moveTo>
                <a:lnTo>
                  <a:pt x="2683208" y="1197180"/>
                </a:lnTo>
                <a:lnTo>
                  <a:pt x="2687971" y="1192540"/>
                </a:lnTo>
                <a:lnTo>
                  <a:pt x="2694331" y="1186344"/>
                </a:lnTo>
                <a:lnTo>
                  <a:pt x="2696213" y="1184298"/>
                </a:lnTo>
                <a:moveTo>
                  <a:pt x="2881469" y="943289"/>
                </a:moveTo>
                <a:lnTo>
                  <a:pt x="2883180" y="941488"/>
                </a:lnTo>
                <a:lnTo>
                  <a:pt x="2913683" y="909356"/>
                </a:lnTo>
                <a:moveTo>
                  <a:pt x="2922023" y="900942"/>
                </a:moveTo>
                <a:lnTo>
                  <a:pt x="2945055" y="878656"/>
                </a:lnTo>
                <a:lnTo>
                  <a:pt x="2954336" y="869383"/>
                </a:lnTo>
                <a:lnTo>
                  <a:pt x="2955760" y="864922"/>
                </a:lnTo>
                <a:moveTo>
                  <a:pt x="2961342" y="859005"/>
                </a:moveTo>
                <a:lnTo>
                  <a:pt x="2962668" y="858726"/>
                </a:lnTo>
                <a:lnTo>
                  <a:pt x="2967628" y="856140"/>
                </a:lnTo>
                <a:lnTo>
                  <a:pt x="2983309" y="840090"/>
                </a:lnTo>
                <a:lnTo>
                  <a:pt x="2991232" y="834918"/>
                </a:lnTo>
                <a:lnTo>
                  <a:pt x="3000619" y="831194"/>
                </a:lnTo>
                <a:lnTo>
                  <a:pt x="3006095" y="831750"/>
                </a:lnTo>
                <a:moveTo>
                  <a:pt x="2957421" y="377993"/>
                </a:moveTo>
                <a:lnTo>
                  <a:pt x="2956063" y="378255"/>
                </a:lnTo>
                <a:lnTo>
                  <a:pt x="2851874" y="420880"/>
                </a:lnTo>
                <a:lnTo>
                  <a:pt x="2848985" y="425079"/>
                </a:lnTo>
                <a:lnTo>
                  <a:pt x="2849280" y="442127"/>
                </a:lnTo>
                <a:moveTo>
                  <a:pt x="2849288" y="450000"/>
                </a:moveTo>
                <a:lnTo>
                  <a:pt x="2849280" y="450164"/>
                </a:lnTo>
                <a:moveTo>
                  <a:pt x="2461203" y="445965"/>
                </a:moveTo>
                <a:lnTo>
                  <a:pt x="2462210" y="445409"/>
                </a:lnTo>
                <a:lnTo>
                  <a:pt x="2515057" y="423122"/>
                </a:lnTo>
                <a:lnTo>
                  <a:pt x="2646296" y="369064"/>
                </a:lnTo>
                <a:lnTo>
                  <a:pt x="2647180" y="368671"/>
                </a:lnTo>
                <a:moveTo>
                  <a:pt x="2507184" y="404085"/>
                </a:moveTo>
                <a:lnTo>
                  <a:pt x="2505686" y="404560"/>
                </a:lnTo>
                <a:lnTo>
                  <a:pt x="2504295" y="404806"/>
                </a:lnTo>
                <a:lnTo>
                  <a:pt x="2502494" y="404855"/>
                </a:lnTo>
                <a:lnTo>
                  <a:pt x="2500145" y="404756"/>
                </a:lnTo>
                <a:lnTo>
                  <a:pt x="2497894" y="404413"/>
                </a:lnTo>
                <a:lnTo>
                  <a:pt x="2495684" y="403840"/>
                </a:lnTo>
                <a:lnTo>
                  <a:pt x="2493540" y="403038"/>
                </a:lnTo>
                <a:lnTo>
                  <a:pt x="2491478" y="402023"/>
                </a:lnTo>
                <a:lnTo>
                  <a:pt x="2489546" y="400803"/>
                </a:lnTo>
                <a:lnTo>
                  <a:pt x="2487754" y="399396"/>
                </a:lnTo>
                <a:lnTo>
                  <a:pt x="2486109" y="397816"/>
                </a:lnTo>
                <a:lnTo>
                  <a:pt x="2484644" y="396056"/>
                </a:lnTo>
                <a:lnTo>
                  <a:pt x="2483424" y="394272"/>
                </a:lnTo>
                <a:moveTo>
                  <a:pt x="2479217" y="383821"/>
                </a:moveTo>
                <a:lnTo>
                  <a:pt x="2478767" y="381635"/>
                </a:lnTo>
                <a:lnTo>
                  <a:pt x="2478546" y="379401"/>
                </a:lnTo>
                <a:lnTo>
                  <a:pt x="2478546" y="377175"/>
                </a:lnTo>
                <a:lnTo>
                  <a:pt x="2478783" y="374949"/>
                </a:lnTo>
                <a:lnTo>
                  <a:pt x="2479250" y="372755"/>
                </a:lnTo>
                <a:lnTo>
                  <a:pt x="2479929" y="370611"/>
                </a:lnTo>
                <a:lnTo>
                  <a:pt x="2480821" y="368573"/>
                </a:lnTo>
                <a:lnTo>
                  <a:pt x="2481918" y="366625"/>
                </a:lnTo>
                <a:lnTo>
                  <a:pt x="2483219" y="364792"/>
                </a:lnTo>
                <a:lnTo>
                  <a:pt x="2484652" y="363138"/>
                </a:lnTo>
                <a:lnTo>
                  <a:pt x="2486542" y="361632"/>
                </a:lnTo>
                <a:lnTo>
                  <a:pt x="2488392" y="360667"/>
                </a:lnTo>
                <a:moveTo>
                  <a:pt x="2740810" y="418367"/>
                </a:moveTo>
                <a:lnTo>
                  <a:pt x="2900768" y="352048"/>
                </a:lnTo>
                <a:moveTo>
                  <a:pt x="2903207" y="346065"/>
                </a:moveTo>
                <a:lnTo>
                  <a:pt x="2901816" y="342816"/>
                </a:lnTo>
                <a:lnTo>
                  <a:pt x="2898788" y="338069"/>
                </a:lnTo>
                <a:lnTo>
                  <a:pt x="2896709" y="335900"/>
                </a:lnTo>
                <a:lnTo>
                  <a:pt x="2884555" y="335540"/>
                </a:lnTo>
                <a:lnTo>
                  <a:pt x="2872753" y="336408"/>
                </a:lnTo>
                <a:lnTo>
                  <a:pt x="2831135" y="339469"/>
                </a:lnTo>
                <a:lnTo>
                  <a:pt x="2776765" y="350109"/>
                </a:lnTo>
                <a:lnTo>
                  <a:pt x="2739165" y="361886"/>
                </a:lnTo>
                <a:lnTo>
                  <a:pt x="2723811" y="367656"/>
                </a:lnTo>
                <a:moveTo>
                  <a:pt x="2909247" y="348668"/>
                </a:moveTo>
                <a:lnTo>
                  <a:pt x="2938286" y="337586"/>
                </a:lnTo>
                <a:lnTo>
                  <a:pt x="2951799" y="346892"/>
                </a:lnTo>
                <a:lnTo>
                  <a:pt x="2952691" y="347359"/>
                </a:lnTo>
                <a:moveTo>
                  <a:pt x="2654186" y="405362"/>
                </a:moveTo>
                <a:lnTo>
                  <a:pt x="2654587" y="371838"/>
                </a:lnTo>
                <a:moveTo>
                  <a:pt x="2654227" y="359218"/>
                </a:moveTo>
                <a:lnTo>
                  <a:pt x="2651804" y="331202"/>
                </a:lnTo>
                <a:moveTo>
                  <a:pt x="2650920" y="319490"/>
                </a:moveTo>
                <a:lnTo>
                  <a:pt x="2648948" y="287661"/>
                </a:lnTo>
                <a:lnTo>
                  <a:pt x="2648825" y="282840"/>
                </a:lnTo>
                <a:moveTo>
                  <a:pt x="2738633" y="1199038"/>
                </a:moveTo>
                <a:lnTo>
                  <a:pt x="2751532" y="1185550"/>
                </a:lnTo>
                <a:lnTo>
                  <a:pt x="2760142" y="1176555"/>
                </a:lnTo>
                <a:lnTo>
                  <a:pt x="2823310" y="1110572"/>
                </a:lnTo>
                <a:moveTo>
                  <a:pt x="2557486" y="1194946"/>
                </a:moveTo>
                <a:lnTo>
                  <a:pt x="2633135" y="1116325"/>
                </a:lnTo>
                <a:lnTo>
                  <a:pt x="2633618" y="1115843"/>
                </a:lnTo>
                <a:moveTo>
                  <a:pt x="2545782" y="1137049"/>
                </a:moveTo>
                <a:lnTo>
                  <a:pt x="2519379" y="1110989"/>
                </a:lnTo>
                <a:lnTo>
                  <a:pt x="2514525" y="1110662"/>
                </a:lnTo>
                <a:lnTo>
                  <a:pt x="2490479" y="1130591"/>
                </a:lnTo>
                <a:moveTo>
                  <a:pt x="2756091" y="918727"/>
                </a:moveTo>
                <a:lnTo>
                  <a:pt x="2758194" y="921542"/>
                </a:lnTo>
                <a:lnTo>
                  <a:pt x="2826494" y="988434"/>
                </a:lnTo>
                <a:moveTo>
                  <a:pt x="2834949" y="996766"/>
                </a:moveTo>
                <a:lnTo>
                  <a:pt x="2874226" y="1035643"/>
                </a:lnTo>
                <a:lnTo>
                  <a:pt x="2926811" y="1088564"/>
                </a:lnTo>
                <a:lnTo>
                  <a:pt x="2955302" y="1115376"/>
                </a:lnTo>
                <a:moveTo>
                  <a:pt x="2963781" y="1123618"/>
                </a:moveTo>
                <a:lnTo>
                  <a:pt x="3045847" y="1206003"/>
                </a:lnTo>
                <a:moveTo>
                  <a:pt x="2773352" y="1026075"/>
                </a:moveTo>
                <a:lnTo>
                  <a:pt x="2773622" y="1045235"/>
                </a:lnTo>
                <a:moveTo>
                  <a:pt x="2777485" y="1048942"/>
                </a:moveTo>
                <a:lnTo>
                  <a:pt x="2796146" y="1048681"/>
                </a:lnTo>
                <a:moveTo>
                  <a:pt x="2799886" y="1046741"/>
                </a:moveTo>
                <a:lnTo>
                  <a:pt x="2801318" y="1045251"/>
                </a:lnTo>
                <a:moveTo>
                  <a:pt x="2803062" y="1041535"/>
                </a:moveTo>
                <a:lnTo>
                  <a:pt x="2802309" y="1023530"/>
                </a:lnTo>
                <a:moveTo>
                  <a:pt x="2798249" y="1019683"/>
                </a:moveTo>
                <a:lnTo>
                  <a:pt x="2780440" y="1019552"/>
                </a:lnTo>
                <a:moveTo>
                  <a:pt x="2776511" y="1021328"/>
                </a:moveTo>
                <a:lnTo>
                  <a:pt x="2775275" y="1022400"/>
                </a:lnTo>
                <a:moveTo>
                  <a:pt x="2633348" y="971697"/>
                </a:moveTo>
                <a:lnTo>
                  <a:pt x="2694797" y="1032549"/>
                </a:lnTo>
                <a:lnTo>
                  <a:pt x="2737921" y="1076148"/>
                </a:lnTo>
                <a:moveTo>
                  <a:pt x="2559671" y="1022318"/>
                </a:moveTo>
                <a:lnTo>
                  <a:pt x="2561169" y="1020960"/>
                </a:lnTo>
                <a:lnTo>
                  <a:pt x="2581769" y="1004615"/>
                </a:lnTo>
                <a:lnTo>
                  <a:pt x="2619852" y="975306"/>
                </a:lnTo>
                <a:lnTo>
                  <a:pt x="2623232" y="972712"/>
                </a:lnTo>
                <a:lnTo>
                  <a:pt x="2624157" y="972008"/>
                </a:lnTo>
                <a:lnTo>
                  <a:pt x="2625957" y="970584"/>
                </a:lnTo>
                <a:moveTo>
                  <a:pt x="2824603" y="886668"/>
                </a:moveTo>
                <a:lnTo>
                  <a:pt x="2826085" y="886128"/>
                </a:lnTo>
                <a:lnTo>
                  <a:pt x="2829318" y="884958"/>
                </a:lnTo>
                <a:lnTo>
                  <a:pt x="2920198" y="850002"/>
                </a:lnTo>
                <a:lnTo>
                  <a:pt x="2935053" y="845050"/>
                </a:lnTo>
                <a:lnTo>
                  <a:pt x="2942059" y="854209"/>
                </a:lnTo>
                <a:lnTo>
                  <a:pt x="2949327" y="858374"/>
                </a:lnTo>
                <a:lnTo>
                  <a:pt x="2950137" y="858571"/>
                </a:lnTo>
                <a:moveTo>
                  <a:pt x="2641549" y="958324"/>
                </a:moveTo>
                <a:lnTo>
                  <a:pt x="2643619" y="956777"/>
                </a:lnTo>
                <a:lnTo>
                  <a:pt x="2679459" y="941881"/>
                </a:lnTo>
                <a:lnTo>
                  <a:pt x="2683552" y="940236"/>
                </a:lnTo>
                <a:moveTo>
                  <a:pt x="2700559" y="933631"/>
                </a:moveTo>
                <a:lnTo>
                  <a:pt x="2738118" y="919398"/>
                </a:lnTo>
                <a:lnTo>
                  <a:pt x="2748577" y="915699"/>
                </a:lnTo>
                <a:moveTo>
                  <a:pt x="2759856" y="911361"/>
                </a:moveTo>
                <a:lnTo>
                  <a:pt x="2786185" y="901286"/>
                </a:lnTo>
                <a:lnTo>
                  <a:pt x="2813538" y="890793"/>
                </a:lnTo>
                <a:moveTo>
                  <a:pt x="2743118" y="1070942"/>
                </a:moveTo>
                <a:lnTo>
                  <a:pt x="2699421" y="1027278"/>
                </a:lnTo>
                <a:lnTo>
                  <a:pt x="2638463" y="966541"/>
                </a:lnTo>
                <a:moveTo>
                  <a:pt x="2803733" y="1020018"/>
                </a:moveTo>
                <a:lnTo>
                  <a:pt x="2828245" y="996766"/>
                </a:lnTo>
                <a:moveTo>
                  <a:pt x="2836749" y="988410"/>
                </a:moveTo>
                <a:lnTo>
                  <a:pt x="2871067" y="953527"/>
                </a:lnTo>
                <a:moveTo>
                  <a:pt x="2691883" y="944271"/>
                </a:moveTo>
                <a:lnTo>
                  <a:pt x="2721569" y="975306"/>
                </a:lnTo>
                <a:lnTo>
                  <a:pt x="2771461" y="1022318"/>
                </a:lnTo>
                <a:moveTo>
                  <a:pt x="2776626" y="1017612"/>
                </a:moveTo>
                <a:lnTo>
                  <a:pt x="2750141" y="991651"/>
                </a:lnTo>
                <a:lnTo>
                  <a:pt x="2699765" y="942004"/>
                </a:lnTo>
                <a:lnTo>
                  <a:pt x="2698464" y="939638"/>
                </a:lnTo>
                <a:moveTo>
                  <a:pt x="2957790" y="940923"/>
                </a:moveTo>
                <a:lnTo>
                  <a:pt x="2922073" y="907359"/>
                </a:lnTo>
                <a:moveTo>
                  <a:pt x="2950743" y="856025"/>
                </a:moveTo>
                <a:lnTo>
                  <a:pt x="2950309" y="855919"/>
                </a:lnTo>
                <a:lnTo>
                  <a:pt x="2943827" y="852195"/>
                </a:lnTo>
                <a:lnTo>
                  <a:pt x="2936003" y="841973"/>
                </a:lnTo>
                <a:lnTo>
                  <a:pt x="2919314" y="847530"/>
                </a:lnTo>
                <a:lnTo>
                  <a:pt x="2828393" y="882511"/>
                </a:lnTo>
                <a:lnTo>
                  <a:pt x="2825184" y="883673"/>
                </a:lnTo>
                <a:lnTo>
                  <a:pt x="2823711" y="884205"/>
                </a:lnTo>
                <a:moveTo>
                  <a:pt x="2915001" y="558175"/>
                </a:moveTo>
                <a:lnTo>
                  <a:pt x="2910631" y="540979"/>
                </a:lnTo>
                <a:lnTo>
                  <a:pt x="2998459" y="518431"/>
                </a:lnTo>
                <a:moveTo>
                  <a:pt x="2694756" y="556072"/>
                </a:moveTo>
                <a:lnTo>
                  <a:pt x="2693774" y="554336"/>
                </a:lnTo>
                <a:lnTo>
                  <a:pt x="2689796" y="546880"/>
                </a:lnTo>
                <a:lnTo>
                  <a:pt x="2686351" y="543656"/>
                </a:lnTo>
                <a:lnTo>
                  <a:pt x="2683609" y="542444"/>
                </a:lnTo>
                <a:lnTo>
                  <a:pt x="2679623" y="540955"/>
                </a:lnTo>
                <a:lnTo>
                  <a:pt x="2677233" y="540243"/>
                </a:lnTo>
                <a:lnTo>
                  <a:pt x="2674401" y="539408"/>
                </a:lnTo>
                <a:lnTo>
                  <a:pt x="2654660" y="533572"/>
                </a:lnTo>
                <a:lnTo>
                  <a:pt x="2652917" y="533057"/>
                </a:lnTo>
                <a:lnTo>
                  <a:pt x="2641131" y="529464"/>
                </a:lnTo>
                <a:lnTo>
                  <a:pt x="2638635" y="528293"/>
                </a:lnTo>
                <a:moveTo>
                  <a:pt x="2692931" y="558060"/>
                </a:moveTo>
                <a:lnTo>
                  <a:pt x="2695157" y="561793"/>
                </a:lnTo>
                <a:lnTo>
                  <a:pt x="2695959" y="565492"/>
                </a:lnTo>
                <a:lnTo>
                  <a:pt x="2697228" y="569101"/>
                </a:lnTo>
                <a:lnTo>
                  <a:pt x="2699454" y="571295"/>
                </a:lnTo>
                <a:lnTo>
                  <a:pt x="2702073" y="572408"/>
                </a:lnTo>
                <a:lnTo>
                  <a:pt x="2704455" y="572932"/>
                </a:lnTo>
                <a:lnTo>
                  <a:pt x="2704733" y="572866"/>
                </a:lnTo>
                <a:moveTo>
                  <a:pt x="2908331" y="664991"/>
                </a:moveTo>
                <a:lnTo>
                  <a:pt x="2871492" y="631115"/>
                </a:lnTo>
                <a:lnTo>
                  <a:pt x="2844639" y="600710"/>
                </a:lnTo>
                <a:moveTo>
                  <a:pt x="2838828" y="594105"/>
                </a:moveTo>
                <a:lnTo>
                  <a:pt x="2826003" y="579463"/>
                </a:lnTo>
                <a:lnTo>
                  <a:pt x="2817998" y="570501"/>
                </a:lnTo>
                <a:lnTo>
                  <a:pt x="2817082" y="567432"/>
                </a:lnTo>
                <a:lnTo>
                  <a:pt x="2816337" y="564894"/>
                </a:lnTo>
                <a:lnTo>
                  <a:pt x="2816337" y="563822"/>
                </a:lnTo>
                <a:moveTo>
                  <a:pt x="2813742" y="553944"/>
                </a:moveTo>
                <a:lnTo>
                  <a:pt x="2813440" y="553387"/>
                </a:lnTo>
                <a:lnTo>
                  <a:pt x="2802284" y="539367"/>
                </a:lnTo>
                <a:moveTo>
                  <a:pt x="2708940" y="570861"/>
                </a:moveTo>
                <a:lnTo>
                  <a:pt x="2709832" y="569257"/>
                </a:lnTo>
                <a:lnTo>
                  <a:pt x="2710454" y="566842"/>
                </a:lnTo>
                <a:lnTo>
                  <a:pt x="2710282" y="564559"/>
                </a:lnTo>
                <a:lnTo>
                  <a:pt x="2709366" y="562570"/>
                </a:lnTo>
                <a:lnTo>
                  <a:pt x="2707229" y="560909"/>
                </a:lnTo>
                <a:lnTo>
                  <a:pt x="2704316" y="559542"/>
                </a:lnTo>
                <a:lnTo>
                  <a:pt x="2699217" y="558854"/>
                </a:lnTo>
                <a:lnTo>
                  <a:pt x="2694715" y="556260"/>
                </a:lnTo>
                <a:moveTo>
                  <a:pt x="2909166" y="564387"/>
                </a:moveTo>
                <a:lnTo>
                  <a:pt x="2871648" y="574094"/>
                </a:lnTo>
                <a:lnTo>
                  <a:pt x="2845212" y="594604"/>
                </a:lnTo>
                <a:moveTo>
                  <a:pt x="2729237" y="731253"/>
                </a:moveTo>
                <a:lnTo>
                  <a:pt x="2723721" y="716963"/>
                </a:lnTo>
                <a:moveTo>
                  <a:pt x="2719547" y="705922"/>
                </a:moveTo>
                <a:lnTo>
                  <a:pt x="2717288" y="699816"/>
                </a:lnTo>
                <a:moveTo>
                  <a:pt x="2713220" y="688751"/>
                </a:moveTo>
                <a:lnTo>
                  <a:pt x="2708629" y="676236"/>
                </a:lnTo>
                <a:moveTo>
                  <a:pt x="2732536" y="732759"/>
                </a:moveTo>
                <a:lnTo>
                  <a:pt x="2749429" y="726383"/>
                </a:lnTo>
                <a:moveTo>
                  <a:pt x="2756623" y="723666"/>
                </a:moveTo>
                <a:lnTo>
                  <a:pt x="2787757" y="711929"/>
                </a:lnTo>
                <a:moveTo>
                  <a:pt x="2707041" y="586395"/>
                </a:moveTo>
                <a:lnTo>
                  <a:pt x="2700150" y="589955"/>
                </a:lnTo>
                <a:lnTo>
                  <a:pt x="2690967" y="594694"/>
                </a:lnTo>
                <a:lnTo>
                  <a:pt x="2687423" y="597027"/>
                </a:lnTo>
                <a:lnTo>
                  <a:pt x="2685688" y="598754"/>
                </a:lnTo>
                <a:lnTo>
                  <a:pt x="2685066" y="600964"/>
                </a:lnTo>
                <a:lnTo>
                  <a:pt x="2685205" y="602592"/>
                </a:lnTo>
                <a:lnTo>
                  <a:pt x="2686236" y="605441"/>
                </a:lnTo>
                <a:lnTo>
                  <a:pt x="2688405" y="610572"/>
                </a:lnTo>
                <a:lnTo>
                  <a:pt x="2710389" y="651233"/>
                </a:lnTo>
                <a:moveTo>
                  <a:pt x="2789958" y="704784"/>
                </a:moveTo>
                <a:lnTo>
                  <a:pt x="2777477" y="671727"/>
                </a:lnTo>
                <a:lnTo>
                  <a:pt x="2767958" y="647157"/>
                </a:lnTo>
                <a:lnTo>
                  <a:pt x="2766223" y="643605"/>
                </a:lnTo>
                <a:lnTo>
                  <a:pt x="2762237" y="636345"/>
                </a:lnTo>
                <a:moveTo>
                  <a:pt x="2758636" y="629577"/>
                </a:moveTo>
                <a:lnTo>
                  <a:pt x="2733813" y="581574"/>
                </a:lnTo>
                <a:lnTo>
                  <a:pt x="2732168" y="577981"/>
                </a:lnTo>
                <a:lnTo>
                  <a:pt x="2731308" y="576688"/>
                </a:lnTo>
                <a:lnTo>
                  <a:pt x="2730269" y="575894"/>
                </a:lnTo>
                <a:lnTo>
                  <a:pt x="2729295" y="575624"/>
                </a:lnTo>
                <a:lnTo>
                  <a:pt x="2726897" y="576115"/>
                </a:lnTo>
                <a:lnTo>
                  <a:pt x="2722346" y="578358"/>
                </a:lnTo>
                <a:lnTo>
                  <a:pt x="2721413" y="578849"/>
                </a:lnTo>
                <a:lnTo>
                  <a:pt x="2717509" y="580920"/>
                </a:lnTo>
                <a:moveTo>
                  <a:pt x="2916794" y="666333"/>
                </a:moveTo>
                <a:lnTo>
                  <a:pt x="2936788" y="643711"/>
                </a:lnTo>
                <a:lnTo>
                  <a:pt x="2927704" y="610589"/>
                </a:lnTo>
                <a:lnTo>
                  <a:pt x="2925862" y="600391"/>
                </a:lnTo>
                <a:lnTo>
                  <a:pt x="2917260" y="567014"/>
                </a:lnTo>
                <a:moveTo>
                  <a:pt x="2549858" y="655055"/>
                </a:moveTo>
                <a:lnTo>
                  <a:pt x="2548638" y="653770"/>
                </a:lnTo>
                <a:moveTo>
                  <a:pt x="2537311" y="649915"/>
                </a:moveTo>
                <a:lnTo>
                  <a:pt x="2512823" y="660670"/>
                </a:lnTo>
                <a:lnTo>
                  <a:pt x="2479594" y="675614"/>
                </a:lnTo>
                <a:lnTo>
                  <a:pt x="2427925" y="698507"/>
                </a:lnTo>
                <a:lnTo>
                  <a:pt x="2423219" y="700610"/>
                </a:lnTo>
                <a:moveTo>
                  <a:pt x="2704643" y="199759"/>
                </a:moveTo>
                <a:lnTo>
                  <a:pt x="2706247" y="199571"/>
                </a:lnTo>
                <a:lnTo>
                  <a:pt x="2765880" y="189414"/>
                </a:lnTo>
                <a:lnTo>
                  <a:pt x="2814209" y="183799"/>
                </a:lnTo>
                <a:lnTo>
                  <a:pt x="2862072" y="179838"/>
                </a:lnTo>
                <a:lnTo>
                  <a:pt x="2904370" y="177915"/>
                </a:lnTo>
                <a:lnTo>
                  <a:pt x="2906031" y="177686"/>
                </a:lnTo>
                <a:moveTo>
                  <a:pt x="2918005" y="175926"/>
                </a:moveTo>
                <a:lnTo>
                  <a:pt x="2918840" y="175795"/>
                </a:lnTo>
                <a:lnTo>
                  <a:pt x="2991559" y="172734"/>
                </a:lnTo>
                <a:lnTo>
                  <a:pt x="3006635" y="168396"/>
                </a:lnTo>
                <a:lnTo>
                  <a:pt x="3009860" y="165916"/>
                </a:lnTo>
                <a:lnTo>
                  <a:pt x="3011848" y="163174"/>
                </a:lnTo>
                <a:moveTo>
                  <a:pt x="2648653" y="270244"/>
                </a:moveTo>
                <a:lnTo>
                  <a:pt x="2648317" y="265243"/>
                </a:lnTo>
                <a:lnTo>
                  <a:pt x="2646017" y="243399"/>
                </a:lnTo>
                <a:lnTo>
                  <a:pt x="2643759" y="228675"/>
                </a:lnTo>
                <a:moveTo>
                  <a:pt x="2695526" y="265710"/>
                </a:moveTo>
                <a:lnTo>
                  <a:pt x="2690337" y="265996"/>
                </a:lnTo>
                <a:lnTo>
                  <a:pt x="2657582" y="273117"/>
                </a:lnTo>
                <a:lnTo>
                  <a:pt x="2653654" y="273993"/>
                </a:lnTo>
                <a:moveTo>
                  <a:pt x="2858487" y="479407"/>
                </a:moveTo>
                <a:lnTo>
                  <a:pt x="2859936" y="479743"/>
                </a:lnTo>
                <a:lnTo>
                  <a:pt x="2978726" y="476911"/>
                </a:lnTo>
                <a:lnTo>
                  <a:pt x="2988007" y="475119"/>
                </a:lnTo>
                <a:moveTo>
                  <a:pt x="2570777" y="546569"/>
                </a:moveTo>
                <a:lnTo>
                  <a:pt x="2569116" y="542624"/>
                </a:lnTo>
                <a:lnTo>
                  <a:pt x="2567896" y="539932"/>
                </a:lnTo>
                <a:lnTo>
                  <a:pt x="2555579" y="512211"/>
                </a:lnTo>
                <a:lnTo>
                  <a:pt x="2555407" y="511810"/>
                </a:lnTo>
                <a:moveTo>
                  <a:pt x="2709104" y="658517"/>
                </a:moveTo>
                <a:lnTo>
                  <a:pt x="2701533" y="662503"/>
                </a:lnTo>
                <a:lnTo>
                  <a:pt x="2679672" y="673536"/>
                </a:lnTo>
                <a:lnTo>
                  <a:pt x="2672036" y="678815"/>
                </a:lnTo>
                <a:lnTo>
                  <a:pt x="2670907" y="681376"/>
                </a:lnTo>
                <a:lnTo>
                  <a:pt x="2671185" y="686140"/>
                </a:lnTo>
                <a:lnTo>
                  <a:pt x="2695190" y="746828"/>
                </a:lnTo>
                <a:lnTo>
                  <a:pt x="2725333" y="735468"/>
                </a:lnTo>
                <a:moveTo>
                  <a:pt x="2753324" y="722152"/>
                </a:moveTo>
                <a:lnTo>
                  <a:pt x="2747751" y="707837"/>
                </a:lnTo>
                <a:moveTo>
                  <a:pt x="2743470" y="696853"/>
                </a:moveTo>
                <a:lnTo>
                  <a:pt x="2741023" y="690551"/>
                </a:lnTo>
                <a:moveTo>
                  <a:pt x="2736743" y="679576"/>
                </a:moveTo>
                <a:lnTo>
                  <a:pt x="2733076" y="670155"/>
                </a:lnTo>
                <a:moveTo>
                  <a:pt x="2720054" y="693841"/>
                </a:moveTo>
                <a:lnTo>
                  <a:pt x="2732642" y="688906"/>
                </a:lnTo>
                <a:moveTo>
                  <a:pt x="2726357" y="711053"/>
                </a:moveTo>
                <a:lnTo>
                  <a:pt x="2739329" y="706159"/>
                </a:lnTo>
                <a:moveTo>
                  <a:pt x="1778509" y="218273"/>
                </a:moveTo>
                <a:lnTo>
                  <a:pt x="1815544" y="146724"/>
                </a:lnTo>
                <a:lnTo>
                  <a:pt x="1818359" y="140430"/>
                </a:lnTo>
                <a:lnTo>
                  <a:pt x="1818842" y="139390"/>
                </a:lnTo>
                <a:moveTo>
                  <a:pt x="2242476" y="255295"/>
                </a:moveTo>
                <a:lnTo>
                  <a:pt x="2242419" y="255140"/>
                </a:lnTo>
                <a:moveTo>
                  <a:pt x="2239992" y="247209"/>
                </a:moveTo>
                <a:lnTo>
                  <a:pt x="2239526" y="245003"/>
                </a:lnTo>
                <a:lnTo>
                  <a:pt x="2239730" y="241353"/>
                </a:lnTo>
                <a:lnTo>
                  <a:pt x="2240541" y="237285"/>
                </a:lnTo>
                <a:lnTo>
                  <a:pt x="2243291" y="233299"/>
                </a:lnTo>
                <a:lnTo>
                  <a:pt x="2252449" y="223371"/>
                </a:lnTo>
                <a:lnTo>
                  <a:pt x="2296425" y="175705"/>
                </a:lnTo>
                <a:lnTo>
                  <a:pt x="2342790" y="131083"/>
                </a:lnTo>
                <a:lnTo>
                  <a:pt x="2374979" y="104017"/>
                </a:lnTo>
                <a:moveTo>
                  <a:pt x="2432705" y="44466"/>
                </a:moveTo>
                <a:lnTo>
                  <a:pt x="2424774" y="48976"/>
                </a:lnTo>
                <a:lnTo>
                  <a:pt x="2421205" y="52029"/>
                </a:lnTo>
                <a:lnTo>
                  <a:pt x="2411499" y="60320"/>
                </a:lnTo>
                <a:lnTo>
                  <a:pt x="2380095" y="87124"/>
                </a:lnTo>
                <a:lnTo>
                  <a:pt x="2351948" y="110908"/>
                </a:lnTo>
                <a:lnTo>
                  <a:pt x="2305166" y="154965"/>
                </a:lnTo>
                <a:lnTo>
                  <a:pt x="2290974" y="170410"/>
                </a:lnTo>
                <a:lnTo>
                  <a:pt x="2286341" y="175484"/>
                </a:lnTo>
                <a:lnTo>
                  <a:pt x="2236899" y="227087"/>
                </a:lnTo>
                <a:lnTo>
                  <a:pt x="2232193" y="232391"/>
                </a:lnTo>
                <a:lnTo>
                  <a:pt x="2224483" y="241877"/>
                </a:lnTo>
                <a:lnTo>
                  <a:pt x="2220898" y="246141"/>
                </a:lnTo>
                <a:lnTo>
                  <a:pt x="2218754" y="248567"/>
                </a:lnTo>
                <a:moveTo>
                  <a:pt x="2641131" y="216619"/>
                </a:moveTo>
                <a:lnTo>
                  <a:pt x="2640190" y="213419"/>
                </a:lnTo>
                <a:lnTo>
                  <a:pt x="2636703" y="205701"/>
                </a:lnTo>
                <a:lnTo>
                  <a:pt x="2631850" y="196649"/>
                </a:lnTo>
                <a:lnTo>
                  <a:pt x="2622749" y="185551"/>
                </a:lnTo>
                <a:lnTo>
                  <a:pt x="2610930" y="174878"/>
                </a:lnTo>
                <a:lnTo>
                  <a:pt x="2602451" y="167586"/>
                </a:lnTo>
                <a:moveTo>
                  <a:pt x="2593383" y="159942"/>
                </a:moveTo>
                <a:lnTo>
                  <a:pt x="2563354" y="135118"/>
                </a:lnTo>
                <a:lnTo>
                  <a:pt x="2556659" y="130780"/>
                </a:lnTo>
                <a:moveTo>
                  <a:pt x="2546257" y="124609"/>
                </a:moveTo>
                <a:lnTo>
                  <a:pt x="2493532" y="95980"/>
                </a:lnTo>
                <a:lnTo>
                  <a:pt x="2467914" y="82238"/>
                </a:lnTo>
                <a:lnTo>
                  <a:pt x="2453632" y="74225"/>
                </a:lnTo>
                <a:moveTo>
                  <a:pt x="1725564" y="343381"/>
                </a:moveTo>
                <a:lnTo>
                  <a:pt x="1792554" y="319850"/>
                </a:lnTo>
                <a:lnTo>
                  <a:pt x="1824023" y="308859"/>
                </a:lnTo>
                <a:lnTo>
                  <a:pt x="1827362" y="307696"/>
                </a:lnTo>
                <a:lnTo>
                  <a:pt x="1830088" y="307754"/>
                </a:lnTo>
                <a:lnTo>
                  <a:pt x="1851016" y="318574"/>
                </a:lnTo>
                <a:lnTo>
                  <a:pt x="1853553" y="320661"/>
                </a:lnTo>
                <a:lnTo>
                  <a:pt x="1855190" y="324205"/>
                </a:lnTo>
                <a:lnTo>
                  <a:pt x="1855378" y="324671"/>
                </a:lnTo>
                <a:moveTo>
                  <a:pt x="1705855" y="630927"/>
                </a:moveTo>
                <a:lnTo>
                  <a:pt x="1837929" y="583670"/>
                </a:lnTo>
                <a:moveTo>
                  <a:pt x="1846277" y="662740"/>
                </a:moveTo>
                <a:lnTo>
                  <a:pt x="1827829" y="671129"/>
                </a:lnTo>
                <a:lnTo>
                  <a:pt x="1819898" y="675336"/>
                </a:lnTo>
                <a:lnTo>
                  <a:pt x="1813711" y="682039"/>
                </a:lnTo>
                <a:lnTo>
                  <a:pt x="1806361" y="694185"/>
                </a:lnTo>
                <a:lnTo>
                  <a:pt x="1804511" y="699513"/>
                </a:lnTo>
                <a:moveTo>
                  <a:pt x="1858169" y="636116"/>
                </a:moveTo>
                <a:lnTo>
                  <a:pt x="1787471" y="667700"/>
                </a:lnTo>
                <a:lnTo>
                  <a:pt x="1786554" y="670229"/>
                </a:lnTo>
                <a:moveTo>
                  <a:pt x="1903806" y="788732"/>
                </a:moveTo>
                <a:lnTo>
                  <a:pt x="1914396" y="782340"/>
                </a:lnTo>
                <a:lnTo>
                  <a:pt x="1919716" y="779369"/>
                </a:lnTo>
                <a:moveTo>
                  <a:pt x="2033628" y="1315831"/>
                </a:moveTo>
                <a:lnTo>
                  <a:pt x="2007839" y="1335081"/>
                </a:lnTo>
                <a:moveTo>
                  <a:pt x="1837200" y="1357490"/>
                </a:moveTo>
                <a:lnTo>
                  <a:pt x="1852800" y="1275866"/>
                </a:lnTo>
                <a:lnTo>
                  <a:pt x="1855263" y="1263565"/>
                </a:lnTo>
                <a:lnTo>
                  <a:pt x="1856810" y="1255863"/>
                </a:lnTo>
                <a:moveTo>
                  <a:pt x="1905238" y="1265120"/>
                </a:moveTo>
                <a:lnTo>
                  <a:pt x="1893321" y="1316731"/>
                </a:lnTo>
                <a:lnTo>
                  <a:pt x="1890031" y="1340859"/>
                </a:lnTo>
                <a:lnTo>
                  <a:pt x="1889237" y="1344755"/>
                </a:lnTo>
                <a:lnTo>
                  <a:pt x="1890940" y="1348995"/>
                </a:lnTo>
                <a:lnTo>
                  <a:pt x="1893092" y="1352407"/>
                </a:lnTo>
                <a:lnTo>
                  <a:pt x="1893354" y="1352637"/>
                </a:lnTo>
                <a:moveTo>
                  <a:pt x="2318564" y="1335490"/>
                </a:moveTo>
                <a:lnTo>
                  <a:pt x="2307294" y="1323623"/>
                </a:lnTo>
                <a:lnTo>
                  <a:pt x="2259152" y="1271168"/>
                </a:lnTo>
                <a:lnTo>
                  <a:pt x="2255371" y="1266339"/>
                </a:lnTo>
                <a:moveTo>
                  <a:pt x="2066555" y="1352326"/>
                </a:moveTo>
                <a:lnTo>
                  <a:pt x="2040045" y="1316756"/>
                </a:lnTo>
                <a:moveTo>
                  <a:pt x="1968324" y="1289984"/>
                </a:moveTo>
                <a:lnTo>
                  <a:pt x="1973169" y="1295713"/>
                </a:lnTo>
                <a:lnTo>
                  <a:pt x="2000735" y="1333149"/>
                </a:lnTo>
                <a:moveTo>
                  <a:pt x="1907382" y="1253416"/>
                </a:moveTo>
                <a:lnTo>
                  <a:pt x="1911000" y="1227135"/>
                </a:lnTo>
                <a:lnTo>
                  <a:pt x="1910427" y="1221848"/>
                </a:lnTo>
                <a:moveTo>
                  <a:pt x="1911491" y="1217764"/>
                </a:moveTo>
                <a:lnTo>
                  <a:pt x="1934555" y="1177578"/>
                </a:lnTo>
                <a:lnTo>
                  <a:pt x="1950122" y="1150463"/>
                </a:lnTo>
                <a:moveTo>
                  <a:pt x="2212059" y="1240263"/>
                </a:moveTo>
                <a:lnTo>
                  <a:pt x="2198792" y="1217085"/>
                </a:lnTo>
                <a:moveTo>
                  <a:pt x="2194290" y="1209113"/>
                </a:moveTo>
                <a:lnTo>
                  <a:pt x="2180426" y="1184175"/>
                </a:lnTo>
                <a:moveTo>
                  <a:pt x="2425772" y="1199218"/>
                </a:moveTo>
                <a:lnTo>
                  <a:pt x="2389540" y="1236351"/>
                </a:lnTo>
                <a:moveTo>
                  <a:pt x="2089029" y="1185640"/>
                </a:moveTo>
                <a:lnTo>
                  <a:pt x="2088800" y="1185771"/>
                </a:lnTo>
                <a:lnTo>
                  <a:pt x="2087728" y="1186769"/>
                </a:lnTo>
                <a:lnTo>
                  <a:pt x="2082776" y="1197917"/>
                </a:lnTo>
                <a:lnTo>
                  <a:pt x="2059319" y="1244118"/>
                </a:lnTo>
                <a:lnTo>
                  <a:pt x="2015737" y="1277519"/>
                </a:lnTo>
                <a:moveTo>
                  <a:pt x="2468782" y="1220727"/>
                </a:moveTo>
                <a:lnTo>
                  <a:pt x="2514083" y="1173838"/>
                </a:lnTo>
                <a:lnTo>
                  <a:pt x="2515295" y="1172790"/>
                </a:lnTo>
                <a:moveTo>
                  <a:pt x="2213974" y="870455"/>
                </a:moveTo>
                <a:lnTo>
                  <a:pt x="2197875" y="836055"/>
                </a:lnTo>
                <a:moveTo>
                  <a:pt x="2193701" y="827224"/>
                </a:moveTo>
                <a:lnTo>
                  <a:pt x="2175990" y="790157"/>
                </a:lnTo>
                <a:moveTo>
                  <a:pt x="2136540" y="750126"/>
                </a:moveTo>
                <a:lnTo>
                  <a:pt x="1973227" y="826823"/>
                </a:lnTo>
                <a:lnTo>
                  <a:pt x="1964715" y="830842"/>
                </a:lnTo>
                <a:lnTo>
                  <a:pt x="1962873" y="831709"/>
                </a:lnTo>
                <a:moveTo>
                  <a:pt x="1952111" y="836587"/>
                </a:moveTo>
                <a:lnTo>
                  <a:pt x="1944573" y="839967"/>
                </a:lnTo>
                <a:lnTo>
                  <a:pt x="1899001" y="861656"/>
                </a:lnTo>
                <a:lnTo>
                  <a:pt x="1887453" y="867009"/>
                </a:lnTo>
                <a:lnTo>
                  <a:pt x="1867483" y="877534"/>
                </a:lnTo>
                <a:moveTo>
                  <a:pt x="1859167" y="881586"/>
                </a:moveTo>
                <a:lnTo>
                  <a:pt x="1837650" y="891243"/>
                </a:lnTo>
                <a:lnTo>
                  <a:pt x="1828574" y="896023"/>
                </a:lnTo>
                <a:lnTo>
                  <a:pt x="1786014" y="916534"/>
                </a:lnTo>
                <a:moveTo>
                  <a:pt x="2180237" y="953740"/>
                </a:moveTo>
                <a:lnTo>
                  <a:pt x="2199872" y="990456"/>
                </a:lnTo>
                <a:moveTo>
                  <a:pt x="2328491" y="989670"/>
                </a:moveTo>
                <a:lnTo>
                  <a:pt x="2381462" y="964937"/>
                </a:lnTo>
                <a:moveTo>
                  <a:pt x="2389712" y="961123"/>
                </a:moveTo>
                <a:lnTo>
                  <a:pt x="2437583" y="939213"/>
                </a:lnTo>
                <a:moveTo>
                  <a:pt x="2448313" y="934269"/>
                </a:moveTo>
                <a:lnTo>
                  <a:pt x="2491641" y="914176"/>
                </a:lnTo>
                <a:lnTo>
                  <a:pt x="2493687" y="913358"/>
                </a:lnTo>
                <a:moveTo>
                  <a:pt x="2048344" y="1015640"/>
                </a:moveTo>
                <a:lnTo>
                  <a:pt x="2039628" y="998133"/>
                </a:lnTo>
                <a:lnTo>
                  <a:pt x="2037205" y="993190"/>
                </a:lnTo>
                <a:lnTo>
                  <a:pt x="2033195" y="985021"/>
                </a:lnTo>
                <a:lnTo>
                  <a:pt x="2030354" y="979243"/>
                </a:lnTo>
                <a:lnTo>
                  <a:pt x="2026508" y="971853"/>
                </a:lnTo>
                <a:moveTo>
                  <a:pt x="2441258" y="929531"/>
                </a:moveTo>
                <a:lnTo>
                  <a:pt x="2426558" y="892741"/>
                </a:lnTo>
                <a:moveTo>
                  <a:pt x="2418316" y="891374"/>
                </a:moveTo>
                <a:lnTo>
                  <a:pt x="2313448" y="938926"/>
                </a:lnTo>
                <a:lnTo>
                  <a:pt x="2263605" y="963316"/>
                </a:lnTo>
                <a:moveTo>
                  <a:pt x="2175441" y="1275948"/>
                </a:moveTo>
                <a:lnTo>
                  <a:pt x="2212239" y="1248865"/>
                </a:lnTo>
                <a:moveTo>
                  <a:pt x="2387346" y="1239109"/>
                </a:moveTo>
                <a:lnTo>
                  <a:pt x="2386871" y="1243161"/>
                </a:lnTo>
                <a:lnTo>
                  <a:pt x="2425666" y="1279852"/>
                </a:lnTo>
                <a:moveTo>
                  <a:pt x="2434211" y="1287995"/>
                </a:moveTo>
                <a:lnTo>
                  <a:pt x="2489603" y="1341236"/>
                </a:lnTo>
                <a:moveTo>
                  <a:pt x="1902177" y="1257164"/>
                </a:moveTo>
                <a:lnTo>
                  <a:pt x="1862638" y="1249676"/>
                </a:lnTo>
                <a:moveTo>
                  <a:pt x="1853790" y="1247924"/>
                </a:moveTo>
                <a:lnTo>
                  <a:pt x="1815732" y="1240018"/>
                </a:lnTo>
                <a:lnTo>
                  <a:pt x="1814472" y="1239519"/>
                </a:lnTo>
                <a:moveTo>
                  <a:pt x="1931175" y="1116997"/>
                </a:moveTo>
                <a:lnTo>
                  <a:pt x="1902062" y="1158181"/>
                </a:lnTo>
                <a:lnTo>
                  <a:pt x="1877157" y="1192949"/>
                </a:lnTo>
                <a:lnTo>
                  <a:pt x="1876600" y="1196354"/>
                </a:lnTo>
                <a:lnTo>
                  <a:pt x="1878540" y="1199971"/>
                </a:lnTo>
                <a:lnTo>
                  <a:pt x="1890178" y="1208303"/>
                </a:lnTo>
                <a:lnTo>
                  <a:pt x="1908021" y="1218697"/>
                </a:lnTo>
                <a:moveTo>
                  <a:pt x="2326642" y="1099048"/>
                </a:moveTo>
                <a:lnTo>
                  <a:pt x="2351768" y="1132416"/>
                </a:lnTo>
                <a:moveTo>
                  <a:pt x="2358087" y="1133276"/>
                </a:moveTo>
                <a:lnTo>
                  <a:pt x="2416385" y="1088408"/>
                </a:lnTo>
                <a:moveTo>
                  <a:pt x="1943697" y="1116882"/>
                </a:moveTo>
                <a:lnTo>
                  <a:pt x="1960230" y="1107110"/>
                </a:lnTo>
                <a:moveTo>
                  <a:pt x="1933998" y="1108747"/>
                </a:moveTo>
                <a:lnTo>
                  <a:pt x="1922245" y="1086599"/>
                </a:lnTo>
                <a:lnTo>
                  <a:pt x="1919962" y="1082597"/>
                </a:lnTo>
                <a:moveTo>
                  <a:pt x="2034512" y="1309439"/>
                </a:moveTo>
                <a:lnTo>
                  <a:pt x="2014894" y="1283911"/>
                </a:lnTo>
                <a:moveTo>
                  <a:pt x="2009320" y="1276693"/>
                </a:moveTo>
                <a:lnTo>
                  <a:pt x="1999106" y="1263516"/>
                </a:lnTo>
                <a:moveTo>
                  <a:pt x="2132235" y="1239388"/>
                </a:moveTo>
                <a:lnTo>
                  <a:pt x="2129919" y="1241090"/>
                </a:lnTo>
                <a:lnTo>
                  <a:pt x="2123077" y="1246164"/>
                </a:lnTo>
                <a:lnTo>
                  <a:pt x="2101977" y="1261780"/>
                </a:lnTo>
                <a:lnTo>
                  <a:pt x="2070058" y="1288004"/>
                </a:lnTo>
                <a:lnTo>
                  <a:pt x="2040945" y="1310298"/>
                </a:lnTo>
                <a:moveTo>
                  <a:pt x="1961310" y="1280089"/>
                </a:moveTo>
                <a:lnTo>
                  <a:pt x="1961155" y="1279827"/>
                </a:lnTo>
                <a:lnTo>
                  <a:pt x="1955810" y="1275588"/>
                </a:lnTo>
                <a:lnTo>
                  <a:pt x="1939580" y="1267862"/>
                </a:lnTo>
                <a:lnTo>
                  <a:pt x="1921247" y="1262124"/>
                </a:lnTo>
                <a:lnTo>
                  <a:pt x="1911024" y="1260176"/>
                </a:lnTo>
                <a:moveTo>
                  <a:pt x="2461563" y="1221112"/>
                </a:moveTo>
                <a:lnTo>
                  <a:pt x="2436461" y="1196468"/>
                </a:lnTo>
                <a:moveTo>
                  <a:pt x="2428883" y="1189233"/>
                </a:moveTo>
                <a:lnTo>
                  <a:pt x="2397839" y="1160579"/>
                </a:lnTo>
                <a:lnTo>
                  <a:pt x="2393640" y="1155071"/>
                </a:lnTo>
                <a:moveTo>
                  <a:pt x="2383074" y="1044482"/>
                </a:moveTo>
                <a:lnTo>
                  <a:pt x="2376142" y="1040512"/>
                </a:lnTo>
                <a:lnTo>
                  <a:pt x="2329531" y="1003477"/>
                </a:lnTo>
                <a:lnTo>
                  <a:pt x="2326257" y="995710"/>
                </a:lnTo>
                <a:moveTo>
                  <a:pt x="2078954" y="1062430"/>
                </a:moveTo>
                <a:lnTo>
                  <a:pt x="2079306" y="1062242"/>
                </a:lnTo>
                <a:lnTo>
                  <a:pt x="2082490" y="1060532"/>
                </a:lnTo>
                <a:lnTo>
                  <a:pt x="2117200" y="1041928"/>
                </a:lnTo>
                <a:moveTo>
                  <a:pt x="2125254" y="1037509"/>
                </a:moveTo>
                <a:lnTo>
                  <a:pt x="2157763" y="1019323"/>
                </a:lnTo>
                <a:moveTo>
                  <a:pt x="2165751" y="1014838"/>
                </a:moveTo>
                <a:lnTo>
                  <a:pt x="2198080" y="996611"/>
                </a:lnTo>
                <a:moveTo>
                  <a:pt x="2205978" y="992387"/>
                </a:moveTo>
                <a:lnTo>
                  <a:pt x="2255404" y="967400"/>
                </a:lnTo>
                <a:moveTo>
                  <a:pt x="2119058" y="1035700"/>
                </a:moveTo>
                <a:lnTo>
                  <a:pt x="2099333" y="998878"/>
                </a:lnTo>
                <a:moveTo>
                  <a:pt x="2387551" y="967138"/>
                </a:moveTo>
                <a:lnTo>
                  <a:pt x="2411703" y="1017105"/>
                </a:lnTo>
                <a:moveTo>
                  <a:pt x="2138521" y="194136"/>
                </a:moveTo>
                <a:lnTo>
                  <a:pt x="2152500" y="178684"/>
                </a:lnTo>
                <a:lnTo>
                  <a:pt x="2176235" y="152461"/>
                </a:lnTo>
                <a:moveTo>
                  <a:pt x="1893862" y="186083"/>
                </a:moveTo>
                <a:lnTo>
                  <a:pt x="1892953" y="187883"/>
                </a:lnTo>
                <a:lnTo>
                  <a:pt x="1855100" y="257918"/>
                </a:lnTo>
                <a:moveTo>
                  <a:pt x="2173141" y="233406"/>
                </a:moveTo>
                <a:lnTo>
                  <a:pt x="2138595" y="200840"/>
                </a:lnTo>
                <a:moveTo>
                  <a:pt x="2130214" y="192442"/>
                </a:moveTo>
                <a:lnTo>
                  <a:pt x="2114819" y="176090"/>
                </a:lnTo>
                <a:moveTo>
                  <a:pt x="2163958" y="1021131"/>
                </a:moveTo>
                <a:lnTo>
                  <a:pt x="2183920" y="1058453"/>
                </a:lnTo>
                <a:moveTo>
                  <a:pt x="2189592" y="1068782"/>
                </a:moveTo>
                <a:lnTo>
                  <a:pt x="2210651" y="1106193"/>
                </a:lnTo>
                <a:moveTo>
                  <a:pt x="2001275" y="921657"/>
                </a:moveTo>
                <a:lnTo>
                  <a:pt x="1986715" y="892356"/>
                </a:lnTo>
                <a:lnTo>
                  <a:pt x="1982385" y="883484"/>
                </a:lnTo>
                <a:moveTo>
                  <a:pt x="1888051" y="928221"/>
                </a:moveTo>
                <a:lnTo>
                  <a:pt x="1907841" y="917941"/>
                </a:lnTo>
                <a:lnTo>
                  <a:pt x="1915354" y="910412"/>
                </a:lnTo>
                <a:lnTo>
                  <a:pt x="1965844" y="885874"/>
                </a:lnTo>
                <a:lnTo>
                  <a:pt x="1973734" y="882257"/>
                </a:lnTo>
                <a:moveTo>
                  <a:pt x="1984603" y="877461"/>
                </a:moveTo>
                <a:lnTo>
                  <a:pt x="1985798" y="876945"/>
                </a:lnTo>
                <a:lnTo>
                  <a:pt x="1994711" y="872804"/>
                </a:lnTo>
                <a:lnTo>
                  <a:pt x="2157288" y="792767"/>
                </a:lnTo>
                <a:moveTo>
                  <a:pt x="2405933" y="846081"/>
                </a:moveTo>
                <a:lnTo>
                  <a:pt x="2421942" y="884868"/>
                </a:lnTo>
                <a:moveTo>
                  <a:pt x="2269989" y="986012"/>
                </a:moveTo>
                <a:lnTo>
                  <a:pt x="2261559" y="969430"/>
                </a:lnTo>
                <a:moveTo>
                  <a:pt x="2257458" y="961237"/>
                </a:moveTo>
                <a:lnTo>
                  <a:pt x="2238560" y="922909"/>
                </a:lnTo>
                <a:moveTo>
                  <a:pt x="1996307" y="1245984"/>
                </a:moveTo>
                <a:lnTo>
                  <a:pt x="1995709" y="1245714"/>
                </a:lnTo>
                <a:lnTo>
                  <a:pt x="1962259" y="1227594"/>
                </a:lnTo>
                <a:lnTo>
                  <a:pt x="1960565" y="1223788"/>
                </a:lnTo>
                <a:lnTo>
                  <a:pt x="1994932" y="1158132"/>
                </a:lnTo>
                <a:moveTo>
                  <a:pt x="1998803" y="1150594"/>
                </a:moveTo>
                <a:lnTo>
                  <a:pt x="2020680" y="1107102"/>
                </a:lnTo>
                <a:lnTo>
                  <a:pt x="2021302" y="1102387"/>
                </a:lnTo>
                <a:lnTo>
                  <a:pt x="2009189" y="1082278"/>
                </a:lnTo>
                <a:moveTo>
                  <a:pt x="2005498" y="1075632"/>
                </a:moveTo>
                <a:lnTo>
                  <a:pt x="1995006" y="1055007"/>
                </a:lnTo>
                <a:moveTo>
                  <a:pt x="1811386" y="1233658"/>
                </a:moveTo>
                <a:lnTo>
                  <a:pt x="1814357" y="1224606"/>
                </a:lnTo>
                <a:lnTo>
                  <a:pt x="1827428" y="1191467"/>
                </a:lnTo>
                <a:lnTo>
                  <a:pt x="1843952" y="1162789"/>
                </a:lnTo>
                <a:lnTo>
                  <a:pt x="1862327" y="1133693"/>
                </a:lnTo>
                <a:lnTo>
                  <a:pt x="1882076" y="1110359"/>
                </a:lnTo>
                <a:lnTo>
                  <a:pt x="1903871" y="1089046"/>
                </a:lnTo>
                <a:lnTo>
                  <a:pt x="1911565" y="1082761"/>
                </a:lnTo>
                <a:moveTo>
                  <a:pt x="1920919" y="1075419"/>
                </a:moveTo>
                <a:lnTo>
                  <a:pt x="1939408" y="1061489"/>
                </a:lnTo>
                <a:lnTo>
                  <a:pt x="1969781" y="1043082"/>
                </a:lnTo>
                <a:lnTo>
                  <a:pt x="1982262" y="1037108"/>
                </a:lnTo>
                <a:lnTo>
                  <a:pt x="1985634" y="1038245"/>
                </a:lnTo>
                <a:lnTo>
                  <a:pt x="1990774" y="1047191"/>
                </a:lnTo>
                <a:moveTo>
                  <a:pt x="2390203" y="1049573"/>
                </a:moveTo>
                <a:lnTo>
                  <a:pt x="2393321" y="1052388"/>
                </a:lnTo>
                <a:lnTo>
                  <a:pt x="2417146" y="1082065"/>
                </a:lnTo>
                <a:moveTo>
                  <a:pt x="2102894" y="1110203"/>
                </a:moveTo>
                <a:lnTo>
                  <a:pt x="2109752" y="1106921"/>
                </a:lnTo>
                <a:lnTo>
                  <a:pt x="2183315" y="1066948"/>
                </a:lnTo>
                <a:moveTo>
                  <a:pt x="2191417" y="1062643"/>
                </a:moveTo>
                <a:lnTo>
                  <a:pt x="2253137" y="1030585"/>
                </a:lnTo>
                <a:lnTo>
                  <a:pt x="2254135" y="1029332"/>
                </a:lnTo>
                <a:lnTo>
                  <a:pt x="2255036" y="1027581"/>
                </a:lnTo>
                <a:lnTo>
                  <a:pt x="2262704" y="1000531"/>
                </a:lnTo>
                <a:lnTo>
                  <a:pt x="2263376" y="999099"/>
                </a:lnTo>
                <a:lnTo>
                  <a:pt x="2264562" y="997757"/>
                </a:lnTo>
                <a:lnTo>
                  <a:pt x="2266576" y="996136"/>
                </a:lnTo>
                <a:lnTo>
                  <a:pt x="2268483" y="994982"/>
                </a:lnTo>
                <a:lnTo>
                  <a:pt x="2269604" y="994311"/>
                </a:lnTo>
                <a:moveTo>
                  <a:pt x="1996896" y="1048901"/>
                </a:moveTo>
                <a:lnTo>
                  <a:pt x="2040323" y="1024978"/>
                </a:lnTo>
                <a:lnTo>
                  <a:pt x="2044080" y="1023194"/>
                </a:lnTo>
                <a:moveTo>
                  <a:pt x="2263515" y="690854"/>
                </a:moveTo>
                <a:lnTo>
                  <a:pt x="2250706" y="707174"/>
                </a:lnTo>
                <a:lnTo>
                  <a:pt x="2247956" y="709506"/>
                </a:lnTo>
                <a:lnTo>
                  <a:pt x="2245599" y="710096"/>
                </a:lnTo>
                <a:lnTo>
                  <a:pt x="2234959" y="710153"/>
                </a:lnTo>
                <a:lnTo>
                  <a:pt x="2222240" y="711757"/>
                </a:lnTo>
                <a:lnTo>
                  <a:pt x="2212321" y="714916"/>
                </a:lnTo>
                <a:lnTo>
                  <a:pt x="2165464" y="736073"/>
                </a:lnTo>
                <a:lnTo>
                  <a:pt x="2157288" y="739765"/>
                </a:lnTo>
                <a:moveTo>
                  <a:pt x="2302465" y="720989"/>
                </a:moveTo>
                <a:lnTo>
                  <a:pt x="2300189" y="710202"/>
                </a:lnTo>
                <a:lnTo>
                  <a:pt x="2292660" y="693309"/>
                </a:lnTo>
                <a:lnTo>
                  <a:pt x="2285957" y="684216"/>
                </a:lnTo>
                <a:moveTo>
                  <a:pt x="2307097" y="722823"/>
                </a:moveTo>
                <a:lnTo>
                  <a:pt x="2307351" y="722643"/>
                </a:lnTo>
                <a:lnTo>
                  <a:pt x="2340113" y="707608"/>
                </a:lnTo>
                <a:lnTo>
                  <a:pt x="2349722" y="703319"/>
                </a:lnTo>
                <a:lnTo>
                  <a:pt x="2398444" y="681180"/>
                </a:lnTo>
                <a:lnTo>
                  <a:pt x="2399099" y="680902"/>
                </a:lnTo>
                <a:moveTo>
                  <a:pt x="1978326" y="875071"/>
                </a:moveTo>
                <a:lnTo>
                  <a:pt x="1972777" y="863400"/>
                </a:lnTo>
                <a:lnTo>
                  <a:pt x="1969167" y="855755"/>
                </a:lnTo>
                <a:lnTo>
                  <a:pt x="1965370" y="847685"/>
                </a:lnTo>
                <a:lnTo>
                  <a:pt x="1960688" y="837807"/>
                </a:lnTo>
                <a:moveTo>
                  <a:pt x="2280358" y="355134"/>
                </a:moveTo>
                <a:lnTo>
                  <a:pt x="2417040" y="303465"/>
                </a:lnTo>
                <a:lnTo>
                  <a:pt x="2458928" y="287382"/>
                </a:lnTo>
                <a:lnTo>
                  <a:pt x="2554024" y="251051"/>
                </a:lnTo>
                <a:lnTo>
                  <a:pt x="2570769" y="249243"/>
                </a:lnTo>
                <a:lnTo>
                  <a:pt x="2635852" y="225909"/>
                </a:lnTo>
                <a:moveTo>
                  <a:pt x="2178232" y="784125"/>
                </a:moveTo>
                <a:lnTo>
                  <a:pt x="2186065" y="780671"/>
                </a:lnTo>
                <a:lnTo>
                  <a:pt x="2228313" y="762084"/>
                </a:lnTo>
                <a:lnTo>
                  <a:pt x="2238994" y="756019"/>
                </a:lnTo>
                <a:lnTo>
                  <a:pt x="2246573" y="750053"/>
                </a:lnTo>
                <a:lnTo>
                  <a:pt x="2253922" y="742834"/>
                </a:lnTo>
                <a:lnTo>
                  <a:pt x="2258686" y="735460"/>
                </a:lnTo>
                <a:lnTo>
                  <a:pt x="2260110" y="734232"/>
                </a:lnTo>
                <a:lnTo>
                  <a:pt x="2262205" y="733577"/>
                </a:lnTo>
                <a:lnTo>
                  <a:pt x="2281979" y="734003"/>
                </a:lnTo>
                <a:moveTo>
                  <a:pt x="2289877" y="732137"/>
                </a:moveTo>
                <a:lnTo>
                  <a:pt x="2300222" y="726980"/>
                </a:lnTo>
                <a:moveTo>
                  <a:pt x="2354035" y="540537"/>
                </a:moveTo>
                <a:lnTo>
                  <a:pt x="2407095" y="517318"/>
                </a:lnTo>
                <a:moveTo>
                  <a:pt x="2415476" y="513717"/>
                </a:moveTo>
                <a:lnTo>
                  <a:pt x="2532973" y="464053"/>
                </a:lnTo>
                <a:lnTo>
                  <a:pt x="2646328" y="414545"/>
                </a:lnTo>
                <a:moveTo>
                  <a:pt x="1866795" y="655612"/>
                </a:moveTo>
                <a:lnTo>
                  <a:pt x="1866607" y="655702"/>
                </a:lnTo>
                <a:lnTo>
                  <a:pt x="1861541" y="658681"/>
                </a:lnTo>
                <a:lnTo>
                  <a:pt x="1853103" y="663657"/>
                </a:lnTo>
                <a:moveTo>
                  <a:pt x="2264047" y="684004"/>
                </a:moveTo>
                <a:lnTo>
                  <a:pt x="2244052" y="642754"/>
                </a:lnTo>
                <a:lnTo>
                  <a:pt x="2243675" y="641993"/>
                </a:lnTo>
                <a:moveTo>
                  <a:pt x="2380136" y="635347"/>
                </a:moveTo>
                <a:lnTo>
                  <a:pt x="2379014" y="635854"/>
                </a:lnTo>
                <a:lnTo>
                  <a:pt x="2307244" y="670114"/>
                </a:lnTo>
                <a:lnTo>
                  <a:pt x="2287266" y="679183"/>
                </a:lnTo>
                <a:moveTo>
                  <a:pt x="2280227" y="682187"/>
                </a:moveTo>
                <a:lnTo>
                  <a:pt x="2269849" y="686271"/>
                </a:lnTo>
                <a:moveTo>
                  <a:pt x="2232422" y="920757"/>
                </a:moveTo>
                <a:lnTo>
                  <a:pt x="2182112" y="947528"/>
                </a:lnTo>
                <a:moveTo>
                  <a:pt x="2174042" y="951931"/>
                </a:moveTo>
                <a:lnTo>
                  <a:pt x="2128855" y="977164"/>
                </a:lnTo>
                <a:lnTo>
                  <a:pt x="2106610" y="989580"/>
                </a:lnTo>
                <a:lnTo>
                  <a:pt x="2101142" y="992633"/>
                </a:lnTo>
                <a:moveTo>
                  <a:pt x="2093138" y="996995"/>
                </a:moveTo>
                <a:lnTo>
                  <a:pt x="2075443" y="1006391"/>
                </a:lnTo>
                <a:lnTo>
                  <a:pt x="2059229" y="1014985"/>
                </a:lnTo>
                <a:lnTo>
                  <a:pt x="2056569" y="1016352"/>
                </a:lnTo>
                <a:lnTo>
                  <a:pt x="2054466" y="1017424"/>
                </a:lnTo>
                <a:moveTo>
                  <a:pt x="1861451" y="875431"/>
                </a:moveTo>
                <a:lnTo>
                  <a:pt x="1839034" y="824646"/>
                </a:lnTo>
                <a:moveTo>
                  <a:pt x="2028570" y="965771"/>
                </a:moveTo>
                <a:lnTo>
                  <a:pt x="2029503" y="965330"/>
                </a:lnTo>
                <a:lnTo>
                  <a:pt x="2148048" y="906057"/>
                </a:lnTo>
                <a:lnTo>
                  <a:pt x="2210463" y="875054"/>
                </a:lnTo>
                <a:moveTo>
                  <a:pt x="2217354" y="871642"/>
                </a:moveTo>
                <a:lnTo>
                  <a:pt x="2300075" y="830760"/>
                </a:lnTo>
                <a:lnTo>
                  <a:pt x="2432574" y="765652"/>
                </a:lnTo>
                <a:lnTo>
                  <a:pt x="2433949" y="764899"/>
                </a:lnTo>
                <a:moveTo>
                  <a:pt x="1956776" y="829459"/>
                </a:moveTo>
                <a:lnTo>
                  <a:pt x="1952970" y="821225"/>
                </a:lnTo>
                <a:lnTo>
                  <a:pt x="1941356" y="796107"/>
                </a:lnTo>
                <a:moveTo>
                  <a:pt x="2161920" y="785565"/>
                </a:moveTo>
                <a:lnTo>
                  <a:pt x="2161577" y="784779"/>
                </a:lnTo>
                <a:lnTo>
                  <a:pt x="2152958" y="767854"/>
                </a:lnTo>
                <a:lnTo>
                  <a:pt x="2144978" y="751714"/>
                </a:lnTo>
                <a:lnTo>
                  <a:pt x="2144897" y="751501"/>
                </a:lnTo>
                <a:moveTo>
                  <a:pt x="2303152" y="772666"/>
                </a:moveTo>
                <a:lnTo>
                  <a:pt x="2287741" y="738103"/>
                </a:lnTo>
                <a:moveTo>
                  <a:pt x="1954754" y="1148212"/>
                </a:moveTo>
                <a:lnTo>
                  <a:pt x="1992673" y="1153704"/>
                </a:lnTo>
                <a:moveTo>
                  <a:pt x="2001021" y="1155136"/>
                </a:moveTo>
                <a:lnTo>
                  <a:pt x="2035306" y="1162011"/>
                </a:lnTo>
                <a:lnTo>
                  <a:pt x="2037958" y="1163043"/>
                </a:lnTo>
                <a:moveTo>
                  <a:pt x="2489317" y="1136754"/>
                </a:moveTo>
                <a:lnTo>
                  <a:pt x="2489129" y="1133685"/>
                </a:lnTo>
                <a:moveTo>
                  <a:pt x="2237758" y="1145888"/>
                </a:moveTo>
                <a:lnTo>
                  <a:pt x="2261747" y="1132326"/>
                </a:lnTo>
                <a:moveTo>
                  <a:pt x="2269669" y="1127751"/>
                </a:moveTo>
                <a:lnTo>
                  <a:pt x="2319464" y="1098418"/>
                </a:lnTo>
                <a:moveTo>
                  <a:pt x="2328843" y="1092009"/>
                </a:moveTo>
                <a:lnTo>
                  <a:pt x="2383434" y="1049695"/>
                </a:lnTo>
                <a:moveTo>
                  <a:pt x="2216495" y="1164434"/>
                </a:moveTo>
                <a:lnTo>
                  <a:pt x="2225465" y="1179714"/>
                </a:lnTo>
                <a:lnTo>
                  <a:pt x="2233265" y="1180410"/>
                </a:lnTo>
                <a:lnTo>
                  <a:pt x="2273181" y="1149571"/>
                </a:lnTo>
                <a:lnTo>
                  <a:pt x="2272771" y="1141853"/>
                </a:lnTo>
                <a:lnTo>
                  <a:pt x="2268073" y="1134020"/>
                </a:lnTo>
                <a:moveTo>
                  <a:pt x="1950376" y="1145143"/>
                </a:moveTo>
                <a:lnTo>
                  <a:pt x="1940088" y="1124215"/>
                </a:lnTo>
                <a:moveTo>
                  <a:pt x="2215128" y="1114206"/>
                </a:moveTo>
                <a:lnTo>
                  <a:pt x="2231792" y="1144210"/>
                </a:lnTo>
                <a:moveTo>
                  <a:pt x="2109065" y="1151748"/>
                </a:moveTo>
                <a:lnTo>
                  <a:pt x="2122168" y="1157518"/>
                </a:lnTo>
                <a:lnTo>
                  <a:pt x="2124959" y="1158156"/>
                </a:lnTo>
                <a:lnTo>
                  <a:pt x="2127938" y="1157436"/>
                </a:lnTo>
                <a:lnTo>
                  <a:pt x="2208891" y="1112430"/>
                </a:lnTo>
                <a:moveTo>
                  <a:pt x="2453976" y="441587"/>
                </a:moveTo>
                <a:lnTo>
                  <a:pt x="2441356" y="411280"/>
                </a:lnTo>
                <a:moveTo>
                  <a:pt x="2314635" y="456286"/>
                </a:moveTo>
                <a:lnTo>
                  <a:pt x="2358037" y="439631"/>
                </a:lnTo>
                <a:lnTo>
                  <a:pt x="2369578" y="434008"/>
                </a:lnTo>
                <a:lnTo>
                  <a:pt x="2432901" y="409618"/>
                </a:lnTo>
                <a:moveTo>
                  <a:pt x="2443868" y="405329"/>
                </a:moveTo>
                <a:lnTo>
                  <a:pt x="2473619" y="393486"/>
                </a:lnTo>
                <a:lnTo>
                  <a:pt x="2474879" y="393012"/>
                </a:lnTo>
                <a:moveTo>
                  <a:pt x="2294280" y="1037116"/>
                </a:moveTo>
                <a:lnTo>
                  <a:pt x="2307073" y="1062422"/>
                </a:lnTo>
                <a:lnTo>
                  <a:pt x="2319398" y="1087770"/>
                </a:lnTo>
                <a:lnTo>
                  <a:pt x="2320978" y="1091576"/>
                </a:lnTo>
                <a:moveTo>
                  <a:pt x="1786121" y="1072342"/>
                </a:moveTo>
                <a:lnTo>
                  <a:pt x="1802522" y="1082679"/>
                </a:lnTo>
                <a:lnTo>
                  <a:pt x="1809717" y="1084725"/>
                </a:lnTo>
                <a:lnTo>
                  <a:pt x="1822918" y="1078194"/>
                </a:lnTo>
                <a:lnTo>
                  <a:pt x="1839958" y="1067055"/>
                </a:lnTo>
                <a:lnTo>
                  <a:pt x="1845221" y="1063617"/>
                </a:lnTo>
                <a:lnTo>
                  <a:pt x="1888411" y="1036944"/>
                </a:lnTo>
                <a:lnTo>
                  <a:pt x="1930921" y="1014036"/>
                </a:lnTo>
                <a:lnTo>
                  <a:pt x="2017889" y="971100"/>
                </a:lnTo>
                <a:lnTo>
                  <a:pt x="2017971" y="971059"/>
                </a:lnTo>
                <a:moveTo>
                  <a:pt x="2072767" y="1060646"/>
                </a:moveTo>
                <a:lnTo>
                  <a:pt x="2066767" y="1050039"/>
                </a:lnTo>
                <a:lnTo>
                  <a:pt x="2055350" y="1028931"/>
                </a:lnTo>
                <a:lnTo>
                  <a:pt x="2052625" y="1023890"/>
                </a:lnTo>
                <a:moveTo>
                  <a:pt x="2230294" y="1150373"/>
                </a:moveTo>
                <a:lnTo>
                  <a:pt x="2217976" y="1158246"/>
                </a:lnTo>
                <a:moveTo>
                  <a:pt x="2210373" y="1162723"/>
                </a:moveTo>
                <a:lnTo>
                  <a:pt x="2182234" y="1177963"/>
                </a:lnTo>
                <a:moveTo>
                  <a:pt x="2174189" y="1182407"/>
                </a:moveTo>
                <a:lnTo>
                  <a:pt x="2133283" y="1205414"/>
                </a:lnTo>
                <a:lnTo>
                  <a:pt x="2124493" y="1211380"/>
                </a:lnTo>
                <a:moveTo>
                  <a:pt x="2485421" y="1140372"/>
                </a:moveTo>
                <a:lnTo>
                  <a:pt x="2437574" y="1189749"/>
                </a:lnTo>
                <a:moveTo>
                  <a:pt x="2516530" y="1165105"/>
                </a:moveTo>
                <a:lnTo>
                  <a:pt x="2490856" y="1140339"/>
                </a:lnTo>
                <a:moveTo>
                  <a:pt x="2350950" y="1138816"/>
                </a:moveTo>
                <a:lnTo>
                  <a:pt x="2218688" y="1242318"/>
                </a:lnTo>
                <a:moveTo>
                  <a:pt x="2171030" y="241541"/>
                </a:moveTo>
                <a:lnTo>
                  <a:pt x="2163254" y="247516"/>
                </a:lnTo>
                <a:lnTo>
                  <a:pt x="2134576" y="255798"/>
                </a:lnTo>
                <a:lnTo>
                  <a:pt x="2111921" y="262657"/>
                </a:lnTo>
                <a:lnTo>
                  <a:pt x="2078668" y="271873"/>
                </a:lnTo>
                <a:moveTo>
                  <a:pt x="2073601" y="269958"/>
                </a:moveTo>
                <a:lnTo>
                  <a:pt x="2048131" y="230738"/>
                </a:lnTo>
                <a:moveTo>
                  <a:pt x="1550931" y="103043"/>
                </a:moveTo>
                <a:lnTo>
                  <a:pt x="1552158" y="103599"/>
                </a:lnTo>
                <a:lnTo>
                  <a:pt x="1556202" y="105736"/>
                </a:lnTo>
                <a:lnTo>
                  <a:pt x="1631065" y="145177"/>
                </a:lnTo>
                <a:lnTo>
                  <a:pt x="1661823" y="161456"/>
                </a:lnTo>
                <a:lnTo>
                  <a:pt x="1690485" y="176630"/>
                </a:lnTo>
                <a:lnTo>
                  <a:pt x="1745026" y="206274"/>
                </a:lnTo>
                <a:lnTo>
                  <a:pt x="1772354" y="220245"/>
                </a:lnTo>
                <a:moveTo>
                  <a:pt x="1780441" y="224460"/>
                </a:moveTo>
                <a:lnTo>
                  <a:pt x="1801352" y="235550"/>
                </a:lnTo>
                <a:lnTo>
                  <a:pt x="1848888" y="259866"/>
                </a:lnTo>
                <a:moveTo>
                  <a:pt x="2449720" y="450107"/>
                </a:moveTo>
                <a:lnTo>
                  <a:pt x="2441806" y="453446"/>
                </a:lnTo>
                <a:lnTo>
                  <a:pt x="2390407" y="475143"/>
                </a:lnTo>
                <a:lnTo>
                  <a:pt x="2400646" y="494254"/>
                </a:lnTo>
                <a:lnTo>
                  <a:pt x="2408184" y="508896"/>
                </a:lnTo>
                <a:moveTo>
                  <a:pt x="2497436" y="900189"/>
                </a:moveTo>
                <a:lnTo>
                  <a:pt x="2496339" y="891661"/>
                </a:lnTo>
                <a:lnTo>
                  <a:pt x="2493892" y="883452"/>
                </a:lnTo>
                <a:lnTo>
                  <a:pt x="2491052" y="874023"/>
                </a:lnTo>
                <a:lnTo>
                  <a:pt x="2482786" y="853488"/>
                </a:lnTo>
                <a:lnTo>
                  <a:pt x="2479324" y="844444"/>
                </a:lnTo>
                <a:lnTo>
                  <a:pt x="2477024" y="838290"/>
                </a:lnTo>
                <a:moveTo>
                  <a:pt x="2472735" y="827412"/>
                </a:moveTo>
                <a:lnTo>
                  <a:pt x="2469592" y="819842"/>
                </a:lnTo>
                <a:lnTo>
                  <a:pt x="2465246" y="812598"/>
                </a:lnTo>
                <a:lnTo>
                  <a:pt x="2451480" y="780515"/>
                </a:lnTo>
                <a:lnTo>
                  <a:pt x="2448059" y="771520"/>
                </a:lnTo>
                <a:lnTo>
                  <a:pt x="2446610" y="767166"/>
                </a:lnTo>
                <a:moveTo>
                  <a:pt x="2365166" y="575436"/>
                </a:moveTo>
                <a:lnTo>
                  <a:pt x="2364176" y="573488"/>
                </a:lnTo>
                <a:lnTo>
                  <a:pt x="2362686" y="570493"/>
                </a:lnTo>
                <a:moveTo>
                  <a:pt x="2359691" y="564436"/>
                </a:moveTo>
                <a:lnTo>
                  <a:pt x="2351678" y="546561"/>
                </a:lnTo>
                <a:moveTo>
                  <a:pt x="2346628" y="535987"/>
                </a:moveTo>
                <a:lnTo>
                  <a:pt x="2324154" y="491799"/>
                </a:lnTo>
                <a:lnTo>
                  <a:pt x="2311836" y="462474"/>
                </a:lnTo>
                <a:moveTo>
                  <a:pt x="2307253" y="451588"/>
                </a:moveTo>
                <a:lnTo>
                  <a:pt x="2303717" y="443215"/>
                </a:lnTo>
                <a:lnTo>
                  <a:pt x="2297431" y="425324"/>
                </a:lnTo>
                <a:lnTo>
                  <a:pt x="2294264" y="415650"/>
                </a:lnTo>
                <a:moveTo>
                  <a:pt x="2290573" y="404388"/>
                </a:moveTo>
                <a:lnTo>
                  <a:pt x="2288723" y="398749"/>
                </a:lnTo>
                <a:lnTo>
                  <a:pt x="2285326" y="390876"/>
                </a:lnTo>
                <a:lnTo>
                  <a:pt x="2278509" y="382069"/>
                </a:lnTo>
                <a:lnTo>
                  <a:pt x="2278255" y="381750"/>
                </a:lnTo>
                <a:moveTo>
                  <a:pt x="2234722" y="310013"/>
                </a:moveTo>
                <a:lnTo>
                  <a:pt x="2236678" y="310872"/>
                </a:lnTo>
                <a:lnTo>
                  <a:pt x="2240353" y="313254"/>
                </a:lnTo>
                <a:lnTo>
                  <a:pt x="2245149" y="317207"/>
                </a:lnTo>
                <a:lnTo>
                  <a:pt x="2247735" y="319376"/>
                </a:lnTo>
                <a:lnTo>
                  <a:pt x="2250411" y="322748"/>
                </a:lnTo>
                <a:lnTo>
                  <a:pt x="2253521" y="327945"/>
                </a:lnTo>
                <a:lnTo>
                  <a:pt x="2256762" y="337734"/>
                </a:lnTo>
                <a:lnTo>
                  <a:pt x="2267672" y="372583"/>
                </a:lnTo>
                <a:lnTo>
                  <a:pt x="2276904" y="402317"/>
                </a:lnTo>
                <a:lnTo>
                  <a:pt x="2278730" y="408276"/>
                </a:lnTo>
                <a:moveTo>
                  <a:pt x="2282765" y="420021"/>
                </a:moveTo>
                <a:lnTo>
                  <a:pt x="2285834" y="429261"/>
                </a:lnTo>
                <a:lnTo>
                  <a:pt x="2288224" y="434802"/>
                </a:lnTo>
                <a:lnTo>
                  <a:pt x="2316853" y="494508"/>
                </a:lnTo>
                <a:lnTo>
                  <a:pt x="2350082" y="564755"/>
                </a:lnTo>
                <a:moveTo>
                  <a:pt x="2351654" y="568299"/>
                </a:moveTo>
                <a:lnTo>
                  <a:pt x="2354215" y="573955"/>
                </a:lnTo>
                <a:moveTo>
                  <a:pt x="2354215" y="573955"/>
                </a:moveTo>
                <a:lnTo>
                  <a:pt x="2355599" y="576336"/>
                </a:lnTo>
                <a:lnTo>
                  <a:pt x="2357522" y="579487"/>
                </a:lnTo>
                <a:moveTo>
                  <a:pt x="2442854" y="756256"/>
                </a:moveTo>
                <a:lnTo>
                  <a:pt x="2440398" y="749578"/>
                </a:lnTo>
                <a:lnTo>
                  <a:pt x="2426640" y="721636"/>
                </a:lnTo>
                <a:moveTo>
                  <a:pt x="2417310" y="698163"/>
                </a:moveTo>
                <a:lnTo>
                  <a:pt x="2406056" y="668715"/>
                </a:lnTo>
                <a:lnTo>
                  <a:pt x="2392453" y="636460"/>
                </a:lnTo>
                <a:moveTo>
                  <a:pt x="2287741" y="617766"/>
                </a:moveTo>
                <a:lnTo>
                  <a:pt x="2289901" y="616711"/>
                </a:lnTo>
                <a:lnTo>
                  <a:pt x="2294599" y="616760"/>
                </a:lnTo>
                <a:lnTo>
                  <a:pt x="2300672" y="615565"/>
                </a:lnTo>
                <a:lnTo>
                  <a:pt x="2350164" y="594260"/>
                </a:lnTo>
                <a:moveTo>
                  <a:pt x="2350164" y="594260"/>
                </a:moveTo>
                <a:lnTo>
                  <a:pt x="2357505" y="591723"/>
                </a:lnTo>
                <a:moveTo>
                  <a:pt x="2079396" y="316012"/>
                </a:moveTo>
                <a:lnTo>
                  <a:pt x="2079265" y="316110"/>
                </a:lnTo>
                <a:moveTo>
                  <a:pt x="2070074" y="322600"/>
                </a:moveTo>
                <a:lnTo>
                  <a:pt x="2066784" y="325735"/>
                </a:lnTo>
                <a:lnTo>
                  <a:pt x="2061636" y="330654"/>
                </a:lnTo>
                <a:lnTo>
                  <a:pt x="2046298" y="349748"/>
                </a:lnTo>
                <a:lnTo>
                  <a:pt x="2029520" y="372166"/>
                </a:lnTo>
                <a:lnTo>
                  <a:pt x="2015696" y="389370"/>
                </a:lnTo>
                <a:lnTo>
                  <a:pt x="1996831" y="404462"/>
                </a:lnTo>
                <a:lnTo>
                  <a:pt x="1993770" y="406320"/>
                </a:lnTo>
                <a:lnTo>
                  <a:pt x="1979095" y="413383"/>
                </a:lnTo>
                <a:lnTo>
                  <a:pt x="1965468" y="418220"/>
                </a:lnTo>
                <a:lnTo>
                  <a:pt x="1949688" y="422476"/>
                </a:lnTo>
                <a:lnTo>
                  <a:pt x="1910623" y="426781"/>
                </a:lnTo>
                <a:lnTo>
                  <a:pt x="1895122" y="428402"/>
                </a:lnTo>
                <a:lnTo>
                  <a:pt x="1868547" y="430685"/>
                </a:lnTo>
                <a:lnTo>
                  <a:pt x="1856033" y="433410"/>
                </a:lnTo>
                <a:lnTo>
                  <a:pt x="1845769" y="437110"/>
                </a:lnTo>
                <a:lnTo>
                  <a:pt x="1838207" y="441104"/>
                </a:lnTo>
                <a:moveTo>
                  <a:pt x="2189772" y="284010"/>
                </a:moveTo>
                <a:lnTo>
                  <a:pt x="2189445" y="286155"/>
                </a:lnTo>
                <a:lnTo>
                  <a:pt x="2189502" y="286859"/>
                </a:lnTo>
                <a:lnTo>
                  <a:pt x="2190411" y="292891"/>
                </a:lnTo>
                <a:lnTo>
                  <a:pt x="2193635" y="302237"/>
                </a:lnTo>
                <a:lnTo>
                  <a:pt x="2197441" y="306272"/>
                </a:lnTo>
                <a:lnTo>
                  <a:pt x="2198080" y="306960"/>
                </a:lnTo>
                <a:lnTo>
                  <a:pt x="2198341" y="307164"/>
                </a:lnTo>
                <a:moveTo>
                  <a:pt x="2898387" y="2803577"/>
                </a:moveTo>
                <a:lnTo>
                  <a:pt x="2893296" y="2795802"/>
                </a:lnTo>
                <a:lnTo>
                  <a:pt x="2892224" y="2794165"/>
                </a:lnTo>
                <a:lnTo>
                  <a:pt x="2889637" y="2790253"/>
                </a:lnTo>
                <a:lnTo>
                  <a:pt x="2885521" y="2786193"/>
                </a:lnTo>
                <a:lnTo>
                  <a:pt x="2876198" y="2782298"/>
                </a:lnTo>
                <a:moveTo>
                  <a:pt x="2539463" y="2745246"/>
                </a:moveTo>
                <a:lnTo>
                  <a:pt x="2577472" y="2722338"/>
                </a:lnTo>
                <a:lnTo>
                  <a:pt x="2580116" y="2720734"/>
                </a:lnTo>
                <a:lnTo>
                  <a:pt x="2582252" y="2719449"/>
                </a:lnTo>
                <a:moveTo>
                  <a:pt x="2567504" y="2679443"/>
                </a:moveTo>
                <a:lnTo>
                  <a:pt x="2559810" y="2666479"/>
                </a:lnTo>
                <a:lnTo>
                  <a:pt x="2552567" y="2654030"/>
                </a:lnTo>
                <a:lnTo>
                  <a:pt x="2527007" y="2612068"/>
                </a:lnTo>
                <a:moveTo>
                  <a:pt x="2936486" y="2785972"/>
                </a:moveTo>
                <a:lnTo>
                  <a:pt x="2992435" y="2752481"/>
                </a:lnTo>
                <a:lnTo>
                  <a:pt x="3059147" y="2711723"/>
                </a:lnTo>
                <a:lnTo>
                  <a:pt x="3080991" y="2699028"/>
                </a:lnTo>
                <a:lnTo>
                  <a:pt x="3099922" y="2687513"/>
                </a:lnTo>
                <a:lnTo>
                  <a:pt x="3111298" y="2680638"/>
                </a:lnTo>
                <a:lnTo>
                  <a:pt x="3128085" y="2670530"/>
                </a:lnTo>
                <a:moveTo>
                  <a:pt x="2631891" y="2799002"/>
                </a:moveTo>
                <a:lnTo>
                  <a:pt x="2631146" y="2799968"/>
                </a:lnTo>
                <a:lnTo>
                  <a:pt x="2629575" y="2802931"/>
                </a:lnTo>
                <a:lnTo>
                  <a:pt x="2628748" y="2806376"/>
                </a:lnTo>
                <a:lnTo>
                  <a:pt x="2628724" y="2809937"/>
                </a:lnTo>
                <a:lnTo>
                  <a:pt x="2629493" y="2813391"/>
                </a:lnTo>
                <a:lnTo>
                  <a:pt x="2631023" y="2816591"/>
                </a:lnTo>
                <a:lnTo>
                  <a:pt x="2633233" y="2819365"/>
                </a:lnTo>
                <a:lnTo>
                  <a:pt x="2636016" y="2821583"/>
                </a:lnTo>
                <a:lnTo>
                  <a:pt x="2639314" y="2823146"/>
                </a:lnTo>
                <a:lnTo>
                  <a:pt x="2642891" y="2823908"/>
                </a:lnTo>
                <a:lnTo>
                  <a:pt x="2646541" y="2823834"/>
                </a:lnTo>
                <a:lnTo>
                  <a:pt x="2650085" y="2822909"/>
                </a:lnTo>
                <a:lnTo>
                  <a:pt x="2653310" y="2821199"/>
                </a:lnTo>
                <a:lnTo>
                  <a:pt x="2656314" y="2818506"/>
                </a:lnTo>
                <a:lnTo>
                  <a:pt x="2658523" y="2815150"/>
                </a:lnTo>
                <a:lnTo>
                  <a:pt x="2659808" y="2811336"/>
                </a:lnTo>
                <a:lnTo>
                  <a:pt x="2660070" y="2806851"/>
                </a:lnTo>
                <a:lnTo>
                  <a:pt x="2659325" y="2803381"/>
                </a:lnTo>
                <a:lnTo>
                  <a:pt x="2657590" y="2799755"/>
                </a:lnTo>
                <a:lnTo>
                  <a:pt x="2654988" y="2796678"/>
                </a:lnTo>
                <a:lnTo>
                  <a:pt x="2651681" y="2794370"/>
                </a:lnTo>
                <a:lnTo>
                  <a:pt x="2647908" y="2792978"/>
                </a:lnTo>
                <a:lnTo>
                  <a:pt x="2643898" y="2792651"/>
                </a:lnTo>
                <a:lnTo>
                  <a:pt x="2642212" y="2792897"/>
                </a:lnTo>
                <a:moveTo>
                  <a:pt x="2636663" y="2794656"/>
                </a:moveTo>
                <a:lnTo>
                  <a:pt x="2636253" y="2794836"/>
                </a:lnTo>
                <a:moveTo>
                  <a:pt x="2566669" y="2368833"/>
                </a:moveTo>
                <a:lnTo>
                  <a:pt x="2570352" y="2364765"/>
                </a:lnTo>
                <a:lnTo>
                  <a:pt x="2609465" y="2324317"/>
                </a:lnTo>
                <a:lnTo>
                  <a:pt x="2616660" y="2316861"/>
                </a:lnTo>
                <a:lnTo>
                  <a:pt x="2667805" y="2264055"/>
                </a:lnTo>
                <a:lnTo>
                  <a:pt x="2671676" y="2260012"/>
                </a:lnTo>
                <a:lnTo>
                  <a:pt x="2674557" y="2257000"/>
                </a:lnTo>
                <a:moveTo>
                  <a:pt x="2639200" y="1740287"/>
                </a:moveTo>
                <a:lnTo>
                  <a:pt x="2639372" y="1742874"/>
                </a:lnTo>
                <a:lnTo>
                  <a:pt x="2681407" y="1784803"/>
                </a:lnTo>
                <a:lnTo>
                  <a:pt x="2682815" y="1786211"/>
                </a:lnTo>
                <a:moveTo>
                  <a:pt x="2691302" y="1794502"/>
                </a:moveTo>
                <a:lnTo>
                  <a:pt x="2697547" y="1800485"/>
                </a:lnTo>
                <a:lnTo>
                  <a:pt x="2743454" y="1844435"/>
                </a:lnTo>
                <a:lnTo>
                  <a:pt x="2751786" y="1848217"/>
                </a:lnTo>
                <a:moveTo>
                  <a:pt x="2721061" y="1775186"/>
                </a:moveTo>
                <a:lnTo>
                  <a:pt x="2726962" y="1780793"/>
                </a:lnTo>
                <a:lnTo>
                  <a:pt x="2769047" y="1819309"/>
                </a:lnTo>
                <a:lnTo>
                  <a:pt x="2783403" y="1805608"/>
                </a:lnTo>
                <a:lnTo>
                  <a:pt x="2795368" y="1792398"/>
                </a:lnTo>
                <a:lnTo>
                  <a:pt x="2795147" y="1789321"/>
                </a:lnTo>
                <a:lnTo>
                  <a:pt x="2756877" y="1752024"/>
                </a:lnTo>
                <a:lnTo>
                  <a:pt x="2750394" y="1745943"/>
                </a:lnTo>
                <a:moveTo>
                  <a:pt x="2986157" y="1667257"/>
                </a:moveTo>
                <a:lnTo>
                  <a:pt x="2957405" y="1694462"/>
                </a:lnTo>
                <a:lnTo>
                  <a:pt x="2944678" y="1706207"/>
                </a:lnTo>
                <a:lnTo>
                  <a:pt x="2929455" y="1720694"/>
                </a:lnTo>
                <a:moveTo>
                  <a:pt x="2923873" y="1725997"/>
                </a:moveTo>
                <a:lnTo>
                  <a:pt x="2912308" y="1736973"/>
                </a:lnTo>
                <a:lnTo>
                  <a:pt x="2870928" y="1776078"/>
                </a:lnTo>
                <a:lnTo>
                  <a:pt x="2866271" y="1780482"/>
                </a:lnTo>
                <a:lnTo>
                  <a:pt x="2831102" y="1812639"/>
                </a:lnTo>
                <a:moveTo>
                  <a:pt x="2850524" y="1925838"/>
                </a:moveTo>
                <a:lnTo>
                  <a:pt x="2850761" y="1925527"/>
                </a:lnTo>
                <a:lnTo>
                  <a:pt x="2890857" y="1884343"/>
                </a:lnTo>
                <a:moveTo>
                  <a:pt x="2899148" y="1875839"/>
                </a:moveTo>
                <a:lnTo>
                  <a:pt x="2905867" y="1868972"/>
                </a:lnTo>
                <a:moveTo>
                  <a:pt x="2914068" y="1860379"/>
                </a:moveTo>
                <a:lnTo>
                  <a:pt x="2929602" y="1843723"/>
                </a:lnTo>
                <a:moveTo>
                  <a:pt x="2937820" y="1835203"/>
                </a:moveTo>
                <a:lnTo>
                  <a:pt x="2963805" y="1809136"/>
                </a:lnTo>
                <a:lnTo>
                  <a:pt x="2968994" y="1803938"/>
                </a:lnTo>
                <a:lnTo>
                  <a:pt x="2957692" y="1792022"/>
                </a:lnTo>
                <a:lnTo>
                  <a:pt x="2952593" y="1786661"/>
                </a:lnTo>
                <a:lnTo>
                  <a:pt x="2952167" y="1786211"/>
                </a:lnTo>
                <a:lnTo>
                  <a:pt x="2951496" y="1783886"/>
                </a:lnTo>
                <a:lnTo>
                  <a:pt x="2952208" y="1780956"/>
                </a:lnTo>
                <a:lnTo>
                  <a:pt x="2964804" y="1768205"/>
                </a:lnTo>
                <a:lnTo>
                  <a:pt x="2966408" y="1764415"/>
                </a:lnTo>
                <a:lnTo>
                  <a:pt x="2965966" y="1760757"/>
                </a:lnTo>
                <a:moveTo>
                  <a:pt x="2704037" y="1785351"/>
                </a:moveTo>
                <a:lnTo>
                  <a:pt x="2714669" y="1775145"/>
                </a:lnTo>
                <a:moveTo>
                  <a:pt x="2720955" y="1768950"/>
                </a:moveTo>
                <a:lnTo>
                  <a:pt x="2742668" y="1746999"/>
                </a:lnTo>
                <a:moveTo>
                  <a:pt x="2751066" y="1739191"/>
                </a:moveTo>
                <a:lnTo>
                  <a:pt x="2760175" y="1731448"/>
                </a:lnTo>
                <a:moveTo>
                  <a:pt x="2766616" y="1725735"/>
                </a:moveTo>
                <a:lnTo>
                  <a:pt x="2789606" y="1704562"/>
                </a:lnTo>
                <a:moveTo>
                  <a:pt x="2796588" y="1698096"/>
                </a:moveTo>
                <a:lnTo>
                  <a:pt x="2805124" y="1690141"/>
                </a:lnTo>
                <a:moveTo>
                  <a:pt x="2813513" y="1681948"/>
                </a:moveTo>
                <a:lnTo>
                  <a:pt x="2839507" y="1655381"/>
                </a:lnTo>
                <a:lnTo>
                  <a:pt x="2825209" y="1641631"/>
                </a:lnTo>
                <a:lnTo>
                  <a:pt x="2823777" y="1640248"/>
                </a:lnTo>
                <a:moveTo>
                  <a:pt x="2691613" y="1787561"/>
                </a:moveTo>
                <a:lnTo>
                  <a:pt x="2691728" y="1787447"/>
                </a:lnTo>
                <a:moveTo>
                  <a:pt x="2893861" y="1471926"/>
                </a:moveTo>
                <a:lnTo>
                  <a:pt x="2855696" y="1508502"/>
                </a:lnTo>
                <a:moveTo>
                  <a:pt x="2849083" y="1514862"/>
                </a:moveTo>
                <a:lnTo>
                  <a:pt x="2811066" y="1551397"/>
                </a:lnTo>
                <a:moveTo>
                  <a:pt x="2994194" y="1890121"/>
                </a:moveTo>
                <a:lnTo>
                  <a:pt x="3021432" y="1862318"/>
                </a:lnTo>
                <a:lnTo>
                  <a:pt x="3025762" y="1857907"/>
                </a:lnTo>
                <a:lnTo>
                  <a:pt x="3061201" y="1821764"/>
                </a:lnTo>
                <a:lnTo>
                  <a:pt x="3100929" y="1782315"/>
                </a:lnTo>
                <a:moveTo>
                  <a:pt x="2742374" y="1736793"/>
                </a:moveTo>
                <a:lnTo>
                  <a:pt x="2733223" y="1728575"/>
                </a:lnTo>
                <a:moveTo>
                  <a:pt x="2726774" y="1722543"/>
                </a:moveTo>
                <a:lnTo>
                  <a:pt x="2697375" y="1694004"/>
                </a:lnTo>
                <a:moveTo>
                  <a:pt x="2690852" y="1687817"/>
                </a:moveTo>
                <a:lnTo>
                  <a:pt x="2683985" y="1681457"/>
                </a:lnTo>
                <a:moveTo>
                  <a:pt x="2650994" y="1733380"/>
                </a:moveTo>
                <a:lnTo>
                  <a:pt x="2662165" y="1721946"/>
                </a:lnTo>
                <a:lnTo>
                  <a:pt x="2664277" y="1721905"/>
                </a:lnTo>
                <a:lnTo>
                  <a:pt x="2666331" y="1721856"/>
                </a:lnTo>
                <a:lnTo>
                  <a:pt x="2682610" y="1737488"/>
                </a:lnTo>
                <a:lnTo>
                  <a:pt x="2698529" y="1752785"/>
                </a:lnTo>
                <a:lnTo>
                  <a:pt x="2704185" y="1752752"/>
                </a:lnTo>
                <a:lnTo>
                  <a:pt x="2725080" y="1730785"/>
                </a:lnTo>
                <a:moveTo>
                  <a:pt x="2967276" y="1753620"/>
                </a:moveTo>
                <a:lnTo>
                  <a:pt x="2979446" y="1740991"/>
                </a:lnTo>
                <a:lnTo>
                  <a:pt x="2986779" y="1733208"/>
                </a:lnTo>
                <a:lnTo>
                  <a:pt x="3000357" y="1718803"/>
                </a:lnTo>
                <a:lnTo>
                  <a:pt x="3016096" y="1702393"/>
                </a:lnTo>
                <a:moveTo>
                  <a:pt x="2766493" y="1731808"/>
                </a:moveTo>
                <a:lnTo>
                  <a:pt x="2772353" y="1737685"/>
                </a:lnTo>
                <a:lnTo>
                  <a:pt x="2780063" y="1745002"/>
                </a:lnTo>
                <a:lnTo>
                  <a:pt x="2796162" y="1760405"/>
                </a:lnTo>
                <a:lnTo>
                  <a:pt x="2810133" y="1773901"/>
                </a:lnTo>
                <a:lnTo>
                  <a:pt x="2814045" y="1775170"/>
                </a:lnTo>
                <a:lnTo>
                  <a:pt x="2817344" y="1773754"/>
                </a:lnTo>
                <a:lnTo>
                  <a:pt x="2820339" y="1770685"/>
                </a:lnTo>
                <a:lnTo>
                  <a:pt x="2842421" y="1748415"/>
                </a:lnTo>
                <a:lnTo>
                  <a:pt x="2838042" y="1744249"/>
                </a:lnTo>
                <a:lnTo>
                  <a:pt x="2801900" y="1709628"/>
                </a:lnTo>
                <a:lnTo>
                  <a:pt x="2796547" y="1704497"/>
                </a:lnTo>
                <a:moveTo>
                  <a:pt x="2905695" y="1858775"/>
                </a:moveTo>
                <a:lnTo>
                  <a:pt x="2890284" y="1843977"/>
                </a:lnTo>
                <a:lnTo>
                  <a:pt x="2890268" y="1841923"/>
                </a:lnTo>
                <a:lnTo>
                  <a:pt x="2890251" y="1840359"/>
                </a:lnTo>
                <a:lnTo>
                  <a:pt x="2908183" y="1822239"/>
                </a:lnTo>
                <a:moveTo>
                  <a:pt x="2609408" y="1746974"/>
                </a:moveTo>
                <a:lnTo>
                  <a:pt x="2604710" y="1765635"/>
                </a:lnTo>
                <a:lnTo>
                  <a:pt x="2606372" y="1769825"/>
                </a:lnTo>
                <a:lnTo>
                  <a:pt x="2658425" y="1819137"/>
                </a:lnTo>
                <a:moveTo>
                  <a:pt x="2958952" y="1751967"/>
                </a:moveTo>
                <a:lnTo>
                  <a:pt x="2929471" y="1724287"/>
                </a:lnTo>
                <a:moveTo>
                  <a:pt x="2610939" y="1744314"/>
                </a:moveTo>
                <a:lnTo>
                  <a:pt x="2622299" y="1733134"/>
                </a:lnTo>
                <a:lnTo>
                  <a:pt x="2624378" y="1730139"/>
                </a:lnTo>
                <a:lnTo>
                  <a:pt x="2626620" y="1727454"/>
                </a:lnTo>
                <a:moveTo>
                  <a:pt x="2985854" y="1888370"/>
                </a:moveTo>
                <a:lnTo>
                  <a:pt x="2937885" y="1841685"/>
                </a:lnTo>
                <a:moveTo>
                  <a:pt x="2811786" y="1690305"/>
                </a:moveTo>
                <a:lnTo>
                  <a:pt x="2816550" y="1694904"/>
                </a:lnTo>
                <a:lnTo>
                  <a:pt x="2837494" y="1715161"/>
                </a:lnTo>
                <a:lnTo>
                  <a:pt x="2847675" y="1724753"/>
                </a:lnTo>
                <a:moveTo>
                  <a:pt x="2770987" y="1686540"/>
                </a:moveTo>
                <a:lnTo>
                  <a:pt x="2745140" y="1712182"/>
                </a:lnTo>
                <a:lnTo>
                  <a:pt x="2708015" y="1676506"/>
                </a:lnTo>
                <a:lnTo>
                  <a:pt x="2697277" y="1687620"/>
                </a:lnTo>
                <a:moveTo>
                  <a:pt x="2872753" y="2020910"/>
                </a:moveTo>
                <a:lnTo>
                  <a:pt x="2865632" y="2017464"/>
                </a:lnTo>
                <a:lnTo>
                  <a:pt x="2815821" y="1969519"/>
                </a:lnTo>
                <a:moveTo>
                  <a:pt x="2807400" y="1961236"/>
                </a:moveTo>
                <a:lnTo>
                  <a:pt x="2788223" y="1941970"/>
                </a:lnTo>
                <a:lnTo>
                  <a:pt x="2735720" y="1892249"/>
                </a:lnTo>
                <a:lnTo>
                  <a:pt x="2730473" y="1887019"/>
                </a:lnTo>
                <a:lnTo>
                  <a:pt x="2664817" y="1823909"/>
                </a:lnTo>
                <a:lnTo>
                  <a:pt x="2661020" y="1819890"/>
                </a:lnTo>
                <a:moveTo>
                  <a:pt x="2815674" y="1642278"/>
                </a:moveTo>
                <a:lnTo>
                  <a:pt x="2790777" y="1668542"/>
                </a:lnTo>
                <a:lnTo>
                  <a:pt x="2770176" y="1649120"/>
                </a:lnTo>
                <a:lnTo>
                  <a:pt x="2752973" y="1632890"/>
                </a:lnTo>
                <a:lnTo>
                  <a:pt x="2742243" y="1644210"/>
                </a:lnTo>
                <a:moveTo>
                  <a:pt x="2639658" y="1727888"/>
                </a:moveTo>
                <a:lnTo>
                  <a:pt x="2635689" y="1724180"/>
                </a:lnTo>
                <a:moveTo>
                  <a:pt x="2627398" y="1716581"/>
                </a:moveTo>
                <a:lnTo>
                  <a:pt x="2627275" y="1716475"/>
                </a:lnTo>
                <a:moveTo>
                  <a:pt x="2627529" y="1716720"/>
                </a:moveTo>
                <a:lnTo>
                  <a:pt x="2624414" y="1714531"/>
                </a:lnTo>
                <a:moveTo>
                  <a:pt x="2624132" y="1714302"/>
                </a:moveTo>
                <a:lnTo>
                  <a:pt x="2623768" y="1713958"/>
                </a:lnTo>
                <a:moveTo>
                  <a:pt x="2728255" y="2198219"/>
                </a:moveTo>
                <a:lnTo>
                  <a:pt x="2728059" y="2198603"/>
                </a:lnTo>
                <a:lnTo>
                  <a:pt x="2727200" y="2199716"/>
                </a:lnTo>
                <a:lnTo>
                  <a:pt x="2682856" y="2245345"/>
                </a:lnTo>
                <a:lnTo>
                  <a:pt x="2679844" y="2248431"/>
                </a:lnTo>
                <a:moveTo>
                  <a:pt x="2874152" y="1867851"/>
                </a:moveTo>
                <a:lnTo>
                  <a:pt x="2849599" y="1893902"/>
                </a:lnTo>
                <a:lnTo>
                  <a:pt x="2844737" y="1893665"/>
                </a:lnTo>
                <a:lnTo>
                  <a:pt x="2815199" y="1865560"/>
                </a:lnTo>
                <a:lnTo>
                  <a:pt x="2816296" y="1861533"/>
                </a:lnTo>
                <a:lnTo>
                  <a:pt x="2840555" y="1836832"/>
                </a:lnTo>
                <a:moveTo>
                  <a:pt x="2890800" y="1874071"/>
                </a:moveTo>
                <a:lnTo>
                  <a:pt x="2882435" y="1865862"/>
                </a:lnTo>
                <a:moveTo>
                  <a:pt x="2875691" y="1859462"/>
                </a:moveTo>
                <a:lnTo>
                  <a:pt x="2848723" y="1834704"/>
                </a:lnTo>
                <a:moveTo>
                  <a:pt x="2842315" y="1828680"/>
                </a:moveTo>
                <a:lnTo>
                  <a:pt x="2831822" y="1819268"/>
                </a:lnTo>
                <a:moveTo>
                  <a:pt x="2943254" y="1926338"/>
                </a:moveTo>
                <a:lnTo>
                  <a:pt x="2916548" y="1900425"/>
                </a:lnTo>
                <a:moveTo>
                  <a:pt x="2910344" y="1894189"/>
                </a:moveTo>
                <a:lnTo>
                  <a:pt x="2899181" y="1882551"/>
                </a:lnTo>
                <a:moveTo>
                  <a:pt x="2947535" y="1933409"/>
                </a:moveTo>
                <a:lnTo>
                  <a:pt x="2951062" y="1935995"/>
                </a:lnTo>
                <a:lnTo>
                  <a:pt x="2986125" y="1898559"/>
                </a:lnTo>
                <a:moveTo>
                  <a:pt x="2908404" y="1902398"/>
                </a:moveTo>
                <a:lnTo>
                  <a:pt x="2881756" y="1929824"/>
                </a:lnTo>
                <a:lnTo>
                  <a:pt x="2914109" y="1960991"/>
                </a:lnTo>
                <a:lnTo>
                  <a:pt x="2941453" y="1933990"/>
                </a:lnTo>
                <a:moveTo>
                  <a:pt x="2602296" y="2063011"/>
                </a:moveTo>
                <a:lnTo>
                  <a:pt x="2605848" y="2059328"/>
                </a:lnTo>
                <a:lnTo>
                  <a:pt x="2621595" y="2042991"/>
                </a:lnTo>
                <a:lnTo>
                  <a:pt x="2630696" y="2034250"/>
                </a:lnTo>
                <a:lnTo>
                  <a:pt x="2631695" y="2030420"/>
                </a:lnTo>
                <a:lnTo>
                  <a:pt x="2629444" y="2026115"/>
                </a:lnTo>
                <a:lnTo>
                  <a:pt x="2628658" y="2025321"/>
                </a:lnTo>
                <a:lnTo>
                  <a:pt x="2622970" y="2019510"/>
                </a:lnTo>
                <a:lnTo>
                  <a:pt x="2608974" y="2006055"/>
                </a:lnTo>
                <a:lnTo>
                  <a:pt x="2607919" y="2005040"/>
                </a:lnTo>
                <a:lnTo>
                  <a:pt x="2595994" y="1993418"/>
                </a:lnTo>
                <a:lnTo>
                  <a:pt x="2591893" y="1989637"/>
                </a:lnTo>
                <a:lnTo>
                  <a:pt x="2579396" y="1978293"/>
                </a:lnTo>
                <a:lnTo>
                  <a:pt x="2579052" y="1975813"/>
                </a:lnTo>
                <a:lnTo>
                  <a:pt x="2575123" y="1973513"/>
                </a:lnTo>
                <a:lnTo>
                  <a:pt x="2561873" y="1960770"/>
                </a:lnTo>
                <a:lnTo>
                  <a:pt x="2559425" y="1958175"/>
                </a:lnTo>
                <a:lnTo>
                  <a:pt x="2527866" y="1991331"/>
                </a:lnTo>
                <a:moveTo>
                  <a:pt x="2910500" y="2475166"/>
                </a:moveTo>
                <a:lnTo>
                  <a:pt x="2907807" y="2473554"/>
                </a:lnTo>
                <a:lnTo>
                  <a:pt x="2899672" y="2465713"/>
                </a:lnTo>
                <a:lnTo>
                  <a:pt x="2894065" y="2459534"/>
                </a:lnTo>
                <a:lnTo>
                  <a:pt x="2886053" y="2451824"/>
                </a:lnTo>
                <a:lnTo>
                  <a:pt x="2837928" y="2405508"/>
                </a:lnTo>
                <a:lnTo>
                  <a:pt x="2821657" y="2389662"/>
                </a:lnTo>
                <a:lnTo>
                  <a:pt x="2770054" y="2340375"/>
                </a:lnTo>
                <a:lnTo>
                  <a:pt x="2761157" y="2331888"/>
                </a:lnTo>
                <a:lnTo>
                  <a:pt x="2687644" y="2261698"/>
                </a:lnTo>
                <a:lnTo>
                  <a:pt x="2684918" y="2259062"/>
                </a:lnTo>
                <a:lnTo>
                  <a:pt x="2681661" y="2255903"/>
                </a:lnTo>
                <a:moveTo>
                  <a:pt x="2768196" y="1585535"/>
                </a:moveTo>
                <a:lnTo>
                  <a:pt x="2763424" y="1580804"/>
                </a:lnTo>
                <a:lnTo>
                  <a:pt x="2762221" y="1579405"/>
                </a:lnTo>
                <a:moveTo>
                  <a:pt x="2992312" y="1661913"/>
                </a:moveTo>
                <a:lnTo>
                  <a:pt x="2968757" y="1625492"/>
                </a:lnTo>
                <a:lnTo>
                  <a:pt x="2962095" y="1614009"/>
                </a:lnTo>
                <a:lnTo>
                  <a:pt x="2944711" y="1583472"/>
                </a:lnTo>
                <a:lnTo>
                  <a:pt x="2934636" y="1574633"/>
                </a:lnTo>
                <a:moveTo>
                  <a:pt x="2787863" y="1696263"/>
                </a:moveTo>
                <a:lnTo>
                  <a:pt x="2777379" y="1686425"/>
                </a:lnTo>
                <a:moveTo>
                  <a:pt x="2771036" y="1680213"/>
                </a:moveTo>
                <a:lnTo>
                  <a:pt x="2742234" y="1650806"/>
                </a:lnTo>
                <a:moveTo>
                  <a:pt x="2895809" y="1463627"/>
                </a:moveTo>
                <a:lnTo>
                  <a:pt x="2891430" y="1459207"/>
                </a:lnTo>
                <a:moveTo>
                  <a:pt x="2735801" y="1644275"/>
                </a:moveTo>
                <a:lnTo>
                  <a:pt x="2729900" y="1638317"/>
                </a:lnTo>
                <a:moveTo>
                  <a:pt x="2911474" y="1993532"/>
                </a:moveTo>
                <a:lnTo>
                  <a:pt x="2909190" y="1991200"/>
                </a:lnTo>
                <a:lnTo>
                  <a:pt x="2906563" y="1988573"/>
                </a:lnTo>
                <a:lnTo>
                  <a:pt x="2900351" y="1980593"/>
                </a:lnTo>
                <a:moveTo>
                  <a:pt x="2690312" y="1778542"/>
                </a:moveTo>
                <a:lnTo>
                  <a:pt x="2689633" y="1777887"/>
                </a:lnTo>
                <a:lnTo>
                  <a:pt x="2689117" y="1777371"/>
                </a:lnTo>
                <a:lnTo>
                  <a:pt x="2651223" y="1739477"/>
                </a:lnTo>
                <a:moveTo>
                  <a:pt x="2646639" y="1735336"/>
                </a:moveTo>
                <a:lnTo>
                  <a:pt x="2646509" y="1735238"/>
                </a:lnTo>
                <a:moveTo>
                  <a:pt x="2891528" y="1971492"/>
                </a:moveTo>
                <a:lnTo>
                  <a:pt x="2889998" y="1969920"/>
                </a:lnTo>
                <a:lnTo>
                  <a:pt x="2858978" y="1939858"/>
                </a:lnTo>
                <a:lnTo>
                  <a:pt x="2851039" y="1933393"/>
                </a:lnTo>
                <a:moveTo>
                  <a:pt x="2842175" y="1924635"/>
                </a:moveTo>
                <a:lnTo>
                  <a:pt x="2838312" y="1920731"/>
                </a:lnTo>
                <a:lnTo>
                  <a:pt x="2788526" y="1873261"/>
                </a:lnTo>
                <a:moveTo>
                  <a:pt x="2774612" y="1860002"/>
                </a:moveTo>
                <a:lnTo>
                  <a:pt x="2770929" y="1856491"/>
                </a:lnTo>
                <a:lnTo>
                  <a:pt x="2762377" y="1848077"/>
                </a:lnTo>
                <a:lnTo>
                  <a:pt x="2761223" y="1846923"/>
                </a:lnTo>
                <a:moveTo>
                  <a:pt x="2753071" y="1838461"/>
                </a:moveTo>
                <a:lnTo>
                  <a:pt x="2750656" y="1835866"/>
                </a:lnTo>
                <a:lnTo>
                  <a:pt x="2735867" y="1820078"/>
                </a:lnTo>
                <a:lnTo>
                  <a:pt x="2705020" y="1792644"/>
                </a:lnTo>
                <a:lnTo>
                  <a:pt x="2704193" y="1791883"/>
                </a:lnTo>
                <a:moveTo>
                  <a:pt x="3094217" y="1650102"/>
                </a:moveTo>
                <a:lnTo>
                  <a:pt x="3048990" y="1608795"/>
                </a:lnTo>
                <a:lnTo>
                  <a:pt x="3019214" y="1581844"/>
                </a:lnTo>
                <a:lnTo>
                  <a:pt x="3005522" y="1568454"/>
                </a:lnTo>
                <a:lnTo>
                  <a:pt x="2999506" y="1562553"/>
                </a:lnTo>
                <a:lnTo>
                  <a:pt x="2972154" y="1535167"/>
                </a:lnTo>
                <a:moveTo>
                  <a:pt x="2963584" y="1526877"/>
                </a:moveTo>
                <a:lnTo>
                  <a:pt x="2954009" y="1517931"/>
                </a:lnTo>
                <a:moveTo>
                  <a:pt x="2947445" y="1511604"/>
                </a:moveTo>
                <a:lnTo>
                  <a:pt x="2944621" y="1508813"/>
                </a:lnTo>
                <a:lnTo>
                  <a:pt x="2907046" y="1473284"/>
                </a:lnTo>
                <a:lnTo>
                  <a:pt x="2904320" y="1470706"/>
                </a:lnTo>
                <a:lnTo>
                  <a:pt x="2904247" y="1470657"/>
                </a:lnTo>
                <a:moveTo>
                  <a:pt x="2961956" y="1535298"/>
                </a:moveTo>
                <a:lnTo>
                  <a:pt x="2932442" y="1566408"/>
                </a:lnTo>
                <a:moveTo>
                  <a:pt x="2924299" y="1574830"/>
                </a:moveTo>
                <a:lnTo>
                  <a:pt x="2923644" y="1575492"/>
                </a:lnTo>
                <a:moveTo>
                  <a:pt x="2817548" y="1634061"/>
                </a:moveTo>
                <a:lnTo>
                  <a:pt x="2777878" y="1593286"/>
                </a:lnTo>
                <a:moveTo>
                  <a:pt x="2623052" y="1705119"/>
                </a:moveTo>
                <a:lnTo>
                  <a:pt x="2626317" y="1702041"/>
                </a:lnTo>
                <a:moveTo>
                  <a:pt x="2626506" y="1701861"/>
                </a:moveTo>
                <a:lnTo>
                  <a:pt x="2629640" y="1698841"/>
                </a:lnTo>
                <a:moveTo>
                  <a:pt x="2632251" y="1696500"/>
                </a:moveTo>
                <a:lnTo>
                  <a:pt x="2663729" y="1666758"/>
                </a:lnTo>
                <a:moveTo>
                  <a:pt x="2530550" y="1629387"/>
                </a:moveTo>
                <a:lnTo>
                  <a:pt x="2507429" y="1608378"/>
                </a:lnTo>
                <a:lnTo>
                  <a:pt x="2444851" y="1550612"/>
                </a:lnTo>
                <a:lnTo>
                  <a:pt x="2440914" y="1546830"/>
                </a:lnTo>
                <a:lnTo>
                  <a:pt x="2436371" y="1542730"/>
                </a:lnTo>
                <a:lnTo>
                  <a:pt x="2433818" y="1540348"/>
                </a:lnTo>
                <a:lnTo>
                  <a:pt x="2402782" y="1511261"/>
                </a:lnTo>
                <a:lnTo>
                  <a:pt x="2383508" y="1496111"/>
                </a:lnTo>
                <a:moveTo>
                  <a:pt x="2944073" y="1393829"/>
                </a:moveTo>
                <a:lnTo>
                  <a:pt x="2947183" y="1390580"/>
                </a:lnTo>
                <a:lnTo>
                  <a:pt x="2949221" y="1388452"/>
                </a:lnTo>
                <a:moveTo>
                  <a:pt x="2949384" y="1388288"/>
                </a:moveTo>
                <a:lnTo>
                  <a:pt x="2957773" y="1379678"/>
                </a:lnTo>
                <a:lnTo>
                  <a:pt x="2967104" y="1370111"/>
                </a:lnTo>
                <a:moveTo>
                  <a:pt x="2975354" y="1361754"/>
                </a:moveTo>
                <a:lnTo>
                  <a:pt x="3040281" y="1296786"/>
                </a:lnTo>
                <a:lnTo>
                  <a:pt x="3047909" y="1289149"/>
                </a:lnTo>
                <a:moveTo>
                  <a:pt x="2463282" y="2494424"/>
                </a:moveTo>
                <a:lnTo>
                  <a:pt x="2533235" y="2452167"/>
                </a:lnTo>
                <a:moveTo>
                  <a:pt x="2164408" y="1541494"/>
                </a:moveTo>
                <a:lnTo>
                  <a:pt x="2157002" y="1532999"/>
                </a:lnTo>
                <a:lnTo>
                  <a:pt x="2152214" y="1533735"/>
                </a:lnTo>
                <a:lnTo>
                  <a:pt x="2124386" y="1561047"/>
                </a:lnTo>
                <a:lnTo>
                  <a:pt x="2130099" y="1568086"/>
                </a:lnTo>
                <a:moveTo>
                  <a:pt x="1949958" y="1446938"/>
                </a:moveTo>
                <a:lnTo>
                  <a:pt x="1947560" y="1448952"/>
                </a:lnTo>
                <a:lnTo>
                  <a:pt x="1944474" y="1453813"/>
                </a:lnTo>
                <a:lnTo>
                  <a:pt x="1913071" y="1477999"/>
                </a:lnTo>
                <a:lnTo>
                  <a:pt x="1907865" y="1477770"/>
                </a:lnTo>
                <a:lnTo>
                  <a:pt x="1899173" y="1467506"/>
                </a:lnTo>
                <a:lnTo>
                  <a:pt x="1892978" y="1457963"/>
                </a:lnTo>
                <a:lnTo>
                  <a:pt x="1883950" y="1442928"/>
                </a:lnTo>
                <a:lnTo>
                  <a:pt x="1869210" y="1426068"/>
                </a:lnTo>
                <a:lnTo>
                  <a:pt x="1866190" y="1423981"/>
                </a:lnTo>
                <a:moveTo>
                  <a:pt x="2379145" y="1377820"/>
                </a:moveTo>
                <a:lnTo>
                  <a:pt x="2419503" y="1415510"/>
                </a:lnTo>
                <a:moveTo>
                  <a:pt x="2380021" y="1835899"/>
                </a:moveTo>
                <a:lnTo>
                  <a:pt x="2367392" y="1824220"/>
                </a:lnTo>
                <a:lnTo>
                  <a:pt x="2373064" y="1818540"/>
                </a:lnTo>
                <a:lnTo>
                  <a:pt x="2374734" y="1816870"/>
                </a:lnTo>
                <a:moveTo>
                  <a:pt x="2330456" y="1453691"/>
                </a:moveTo>
                <a:lnTo>
                  <a:pt x="2330128" y="1453969"/>
                </a:lnTo>
                <a:lnTo>
                  <a:pt x="2325815" y="1458020"/>
                </a:lnTo>
                <a:lnTo>
                  <a:pt x="2296850" y="1431715"/>
                </a:lnTo>
                <a:moveTo>
                  <a:pt x="1957054" y="1441193"/>
                </a:moveTo>
                <a:lnTo>
                  <a:pt x="1958994" y="1439679"/>
                </a:lnTo>
                <a:lnTo>
                  <a:pt x="1964216" y="1438386"/>
                </a:lnTo>
                <a:lnTo>
                  <a:pt x="2034267" y="1383378"/>
                </a:lnTo>
                <a:moveTo>
                  <a:pt x="2041477" y="1377722"/>
                </a:moveTo>
                <a:lnTo>
                  <a:pt x="2065736" y="1358718"/>
                </a:lnTo>
                <a:moveTo>
                  <a:pt x="2072840" y="1353193"/>
                </a:moveTo>
                <a:lnTo>
                  <a:pt x="2165129" y="1282013"/>
                </a:lnTo>
                <a:moveTo>
                  <a:pt x="2390153" y="1458929"/>
                </a:moveTo>
                <a:lnTo>
                  <a:pt x="2390031" y="1458822"/>
                </a:lnTo>
                <a:moveTo>
                  <a:pt x="2435528" y="1399108"/>
                </a:moveTo>
                <a:lnTo>
                  <a:pt x="2391930" y="1358186"/>
                </a:lnTo>
                <a:lnTo>
                  <a:pt x="2378425" y="1371592"/>
                </a:lnTo>
                <a:moveTo>
                  <a:pt x="2135656" y="1432346"/>
                </a:moveTo>
                <a:lnTo>
                  <a:pt x="2157239" y="1410035"/>
                </a:lnTo>
                <a:lnTo>
                  <a:pt x="2169614" y="1396154"/>
                </a:lnTo>
                <a:moveTo>
                  <a:pt x="2323900" y="1342578"/>
                </a:moveTo>
                <a:lnTo>
                  <a:pt x="2329253" y="1347489"/>
                </a:lnTo>
                <a:moveTo>
                  <a:pt x="2337928" y="1355468"/>
                </a:moveTo>
                <a:lnTo>
                  <a:pt x="2340433" y="1357785"/>
                </a:lnTo>
                <a:lnTo>
                  <a:pt x="2345450" y="1362049"/>
                </a:lnTo>
                <a:moveTo>
                  <a:pt x="2326936" y="1400246"/>
                </a:moveTo>
                <a:lnTo>
                  <a:pt x="2328884" y="1402464"/>
                </a:lnTo>
                <a:lnTo>
                  <a:pt x="2336471" y="1409732"/>
                </a:lnTo>
                <a:moveTo>
                  <a:pt x="2343109" y="1416058"/>
                </a:moveTo>
                <a:lnTo>
                  <a:pt x="2383205" y="1454084"/>
                </a:lnTo>
                <a:moveTo>
                  <a:pt x="2390906" y="1453462"/>
                </a:moveTo>
                <a:lnTo>
                  <a:pt x="2403363" y="1440456"/>
                </a:lnTo>
                <a:moveTo>
                  <a:pt x="2409674" y="1433770"/>
                </a:moveTo>
                <a:lnTo>
                  <a:pt x="2420215" y="1422426"/>
                </a:lnTo>
                <a:moveTo>
                  <a:pt x="2426484" y="1415837"/>
                </a:moveTo>
                <a:lnTo>
                  <a:pt x="2436134" y="1405975"/>
                </a:lnTo>
                <a:moveTo>
                  <a:pt x="2442477" y="1399419"/>
                </a:moveTo>
                <a:lnTo>
                  <a:pt x="2454017" y="1387388"/>
                </a:lnTo>
                <a:moveTo>
                  <a:pt x="2460344" y="1380734"/>
                </a:moveTo>
                <a:lnTo>
                  <a:pt x="2470673" y="1369783"/>
                </a:lnTo>
                <a:moveTo>
                  <a:pt x="2052747" y="1518135"/>
                </a:moveTo>
                <a:lnTo>
                  <a:pt x="2060334" y="1510360"/>
                </a:lnTo>
                <a:lnTo>
                  <a:pt x="2092860" y="1476607"/>
                </a:lnTo>
                <a:lnTo>
                  <a:pt x="2100324" y="1468783"/>
                </a:lnTo>
                <a:lnTo>
                  <a:pt x="2119058" y="1449337"/>
                </a:lnTo>
                <a:lnTo>
                  <a:pt x="2127439" y="1440784"/>
                </a:lnTo>
                <a:moveTo>
                  <a:pt x="2121554" y="1584610"/>
                </a:moveTo>
                <a:lnTo>
                  <a:pt x="2131188" y="1576483"/>
                </a:lnTo>
                <a:moveTo>
                  <a:pt x="2138087" y="1570901"/>
                </a:moveTo>
                <a:lnTo>
                  <a:pt x="2165407" y="1549769"/>
                </a:lnTo>
                <a:moveTo>
                  <a:pt x="2172470" y="1544179"/>
                </a:moveTo>
                <a:lnTo>
                  <a:pt x="2204783" y="1518070"/>
                </a:lnTo>
                <a:moveTo>
                  <a:pt x="2213941" y="1510598"/>
                </a:moveTo>
                <a:lnTo>
                  <a:pt x="2218197" y="1507078"/>
                </a:lnTo>
                <a:lnTo>
                  <a:pt x="2221217" y="1503919"/>
                </a:lnTo>
                <a:lnTo>
                  <a:pt x="2239460" y="1484784"/>
                </a:lnTo>
                <a:lnTo>
                  <a:pt x="2253047" y="1470534"/>
                </a:lnTo>
                <a:lnTo>
                  <a:pt x="2283509" y="1438762"/>
                </a:lnTo>
                <a:moveTo>
                  <a:pt x="2378245" y="1481837"/>
                </a:moveTo>
                <a:lnTo>
                  <a:pt x="2378810" y="1481011"/>
                </a:lnTo>
                <a:moveTo>
                  <a:pt x="2378924" y="1480855"/>
                </a:moveTo>
                <a:lnTo>
                  <a:pt x="2383549" y="1475772"/>
                </a:lnTo>
                <a:lnTo>
                  <a:pt x="2385963" y="1473121"/>
                </a:lnTo>
                <a:moveTo>
                  <a:pt x="2386102" y="1472965"/>
                </a:moveTo>
                <a:lnTo>
                  <a:pt x="2390162" y="1468652"/>
                </a:lnTo>
                <a:moveTo>
                  <a:pt x="2362146" y="1473743"/>
                </a:moveTo>
                <a:lnTo>
                  <a:pt x="2360035" y="1471770"/>
                </a:lnTo>
                <a:lnTo>
                  <a:pt x="2341063" y="1453732"/>
                </a:lnTo>
                <a:lnTo>
                  <a:pt x="2340973" y="1453642"/>
                </a:lnTo>
                <a:moveTo>
                  <a:pt x="2270905" y="1697556"/>
                </a:moveTo>
                <a:lnTo>
                  <a:pt x="2294100" y="1674157"/>
                </a:lnTo>
                <a:lnTo>
                  <a:pt x="2312843" y="1655259"/>
                </a:lnTo>
                <a:lnTo>
                  <a:pt x="2318711" y="1649349"/>
                </a:lnTo>
                <a:lnTo>
                  <a:pt x="2336308" y="1667118"/>
                </a:lnTo>
                <a:lnTo>
                  <a:pt x="2331094" y="1672520"/>
                </a:lnTo>
                <a:lnTo>
                  <a:pt x="2290032" y="1715063"/>
                </a:lnTo>
                <a:moveTo>
                  <a:pt x="2015426" y="1555858"/>
                </a:moveTo>
                <a:lnTo>
                  <a:pt x="2020328" y="1550865"/>
                </a:lnTo>
                <a:lnTo>
                  <a:pt x="2033620" y="1537050"/>
                </a:lnTo>
                <a:lnTo>
                  <a:pt x="2044325" y="1526566"/>
                </a:lnTo>
                <a:moveTo>
                  <a:pt x="2371345" y="1371044"/>
                </a:moveTo>
                <a:lnTo>
                  <a:pt x="2362162" y="1362826"/>
                </a:lnTo>
                <a:moveTo>
                  <a:pt x="2319783" y="1586247"/>
                </a:moveTo>
                <a:lnTo>
                  <a:pt x="2323262" y="1580043"/>
                </a:lnTo>
                <a:lnTo>
                  <a:pt x="2327378" y="1573135"/>
                </a:lnTo>
                <a:lnTo>
                  <a:pt x="2366304" y="1502225"/>
                </a:lnTo>
                <a:moveTo>
                  <a:pt x="2366418" y="1502012"/>
                </a:moveTo>
                <a:lnTo>
                  <a:pt x="2367687" y="1499712"/>
                </a:lnTo>
                <a:lnTo>
                  <a:pt x="2370175" y="1495178"/>
                </a:lnTo>
                <a:moveTo>
                  <a:pt x="2332518" y="1445482"/>
                </a:moveTo>
                <a:lnTo>
                  <a:pt x="2312884" y="1426240"/>
                </a:lnTo>
                <a:lnTo>
                  <a:pt x="2307408" y="1420846"/>
                </a:lnTo>
                <a:moveTo>
                  <a:pt x="2298798" y="1412564"/>
                </a:moveTo>
                <a:lnTo>
                  <a:pt x="2293445" y="1407546"/>
                </a:lnTo>
                <a:lnTo>
                  <a:pt x="2274457" y="1389737"/>
                </a:lnTo>
                <a:lnTo>
                  <a:pt x="2245460" y="1361820"/>
                </a:lnTo>
                <a:lnTo>
                  <a:pt x="2233297" y="1351106"/>
                </a:lnTo>
                <a:lnTo>
                  <a:pt x="2218549" y="1337070"/>
                </a:lnTo>
                <a:lnTo>
                  <a:pt x="2212730" y="1330907"/>
                </a:lnTo>
                <a:lnTo>
                  <a:pt x="2206853" y="1323459"/>
                </a:lnTo>
                <a:lnTo>
                  <a:pt x="2198849" y="1313425"/>
                </a:lnTo>
                <a:lnTo>
                  <a:pt x="2191278" y="1303628"/>
                </a:lnTo>
                <a:lnTo>
                  <a:pt x="2184240" y="1294649"/>
                </a:lnTo>
                <a:lnTo>
                  <a:pt x="2174574" y="1282307"/>
                </a:lnTo>
                <a:moveTo>
                  <a:pt x="1967031" y="1518397"/>
                </a:moveTo>
                <a:lnTo>
                  <a:pt x="2005236" y="1555948"/>
                </a:lnTo>
                <a:moveTo>
                  <a:pt x="2013658" y="1564206"/>
                </a:moveTo>
                <a:lnTo>
                  <a:pt x="2024527" y="1574846"/>
                </a:lnTo>
                <a:lnTo>
                  <a:pt x="2043990" y="1593899"/>
                </a:lnTo>
                <a:lnTo>
                  <a:pt x="2077424" y="1626924"/>
                </a:lnTo>
                <a:lnTo>
                  <a:pt x="2079183" y="1628512"/>
                </a:lnTo>
                <a:lnTo>
                  <a:pt x="2081418" y="1629633"/>
                </a:lnTo>
                <a:lnTo>
                  <a:pt x="2081982" y="1629723"/>
                </a:lnTo>
                <a:lnTo>
                  <a:pt x="2083014" y="1629911"/>
                </a:lnTo>
                <a:lnTo>
                  <a:pt x="2084577" y="1630149"/>
                </a:lnTo>
                <a:lnTo>
                  <a:pt x="2085944" y="1630018"/>
                </a:lnTo>
                <a:lnTo>
                  <a:pt x="2087335" y="1629518"/>
                </a:lnTo>
                <a:lnTo>
                  <a:pt x="2088284" y="1628749"/>
                </a:lnTo>
                <a:lnTo>
                  <a:pt x="2122381" y="1593474"/>
                </a:lnTo>
                <a:lnTo>
                  <a:pt x="2120605" y="1590699"/>
                </a:lnTo>
                <a:moveTo>
                  <a:pt x="2275800" y="1767485"/>
                </a:moveTo>
                <a:lnTo>
                  <a:pt x="2263727" y="1755699"/>
                </a:lnTo>
                <a:moveTo>
                  <a:pt x="2255297" y="1747465"/>
                </a:moveTo>
                <a:lnTo>
                  <a:pt x="2240623" y="1733142"/>
                </a:lnTo>
                <a:moveTo>
                  <a:pt x="1890326" y="1377829"/>
                </a:moveTo>
                <a:lnTo>
                  <a:pt x="1890997" y="1378213"/>
                </a:lnTo>
                <a:lnTo>
                  <a:pt x="1895367" y="1380767"/>
                </a:lnTo>
                <a:lnTo>
                  <a:pt x="1917482" y="1405779"/>
                </a:lnTo>
                <a:lnTo>
                  <a:pt x="1950335" y="1440555"/>
                </a:lnTo>
                <a:moveTo>
                  <a:pt x="2402733" y="1433524"/>
                </a:moveTo>
                <a:lnTo>
                  <a:pt x="2362244" y="1395057"/>
                </a:lnTo>
                <a:lnTo>
                  <a:pt x="2358054" y="1394844"/>
                </a:lnTo>
                <a:lnTo>
                  <a:pt x="2343052" y="1409625"/>
                </a:lnTo>
                <a:moveTo>
                  <a:pt x="2296678" y="1425299"/>
                </a:moveTo>
                <a:lnTo>
                  <a:pt x="2297685" y="1424284"/>
                </a:lnTo>
                <a:lnTo>
                  <a:pt x="2299109" y="1422802"/>
                </a:lnTo>
                <a:moveTo>
                  <a:pt x="2434628" y="1280867"/>
                </a:moveTo>
                <a:lnTo>
                  <a:pt x="2469486" y="1243979"/>
                </a:lnTo>
                <a:moveTo>
                  <a:pt x="2307195" y="1413963"/>
                </a:moveTo>
                <a:lnTo>
                  <a:pt x="2307400" y="1413726"/>
                </a:lnTo>
                <a:lnTo>
                  <a:pt x="2313326" y="1407555"/>
                </a:lnTo>
                <a:lnTo>
                  <a:pt x="2320577" y="1400082"/>
                </a:lnTo>
                <a:moveTo>
                  <a:pt x="2326830" y="1393420"/>
                </a:moveTo>
                <a:lnTo>
                  <a:pt x="2347815" y="1370233"/>
                </a:lnTo>
                <a:moveTo>
                  <a:pt x="2361933" y="1356402"/>
                </a:moveTo>
                <a:lnTo>
                  <a:pt x="2387485" y="1329916"/>
                </a:lnTo>
                <a:moveTo>
                  <a:pt x="2401964" y="1315070"/>
                </a:moveTo>
                <a:lnTo>
                  <a:pt x="2427147" y="1288748"/>
                </a:lnTo>
                <a:moveTo>
                  <a:pt x="2169409" y="1861426"/>
                </a:moveTo>
                <a:lnTo>
                  <a:pt x="2168010" y="1856385"/>
                </a:lnTo>
                <a:lnTo>
                  <a:pt x="2165710" y="1850762"/>
                </a:lnTo>
                <a:lnTo>
                  <a:pt x="2156535" y="1828271"/>
                </a:lnTo>
                <a:lnTo>
                  <a:pt x="2152582" y="1818335"/>
                </a:lnTo>
                <a:lnTo>
                  <a:pt x="2145731" y="1801262"/>
                </a:lnTo>
                <a:lnTo>
                  <a:pt x="2134363" y="1773246"/>
                </a:lnTo>
                <a:lnTo>
                  <a:pt x="2129191" y="1759677"/>
                </a:lnTo>
                <a:lnTo>
                  <a:pt x="2123011" y="1745329"/>
                </a:lnTo>
                <a:moveTo>
                  <a:pt x="2489145" y="1349838"/>
                </a:moveTo>
                <a:lnTo>
                  <a:pt x="2476426" y="1362851"/>
                </a:lnTo>
                <a:moveTo>
                  <a:pt x="2416000" y="1345393"/>
                </a:moveTo>
                <a:lnTo>
                  <a:pt x="2453371" y="1380472"/>
                </a:lnTo>
                <a:moveTo>
                  <a:pt x="2469715" y="1362704"/>
                </a:moveTo>
                <a:lnTo>
                  <a:pt x="2429063" y="1324744"/>
                </a:lnTo>
                <a:lnTo>
                  <a:pt x="2424897" y="1324768"/>
                </a:lnTo>
                <a:lnTo>
                  <a:pt x="2412996" y="1336775"/>
                </a:lnTo>
                <a:moveTo>
                  <a:pt x="2306017" y="1733936"/>
                </a:moveTo>
                <a:lnTo>
                  <a:pt x="2349436" y="1690812"/>
                </a:lnTo>
                <a:lnTo>
                  <a:pt x="2352431" y="1687833"/>
                </a:lnTo>
                <a:lnTo>
                  <a:pt x="2355083" y="1686720"/>
                </a:lnTo>
                <a:lnTo>
                  <a:pt x="2357751" y="1687006"/>
                </a:lnTo>
                <a:lnTo>
                  <a:pt x="2369815" y="1698072"/>
                </a:lnTo>
                <a:moveTo>
                  <a:pt x="2370044" y="1704529"/>
                </a:moveTo>
                <a:lnTo>
                  <a:pt x="2367204" y="1707541"/>
                </a:lnTo>
                <a:lnTo>
                  <a:pt x="2325185" y="1752024"/>
                </a:lnTo>
                <a:moveTo>
                  <a:pt x="2343584" y="1769801"/>
                </a:moveTo>
                <a:lnTo>
                  <a:pt x="2377746" y="1733257"/>
                </a:lnTo>
                <a:lnTo>
                  <a:pt x="2385415" y="1724852"/>
                </a:lnTo>
                <a:lnTo>
                  <a:pt x="2390849" y="1718918"/>
                </a:lnTo>
                <a:lnTo>
                  <a:pt x="2386970" y="1713614"/>
                </a:lnTo>
                <a:lnTo>
                  <a:pt x="2376584" y="1704235"/>
                </a:lnTo>
                <a:moveTo>
                  <a:pt x="2283509" y="1715276"/>
                </a:moveTo>
                <a:lnTo>
                  <a:pt x="2271069" y="1703973"/>
                </a:lnTo>
                <a:moveTo>
                  <a:pt x="2264055" y="1698358"/>
                </a:moveTo>
                <a:lnTo>
                  <a:pt x="2261313" y="1696484"/>
                </a:lnTo>
                <a:moveTo>
                  <a:pt x="2318989" y="1762680"/>
                </a:moveTo>
                <a:lnTo>
                  <a:pt x="2317696" y="1764014"/>
                </a:lnTo>
                <a:lnTo>
                  <a:pt x="2313195" y="1768630"/>
                </a:lnTo>
                <a:lnTo>
                  <a:pt x="2299584" y="1782716"/>
                </a:lnTo>
                <a:lnTo>
                  <a:pt x="2290032" y="1792578"/>
                </a:lnTo>
                <a:lnTo>
                  <a:pt x="2282470" y="1800394"/>
                </a:lnTo>
                <a:lnTo>
                  <a:pt x="2276880" y="1806173"/>
                </a:lnTo>
                <a:lnTo>
                  <a:pt x="2266518" y="1816870"/>
                </a:lnTo>
                <a:lnTo>
                  <a:pt x="2253235" y="1830587"/>
                </a:lnTo>
                <a:lnTo>
                  <a:pt x="2250182" y="1833746"/>
                </a:lnTo>
                <a:moveTo>
                  <a:pt x="1831594" y="1362401"/>
                </a:moveTo>
                <a:lnTo>
                  <a:pt x="1803136" y="1356794"/>
                </a:lnTo>
                <a:moveTo>
                  <a:pt x="2407742" y="1337675"/>
                </a:moveTo>
                <a:lnTo>
                  <a:pt x="2405549" y="1336611"/>
                </a:lnTo>
                <a:lnTo>
                  <a:pt x="2396030" y="1327993"/>
                </a:lnTo>
                <a:moveTo>
                  <a:pt x="2007831" y="1342324"/>
                </a:moveTo>
                <a:lnTo>
                  <a:pt x="2020934" y="1358489"/>
                </a:lnTo>
                <a:lnTo>
                  <a:pt x="2035061" y="1376904"/>
                </a:lnTo>
                <a:moveTo>
                  <a:pt x="2497812" y="1346817"/>
                </a:moveTo>
                <a:lnTo>
                  <a:pt x="2497698" y="1346703"/>
                </a:lnTo>
                <a:moveTo>
                  <a:pt x="1880840" y="1370798"/>
                </a:moveTo>
                <a:lnTo>
                  <a:pt x="1880570" y="1370634"/>
                </a:lnTo>
                <a:lnTo>
                  <a:pt x="1876551" y="1369202"/>
                </a:lnTo>
                <a:lnTo>
                  <a:pt x="1840867" y="1362818"/>
                </a:lnTo>
                <a:moveTo>
                  <a:pt x="2354133" y="1796523"/>
                </a:moveTo>
                <a:lnTo>
                  <a:pt x="2352202" y="1798537"/>
                </a:lnTo>
                <a:lnTo>
                  <a:pt x="2321224" y="1830931"/>
                </a:lnTo>
                <a:moveTo>
                  <a:pt x="2312638" y="1839173"/>
                </a:moveTo>
                <a:lnTo>
                  <a:pt x="2307122" y="1844051"/>
                </a:lnTo>
                <a:lnTo>
                  <a:pt x="2271797" y="1845614"/>
                </a:lnTo>
                <a:lnTo>
                  <a:pt x="2257532" y="1846244"/>
                </a:lnTo>
                <a:lnTo>
                  <a:pt x="2250460" y="1840114"/>
                </a:lnTo>
                <a:moveTo>
                  <a:pt x="2243659" y="1833926"/>
                </a:moveTo>
                <a:lnTo>
                  <a:pt x="2215382" y="1806844"/>
                </a:lnTo>
                <a:moveTo>
                  <a:pt x="2192760" y="1822157"/>
                </a:moveTo>
                <a:lnTo>
                  <a:pt x="2194069" y="1820921"/>
                </a:lnTo>
                <a:lnTo>
                  <a:pt x="2207017" y="1808775"/>
                </a:lnTo>
                <a:moveTo>
                  <a:pt x="2263654" y="1749217"/>
                </a:moveTo>
                <a:lnTo>
                  <a:pt x="2264317" y="1748537"/>
                </a:lnTo>
                <a:lnTo>
                  <a:pt x="2277968" y="1734550"/>
                </a:lnTo>
                <a:lnTo>
                  <a:pt x="2283207" y="1729173"/>
                </a:lnTo>
                <a:moveTo>
                  <a:pt x="2217100" y="1798332"/>
                </a:moveTo>
                <a:lnTo>
                  <a:pt x="2218533" y="1796801"/>
                </a:lnTo>
                <a:lnTo>
                  <a:pt x="2231464" y="1782626"/>
                </a:lnTo>
                <a:lnTo>
                  <a:pt x="2231742" y="1782323"/>
                </a:lnTo>
                <a:moveTo>
                  <a:pt x="2239821" y="1773664"/>
                </a:moveTo>
                <a:lnTo>
                  <a:pt x="2240901" y="1772567"/>
                </a:lnTo>
                <a:lnTo>
                  <a:pt x="2254577" y="1758523"/>
                </a:lnTo>
                <a:lnTo>
                  <a:pt x="2255420" y="1757655"/>
                </a:lnTo>
                <a:moveTo>
                  <a:pt x="2289738" y="1728976"/>
                </a:moveTo>
                <a:lnTo>
                  <a:pt x="2297628" y="1736105"/>
                </a:lnTo>
                <a:moveTo>
                  <a:pt x="2304306" y="1742276"/>
                </a:moveTo>
                <a:lnTo>
                  <a:pt x="2316910" y="1754119"/>
                </a:lnTo>
                <a:moveTo>
                  <a:pt x="2325488" y="1762533"/>
                </a:moveTo>
                <a:lnTo>
                  <a:pt x="2335383" y="1771896"/>
                </a:lnTo>
                <a:moveTo>
                  <a:pt x="2341914" y="1778133"/>
                </a:moveTo>
                <a:lnTo>
                  <a:pt x="2354142" y="1789935"/>
                </a:lnTo>
                <a:moveTo>
                  <a:pt x="2362482" y="1798250"/>
                </a:moveTo>
                <a:lnTo>
                  <a:pt x="2372876" y="1808546"/>
                </a:lnTo>
                <a:moveTo>
                  <a:pt x="2381290" y="1816772"/>
                </a:moveTo>
                <a:lnTo>
                  <a:pt x="2396562" y="1831496"/>
                </a:lnTo>
                <a:moveTo>
                  <a:pt x="2205667" y="1507905"/>
                </a:moveTo>
                <a:lnTo>
                  <a:pt x="2203138" y="1505016"/>
                </a:lnTo>
                <a:lnTo>
                  <a:pt x="2194167" y="1496340"/>
                </a:lnTo>
                <a:lnTo>
                  <a:pt x="2188070" y="1490431"/>
                </a:lnTo>
                <a:lnTo>
                  <a:pt x="2167895" y="1470903"/>
                </a:lnTo>
                <a:lnTo>
                  <a:pt x="2153605" y="1457308"/>
                </a:lnTo>
                <a:lnTo>
                  <a:pt x="2135763" y="1438967"/>
                </a:lnTo>
                <a:moveTo>
                  <a:pt x="2213982" y="1848307"/>
                </a:moveTo>
                <a:lnTo>
                  <a:pt x="2193071" y="1828214"/>
                </a:lnTo>
                <a:moveTo>
                  <a:pt x="2184567" y="1820045"/>
                </a:moveTo>
                <a:lnTo>
                  <a:pt x="2152746" y="1789485"/>
                </a:lnTo>
                <a:moveTo>
                  <a:pt x="2256050" y="1795819"/>
                </a:moveTo>
                <a:lnTo>
                  <a:pt x="2239984" y="1780211"/>
                </a:lnTo>
                <a:moveTo>
                  <a:pt x="2231456" y="1771921"/>
                </a:moveTo>
                <a:lnTo>
                  <a:pt x="2209341" y="1750363"/>
                </a:lnTo>
                <a:moveTo>
                  <a:pt x="2314570" y="1830923"/>
                </a:moveTo>
                <a:lnTo>
                  <a:pt x="2304118" y="1820962"/>
                </a:lnTo>
                <a:moveTo>
                  <a:pt x="2463446" y="2270619"/>
                </a:moveTo>
                <a:lnTo>
                  <a:pt x="2453559" y="2281144"/>
                </a:lnTo>
                <a:lnTo>
                  <a:pt x="2446422" y="2288739"/>
                </a:lnTo>
                <a:lnTo>
                  <a:pt x="2424160" y="2267222"/>
                </a:lnTo>
                <a:lnTo>
                  <a:pt x="2412194" y="2255649"/>
                </a:lnTo>
                <a:moveTo>
                  <a:pt x="1884245" y="2116226"/>
                </a:moveTo>
                <a:lnTo>
                  <a:pt x="1871485" y="2082809"/>
                </a:lnTo>
                <a:lnTo>
                  <a:pt x="1864356" y="2065188"/>
                </a:lnTo>
                <a:lnTo>
                  <a:pt x="1851850" y="2033718"/>
                </a:lnTo>
                <a:lnTo>
                  <a:pt x="1849477" y="2027776"/>
                </a:lnTo>
                <a:lnTo>
                  <a:pt x="1843723" y="2013372"/>
                </a:lnTo>
                <a:lnTo>
                  <a:pt x="1837929" y="1998623"/>
                </a:lnTo>
                <a:lnTo>
                  <a:pt x="1829327" y="1977925"/>
                </a:lnTo>
                <a:lnTo>
                  <a:pt x="1824792" y="1966704"/>
                </a:lnTo>
                <a:lnTo>
                  <a:pt x="1823368" y="1963618"/>
                </a:lnTo>
                <a:lnTo>
                  <a:pt x="1820749" y="1957267"/>
                </a:lnTo>
                <a:lnTo>
                  <a:pt x="1810813" y="1933114"/>
                </a:lnTo>
                <a:lnTo>
                  <a:pt x="1803210" y="1914536"/>
                </a:lnTo>
                <a:lnTo>
                  <a:pt x="1796319" y="1893158"/>
                </a:lnTo>
                <a:lnTo>
                  <a:pt x="1793487" y="1884056"/>
                </a:lnTo>
                <a:lnTo>
                  <a:pt x="1793258" y="1876887"/>
                </a:lnTo>
                <a:lnTo>
                  <a:pt x="1791547" y="1867892"/>
                </a:lnTo>
                <a:lnTo>
                  <a:pt x="1754774" y="1761960"/>
                </a:lnTo>
                <a:moveTo>
                  <a:pt x="2473455" y="2263948"/>
                </a:moveTo>
                <a:lnTo>
                  <a:pt x="2477981" y="2259308"/>
                </a:lnTo>
                <a:lnTo>
                  <a:pt x="2491412" y="2245492"/>
                </a:lnTo>
                <a:lnTo>
                  <a:pt x="2489669" y="2239403"/>
                </a:lnTo>
                <a:lnTo>
                  <a:pt x="2458691" y="2209210"/>
                </a:lnTo>
                <a:moveTo>
                  <a:pt x="2157910" y="2066088"/>
                </a:moveTo>
                <a:lnTo>
                  <a:pt x="2154530" y="2062782"/>
                </a:lnTo>
                <a:lnTo>
                  <a:pt x="2150609" y="2058968"/>
                </a:lnTo>
                <a:lnTo>
                  <a:pt x="2150028" y="2058051"/>
                </a:lnTo>
                <a:lnTo>
                  <a:pt x="2149701" y="2057339"/>
                </a:lnTo>
                <a:lnTo>
                  <a:pt x="2149595" y="2056987"/>
                </a:lnTo>
                <a:moveTo>
                  <a:pt x="2151060" y="2051053"/>
                </a:moveTo>
                <a:lnTo>
                  <a:pt x="2170432" y="2031140"/>
                </a:lnTo>
                <a:moveTo>
                  <a:pt x="2177160" y="2024257"/>
                </a:moveTo>
                <a:lnTo>
                  <a:pt x="2186548" y="2014689"/>
                </a:lnTo>
                <a:lnTo>
                  <a:pt x="2187702" y="2013511"/>
                </a:lnTo>
                <a:moveTo>
                  <a:pt x="2527359" y="2132710"/>
                </a:moveTo>
                <a:lnTo>
                  <a:pt x="2501586" y="2109278"/>
                </a:lnTo>
                <a:lnTo>
                  <a:pt x="2484987" y="2092581"/>
                </a:lnTo>
                <a:lnTo>
                  <a:pt x="2460131" y="2068961"/>
                </a:lnTo>
                <a:lnTo>
                  <a:pt x="2458985" y="2064639"/>
                </a:lnTo>
                <a:lnTo>
                  <a:pt x="2460516" y="2060449"/>
                </a:lnTo>
                <a:lnTo>
                  <a:pt x="2465279" y="2055129"/>
                </a:lnTo>
                <a:lnTo>
                  <a:pt x="2474438" y="2046290"/>
                </a:lnTo>
                <a:lnTo>
                  <a:pt x="2479258" y="2041633"/>
                </a:lnTo>
                <a:lnTo>
                  <a:pt x="2495046" y="2025321"/>
                </a:lnTo>
                <a:lnTo>
                  <a:pt x="2509443" y="2010442"/>
                </a:lnTo>
                <a:lnTo>
                  <a:pt x="2520492" y="1999016"/>
                </a:lnTo>
                <a:moveTo>
                  <a:pt x="2346154" y="2246384"/>
                </a:moveTo>
                <a:lnTo>
                  <a:pt x="2348625" y="2243340"/>
                </a:lnTo>
                <a:lnTo>
                  <a:pt x="2386340" y="2204725"/>
                </a:lnTo>
                <a:moveTo>
                  <a:pt x="2392977" y="2198145"/>
                </a:moveTo>
                <a:lnTo>
                  <a:pt x="2394401" y="2196770"/>
                </a:lnTo>
                <a:lnTo>
                  <a:pt x="2399394" y="2192097"/>
                </a:lnTo>
                <a:lnTo>
                  <a:pt x="2402643" y="2188995"/>
                </a:lnTo>
                <a:lnTo>
                  <a:pt x="2405270" y="2186498"/>
                </a:lnTo>
                <a:lnTo>
                  <a:pt x="2442944" y="2147778"/>
                </a:lnTo>
                <a:lnTo>
                  <a:pt x="2453559" y="2136843"/>
                </a:lnTo>
                <a:lnTo>
                  <a:pt x="2454402" y="2135976"/>
                </a:lnTo>
                <a:moveTo>
                  <a:pt x="2361712" y="2165800"/>
                </a:moveTo>
                <a:lnTo>
                  <a:pt x="2363848" y="2163836"/>
                </a:lnTo>
                <a:lnTo>
                  <a:pt x="2410664" y="2115506"/>
                </a:lnTo>
                <a:lnTo>
                  <a:pt x="2420117" y="2105742"/>
                </a:lnTo>
                <a:lnTo>
                  <a:pt x="2421500" y="2104310"/>
                </a:lnTo>
                <a:moveTo>
                  <a:pt x="2319317" y="2143792"/>
                </a:moveTo>
                <a:lnTo>
                  <a:pt x="2320970" y="2142188"/>
                </a:lnTo>
                <a:moveTo>
                  <a:pt x="2328762" y="2134650"/>
                </a:moveTo>
                <a:lnTo>
                  <a:pt x="2328942" y="2134478"/>
                </a:lnTo>
                <a:moveTo>
                  <a:pt x="2145764" y="2084372"/>
                </a:moveTo>
                <a:lnTo>
                  <a:pt x="2154104" y="2075746"/>
                </a:lnTo>
                <a:lnTo>
                  <a:pt x="2158409" y="2071302"/>
                </a:lnTo>
                <a:moveTo>
                  <a:pt x="2234386" y="1983449"/>
                </a:moveTo>
                <a:lnTo>
                  <a:pt x="2212542" y="1962145"/>
                </a:lnTo>
                <a:lnTo>
                  <a:pt x="2201869" y="1951783"/>
                </a:lnTo>
                <a:lnTo>
                  <a:pt x="2196009" y="1946046"/>
                </a:lnTo>
                <a:moveTo>
                  <a:pt x="2329916" y="2142147"/>
                </a:moveTo>
                <a:lnTo>
                  <a:pt x="2328884" y="2140984"/>
                </a:lnTo>
                <a:moveTo>
                  <a:pt x="2320241" y="2132661"/>
                </a:moveTo>
                <a:lnTo>
                  <a:pt x="2319079" y="2131679"/>
                </a:lnTo>
                <a:moveTo>
                  <a:pt x="2428907" y="2103418"/>
                </a:moveTo>
                <a:lnTo>
                  <a:pt x="2428146" y="2102746"/>
                </a:lnTo>
                <a:moveTo>
                  <a:pt x="2421860" y="2096698"/>
                </a:moveTo>
                <a:lnTo>
                  <a:pt x="2420903" y="2095691"/>
                </a:lnTo>
                <a:moveTo>
                  <a:pt x="2098417" y="1961523"/>
                </a:moveTo>
                <a:lnTo>
                  <a:pt x="2100520" y="1966875"/>
                </a:lnTo>
                <a:lnTo>
                  <a:pt x="2107543" y="1973628"/>
                </a:lnTo>
                <a:lnTo>
                  <a:pt x="2107813" y="1973890"/>
                </a:lnTo>
                <a:moveTo>
                  <a:pt x="2105987" y="1925094"/>
                </a:moveTo>
                <a:lnTo>
                  <a:pt x="2105619" y="1925004"/>
                </a:lnTo>
                <a:lnTo>
                  <a:pt x="2104056" y="1925085"/>
                </a:lnTo>
                <a:lnTo>
                  <a:pt x="2102665" y="1925568"/>
                </a:lnTo>
                <a:lnTo>
                  <a:pt x="2086754" y="1932018"/>
                </a:lnTo>
                <a:lnTo>
                  <a:pt x="2094996" y="1952724"/>
                </a:lnTo>
                <a:moveTo>
                  <a:pt x="2122905" y="1960557"/>
                </a:moveTo>
                <a:lnTo>
                  <a:pt x="2122839" y="1960434"/>
                </a:lnTo>
                <a:lnTo>
                  <a:pt x="2115915" y="1942919"/>
                </a:lnTo>
                <a:lnTo>
                  <a:pt x="2111929" y="1932836"/>
                </a:lnTo>
                <a:lnTo>
                  <a:pt x="2110170" y="1928376"/>
                </a:lnTo>
                <a:lnTo>
                  <a:pt x="2109458" y="1927156"/>
                </a:lnTo>
                <a:lnTo>
                  <a:pt x="2108737" y="1926452"/>
                </a:lnTo>
                <a:moveTo>
                  <a:pt x="2353266" y="1939408"/>
                </a:moveTo>
                <a:lnTo>
                  <a:pt x="2350721" y="1936937"/>
                </a:lnTo>
                <a:lnTo>
                  <a:pt x="2347316" y="1933638"/>
                </a:lnTo>
                <a:lnTo>
                  <a:pt x="2341783" y="1928261"/>
                </a:lnTo>
                <a:lnTo>
                  <a:pt x="2338370" y="1924963"/>
                </a:lnTo>
                <a:lnTo>
                  <a:pt x="2332846" y="1919602"/>
                </a:lnTo>
                <a:lnTo>
                  <a:pt x="2325471" y="1912449"/>
                </a:lnTo>
                <a:lnTo>
                  <a:pt x="2324784" y="1911777"/>
                </a:lnTo>
                <a:lnTo>
                  <a:pt x="2323131" y="1910648"/>
                </a:lnTo>
                <a:lnTo>
                  <a:pt x="2321248" y="1909993"/>
                </a:lnTo>
                <a:lnTo>
                  <a:pt x="2319243" y="1909821"/>
                </a:lnTo>
                <a:lnTo>
                  <a:pt x="2318940" y="1909879"/>
                </a:lnTo>
                <a:lnTo>
                  <a:pt x="2317238" y="1910206"/>
                </a:lnTo>
                <a:lnTo>
                  <a:pt x="2315404" y="1911114"/>
                </a:lnTo>
                <a:lnTo>
                  <a:pt x="2313866" y="1912457"/>
                </a:lnTo>
                <a:lnTo>
                  <a:pt x="2310215" y="1916246"/>
                </a:lnTo>
                <a:moveTo>
                  <a:pt x="2353372" y="1946357"/>
                </a:moveTo>
                <a:lnTo>
                  <a:pt x="2341382" y="1958707"/>
                </a:lnTo>
                <a:lnTo>
                  <a:pt x="2332494" y="1967997"/>
                </a:lnTo>
                <a:moveTo>
                  <a:pt x="2368023" y="1479235"/>
                </a:moveTo>
                <a:lnTo>
                  <a:pt x="2367098" y="1478342"/>
                </a:lnTo>
                <a:lnTo>
                  <a:pt x="2364953" y="1476354"/>
                </a:lnTo>
                <a:lnTo>
                  <a:pt x="2362326" y="1473906"/>
                </a:lnTo>
                <a:moveTo>
                  <a:pt x="2120319" y="1966949"/>
                </a:moveTo>
                <a:lnTo>
                  <a:pt x="2120122" y="1967146"/>
                </a:lnTo>
                <a:moveTo>
                  <a:pt x="2114049" y="1973325"/>
                </a:moveTo>
                <a:lnTo>
                  <a:pt x="2113935" y="1973448"/>
                </a:lnTo>
                <a:moveTo>
                  <a:pt x="2383107" y="1908635"/>
                </a:moveTo>
                <a:lnTo>
                  <a:pt x="2380553" y="1906146"/>
                </a:lnTo>
                <a:lnTo>
                  <a:pt x="2377148" y="1902824"/>
                </a:lnTo>
                <a:lnTo>
                  <a:pt x="2371640" y="1897455"/>
                </a:lnTo>
                <a:lnTo>
                  <a:pt x="2368260" y="1894156"/>
                </a:lnTo>
                <a:lnTo>
                  <a:pt x="2366026" y="1891979"/>
                </a:lnTo>
                <a:moveTo>
                  <a:pt x="2465099" y="2262205"/>
                </a:moveTo>
                <a:lnTo>
                  <a:pt x="2446938" y="2244527"/>
                </a:lnTo>
                <a:lnTo>
                  <a:pt x="2434694" y="2232626"/>
                </a:lnTo>
                <a:moveTo>
                  <a:pt x="2516236" y="1930643"/>
                </a:moveTo>
                <a:lnTo>
                  <a:pt x="2511481" y="1925871"/>
                </a:lnTo>
                <a:lnTo>
                  <a:pt x="2504393" y="1918767"/>
                </a:lnTo>
                <a:moveTo>
                  <a:pt x="2281840" y="2095438"/>
                </a:moveTo>
                <a:lnTo>
                  <a:pt x="2281381" y="2095020"/>
                </a:lnTo>
                <a:moveTo>
                  <a:pt x="2288543" y="1938835"/>
                </a:moveTo>
                <a:lnTo>
                  <a:pt x="2286497" y="1941045"/>
                </a:lnTo>
                <a:lnTo>
                  <a:pt x="2279049" y="1948714"/>
                </a:lnTo>
                <a:lnTo>
                  <a:pt x="2278468" y="1949213"/>
                </a:lnTo>
                <a:moveTo>
                  <a:pt x="2350295" y="2025059"/>
                </a:moveTo>
                <a:lnTo>
                  <a:pt x="2349386" y="2024020"/>
                </a:lnTo>
                <a:lnTo>
                  <a:pt x="2345081" y="2020017"/>
                </a:lnTo>
                <a:lnTo>
                  <a:pt x="2342683" y="2017685"/>
                </a:lnTo>
                <a:lnTo>
                  <a:pt x="2337306" y="2012471"/>
                </a:lnTo>
                <a:moveTo>
                  <a:pt x="2411016" y="1879539"/>
                </a:moveTo>
                <a:lnTo>
                  <a:pt x="2411065" y="1880365"/>
                </a:lnTo>
                <a:lnTo>
                  <a:pt x="2411229" y="1882338"/>
                </a:lnTo>
                <a:moveTo>
                  <a:pt x="2184608" y="1875512"/>
                </a:moveTo>
                <a:lnTo>
                  <a:pt x="2185484" y="1875430"/>
                </a:lnTo>
                <a:lnTo>
                  <a:pt x="2195534" y="1875021"/>
                </a:lnTo>
                <a:lnTo>
                  <a:pt x="2205225" y="1873785"/>
                </a:lnTo>
                <a:lnTo>
                  <a:pt x="2210929" y="1873302"/>
                </a:lnTo>
                <a:moveTo>
                  <a:pt x="2212984" y="1869464"/>
                </a:moveTo>
                <a:lnTo>
                  <a:pt x="2212820" y="1869464"/>
                </a:lnTo>
                <a:moveTo>
                  <a:pt x="2068781" y="1781922"/>
                </a:moveTo>
                <a:lnTo>
                  <a:pt x="2067406" y="1778411"/>
                </a:lnTo>
                <a:lnTo>
                  <a:pt x="2065613" y="1774016"/>
                </a:lnTo>
                <a:moveTo>
                  <a:pt x="2028423" y="2057519"/>
                </a:moveTo>
                <a:lnTo>
                  <a:pt x="2026598" y="2056226"/>
                </a:lnTo>
                <a:lnTo>
                  <a:pt x="2024003" y="2055350"/>
                </a:lnTo>
                <a:moveTo>
                  <a:pt x="2364921" y="1492461"/>
                </a:moveTo>
                <a:lnTo>
                  <a:pt x="2363407" y="1495391"/>
                </a:lnTo>
                <a:lnTo>
                  <a:pt x="2345442" y="1529995"/>
                </a:lnTo>
                <a:lnTo>
                  <a:pt x="2337372" y="1541715"/>
                </a:lnTo>
                <a:lnTo>
                  <a:pt x="2324555" y="1554851"/>
                </a:lnTo>
                <a:lnTo>
                  <a:pt x="2314119" y="1563969"/>
                </a:lnTo>
                <a:lnTo>
                  <a:pt x="2309512" y="1567030"/>
                </a:lnTo>
                <a:lnTo>
                  <a:pt x="2304143" y="1570222"/>
                </a:lnTo>
                <a:moveTo>
                  <a:pt x="2316100" y="1585404"/>
                </a:moveTo>
                <a:lnTo>
                  <a:pt x="2315855" y="1583841"/>
                </a:lnTo>
                <a:lnTo>
                  <a:pt x="2313399" y="1579356"/>
                </a:lnTo>
                <a:lnTo>
                  <a:pt x="2308497" y="1575558"/>
                </a:lnTo>
                <a:lnTo>
                  <a:pt x="2304781" y="1574117"/>
                </a:lnTo>
                <a:lnTo>
                  <a:pt x="2304380" y="1573946"/>
                </a:lnTo>
                <a:moveTo>
                  <a:pt x="2021589" y="2059164"/>
                </a:moveTo>
                <a:lnTo>
                  <a:pt x="2021638" y="2058697"/>
                </a:lnTo>
                <a:lnTo>
                  <a:pt x="2021573" y="2058411"/>
                </a:lnTo>
                <a:moveTo>
                  <a:pt x="2027122" y="2418783"/>
                </a:moveTo>
                <a:lnTo>
                  <a:pt x="2037279" y="2424185"/>
                </a:lnTo>
                <a:lnTo>
                  <a:pt x="2106585" y="2458813"/>
                </a:lnTo>
                <a:lnTo>
                  <a:pt x="2110685" y="2460614"/>
                </a:lnTo>
                <a:moveTo>
                  <a:pt x="2123249" y="2465590"/>
                </a:moveTo>
                <a:lnTo>
                  <a:pt x="2127349" y="2466916"/>
                </a:lnTo>
                <a:lnTo>
                  <a:pt x="2140592" y="2461301"/>
                </a:lnTo>
                <a:lnTo>
                  <a:pt x="2143456" y="2460295"/>
                </a:lnTo>
                <a:moveTo>
                  <a:pt x="2335653" y="1868743"/>
                </a:moveTo>
                <a:lnTo>
                  <a:pt x="2344574" y="1868400"/>
                </a:lnTo>
                <a:lnTo>
                  <a:pt x="2363677" y="1867925"/>
                </a:lnTo>
                <a:lnTo>
                  <a:pt x="2367294" y="1867827"/>
                </a:lnTo>
                <a:moveTo>
                  <a:pt x="2073528" y="2084307"/>
                </a:moveTo>
                <a:lnTo>
                  <a:pt x="2070008" y="2084184"/>
                </a:lnTo>
                <a:lnTo>
                  <a:pt x="2068617" y="2083807"/>
                </a:lnTo>
                <a:moveTo>
                  <a:pt x="2064459" y="2082138"/>
                </a:moveTo>
                <a:lnTo>
                  <a:pt x="2033334" y="2059401"/>
                </a:lnTo>
                <a:moveTo>
                  <a:pt x="2054769" y="2200461"/>
                </a:moveTo>
                <a:lnTo>
                  <a:pt x="2047059" y="2177471"/>
                </a:lnTo>
                <a:lnTo>
                  <a:pt x="2038580" y="2150978"/>
                </a:lnTo>
                <a:lnTo>
                  <a:pt x="2037540" y="2147491"/>
                </a:lnTo>
                <a:lnTo>
                  <a:pt x="2023299" y="2106241"/>
                </a:lnTo>
                <a:lnTo>
                  <a:pt x="2019109" y="2092794"/>
                </a:lnTo>
                <a:lnTo>
                  <a:pt x="2017415" y="2076220"/>
                </a:lnTo>
                <a:lnTo>
                  <a:pt x="2017317" y="2073618"/>
                </a:lnTo>
                <a:lnTo>
                  <a:pt x="2017014" y="2069697"/>
                </a:lnTo>
                <a:moveTo>
                  <a:pt x="2298700" y="1573291"/>
                </a:moveTo>
                <a:lnTo>
                  <a:pt x="2290736" y="1577326"/>
                </a:lnTo>
                <a:lnTo>
                  <a:pt x="2264898" y="1585960"/>
                </a:lnTo>
                <a:lnTo>
                  <a:pt x="2234116" y="1594857"/>
                </a:lnTo>
                <a:lnTo>
                  <a:pt x="2203039" y="1604417"/>
                </a:lnTo>
                <a:lnTo>
                  <a:pt x="2183748" y="1609966"/>
                </a:lnTo>
                <a:lnTo>
                  <a:pt x="2167977" y="1614320"/>
                </a:lnTo>
                <a:lnTo>
                  <a:pt x="2161667" y="1617422"/>
                </a:lnTo>
                <a:lnTo>
                  <a:pt x="2158737" y="1618862"/>
                </a:lnTo>
                <a:lnTo>
                  <a:pt x="2156952" y="1619853"/>
                </a:lnTo>
                <a:moveTo>
                  <a:pt x="2156740" y="1619967"/>
                </a:moveTo>
                <a:lnTo>
                  <a:pt x="2153384" y="1621825"/>
                </a:lnTo>
                <a:lnTo>
                  <a:pt x="2140191" y="1629993"/>
                </a:lnTo>
                <a:moveTo>
                  <a:pt x="1761874" y="1748501"/>
                </a:moveTo>
                <a:lnTo>
                  <a:pt x="1769181" y="1746575"/>
                </a:lnTo>
                <a:moveTo>
                  <a:pt x="1965345" y="1668771"/>
                </a:moveTo>
                <a:lnTo>
                  <a:pt x="1961695" y="1672127"/>
                </a:lnTo>
                <a:moveTo>
                  <a:pt x="1961527" y="1672274"/>
                </a:moveTo>
                <a:lnTo>
                  <a:pt x="1955368" y="1677684"/>
                </a:lnTo>
                <a:lnTo>
                  <a:pt x="1952086" y="1680524"/>
                </a:lnTo>
                <a:lnTo>
                  <a:pt x="1939515" y="1686384"/>
                </a:lnTo>
                <a:lnTo>
                  <a:pt x="1930348" y="1689789"/>
                </a:lnTo>
                <a:moveTo>
                  <a:pt x="1437518" y="620124"/>
                </a:moveTo>
                <a:lnTo>
                  <a:pt x="1451522" y="656692"/>
                </a:lnTo>
                <a:lnTo>
                  <a:pt x="1477438" y="720564"/>
                </a:lnTo>
                <a:moveTo>
                  <a:pt x="1902758" y="1516638"/>
                </a:moveTo>
                <a:lnTo>
                  <a:pt x="1906736" y="1520820"/>
                </a:lnTo>
                <a:moveTo>
                  <a:pt x="1906973" y="1521074"/>
                </a:moveTo>
                <a:lnTo>
                  <a:pt x="1907759" y="1521966"/>
                </a:lnTo>
                <a:moveTo>
                  <a:pt x="2432918" y="2703301"/>
                </a:moveTo>
                <a:lnTo>
                  <a:pt x="2444237" y="2723222"/>
                </a:lnTo>
                <a:lnTo>
                  <a:pt x="2451185" y="2735433"/>
                </a:lnTo>
                <a:lnTo>
                  <a:pt x="2454672" y="2741326"/>
                </a:lnTo>
                <a:lnTo>
                  <a:pt x="2465443" y="2759463"/>
                </a:lnTo>
                <a:lnTo>
                  <a:pt x="2470263" y="2767582"/>
                </a:lnTo>
                <a:lnTo>
                  <a:pt x="2474339" y="2773753"/>
                </a:lnTo>
                <a:lnTo>
                  <a:pt x="2476836" y="2774899"/>
                </a:lnTo>
                <a:lnTo>
                  <a:pt x="2480126" y="2776397"/>
                </a:lnTo>
                <a:lnTo>
                  <a:pt x="2485560" y="2774956"/>
                </a:lnTo>
                <a:lnTo>
                  <a:pt x="2507634" y="2762115"/>
                </a:lnTo>
                <a:lnTo>
                  <a:pt x="2527260" y="2750714"/>
                </a:lnTo>
                <a:moveTo>
                  <a:pt x="233217" y="1132498"/>
                </a:moveTo>
                <a:lnTo>
                  <a:pt x="245478" y="1131647"/>
                </a:lnTo>
                <a:lnTo>
                  <a:pt x="270923" y="1130771"/>
                </a:lnTo>
                <a:lnTo>
                  <a:pt x="281138" y="1131098"/>
                </a:lnTo>
                <a:lnTo>
                  <a:pt x="310512" y="1133652"/>
                </a:lnTo>
                <a:lnTo>
                  <a:pt x="317935" y="1133136"/>
                </a:lnTo>
                <a:lnTo>
                  <a:pt x="319073" y="1132596"/>
                </a:lnTo>
                <a:moveTo>
                  <a:pt x="327225" y="1129609"/>
                </a:moveTo>
                <a:lnTo>
                  <a:pt x="327380" y="1129560"/>
                </a:lnTo>
                <a:moveTo>
                  <a:pt x="2060703" y="1753170"/>
                </a:moveTo>
                <a:lnTo>
                  <a:pt x="2050595" y="1727462"/>
                </a:lnTo>
                <a:lnTo>
                  <a:pt x="2049875" y="1725695"/>
                </a:lnTo>
                <a:moveTo>
                  <a:pt x="1970114" y="1698148"/>
                </a:moveTo>
                <a:lnTo>
                  <a:pt x="1972596" y="1698131"/>
                </a:lnTo>
                <a:moveTo>
                  <a:pt x="2043233" y="1721455"/>
                </a:moveTo>
                <a:lnTo>
                  <a:pt x="2039783" y="1710561"/>
                </a:lnTo>
                <a:moveTo>
                  <a:pt x="2105079" y="1877341"/>
                </a:moveTo>
                <a:lnTo>
                  <a:pt x="2100119" y="1864892"/>
                </a:lnTo>
                <a:moveTo>
                  <a:pt x="1868150" y="1706060"/>
                </a:moveTo>
                <a:lnTo>
                  <a:pt x="1866542" y="1706305"/>
                </a:lnTo>
                <a:lnTo>
                  <a:pt x="1851801" y="1709178"/>
                </a:lnTo>
                <a:lnTo>
                  <a:pt x="1847103" y="1710439"/>
                </a:lnTo>
                <a:lnTo>
                  <a:pt x="1816416" y="1718328"/>
                </a:lnTo>
                <a:moveTo>
                  <a:pt x="1801966" y="1721995"/>
                </a:moveTo>
                <a:lnTo>
                  <a:pt x="1760454" y="1732475"/>
                </a:lnTo>
                <a:moveTo>
                  <a:pt x="1760225" y="1732533"/>
                </a:moveTo>
                <a:lnTo>
                  <a:pt x="1757835" y="1733167"/>
                </a:lnTo>
                <a:moveTo>
                  <a:pt x="1924512" y="1691622"/>
                </a:moveTo>
                <a:lnTo>
                  <a:pt x="1891889" y="1700093"/>
                </a:lnTo>
                <a:lnTo>
                  <a:pt x="1874080" y="1704824"/>
                </a:lnTo>
                <a:moveTo>
                  <a:pt x="1848585" y="1720235"/>
                </a:moveTo>
                <a:lnTo>
                  <a:pt x="1860215" y="1717248"/>
                </a:lnTo>
                <a:moveTo>
                  <a:pt x="1572706" y="1794571"/>
                </a:moveTo>
                <a:lnTo>
                  <a:pt x="1616636" y="1782757"/>
                </a:lnTo>
                <a:moveTo>
                  <a:pt x="1620867" y="1781435"/>
                </a:moveTo>
                <a:lnTo>
                  <a:pt x="1621023" y="1781386"/>
                </a:lnTo>
                <a:moveTo>
                  <a:pt x="1660284" y="1767865"/>
                </a:moveTo>
                <a:lnTo>
                  <a:pt x="1668481" y="1765704"/>
                </a:lnTo>
                <a:lnTo>
                  <a:pt x="1689855" y="1760155"/>
                </a:lnTo>
                <a:lnTo>
                  <a:pt x="1691545" y="1759730"/>
                </a:lnTo>
                <a:lnTo>
                  <a:pt x="1700973" y="1757299"/>
                </a:lnTo>
                <a:lnTo>
                  <a:pt x="1722826" y="1751684"/>
                </a:lnTo>
                <a:lnTo>
                  <a:pt x="1729840" y="1749843"/>
                </a:lnTo>
                <a:moveTo>
                  <a:pt x="1650508" y="1770382"/>
                </a:moveTo>
                <a:lnTo>
                  <a:pt x="1651273" y="1770173"/>
                </a:lnTo>
                <a:lnTo>
                  <a:pt x="1653990" y="1769396"/>
                </a:lnTo>
                <a:moveTo>
                  <a:pt x="1652562" y="1769813"/>
                </a:moveTo>
                <a:lnTo>
                  <a:pt x="1652726" y="1769772"/>
                </a:lnTo>
                <a:moveTo>
                  <a:pt x="580134" y="2552935"/>
                </a:moveTo>
                <a:lnTo>
                  <a:pt x="580298" y="2552960"/>
                </a:lnTo>
                <a:moveTo>
                  <a:pt x="586182" y="2553884"/>
                </a:moveTo>
                <a:lnTo>
                  <a:pt x="586845" y="2553975"/>
                </a:lnTo>
                <a:lnTo>
                  <a:pt x="589489" y="2554359"/>
                </a:lnTo>
                <a:lnTo>
                  <a:pt x="594064" y="2554703"/>
                </a:lnTo>
                <a:moveTo>
                  <a:pt x="594310" y="2554719"/>
                </a:moveTo>
                <a:lnTo>
                  <a:pt x="606046" y="2555611"/>
                </a:lnTo>
                <a:moveTo>
                  <a:pt x="551030" y="2548262"/>
                </a:moveTo>
                <a:lnTo>
                  <a:pt x="551030" y="2548425"/>
                </a:lnTo>
                <a:moveTo>
                  <a:pt x="464000" y="2836049"/>
                </a:moveTo>
                <a:lnTo>
                  <a:pt x="463906" y="2832771"/>
                </a:lnTo>
                <a:lnTo>
                  <a:pt x="464006" y="2829737"/>
                </a:lnTo>
                <a:moveTo>
                  <a:pt x="1045259" y="2038637"/>
                </a:moveTo>
                <a:lnTo>
                  <a:pt x="1044392" y="2037238"/>
                </a:lnTo>
                <a:moveTo>
                  <a:pt x="1039571" y="2029421"/>
                </a:moveTo>
                <a:lnTo>
                  <a:pt x="1038745" y="2028071"/>
                </a:lnTo>
                <a:lnTo>
                  <a:pt x="1038082" y="2027032"/>
                </a:lnTo>
                <a:lnTo>
                  <a:pt x="1037582" y="2026238"/>
                </a:lnTo>
                <a:moveTo>
                  <a:pt x="1046864" y="2030330"/>
                </a:moveTo>
                <a:lnTo>
                  <a:pt x="1049900" y="2028448"/>
                </a:lnTo>
                <a:lnTo>
                  <a:pt x="1056955" y="2024175"/>
                </a:lnTo>
                <a:lnTo>
                  <a:pt x="1066760" y="2015942"/>
                </a:lnTo>
                <a:lnTo>
                  <a:pt x="1164614" y="1953928"/>
                </a:lnTo>
                <a:lnTo>
                  <a:pt x="1165653" y="1953175"/>
                </a:lnTo>
                <a:moveTo>
                  <a:pt x="979194" y="2070770"/>
                </a:moveTo>
                <a:lnTo>
                  <a:pt x="995751" y="2062421"/>
                </a:lnTo>
                <a:lnTo>
                  <a:pt x="1030331" y="2040233"/>
                </a:lnTo>
                <a:lnTo>
                  <a:pt x="1031886" y="2039325"/>
                </a:lnTo>
                <a:moveTo>
                  <a:pt x="1039792" y="2034660"/>
                </a:moveTo>
                <a:lnTo>
                  <a:pt x="1039931" y="2034578"/>
                </a:lnTo>
                <a:moveTo>
                  <a:pt x="697786" y="2237251"/>
                </a:moveTo>
                <a:lnTo>
                  <a:pt x="697197" y="2237586"/>
                </a:lnTo>
                <a:lnTo>
                  <a:pt x="693064" y="2239976"/>
                </a:lnTo>
                <a:lnTo>
                  <a:pt x="657535" y="2262336"/>
                </a:lnTo>
                <a:lnTo>
                  <a:pt x="651061" y="2266150"/>
                </a:lnTo>
                <a:lnTo>
                  <a:pt x="647869" y="2267713"/>
                </a:lnTo>
                <a:lnTo>
                  <a:pt x="646469" y="2268286"/>
                </a:lnTo>
                <a:moveTo>
                  <a:pt x="1159581" y="1946864"/>
                </a:moveTo>
                <a:lnTo>
                  <a:pt x="1154809" y="1950326"/>
                </a:lnTo>
                <a:lnTo>
                  <a:pt x="1086149" y="1993819"/>
                </a:lnTo>
                <a:lnTo>
                  <a:pt x="1073250" y="1999311"/>
                </a:lnTo>
                <a:lnTo>
                  <a:pt x="1043631" y="2018577"/>
                </a:lnTo>
                <a:lnTo>
                  <a:pt x="1039612" y="2021024"/>
                </a:lnTo>
                <a:moveTo>
                  <a:pt x="1033695" y="2024683"/>
                </a:moveTo>
                <a:lnTo>
                  <a:pt x="1033556" y="2024764"/>
                </a:lnTo>
                <a:moveTo>
                  <a:pt x="1027098" y="2028865"/>
                </a:moveTo>
                <a:lnTo>
                  <a:pt x="1024405" y="2030575"/>
                </a:lnTo>
                <a:lnTo>
                  <a:pt x="1013585" y="2039595"/>
                </a:lnTo>
                <a:lnTo>
                  <a:pt x="862368" y="2135018"/>
                </a:lnTo>
                <a:lnTo>
                  <a:pt x="853791" y="2138243"/>
                </a:lnTo>
                <a:lnTo>
                  <a:pt x="811412" y="2164973"/>
                </a:lnTo>
                <a:lnTo>
                  <a:pt x="809824" y="2165988"/>
                </a:lnTo>
                <a:moveTo>
                  <a:pt x="802425" y="2170686"/>
                </a:moveTo>
                <a:lnTo>
                  <a:pt x="802286" y="2170776"/>
                </a:lnTo>
                <a:moveTo>
                  <a:pt x="795002" y="2175392"/>
                </a:moveTo>
                <a:lnTo>
                  <a:pt x="793389" y="2176423"/>
                </a:lnTo>
                <a:lnTo>
                  <a:pt x="791851" y="2177545"/>
                </a:lnTo>
                <a:lnTo>
                  <a:pt x="784665" y="2183577"/>
                </a:lnTo>
                <a:lnTo>
                  <a:pt x="782815" y="2184657"/>
                </a:lnTo>
                <a:lnTo>
                  <a:pt x="707927" y="2231186"/>
                </a:lnTo>
                <a:moveTo>
                  <a:pt x="652608" y="2276708"/>
                </a:moveTo>
                <a:lnTo>
                  <a:pt x="653017" y="2276454"/>
                </a:lnTo>
                <a:lnTo>
                  <a:pt x="657134" y="2273942"/>
                </a:lnTo>
                <a:lnTo>
                  <a:pt x="668142" y="2266928"/>
                </a:lnTo>
                <a:lnTo>
                  <a:pt x="701600" y="2244993"/>
                </a:lnTo>
                <a:lnTo>
                  <a:pt x="702067" y="2244682"/>
                </a:lnTo>
                <a:moveTo>
                  <a:pt x="712248" y="2238290"/>
                </a:moveTo>
                <a:lnTo>
                  <a:pt x="741704" y="2220382"/>
                </a:lnTo>
                <a:lnTo>
                  <a:pt x="748203" y="2216315"/>
                </a:lnTo>
                <a:lnTo>
                  <a:pt x="799020" y="2185230"/>
                </a:lnTo>
                <a:lnTo>
                  <a:pt x="800379" y="2184379"/>
                </a:lnTo>
                <a:moveTo>
                  <a:pt x="807819" y="2179738"/>
                </a:moveTo>
                <a:lnTo>
                  <a:pt x="807958" y="2179656"/>
                </a:lnTo>
                <a:moveTo>
                  <a:pt x="815340" y="2175048"/>
                </a:moveTo>
                <a:lnTo>
                  <a:pt x="817051" y="2173984"/>
                </a:lnTo>
                <a:lnTo>
                  <a:pt x="827552" y="2165669"/>
                </a:lnTo>
                <a:lnTo>
                  <a:pt x="977361" y="2071801"/>
                </a:lnTo>
                <a:moveTo>
                  <a:pt x="1348364" y="1837413"/>
                </a:moveTo>
                <a:lnTo>
                  <a:pt x="1333297" y="1841415"/>
                </a:lnTo>
                <a:moveTo>
                  <a:pt x="1325693" y="1843330"/>
                </a:moveTo>
                <a:lnTo>
                  <a:pt x="1300722" y="1849019"/>
                </a:lnTo>
                <a:moveTo>
                  <a:pt x="1300477" y="1849068"/>
                </a:moveTo>
                <a:lnTo>
                  <a:pt x="1297088" y="1849845"/>
                </a:lnTo>
                <a:lnTo>
                  <a:pt x="1291547" y="1851294"/>
                </a:lnTo>
                <a:lnTo>
                  <a:pt x="1288650" y="1851998"/>
                </a:lnTo>
                <a:moveTo>
                  <a:pt x="1284010" y="1864254"/>
                </a:moveTo>
                <a:lnTo>
                  <a:pt x="1284509" y="1863022"/>
                </a:lnTo>
                <a:lnTo>
                  <a:pt x="1285016" y="1861443"/>
                </a:lnTo>
                <a:lnTo>
                  <a:pt x="1284795" y="1860391"/>
                </a:lnTo>
                <a:moveTo>
                  <a:pt x="1294719" y="1910640"/>
                </a:moveTo>
                <a:lnTo>
                  <a:pt x="1288728" y="1888051"/>
                </a:lnTo>
                <a:moveTo>
                  <a:pt x="1288667" y="1887825"/>
                </a:moveTo>
                <a:lnTo>
                  <a:pt x="1287918" y="1884871"/>
                </a:lnTo>
                <a:lnTo>
                  <a:pt x="1286322" y="1879142"/>
                </a:lnTo>
                <a:lnTo>
                  <a:pt x="1286191" y="1878647"/>
                </a:lnTo>
                <a:moveTo>
                  <a:pt x="1289780" y="1869038"/>
                </a:moveTo>
                <a:lnTo>
                  <a:pt x="1295853" y="1867442"/>
                </a:lnTo>
                <a:lnTo>
                  <a:pt x="1300747" y="1866255"/>
                </a:lnTo>
                <a:lnTo>
                  <a:pt x="1326802" y="1859073"/>
                </a:lnTo>
                <a:moveTo>
                  <a:pt x="1223465" y="1868256"/>
                </a:moveTo>
                <a:lnTo>
                  <a:pt x="1222036" y="1868825"/>
                </a:lnTo>
                <a:lnTo>
                  <a:pt x="1219377" y="1870094"/>
                </a:lnTo>
                <a:lnTo>
                  <a:pt x="1214380" y="1872860"/>
                </a:lnTo>
                <a:moveTo>
                  <a:pt x="1360060" y="1840016"/>
                </a:moveTo>
                <a:lnTo>
                  <a:pt x="1355747" y="1839459"/>
                </a:lnTo>
                <a:moveTo>
                  <a:pt x="1367283" y="1842946"/>
                </a:moveTo>
                <a:lnTo>
                  <a:pt x="1445674" y="1822845"/>
                </a:lnTo>
                <a:lnTo>
                  <a:pt x="1451579" y="1821322"/>
                </a:lnTo>
                <a:lnTo>
                  <a:pt x="1547739" y="1796531"/>
                </a:lnTo>
                <a:moveTo>
                  <a:pt x="1553714" y="1793716"/>
                </a:moveTo>
                <a:lnTo>
                  <a:pt x="1555277" y="1793372"/>
                </a:lnTo>
                <a:lnTo>
                  <a:pt x="1565524" y="1793994"/>
                </a:lnTo>
                <a:moveTo>
                  <a:pt x="492879" y="1420453"/>
                </a:moveTo>
                <a:lnTo>
                  <a:pt x="493845" y="1426264"/>
                </a:lnTo>
                <a:lnTo>
                  <a:pt x="498444" y="1445285"/>
                </a:lnTo>
                <a:lnTo>
                  <a:pt x="501113" y="1456997"/>
                </a:lnTo>
                <a:moveTo>
                  <a:pt x="497978" y="1738716"/>
                </a:moveTo>
                <a:lnTo>
                  <a:pt x="498886" y="1733511"/>
                </a:lnTo>
                <a:lnTo>
                  <a:pt x="499189" y="1732119"/>
                </a:lnTo>
                <a:moveTo>
                  <a:pt x="500581" y="1724156"/>
                </a:moveTo>
                <a:lnTo>
                  <a:pt x="502037" y="1713000"/>
                </a:lnTo>
                <a:lnTo>
                  <a:pt x="502365" y="1703130"/>
                </a:lnTo>
                <a:lnTo>
                  <a:pt x="503208" y="1688038"/>
                </a:lnTo>
                <a:lnTo>
                  <a:pt x="503421" y="1678224"/>
                </a:lnTo>
                <a:lnTo>
                  <a:pt x="503503" y="1676309"/>
                </a:lnTo>
                <a:lnTo>
                  <a:pt x="503478" y="1670326"/>
                </a:lnTo>
                <a:lnTo>
                  <a:pt x="503764" y="1665146"/>
                </a:lnTo>
                <a:lnTo>
                  <a:pt x="504231" y="1656470"/>
                </a:lnTo>
                <a:lnTo>
                  <a:pt x="505737" y="1640870"/>
                </a:lnTo>
                <a:lnTo>
                  <a:pt x="506130" y="1633136"/>
                </a:lnTo>
                <a:lnTo>
                  <a:pt x="507447" y="1599080"/>
                </a:lnTo>
                <a:lnTo>
                  <a:pt x="507546" y="1596617"/>
                </a:lnTo>
                <a:lnTo>
                  <a:pt x="507668" y="1593449"/>
                </a:lnTo>
                <a:moveTo>
                  <a:pt x="478352" y="1302015"/>
                </a:moveTo>
                <a:lnTo>
                  <a:pt x="478401" y="1302204"/>
                </a:lnTo>
                <a:lnTo>
                  <a:pt x="479751" y="1307753"/>
                </a:lnTo>
                <a:lnTo>
                  <a:pt x="487895" y="1341334"/>
                </a:lnTo>
                <a:lnTo>
                  <a:pt x="489900" y="1350370"/>
                </a:lnTo>
                <a:moveTo>
                  <a:pt x="491692" y="1359413"/>
                </a:moveTo>
                <a:lnTo>
                  <a:pt x="491741" y="1359675"/>
                </a:lnTo>
                <a:lnTo>
                  <a:pt x="492126" y="1366419"/>
                </a:lnTo>
                <a:lnTo>
                  <a:pt x="491946" y="1387789"/>
                </a:lnTo>
                <a:lnTo>
                  <a:pt x="491921" y="1410591"/>
                </a:lnTo>
                <a:moveTo>
                  <a:pt x="1212616" y="1585854"/>
                </a:moveTo>
                <a:lnTo>
                  <a:pt x="1209031" y="1575386"/>
                </a:lnTo>
                <a:lnTo>
                  <a:pt x="1207272" y="1566670"/>
                </a:lnTo>
                <a:lnTo>
                  <a:pt x="1186941" y="1489457"/>
                </a:lnTo>
                <a:moveTo>
                  <a:pt x="2208736" y="2393092"/>
                </a:moveTo>
                <a:lnTo>
                  <a:pt x="2149193" y="2260609"/>
                </a:lnTo>
                <a:lnTo>
                  <a:pt x="2151297" y="2258293"/>
                </a:lnTo>
                <a:lnTo>
                  <a:pt x="2153237" y="2257139"/>
                </a:lnTo>
                <a:lnTo>
                  <a:pt x="2154792" y="2256460"/>
                </a:lnTo>
                <a:lnTo>
                  <a:pt x="2155954" y="2255527"/>
                </a:lnTo>
                <a:lnTo>
                  <a:pt x="2157984" y="2255428"/>
                </a:lnTo>
                <a:lnTo>
                  <a:pt x="2159989" y="2255682"/>
                </a:lnTo>
                <a:lnTo>
                  <a:pt x="2167862" y="2261599"/>
                </a:lnTo>
                <a:lnTo>
                  <a:pt x="2191516" y="2278075"/>
                </a:lnTo>
                <a:lnTo>
                  <a:pt x="2205437" y="2287814"/>
                </a:lnTo>
                <a:lnTo>
                  <a:pt x="2283010" y="2343084"/>
                </a:lnTo>
                <a:lnTo>
                  <a:pt x="2292005" y="2349689"/>
                </a:lnTo>
                <a:moveTo>
                  <a:pt x="1320881" y="2727813"/>
                </a:moveTo>
                <a:lnTo>
                  <a:pt x="1317648" y="2727412"/>
                </a:lnTo>
                <a:lnTo>
                  <a:pt x="1302916" y="2725825"/>
                </a:lnTo>
                <a:lnTo>
                  <a:pt x="1299683" y="2725383"/>
                </a:lnTo>
                <a:lnTo>
                  <a:pt x="1296859" y="2724908"/>
                </a:lnTo>
                <a:lnTo>
                  <a:pt x="1293815" y="2724114"/>
                </a:lnTo>
                <a:lnTo>
                  <a:pt x="1289649" y="2722633"/>
                </a:lnTo>
                <a:lnTo>
                  <a:pt x="1287643" y="2721716"/>
                </a:lnTo>
                <a:lnTo>
                  <a:pt x="1267166" y="2710487"/>
                </a:lnTo>
                <a:lnTo>
                  <a:pt x="1264866" y="2709267"/>
                </a:lnTo>
                <a:lnTo>
                  <a:pt x="1212109" y="2680261"/>
                </a:lnTo>
                <a:lnTo>
                  <a:pt x="1161700" y="2652352"/>
                </a:lnTo>
                <a:lnTo>
                  <a:pt x="1159621" y="2651231"/>
                </a:lnTo>
                <a:lnTo>
                  <a:pt x="1127612" y="2633913"/>
                </a:lnTo>
                <a:moveTo>
                  <a:pt x="1103877" y="2634256"/>
                </a:moveTo>
                <a:lnTo>
                  <a:pt x="1109508" y="2637587"/>
                </a:lnTo>
                <a:lnTo>
                  <a:pt x="1121686" y="2644405"/>
                </a:lnTo>
                <a:lnTo>
                  <a:pt x="1126990" y="2647392"/>
                </a:lnTo>
                <a:lnTo>
                  <a:pt x="1138686" y="2654153"/>
                </a:lnTo>
                <a:lnTo>
                  <a:pt x="1153450" y="2662444"/>
                </a:lnTo>
                <a:lnTo>
                  <a:pt x="1172160" y="2673034"/>
                </a:lnTo>
                <a:lnTo>
                  <a:pt x="1186565" y="2681260"/>
                </a:lnTo>
                <a:lnTo>
                  <a:pt x="1189912" y="2683126"/>
                </a:lnTo>
                <a:lnTo>
                  <a:pt x="1191901" y="2684296"/>
                </a:lnTo>
                <a:lnTo>
                  <a:pt x="1204554" y="2691433"/>
                </a:lnTo>
                <a:lnTo>
                  <a:pt x="1206691" y="2692620"/>
                </a:lnTo>
                <a:lnTo>
                  <a:pt x="1214523" y="2697089"/>
                </a:lnTo>
                <a:lnTo>
                  <a:pt x="1217797" y="2698799"/>
                </a:lnTo>
                <a:lnTo>
                  <a:pt x="1219679" y="2699822"/>
                </a:lnTo>
                <a:lnTo>
                  <a:pt x="1228748" y="2704283"/>
                </a:lnTo>
                <a:lnTo>
                  <a:pt x="1239142" y="2709636"/>
                </a:lnTo>
                <a:lnTo>
                  <a:pt x="1260716" y="2720554"/>
                </a:lnTo>
                <a:lnTo>
                  <a:pt x="1261707" y="2721086"/>
                </a:lnTo>
                <a:lnTo>
                  <a:pt x="1282766" y="2731685"/>
                </a:lnTo>
                <a:lnTo>
                  <a:pt x="1287553" y="2734091"/>
                </a:lnTo>
                <a:lnTo>
                  <a:pt x="1295967" y="2738249"/>
                </a:lnTo>
                <a:lnTo>
                  <a:pt x="1298889" y="2739705"/>
                </a:lnTo>
                <a:lnTo>
                  <a:pt x="1301050" y="2740540"/>
                </a:lnTo>
                <a:lnTo>
                  <a:pt x="1304307" y="2741293"/>
                </a:lnTo>
                <a:lnTo>
                  <a:pt x="1307049" y="2741653"/>
                </a:lnTo>
                <a:lnTo>
                  <a:pt x="1310126" y="2742054"/>
                </a:lnTo>
                <a:moveTo>
                  <a:pt x="1600529" y="2714710"/>
                </a:moveTo>
                <a:lnTo>
                  <a:pt x="1595053" y="2713998"/>
                </a:lnTo>
                <a:lnTo>
                  <a:pt x="1585347" y="2709717"/>
                </a:lnTo>
                <a:lnTo>
                  <a:pt x="1575280" y="2700248"/>
                </a:lnTo>
                <a:lnTo>
                  <a:pt x="1565155" y="2688667"/>
                </a:lnTo>
                <a:lnTo>
                  <a:pt x="1544121" y="2658499"/>
                </a:lnTo>
                <a:lnTo>
                  <a:pt x="1536444" y="2640411"/>
                </a:lnTo>
                <a:lnTo>
                  <a:pt x="1535249" y="2635017"/>
                </a:lnTo>
                <a:moveTo>
                  <a:pt x="1605489" y="2716781"/>
                </a:moveTo>
                <a:lnTo>
                  <a:pt x="1606029" y="2716863"/>
                </a:lnTo>
                <a:lnTo>
                  <a:pt x="1617332" y="2716535"/>
                </a:lnTo>
                <a:lnTo>
                  <a:pt x="1626466" y="2717927"/>
                </a:lnTo>
                <a:lnTo>
                  <a:pt x="1632367" y="2719850"/>
                </a:lnTo>
                <a:lnTo>
                  <a:pt x="1638399" y="2723459"/>
                </a:lnTo>
                <a:lnTo>
                  <a:pt x="1646256" y="2729827"/>
                </a:lnTo>
                <a:moveTo>
                  <a:pt x="802139" y="2156150"/>
                </a:moveTo>
                <a:lnTo>
                  <a:pt x="804815" y="2154473"/>
                </a:lnTo>
                <a:lnTo>
                  <a:pt x="827740" y="2141230"/>
                </a:lnTo>
                <a:lnTo>
                  <a:pt x="878197" y="2109360"/>
                </a:lnTo>
                <a:lnTo>
                  <a:pt x="904011" y="2093015"/>
                </a:lnTo>
                <a:lnTo>
                  <a:pt x="945196" y="2067651"/>
                </a:lnTo>
                <a:lnTo>
                  <a:pt x="995105" y="2035764"/>
                </a:lnTo>
                <a:lnTo>
                  <a:pt x="1018553" y="2020934"/>
                </a:lnTo>
                <a:lnTo>
                  <a:pt x="1022572" y="2018201"/>
                </a:lnTo>
                <a:moveTo>
                  <a:pt x="1032279" y="2012430"/>
                </a:moveTo>
                <a:lnTo>
                  <a:pt x="1037795" y="2009599"/>
                </a:lnTo>
                <a:lnTo>
                  <a:pt x="1142197" y="1943492"/>
                </a:lnTo>
                <a:lnTo>
                  <a:pt x="1153884" y="1935807"/>
                </a:lnTo>
                <a:moveTo>
                  <a:pt x="1053223" y="2041436"/>
                </a:moveTo>
                <a:lnTo>
                  <a:pt x="1056652" y="2039063"/>
                </a:lnTo>
                <a:lnTo>
                  <a:pt x="1174640" y="1964150"/>
                </a:lnTo>
                <a:lnTo>
                  <a:pt x="1174763" y="1963945"/>
                </a:lnTo>
                <a:moveTo>
                  <a:pt x="1247785" y="1992239"/>
                </a:moveTo>
                <a:lnTo>
                  <a:pt x="1242899" y="1993516"/>
                </a:lnTo>
                <a:lnTo>
                  <a:pt x="1220956" y="1999229"/>
                </a:lnTo>
                <a:lnTo>
                  <a:pt x="1208524" y="2003624"/>
                </a:lnTo>
                <a:lnTo>
                  <a:pt x="1194332" y="2010573"/>
                </a:lnTo>
                <a:lnTo>
                  <a:pt x="1182325" y="2017284"/>
                </a:lnTo>
                <a:lnTo>
                  <a:pt x="1168289" y="2025837"/>
                </a:lnTo>
                <a:lnTo>
                  <a:pt x="1132449" y="2048180"/>
                </a:lnTo>
                <a:moveTo>
                  <a:pt x="1087950" y="1911777"/>
                </a:moveTo>
                <a:lnTo>
                  <a:pt x="1117602" y="1904510"/>
                </a:lnTo>
                <a:moveTo>
                  <a:pt x="1109729" y="1440080"/>
                </a:moveTo>
                <a:lnTo>
                  <a:pt x="1074044" y="1449132"/>
                </a:lnTo>
                <a:moveTo>
                  <a:pt x="1065180" y="1451415"/>
                </a:moveTo>
                <a:lnTo>
                  <a:pt x="1059541" y="1452897"/>
                </a:lnTo>
                <a:lnTo>
                  <a:pt x="1055605" y="1455614"/>
                </a:lnTo>
                <a:lnTo>
                  <a:pt x="1034701" y="1461089"/>
                </a:lnTo>
                <a:lnTo>
                  <a:pt x="1029881" y="1460688"/>
                </a:lnTo>
                <a:lnTo>
                  <a:pt x="1028522" y="1460959"/>
                </a:lnTo>
                <a:moveTo>
                  <a:pt x="1019511" y="1463013"/>
                </a:moveTo>
                <a:lnTo>
                  <a:pt x="979186" y="1473448"/>
                </a:lnTo>
                <a:moveTo>
                  <a:pt x="1172307" y="1688676"/>
                </a:moveTo>
                <a:lnTo>
                  <a:pt x="1086362" y="1709833"/>
                </a:lnTo>
                <a:moveTo>
                  <a:pt x="1078767" y="1711715"/>
                </a:moveTo>
                <a:lnTo>
                  <a:pt x="996676" y="1732365"/>
                </a:lnTo>
                <a:lnTo>
                  <a:pt x="992641" y="1732881"/>
                </a:lnTo>
                <a:moveTo>
                  <a:pt x="1104884" y="2374398"/>
                </a:moveTo>
                <a:lnTo>
                  <a:pt x="1105710" y="2374456"/>
                </a:lnTo>
                <a:lnTo>
                  <a:pt x="1112511" y="2374832"/>
                </a:lnTo>
                <a:lnTo>
                  <a:pt x="1147688" y="2376567"/>
                </a:lnTo>
                <a:lnTo>
                  <a:pt x="1151412" y="2376739"/>
                </a:lnTo>
                <a:moveTo>
                  <a:pt x="1100227" y="1572211"/>
                </a:moveTo>
                <a:lnTo>
                  <a:pt x="1103950" y="1572194"/>
                </a:lnTo>
                <a:lnTo>
                  <a:pt x="1106455" y="1571924"/>
                </a:lnTo>
                <a:lnTo>
                  <a:pt x="1137401" y="1563830"/>
                </a:lnTo>
                <a:lnTo>
                  <a:pt x="1139496" y="1562921"/>
                </a:lnTo>
                <a:lnTo>
                  <a:pt x="1141239" y="1560900"/>
                </a:lnTo>
                <a:lnTo>
                  <a:pt x="1141403" y="1560670"/>
                </a:lnTo>
                <a:moveTo>
                  <a:pt x="1224877" y="1414675"/>
                </a:moveTo>
                <a:lnTo>
                  <a:pt x="1303186" y="1394951"/>
                </a:lnTo>
                <a:moveTo>
                  <a:pt x="1808088" y="1244667"/>
                </a:moveTo>
                <a:lnTo>
                  <a:pt x="1801581" y="1268664"/>
                </a:lnTo>
                <a:lnTo>
                  <a:pt x="1796368" y="1303415"/>
                </a:lnTo>
                <a:lnTo>
                  <a:pt x="1797939" y="1351483"/>
                </a:lnTo>
                <a:moveTo>
                  <a:pt x="1798905" y="1360887"/>
                </a:moveTo>
                <a:lnTo>
                  <a:pt x="1804176" y="1393494"/>
                </a:lnTo>
                <a:lnTo>
                  <a:pt x="1806328" y="1403823"/>
                </a:lnTo>
                <a:lnTo>
                  <a:pt x="1808980" y="1405828"/>
                </a:lnTo>
                <a:lnTo>
                  <a:pt x="1824989" y="1408619"/>
                </a:lnTo>
                <a:lnTo>
                  <a:pt x="1842062" y="1413718"/>
                </a:lnTo>
                <a:lnTo>
                  <a:pt x="1852342" y="1417998"/>
                </a:lnTo>
                <a:moveTo>
                  <a:pt x="1270030" y="1291899"/>
                </a:moveTo>
                <a:lnTo>
                  <a:pt x="1290434" y="1349829"/>
                </a:lnTo>
                <a:moveTo>
                  <a:pt x="1333297" y="1450720"/>
                </a:moveTo>
                <a:lnTo>
                  <a:pt x="1334377" y="1455565"/>
                </a:lnTo>
                <a:lnTo>
                  <a:pt x="1348111" y="1502200"/>
                </a:lnTo>
                <a:moveTo>
                  <a:pt x="1673846" y="1522089"/>
                </a:moveTo>
                <a:lnTo>
                  <a:pt x="1675155" y="1521327"/>
                </a:lnTo>
                <a:lnTo>
                  <a:pt x="1751255" y="1463119"/>
                </a:lnTo>
                <a:lnTo>
                  <a:pt x="1754578" y="1461384"/>
                </a:lnTo>
                <a:moveTo>
                  <a:pt x="1287553" y="1355583"/>
                </a:moveTo>
                <a:lnTo>
                  <a:pt x="1263802" y="1363006"/>
                </a:lnTo>
                <a:lnTo>
                  <a:pt x="1253563" y="1365724"/>
                </a:lnTo>
                <a:lnTo>
                  <a:pt x="1249512" y="1364905"/>
                </a:lnTo>
                <a:lnTo>
                  <a:pt x="1246778" y="1362532"/>
                </a:lnTo>
                <a:lnTo>
                  <a:pt x="1244560" y="1356254"/>
                </a:lnTo>
                <a:moveTo>
                  <a:pt x="1306623" y="1388436"/>
                </a:moveTo>
                <a:lnTo>
                  <a:pt x="1293798" y="1358456"/>
                </a:lnTo>
                <a:moveTo>
                  <a:pt x="1240321" y="1352121"/>
                </a:moveTo>
                <a:lnTo>
                  <a:pt x="1210423" y="1359315"/>
                </a:lnTo>
                <a:moveTo>
                  <a:pt x="1599522" y="1712239"/>
                </a:moveTo>
                <a:lnTo>
                  <a:pt x="1600136" y="1711920"/>
                </a:lnTo>
                <a:moveTo>
                  <a:pt x="1461785" y="1889483"/>
                </a:moveTo>
                <a:lnTo>
                  <a:pt x="1358800" y="1915968"/>
                </a:lnTo>
                <a:lnTo>
                  <a:pt x="1355018" y="1916434"/>
                </a:lnTo>
                <a:moveTo>
                  <a:pt x="1242064" y="1348978"/>
                </a:moveTo>
                <a:lnTo>
                  <a:pt x="1227954" y="1306926"/>
                </a:lnTo>
                <a:moveTo>
                  <a:pt x="1140691" y="1335670"/>
                </a:moveTo>
                <a:lnTo>
                  <a:pt x="1140224" y="1337012"/>
                </a:lnTo>
                <a:lnTo>
                  <a:pt x="1140486" y="1342480"/>
                </a:lnTo>
                <a:lnTo>
                  <a:pt x="1145781" y="1363268"/>
                </a:lnTo>
                <a:moveTo>
                  <a:pt x="1145781" y="1363268"/>
                </a:moveTo>
                <a:lnTo>
                  <a:pt x="1146485" y="1366026"/>
                </a:lnTo>
                <a:lnTo>
                  <a:pt x="1147869" y="1371461"/>
                </a:lnTo>
                <a:moveTo>
                  <a:pt x="1718459" y="1342283"/>
                </a:moveTo>
                <a:lnTo>
                  <a:pt x="1716798" y="1343372"/>
                </a:lnTo>
                <a:moveTo>
                  <a:pt x="1759505" y="1454116"/>
                </a:moveTo>
                <a:lnTo>
                  <a:pt x="1750117" y="1430479"/>
                </a:lnTo>
                <a:lnTo>
                  <a:pt x="1731563" y="1383689"/>
                </a:lnTo>
                <a:lnTo>
                  <a:pt x="1731301" y="1381135"/>
                </a:lnTo>
                <a:lnTo>
                  <a:pt x="1732430" y="1378361"/>
                </a:lnTo>
                <a:lnTo>
                  <a:pt x="1735737" y="1374571"/>
                </a:lnTo>
                <a:moveTo>
                  <a:pt x="1381405" y="1442535"/>
                </a:moveTo>
                <a:lnTo>
                  <a:pt x="1401007" y="1524528"/>
                </a:lnTo>
                <a:lnTo>
                  <a:pt x="1402546" y="1530396"/>
                </a:lnTo>
                <a:lnTo>
                  <a:pt x="1404608" y="1537402"/>
                </a:lnTo>
                <a:lnTo>
                  <a:pt x="1405983" y="1540586"/>
                </a:lnTo>
                <a:lnTo>
                  <a:pt x="1412072" y="1540438"/>
                </a:lnTo>
                <a:lnTo>
                  <a:pt x="1446840" y="1531223"/>
                </a:lnTo>
                <a:lnTo>
                  <a:pt x="1447405" y="1530568"/>
                </a:lnTo>
                <a:moveTo>
                  <a:pt x="1288585" y="1658925"/>
                </a:moveTo>
                <a:lnTo>
                  <a:pt x="1358546" y="1641795"/>
                </a:lnTo>
                <a:lnTo>
                  <a:pt x="1358914" y="1643203"/>
                </a:lnTo>
                <a:moveTo>
                  <a:pt x="1477753" y="1611242"/>
                </a:moveTo>
                <a:lnTo>
                  <a:pt x="1421517" y="1625393"/>
                </a:lnTo>
                <a:lnTo>
                  <a:pt x="1420003" y="1624125"/>
                </a:lnTo>
                <a:lnTo>
                  <a:pt x="1418415" y="1622537"/>
                </a:lnTo>
                <a:lnTo>
                  <a:pt x="1417458" y="1620704"/>
                </a:lnTo>
                <a:lnTo>
                  <a:pt x="1408799" y="1586566"/>
                </a:lnTo>
                <a:moveTo>
                  <a:pt x="1350656" y="1510704"/>
                </a:moveTo>
                <a:lnTo>
                  <a:pt x="1361451" y="1546225"/>
                </a:lnTo>
                <a:moveTo>
                  <a:pt x="1253784" y="1531108"/>
                </a:moveTo>
                <a:lnTo>
                  <a:pt x="1345033" y="1507627"/>
                </a:lnTo>
                <a:moveTo>
                  <a:pt x="1704112" y="1618600"/>
                </a:moveTo>
                <a:lnTo>
                  <a:pt x="1699913" y="1608705"/>
                </a:lnTo>
                <a:lnTo>
                  <a:pt x="1683241" y="1566817"/>
                </a:lnTo>
                <a:moveTo>
                  <a:pt x="1680344" y="1559066"/>
                </a:moveTo>
                <a:lnTo>
                  <a:pt x="1678830" y="1554778"/>
                </a:lnTo>
                <a:lnTo>
                  <a:pt x="1669655" y="1528849"/>
                </a:lnTo>
                <a:moveTo>
                  <a:pt x="1195240" y="1753718"/>
                </a:moveTo>
                <a:lnTo>
                  <a:pt x="1187171" y="1726341"/>
                </a:lnTo>
                <a:lnTo>
                  <a:pt x="1177857" y="1691917"/>
                </a:lnTo>
                <a:moveTo>
                  <a:pt x="1175598" y="1683217"/>
                </a:moveTo>
                <a:lnTo>
                  <a:pt x="1167503" y="1650782"/>
                </a:lnTo>
                <a:moveTo>
                  <a:pt x="1622611" y="1847717"/>
                </a:moveTo>
                <a:lnTo>
                  <a:pt x="1473129" y="1886545"/>
                </a:lnTo>
                <a:moveTo>
                  <a:pt x="1210513" y="1631769"/>
                </a:moveTo>
                <a:lnTo>
                  <a:pt x="1210676" y="1631720"/>
                </a:lnTo>
                <a:moveTo>
                  <a:pt x="1228429" y="1626891"/>
                </a:moveTo>
                <a:lnTo>
                  <a:pt x="1268508" y="1616890"/>
                </a:lnTo>
                <a:moveTo>
                  <a:pt x="1685533" y="1560908"/>
                </a:moveTo>
                <a:lnTo>
                  <a:pt x="1763401" y="1503027"/>
                </a:lnTo>
                <a:lnTo>
                  <a:pt x="1771569" y="1499548"/>
                </a:lnTo>
                <a:moveTo>
                  <a:pt x="1479136" y="1928768"/>
                </a:moveTo>
                <a:lnTo>
                  <a:pt x="1469855" y="1892118"/>
                </a:lnTo>
                <a:moveTo>
                  <a:pt x="1499057" y="1691311"/>
                </a:moveTo>
                <a:lnTo>
                  <a:pt x="1451776" y="1703302"/>
                </a:lnTo>
                <a:lnTo>
                  <a:pt x="1442404" y="1705765"/>
                </a:lnTo>
                <a:lnTo>
                  <a:pt x="1438541" y="1707345"/>
                </a:lnTo>
                <a:lnTo>
                  <a:pt x="1436430" y="1709203"/>
                </a:lnTo>
                <a:lnTo>
                  <a:pt x="1435824" y="1712411"/>
                </a:lnTo>
                <a:lnTo>
                  <a:pt x="1444197" y="1747997"/>
                </a:lnTo>
                <a:moveTo>
                  <a:pt x="1593367" y="1719744"/>
                </a:moveTo>
                <a:lnTo>
                  <a:pt x="1602837" y="1756436"/>
                </a:lnTo>
                <a:lnTo>
                  <a:pt x="1602575" y="1758138"/>
                </a:lnTo>
                <a:lnTo>
                  <a:pt x="1602141" y="1758948"/>
                </a:lnTo>
                <a:lnTo>
                  <a:pt x="1601740" y="1759668"/>
                </a:lnTo>
                <a:lnTo>
                  <a:pt x="1600316" y="1760880"/>
                </a:lnTo>
                <a:lnTo>
                  <a:pt x="1598540" y="1761494"/>
                </a:lnTo>
                <a:lnTo>
                  <a:pt x="1596044" y="1762124"/>
                </a:lnTo>
                <a:lnTo>
                  <a:pt x="1561456" y="1770906"/>
                </a:lnTo>
                <a:lnTo>
                  <a:pt x="1449410" y="1799494"/>
                </a:lnTo>
                <a:moveTo>
                  <a:pt x="1572358" y="1719294"/>
                </a:moveTo>
                <a:lnTo>
                  <a:pt x="1581181" y="1717003"/>
                </a:lnTo>
                <a:moveTo>
                  <a:pt x="1360862" y="1650659"/>
                </a:moveTo>
                <a:lnTo>
                  <a:pt x="1378140" y="1716110"/>
                </a:lnTo>
                <a:moveTo>
                  <a:pt x="1378868" y="1723288"/>
                </a:moveTo>
                <a:lnTo>
                  <a:pt x="1378811" y="1724090"/>
                </a:lnTo>
                <a:lnTo>
                  <a:pt x="1310069" y="1741695"/>
                </a:lnTo>
                <a:moveTo>
                  <a:pt x="1381855" y="1720473"/>
                </a:moveTo>
                <a:lnTo>
                  <a:pt x="1402096" y="1715423"/>
                </a:lnTo>
                <a:moveTo>
                  <a:pt x="1557004" y="1653540"/>
                </a:moveTo>
                <a:lnTo>
                  <a:pt x="1556095" y="1655938"/>
                </a:lnTo>
                <a:moveTo>
                  <a:pt x="1274057" y="1620221"/>
                </a:moveTo>
                <a:lnTo>
                  <a:pt x="1283019" y="1655602"/>
                </a:lnTo>
                <a:moveTo>
                  <a:pt x="1285303" y="1664442"/>
                </a:moveTo>
                <a:lnTo>
                  <a:pt x="1294748" y="1700151"/>
                </a:lnTo>
                <a:lnTo>
                  <a:pt x="1304520" y="1738405"/>
                </a:lnTo>
                <a:moveTo>
                  <a:pt x="1306746" y="1747244"/>
                </a:moveTo>
                <a:lnTo>
                  <a:pt x="1314873" y="1779860"/>
                </a:lnTo>
                <a:moveTo>
                  <a:pt x="1317173" y="1788732"/>
                </a:moveTo>
                <a:lnTo>
                  <a:pt x="1327461" y="1827101"/>
                </a:lnTo>
                <a:moveTo>
                  <a:pt x="1328492" y="1832134"/>
                </a:moveTo>
                <a:lnTo>
                  <a:pt x="1328803" y="1834041"/>
                </a:lnTo>
                <a:lnTo>
                  <a:pt x="1328713" y="1835711"/>
                </a:lnTo>
                <a:moveTo>
                  <a:pt x="1472417" y="1570737"/>
                </a:moveTo>
                <a:lnTo>
                  <a:pt x="1481092" y="1605693"/>
                </a:lnTo>
                <a:moveTo>
                  <a:pt x="1483310" y="1614557"/>
                </a:moveTo>
                <a:lnTo>
                  <a:pt x="1492109" y="1649251"/>
                </a:lnTo>
                <a:lnTo>
                  <a:pt x="1492428" y="1650373"/>
                </a:lnTo>
                <a:lnTo>
                  <a:pt x="1502290" y="1685730"/>
                </a:lnTo>
                <a:moveTo>
                  <a:pt x="1504582" y="1694659"/>
                </a:moveTo>
                <a:lnTo>
                  <a:pt x="1512955" y="1730081"/>
                </a:lnTo>
                <a:moveTo>
                  <a:pt x="1415739" y="1423023"/>
                </a:moveTo>
                <a:lnTo>
                  <a:pt x="1384409" y="1430651"/>
                </a:lnTo>
                <a:lnTo>
                  <a:pt x="1381765" y="1434089"/>
                </a:lnTo>
                <a:moveTo>
                  <a:pt x="1376830" y="1435693"/>
                </a:moveTo>
                <a:lnTo>
                  <a:pt x="1371346" y="1434064"/>
                </a:lnTo>
                <a:lnTo>
                  <a:pt x="1336104" y="1442642"/>
                </a:lnTo>
                <a:moveTo>
                  <a:pt x="1448510" y="1526492"/>
                </a:moveTo>
                <a:lnTo>
                  <a:pt x="1424210" y="1432051"/>
                </a:lnTo>
                <a:moveTo>
                  <a:pt x="1155464" y="1601208"/>
                </a:moveTo>
                <a:lnTo>
                  <a:pt x="1147165" y="1569362"/>
                </a:lnTo>
                <a:lnTo>
                  <a:pt x="1145119" y="1561292"/>
                </a:lnTo>
                <a:lnTo>
                  <a:pt x="1144906" y="1560891"/>
                </a:lnTo>
                <a:moveTo>
                  <a:pt x="1142745" y="1556112"/>
                </a:moveTo>
                <a:lnTo>
                  <a:pt x="1141550" y="1552519"/>
                </a:lnTo>
                <a:lnTo>
                  <a:pt x="1136926" y="1533653"/>
                </a:lnTo>
                <a:lnTo>
                  <a:pt x="1137450" y="1529446"/>
                </a:lnTo>
                <a:lnTo>
                  <a:pt x="1133186" y="1512521"/>
                </a:lnTo>
                <a:lnTo>
                  <a:pt x="1131508" y="1509206"/>
                </a:lnTo>
                <a:lnTo>
                  <a:pt x="1130812" y="1507954"/>
                </a:lnTo>
                <a:lnTo>
                  <a:pt x="1130575" y="1506194"/>
                </a:lnTo>
                <a:lnTo>
                  <a:pt x="1130632" y="1504500"/>
                </a:lnTo>
                <a:lnTo>
                  <a:pt x="1130640" y="1504255"/>
                </a:lnTo>
                <a:moveTo>
                  <a:pt x="1128013" y="1494057"/>
                </a:moveTo>
                <a:lnTo>
                  <a:pt x="1127375" y="1492264"/>
                </a:lnTo>
                <a:lnTo>
                  <a:pt x="1126875" y="1489171"/>
                </a:lnTo>
                <a:lnTo>
                  <a:pt x="1126630" y="1487296"/>
                </a:lnTo>
                <a:lnTo>
                  <a:pt x="1115302" y="1443378"/>
                </a:lnTo>
                <a:moveTo>
                  <a:pt x="1113019" y="1434531"/>
                </a:moveTo>
                <a:lnTo>
                  <a:pt x="1103157" y="1396383"/>
                </a:lnTo>
                <a:lnTo>
                  <a:pt x="1102600" y="1392896"/>
                </a:lnTo>
                <a:moveTo>
                  <a:pt x="1320447" y="1783191"/>
                </a:moveTo>
                <a:lnTo>
                  <a:pt x="1406736" y="1762026"/>
                </a:lnTo>
                <a:lnTo>
                  <a:pt x="1417171" y="1759464"/>
                </a:lnTo>
                <a:lnTo>
                  <a:pt x="1428712" y="1756558"/>
                </a:lnTo>
                <a:moveTo>
                  <a:pt x="1123667" y="1898469"/>
                </a:moveTo>
                <a:lnTo>
                  <a:pt x="1122374" y="1892208"/>
                </a:lnTo>
                <a:lnTo>
                  <a:pt x="1124788" y="1891562"/>
                </a:lnTo>
                <a:lnTo>
                  <a:pt x="1141624" y="1887068"/>
                </a:lnTo>
                <a:moveTo>
                  <a:pt x="1349707" y="1912964"/>
                </a:moveTo>
                <a:lnTo>
                  <a:pt x="1344076" y="1889033"/>
                </a:lnTo>
                <a:lnTo>
                  <a:pt x="1340458" y="1873466"/>
                </a:lnTo>
                <a:lnTo>
                  <a:pt x="1340131" y="1869873"/>
                </a:lnTo>
                <a:moveTo>
                  <a:pt x="1428712" y="1426166"/>
                </a:moveTo>
                <a:lnTo>
                  <a:pt x="1446996" y="1421460"/>
                </a:lnTo>
                <a:lnTo>
                  <a:pt x="1448404" y="1415829"/>
                </a:lnTo>
                <a:moveTo>
                  <a:pt x="1666864" y="1520812"/>
                </a:moveTo>
                <a:lnTo>
                  <a:pt x="1647442" y="1463815"/>
                </a:lnTo>
                <a:lnTo>
                  <a:pt x="1645314" y="1457660"/>
                </a:lnTo>
                <a:lnTo>
                  <a:pt x="1638235" y="1437314"/>
                </a:lnTo>
                <a:lnTo>
                  <a:pt x="1637376" y="1434891"/>
                </a:lnTo>
                <a:lnTo>
                  <a:pt x="1628012" y="1407473"/>
                </a:lnTo>
                <a:lnTo>
                  <a:pt x="1626793" y="1404019"/>
                </a:lnTo>
                <a:moveTo>
                  <a:pt x="1623797" y="1395392"/>
                </a:moveTo>
                <a:lnTo>
                  <a:pt x="1619607" y="1383132"/>
                </a:lnTo>
                <a:lnTo>
                  <a:pt x="1611889" y="1362859"/>
                </a:lnTo>
                <a:lnTo>
                  <a:pt x="1598786" y="1341105"/>
                </a:lnTo>
                <a:moveTo>
                  <a:pt x="1594022" y="1333469"/>
                </a:moveTo>
                <a:lnTo>
                  <a:pt x="1593981" y="1333395"/>
                </a:lnTo>
                <a:lnTo>
                  <a:pt x="1592876" y="1331684"/>
                </a:lnTo>
                <a:lnTo>
                  <a:pt x="1551111" y="1266568"/>
                </a:lnTo>
                <a:lnTo>
                  <a:pt x="1550579" y="1265742"/>
                </a:lnTo>
                <a:moveTo>
                  <a:pt x="1545586" y="1258130"/>
                </a:moveTo>
                <a:lnTo>
                  <a:pt x="1526868" y="1228584"/>
                </a:lnTo>
                <a:lnTo>
                  <a:pt x="1490513" y="1172610"/>
                </a:lnTo>
                <a:moveTo>
                  <a:pt x="1207746" y="1367361"/>
                </a:moveTo>
                <a:lnTo>
                  <a:pt x="1210136" y="1376462"/>
                </a:lnTo>
                <a:lnTo>
                  <a:pt x="1219303" y="1411401"/>
                </a:lnTo>
                <a:moveTo>
                  <a:pt x="1221586" y="1420200"/>
                </a:moveTo>
                <a:lnTo>
                  <a:pt x="1232554" y="1463087"/>
                </a:lnTo>
                <a:lnTo>
                  <a:pt x="1232676" y="1464936"/>
                </a:lnTo>
                <a:moveTo>
                  <a:pt x="1234551" y="1476272"/>
                </a:moveTo>
                <a:lnTo>
                  <a:pt x="1248170" y="1527850"/>
                </a:lnTo>
                <a:moveTo>
                  <a:pt x="1250609" y="1536673"/>
                </a:moveTo>
                <a:lnTo>
                  <a:pt x="1261379" y="1574011"/>
                </a:lnTo>
                <a:moveTo>
                  <a:pt x="1269703" y="2191008"/>
                </a:moveTo>
                <a:lnTo>
                  <a:pt x="1267731" y="2198202"/>
                </a:lnTo>
                <a:lnTo>
                  <a:pt x="1267092" y="2201967"/>
                </a:lnTo>
                <a:lnTo>
                  <a:pt x="1266208" y="2209022"/>
                </a:lnTo>
                <a:lnTo>
                  <a:pt x="1266020" y="2211895"/>
                </a:lnTo>
                <a:moveTo>
                  <a:pt x="1636606" y="2206019"/>
                </a:moveTo>
                <a:lnTo>
                  <a:pt x="1636377" y="2205536"/>
                </a:lnTo>
                <a:lnTo>
                  <a:pt x="1630468" y="2182439"/>
                </a:lnTo>
                <a:lnTo>
                  <a:pt x="1625647" y="2162772"/>
                </a:lnTo>
                <a:moveTo>
                  <a:pt x="1261003" y="2215824"/>
                </a:moveTo>
                <a:lnTo>
                  <a:pt x="1228379" y="2214228"/>
                </a:lnTo>
                <a:lnTo>
                  <a:pt x="1225048" y="2214064"/>
                </a:lnTo>
                <a:moveTo>
                  <a:pt x="1579429" y="2169679"/>
                </a:moveTo>
                <a:lnTo>
                  <a:pt x="1617561" y="2160054"/>
                </a:lnTo>
                <a:moveTo>
                  <a:pt x="1458274" y="2329580"/>
                </a:moveTo>
                <a:lnTo>
                  <a:pt x="1457578" y="2326994"/>
                </a:lnTo>
                <a:lnTo>
                  <a:pt x="1456825" y="2326298"/>
                </a:lnTo>
                <a:moveTo>
                  <a:pt x="1116907" y="2180262"/>
                </a:moveTo>
                <a:lnTo>
                  <a:pt x="1119174" y="2180376"/>
                </a:lnTo>
                <a:moveTo>
                  <a:pt x="1340859" y="1868580"/>
                </a:moveTo>
                <a:lnTo>
                  <a:pt x="1344608" y="1866746"/>
                </a:lnTo>
                <a:lnTo>
                  <a:pt x="1449386" y="1838649"/>
                </a:lnTo>
                <a:moveTo>
                  <a:pt x="1265848" y="2184076"/>
                </a:moveTo>
                <a:lnTo>
                  <a:pt x="1260528" y="2184952"/>
                </a:lnTo>
                <a:lnTo>
                  <a:pt x="1187154" y="2181334"/>
                </a:lnTo>
                <a:lnTo>
                  <a:pt x="1172275" y="2180597"/>
                </a:lnTo>
                <a:moveTo>
                  <a:pt x="1158934" y="2363267"/>
                </a:moveTo>
                <a:lnTo>
                  <a:pt x="1160653" y="2328958"/>
                </a:lnTo>
                <a:lnTo>
                  <a:pt x="1163092" y="2277297"/>
                </a:lnTo>
                <a:lnTo>
                  <a:pt x="1165064" y="2238036"/>
                </a:lnTo>
                <a:lnTo>
                  <a:pt x="1166145" y="2217256"/>
                </a:lnTo>
                <a:moveTo>
                  <a:pt x="1166677" y="2207042"/>
                </a:moveTo>
                <a:lnTo>
                  <a:pt x="1167200" y="2196876"/>
                </a:lnTo>
                <a:lnTo>
                  <a:pt x="1167380" y="2192907"/>
                </a:lnTo>
                <a:moveTo>
                  <a:pt x="1437625" y="1754357"/>
                </a:moveTo>
                <a:lnTo>
                  <a:pt x="1440808" y="1753571"/>
                </a:lnTo>
                <a:moveTo>
                  <a:pt x="1443837" y="1796204"/>
                </a:moveTo>
                <a:lnTo>
                  <a:pt x="1434318" y="1759898"/>
                </a:lnTo>
                <a:moveTo>
                  <a:pt x="1277920" y="2085142"/>
                </a:moveTo>
                <a:lnTo>
                  <a:pt x="1275874" y="2076384"/>
                </a:lnTo>
                <a:lnTo>
                  <a:pt x="1267199" y="2039169"/>
                </a:lnTo>
                <a:lnTo>
                  <a:pt x="1257295" y="2000268"/>
                </a:lnTo>
                <a:lnTo>
                  <a:pt x="1256567" y="1997412"/>
                </a:lnTo>
                <a:moveTo>
                  <a:pt x="1147517" y="1908446"/>
                </a:moveTo>
                <a:lnTo>
                  <a:pt x="1130067" y="1912948"/>
                </a:lnTo>
                <a:lnTo>
                  <a:pt x="1127293" y="1913611"/>
                </a:lnTo>
                <a:lnTo>
                  <a:pt x="1125672" y="1907194"/>
                </a:lnTo>
                <a:moveTo>
                  <a:pt x="1276054" y="2177831"/>
                </a:moveTo>
                <a:lnTo>
                  <a:pt x="1278788" y="2119533"/>
                </a:lnTo>
                <a:lnTo>
                  <a:pt x="1278943" y="2110227"/>
                </a:lnTo>
                <a:lnTo>
                  <a:pt x="1279213" y="2096526"/>
                </a:lnTo>
                <a:moveTo>
                  <a:pt x="1622021" y="2154170"/>
                </a:moveTo>
                <a:lnTo>
                  <a:pt x="1619402" y="2144946"/>
                </a:lnTo>
                <a:lnTo>
                  <a:pt x="1615138" y="2129813"/>
                </a:lnTo>
                <a:lnTo>
                  <a:pt x="1612364" y="2119999"/>
                </a:lnTo>
                <a:lnTo>
                  <a:pt x="1608402" y="2117258"/>
                </a:lnTo>
                <a:lnTo>
                  <a:pt x="1568814" y="2127144"/>
                </a:lnTo>
                <a:moveTo>
                  <a:pt x="1490799" y="2146034"/>
                </a:moveTo>
                <a:lnTo>
                  <a:pt x="1507283" y="2141934"/>
                </a:lnTo>
                <a:lnTo>
                  <a:pt x="1511244" y="2141566"/>
                </a:lnTo>
                <a:moveTo>
                  <a:pt x="1521090" y="2140649"/>
                </a:moveTo>
                <a:lnTo>
                  <a:pt x="1526598" y="2140150"/>
                </a:lnTo>
                <a:lnTo>
                  <a:pt x="1559999" y="2130827"/>
                </a:lnTo>
                <a:moveTo>
                  <a:pt x="1563191" y="2323180"/>
                </a:moveTo>
                <a:lnTo>
                  <a:pt x="1561964" y="2319660"/>
                </a:lnTo>
                <a:lnTo>
                  <a:pt x="1558976" y="2308161"/>
                </a:lnTo>
                <a:lnTo>
                  <a:pt x="1543712" y="2249249"/>
                </a:lnTo>
                <a:lnTo>
                  <a:pt x="1542345" y="2243954"/>
                </a:lnTo>
                <a:lnTo>
                  <a:pt x="1530723" y="2199094"/>
                </a:lnTo>
                <a:lnTo>
                  <a:pt x="1518316" y="2150593"/>
                </a:lnTo>
                <a:moveTo>
                  <a:pt x="1364488" y="2178625"/>
                </a:moveTo>
                <a:lnTo>
                  <a:pt x="1366681" y="2178093"/>
                </a:lnTo>
                <a:lnTo>
                  <a:pt x="1408807" y="2167339"/>
                </a:lnTo>
                <a:moveTo>
                  <a:pt x="1420118" y="2164679"/>
                </a:moveTo>
                <a:lnTo>
                  <a:pt x="1461319" y="2153507"/>
                </a:lnTo>
                <a:moveTo>
                  <a:pt x="1470453" y="2151125"/>
                </a:moveTo>
                <a:lnTo>
                  <a:pt x="1479374" y="2148882"/>
                </a:lnTo>
                <a:moveTo>
                  <a:pt x="1458119" y="2048164"/>
                </a:moveTo>
                <a:lnTo>
                  <a:pt x="1470502" y="2095069"/>
                </a:lnTo>
                <a:lnTo>
                  <a:pt x="1474201" y="2109711"/>
                </a:lnTo>
                <a:lnTo>
                  <a:pt x="1480266" y="2133684"/>
                </a:lnTo>
                <a:lnTo>
                  <a:pt x="1482058" y="2140788"/>
                </a:lnTo>
                <a:moveTo>
                  <a:pt x="1394680" y="2061104"/>
                </a:moveTo>
                <a:lnTo>
                  <a:pt x="1394828" y="2061063"/>
                </a:lnTo>
                <a:lnTo>
                  <a:pt x="1452496" y="2045062"/>
                </a:lnTo>
                <a:moveTo>
                  <a:pt x="1167503" y="2126457"/>
                </a:moveTo>
                <a:lnTo>
                  <a:pt x="1167503" y="2126351"/>
                </a:lnTo>
                <a:lnTo>
                  <a:pt x="1167299" y="2124648"/>
                </a:lnTo>
                <a:lnTo>
                  <a:pt x="1166873" y="2123077"/>
                </a:lnTo>
                <a:lnTo>
                  <a:pt x="1165678" y="2120024"/>
                </a:lnTo>
                <a:lnTo>
                  <a:pt x="1164287" y="2117806"/>
                </a:lnTo>
                <a:lnTo>
                  <a:pt x="1163018" y="2115760"/>
                </a:lnTo>
                <a:lnTo>
                  <a:pt x="1160710" y="2112077"/>
                </a:lnTo>
                <a:lnTo>
                  <a:pt x="1159499" y="2110587"/>
                </a:lnTo>
                <a:moveTo>
                  <a:pt x="1340360" y="2075083"/>
                </a:moveTo>
                <a:lnTo>
                  <a:pt x="1349641" y="2072055"/>
                </a:lnTo>
                <a:lnTo>
                  <a:pt x="1383345" y="2064148"/>
                </a:lnTo>
                <a:moveTo>
                  <a:pt x="1388902" y="2067520"/>
                </a:moveTo>
                <a:lnTo>
                  <a:pt x="1411491" y="2159228"/>
                </a:lnTo>
                <a:moveTo>
                  <a:pt x="1300951" y="2186163"/>
                </a:moveTo>
                <a:lnTo>
                  <a:pt x="1286105" y="2185623"/>
                </a:lnTo>
                <a:lnTo>
                  <a:pt x="1280384" y="2183920"/>
                </a:lnTo>
                <a:moveTo>
                  <a:pt x="1649390" y="1839164"/>
                </a:moveTo>
                <a:lnTo>
                  <a:pt x="1649235" y="1839214"/>
                </a:lnTo>
                <a:moveTo>
                  <a:pt x="1396767" y="2325979"/>
                </a:moveTo>
                <a:lnTo>
                  <a:pt x="1397488" y="2330186"/>
                </a:lnTo>
                <a:lnTo>
                  <a:pt x="1398879" y="2339099"/>
                </a:lnTo>
                <a:lnTo>
                  <a:pt x="1399427" y="2341775"/>
                </a:lnTo>
                <a:moveTo>
                  <a:pt x="1388149" y="2352390"/>
                </a:moveTo>
                <a:lnTo>
                  <a:pt x="1366558" y="2357857"/>
                </a:lnTo>
                <a:lnTo>
                  <a:pt x="1358096" y="2359994"/>
                </a:lnTo>
                <a:lnTo>
                  <a:pt x="1353324" y="2361197"/>
                </a:lnTo>
                <a:moveTo>
                  <a:pt x="1339885" y="2381846"/>
                </a:moveTo>
                <a:lnTo>
                  <a:pt x="1338895" y="2385259"/>
                </a:lnTo>
                <a:lnTo>
                  <a:pt x="1338289" y="2386765"/>
                </a:lnTo>
                <a:lnTo>
                  <a:pt x="1337978" y="2387354"/>
                </a:lnTo>
                <a:lnTo>
                  <a:pt x="1337585" y="2387935"/>
                </a:lnTo>
                <a:lnTo>
                  <a:pt x="1336881" y="2388607"/>
                </a:lnTo>
                <a:lnTo>
                  <a:pt x="1336341" y="2389016"/>
                </a:lnTo>
                <a:lnTo>
                  <a:pt x="1335670" y="2389433"/>
                </a:lnTo>
                <a:lnTo>
                  <a:pt x="1334942" y="2389793"/>
                </a:lnTo>
                <a:lnTo>
                  <a:pt x="1334164" y="2389916"/>
                </a:lnTo>
                <a:lnTo>
                  <a:pt x="1332413" y="2390162"/>
                </a:lnTo>
                <a:lnTo>
                  <a:pt x="1330252" y="2390276"/>
                </a:lnTo>
                <a:lnTo>
                  <a:pt x="1314112" y="2389523"/>
                </a:lnTo>
                <a:lnTo>
                  <a:pt x="1274516" y="2387698"/>
                </a:lnTo>
                <a:lnTo>
                  <a:pt x="1266135" y="2387371"/>
                </a:lnTo>
                <a:lnTo>
                  <a:pt x="1264211" y="2387199"/>
                </a:lnTo>
                <a:lnTo>
                  <a:pt x="1262272" y="2386544"/>
                </a:lnTo>
                <a:lnTo>
                  <a:pt x="1261911" y="2386364"/>
                </a:lnTo>
                <a:moveTo>
                  <a:pt x="1134421" y="1499139"/>
                </a:moveTo>
                <a:lnTo>
                  <a:pt x="1169762" y="1489457"/>
                </a:lnTo>
                <a:lnTo>
                  <a:pt x="1174509" y="1488008"/>
                </a:lnTo>
                <a:moveTo>
                  <a:pt x="1190207" y="1483220"/>
                </a:moveTo>
                <a:lnTo>
                  <a:pt x="1194397" y="1481944"/>
                </a:lnTo>
                <a:lnTo>
                  <a:pt x="1228969" y="1473006"/>
                </a:lnTo>
                <a:moveTo>
                  <a:pt x="1449721" y="1751328"/>
                </a:moveTo>
                <a:lnTo>
                  <a:pt x="1509615" y="1735721"/>
                </a:lnTo>
                <a:moveTo>
                  <a:pt x="1518487" y="1733404"/>
                </a:moveTo>
                <a:lnTo>
                  <a:pt x="1563486" y="1721602"/>
                </a:lnTo>
                <a:moveTo>
                  <a:pt x="1240574" y="1747048"/>
                </a:moveTo>
                <a:lnTo>
                  <a:pt x="1239150" y="1747416"/>
                </a:lnTo>
                <a:lnTo>
                  <a:pt x="1200757" y="1756943"/>
                </a:lnTo>
                <a:moveTo>
                  <a:pt x="1302040" y="1979316"/>
                </a:moveTo>
                <a:lnTo>
                  <a:pt x="1259522" y="1990521"/>
                </a:lnTo>
                <a:moveTo>
                  <a:pt x="1292481" y="1917899"/>
                </a:moveTo>
                <a:lnTo>
                  <a:pt x="1305289" y="1972850"/>
                </a:lnTo>
                <a:moveTo>
                  <a:pt x="1308162" y="1984407"/>
                </a:moveTo>
                <a:lnTo>
                  <a:pt x="1308702" y="1986461"/>
                </a:lnTo>
                <a:lnTo>
                  <a:pt x="1310175" y="1991863"/>
                </a:lnTo>
                <a:lnTo>
                  <a:pt x="1330882" y="2070197"/>
                </a:lnTo>
                <a:moveTo>
                  <a:pt x="1333796" y="2082318"/>
                </a:moveTo>
                <a:lnTo>
                  <a:pt x="1334451" y="2085354"/>
                </a:lnTo>
                <a:lnTo>
                  <a:pt x="1356426" y="2172315"/>
                </a:lnTo>
                <a:moveTo>
                  <a:pt x="1361255" y="2191221"/>
                </a:moveTo>
                <a:lnTo>
                  <a:pt x="1396170" y="2323155"/>
                </a:lnTo>
                <a:moveTo>
                  <a:pt x="1284116" y="2090977"/>
                </a:moveTo>
                <a:lnTo>
                  <a:pt x="1328312" y="2079085"/>
                </a:lnTo>
                <a:moveTo>
                  <a:pt x="1351695" y="1921247"/>
                </a:moveTo>
                <a:lnTo>
                  <a:pt x="1357187" y="1943795"/>
                </a:lnTo>
                <a:lnTo>
                  <a:pt x="1361951" y="1960426"/>
                </a:lnTo>
                <a:moveTo>
                  <a:pt x="1266875" y="2222154"/>
                </a:moveTo>
                <a:lnTo>
                  <a:pt x="1266765" y="2224376"/>
                </a:lnTo>
                <a:lnTo>
                  <a:pt x="1265177" y="2256263"/>
                </a:lnTo>
                <a:lnTo>
                  <a:pt x="1263131" y="2297178"/>
                </a:lnTo>
                <a:lnTo>
                  <a:pt x="1262452" y="2310813"/>
                </a:lnTo>
                <a:lnTo>
                  <a:pt x="1261641" y="2327141"/>
                </a:lnTo>
                <a:lnTo>
                  <a:pt x="1260864" y="2343731"/>
                </a:lnTo>
                <a:lnTo>
                  <a:pt x="1260504" y="2351482"/>
                </a:lnTo>
                <a:lnTo>
                  <a:pt x="1259321" y="2375892"/>
                </a:lnTo>
                <a:moveTo>
                  <a:pt x="1158811" y="1925904"/>
                </a:moveTo>
                <a:lnTo>
                  <a:pt x="1156200" y="1913807"/>
                </a:lnTo>
                <a:moveTo>
                  <a:pt x="1153295" y="1902128"/>
                </a:moveTo>
                <a:lnTo>
                  <a:pt x="1149735" y="1889540"/>
                </a:lnTo>
                <a:moveTo>
                  <a:pt x="1146788" y="1878376"/>
                </a:moveTo>
                <a:lnTo>
                  <a:pt x="1144660" y="1869701"/>
                </a:lnTo>
                <a:lnTo>
                  <a:pt x="1141886" y="1858398"/>
                </a:lnTo>
                <a:moveTo>
                  <a:pt x="1140781" y="1848372"/>
                </a:moveTo>
                <a:lnTo>
                  <a:pt x="1141706" y="1840703"/>
                </a:lnTo>
                <a:moveTo>
                  <a:pt x="1434351" y="1953224"/>
                </a:moveTo>
                <a:lnTo>
                  <a:pt x="1444483" y="1996282"/>
                </a:lnTo>
                <a:lnTo>
                  <a:pt x="1455123" y="2036763"/>
                </a:lnTo>
                <a:moveTo>
                  <a:pt x="1314129" y="1978383"/>
                </a:moveTo>
                <a:lnTo>
                  <a:pt x="1314399" y="1978342"/>
                </a:lnTo>
                <a:lnTo>
                  <a:pt x="1315405" y="1978162"/>
                </a:lnTo>
                <a:lnTo>
                  <a:pt x="1316412" y="1978006"/>
                </a:lnTo>
                <a:lnTo>
                  <a:pt x="1327420" y="1976271"/>
                </a:lnTo>
                <a:lnTo>
                  <a:pt x="1361247" y="1967579"/>
                </a:lnTo>
                <a:moveTo>
                  <a:pt x="1366444" y="1965820"/>
                </a:moveTo>
                <a:lnTo>
                  <a:pt x="1366583" y="1965771"/>
                </a:lnTo>
                <a:lnTo>
                  <a:pt x="1384965" y="1961081"/>
                </a:lnTo>
                <a:lnTo>
                  <a:pt x="1428834" y="1949893"/>
                </a:lnTo>
                <a:moveTo>
                  <a:pt x="1440235" y="1946946"/>
                </a:moveTo>
                <a:lnTo>
                  <a:pt x="1454976" y="1943067"/>
                </a:lnTo>
                <a:lnTo>
                  <a:pt x="1474070" y="1937591"/>
                </a:lnTo>
                <a:moveTo>
                  <a:pt x="370300" y="1575443"/>
                </a:moveTo>
                <a:lnTo>
                  <a:pt x="370488" y="1571122"/>
                </a:lnTo>
                <a:lnTo>
                  <a:pt x="370742" y="1565597"/>
                </a:lnTo>
                <a:lnTo>
                  <a:pt x="371937" y="1562405"/>
                </a:lnTo>
                <a:lnTo>
                  <a:pt x="374040" y="1560269"/>
                </a:lnTo>
                <a:lnTo>
                  <a:pt x="376954" y="1557748"/>
                </a:lnTo>
                <a:lnTo>
                  <a:pt x="393740" y="1543041"/>
                </a:lnTo>
                <a:lnTo>
                  <a:pt x="429204" y="1512259"/>
                </a:lnTo>
                <a:moveTo>
                  <a:pt x="382306" y="2012095"/>
                </a:moveTo>
                <a:lnTo>
                  <a:pt x="412278" y="2013593"/>
                </a:lnTo>
                <a:lnTo>
                  <a:pt x="426658" y="2004115"/>
                </a:lnTo>
                <a:lnTo>
                  <a:pt x="430800" y="1931396"/>
                </a:lnTo>
                <a:moveTo>
                  <a:pt x="571327" y="2582178"/>
                </a:moveTo>
                <a:lnTo>
                  <a:pt x="571540" y="2577988"/>
                </a:lnTo>
                <a:lnTo>
                  <a:pt x="571900" y="2570826"/>
                </a:lnTo>
                <a:lnTo>
                  <a:pt x="572522" y="2561087"/>
                </a:lnTo>
                <a:moveTo>
                  <a:pt x="743505" y="2593236"/>
                </a:moveTo>
                <a:lnTo>
                  <a:pt x="745461" y="2552149"/>
                </a:lnTo>
                <a:moveTo>
                  <a:pt x="1025101" y="1466377"/>
                </a:moveTo>
                <a:lnTo>
                  <a:pt x="1034685" y="1504091"/>
                </a:lnTo>
                <a:lnTo>
                  <a:pt x="1036085" y="1513699"/>
                </a:lnTo>
                <a:lnTo>
                  <a:pt x="1040733" y="1531542"/>
                </a:lnTo>
                <a:lnTo>
                  <a:pt x="1042305" y="1536068"/>
                </a:lnTo>
                <a:moveTo>
                  <a:pt x="836055" y="1379302"/>
                </a:moveTo>
                <a:lnTo>
                  <a:pt x="794314" y="1390048"/>
                </a:lnTo>
                <a:lnTo>
                  <a:pt x="738422" y="1404477"/>
                </a:lnTo>
                <a:lnTo>
                  <a:pt x="692123" y="1416345"/>
                </a:lnTo>
                <a:lnTo>
                  <a:pt x="687335" y="1417810"/>
                </a:lnTo>
                <a:moveTo>
                  <a:pt x="913988" y="1390228"/>
                </a:moveTo>
                <a:lnTo>
                  <a:pt x="901679" y="1384949"/>
                </a:lnTo>
                <a:lnTo>
                  <a:pt x="874195" y="1373483"/>
                </a:lnTo>
                <a:lnTo>
                  <a:pt x="869514" y="1371526"/>
                </a:lnTo>
                <a:lnTo>
                  <a:pt x="867083" y="1371379"/>
                </a:lnTo>
                <a:lnTo>
                  <a:pt x="864251" y="1371690"/>
                </a:lnTo>
                <a:lnTo>
                  <a:pt x="844944" y="1376953"/>
                </a:lnTo>
                <a:moveTo>
                  <a:pt x="974218" y="2421754"/>
                </a:moveTo>
                <a:lnTo>
                  <a:pt x="973710" y="2434612"/>
                </a:lnTo>
                <a:lnTo>
                  <a:pt x="973645" y="2435438"/>
                </a:lnTo>
                <a:lnTo>
                  <a:pt x="973023" y="2436568"/>
                </a:lnTo>
                <a:lnTo>
                  <a:pt x="972188" y="2437214"/>
                </a:lnTo>
                <a:lnTo>
                  <a:pt x="970797" y="2437730"/>
                </a:lnTo>
                <a:lnTo>
                  <a:pt x="970453" y="2437714"/>
                </a:lnTo>
                <a:moveTo>
                  <a:pt x="798808" y="2434031"/>
                </a:moveTo>
                <a:lnTo>
                  <a:pt x="798153" y="2449581"/>
                </a:lnTo>
                <a:moveTo>
                  <a:pt x="835253" y="2431092"/>
                </a:moveTo>
                <a:lnTo>
                  <a:pt x="820472" y="2430364"/>
                </a:lnTo>
                <a:lnTo>
                  <a:pt x="808555" y="2429783"/>
                </a:lnTo>
                <a:lnTo>
                  <a:pt x="803890" y="2429570"/>
                </a:lnTo>
                <a:moveTo>
                  <a:pt x="498608" y="1783878"/>
                </a:moveTo>
                <a:lnTo>
                  <a:pt x="498616" y="1783657"/>
                </a:lnTo>
                <a:lnTo>
                  <a:pt x="498698" y="1781063"/>
                </a:lnTo>
                <a:lnTo>
                  <a:pt x="501137" y="1745239"/>
                </a:lnTo>
                <a:moveTo>
                  <a:pt x="674100" y="1373245"/>
                </a:moveTo>
                <a:lnTo>
                  <a:pt x="683643" y="1409838"/>
                </a:lnTo>
                <a:lnTo>
                  <a:pt x="683013" y="1414086"/>
                </a:lnTo>
                <a:moveTo>
                  <a:pt x="375096" y="1633783"/>
                </a:moveTo>
                <a:lnTo>
                  <a:pt x="492306" y="1640183"/>
                </a:lnTo>
                <a:moveTo>
                  <a:pt x="535013" y="1879203"/>
                </a:moveTo>
                <a:lnTo>
                  <a:pt x="493239" y="1875864"/>
                </a:lnTo>
                <a:lnTo>
                  <a:pt x="492232" y="1875782"/>
                </a:lnTo>
                <a:moveTo>
                  <a:pt x="480398" y="1874824"/>
                </a:moveTo>
                <a:lnTo>
                  <a:pt x="439164" y="1872975"/>
                </a:lnTo>
                <a:moveTo>
                  <a:pt x="720981" y="1697237"/>
                </a:moveTo>
                <a:lnTo>
                  <a:pt x="720670" y="1695084"/>
                </a:lnTo>
                <a:lnTo>
                  <a:pt x="699873" y="1615318"/>
                </a:lnTo>
                <a:moveTo>
                  <a:pt x="695707" y="1599146"/>
                </a:moveTo>
                <a:lnTo>
                  <a:pt x="689635" y="1573520"/>
                </a:lnTo>
                <a:lnTo>
                  <a:pt x="681581" y="1542624"/>
                </a:lnTo>
                <a:lnTo>
                  <a:pt x="675033" y="1504827"/>
                </a:lnTo>
                <a:lnTo>
                  <a:pt x="674837" y="1501783"/>
                </a:lnTo>
                <a:moveTo>
                  <a:pt x="679142" y="1496029"/>
                </a:moveTo>
                <a:lnTo>
                  <a:pt x="717306" y="1486461"/>
                </a:lnTo>
                <a:moveTo>
                  <a:pt x="726162" y="1484219"/>
                </a:moveTo>
                <a:lnTo>
                  <a:pt x="852613" y="1452062"/>
                </a:lnTo>
                <a:lnTo>
                  <a:pt x="855723" y="1451743"/>
                </a:lnTo>
                <a:moveTo>
                  <a:pt x="428672" y="1502888"/>
                </a:moveTo>
                <a:lnTo>
                  <a:pt x="428402" y="1502274"/>
                </a:lnTo>
                <a:lnTo>
                  <a:pt x="427288" y="1500179"/>
                </a:lnTo>
                <a:lnTo>
                  <a:pt x="421379" y="1488303"/>
                </a:lnTo>
                <a:lnTo>
                  <a:pt x="419243" y="1487566"/>
                </a:lnTo>
                <a:lnTo>
                  <a:pt x="418858" y="1487632"/>
                </a:lnTo>
                <a:lnTo>
                  <a:pt x="348619" y="1497306"/>
                </a:lnTo>
                <a:moveTo>
                  <a:pt x="342530" y="1498264"/>
                </a:moveTo>
                <a:lnTo>
                  <a:pt x="241353" y="1518577"/>
                </a:lnTo>
                <a:moveTo>
                  <a:pt x="584537" y="1497404"/>
                </a:moveTo>
                <a:lnTo>
                  <a:pt x="584496" y="1497633"/>
                </a:lnTo>
                <a:lnTo>
                  <a:pt x="583809" y="1506072"/>
                </a:lnTo>
                <a:lnTo>
                  <a:pt x="581190" y="1550972"/>
                </a:lnTo>
                <a:lnTo>
                  <a:pt x="580772" y="1558501"/>
                </a:lnTo>
                <a:lnTo>
                  <a:pt x="580560" y="1560318"/>
                </a:lnTo>
                <a:lnTo>
                  <a:pt x="578522" y="1562716"/>
                </a:lnTo>
                <a:lnTo>
                  <a:pt x="517703" y="1576728"/>
                </a:lnTo>
                <a:lnTo>
                  <a:pt x="513717" y="1576098"/>
                </a:lnTo>
                <a:lnTo>
                  <a:pt x="513185" y="1575877"/>
                </a:lnTo>
                <a:moveTo>
                  <a:pt x="667520" y="1495006"/>
                </a:moveTo>
                <a:lnTo>
                  <a:pt x="657257" y="1494761"/>
                </a:lnTo>
                <a:lnTo>
                  <a:pt x="590496" y="1490668"/>
                </a:lnTo>
                <a:moveTo>
                  <a:pt x="580748" y="1490095"/>
                </a:moveTo>
                <a:lnTo>
                  <a:pt x="524970" y="1487010"/>
                </a:lnTo>
                <a:moveTo>
                  <a:pt x="939982" y="1539522"/>
                </a:moveTo>
                <a:lnTo>
                  <a:pt x="940604" y="1538466"/>
                </a:lnTo>
                <a:lnTo>
                  <a:pt x="942748" y="1536166"/>
                </a:lnTo>
                <a:lnTo>
                  <a:pt x="943264" y="1535659"/>
                </a:lnTo>
                <a:lnTo>
                  <a:pt x="950188" y="1528972"/>
                </a:lnTo>
                <a:lnTo>
                  <a:pt x="953642" y="1523545"/>
                </a:lnTo>
                <a:lnTo>
                  <a:pt x="977786" y="1500040"/>
                </a:lnTo>
                <a:lnTo>
                  <a:pt x="978899" y="1498714"/>
                </a:lnTo>
                <a:lnTo>
                  <a:pt x="979399" y="1497617"/>
                </a:lnTo>
                <a:lnTo>
                  <a:pt x="979742" y="1496119"/>
                </a:lnTo>
                <a:lnTo>
                  <a:pt x="979824" y="1495293"/>
                </a:lnTo>
                <a:lnTo>
                  <a:pt x="979497" y="1493525"/>
                </a:lnTo>
                <a:lnTo>
                  <a:pt x="976215" y="1480397"/>
                </a:lnTo>
                <a:moveTo>
                  <a:pt x="973293" y="1468971"/>
                </a:moveTo>
                <a:lnTo>
                  <a:pt x="962792" y="1428933"/>
                </a:lnTo>
                <a:moveTo>
                  <a:pt x="436218" y="1506235"/>
                </a:moveTo>
                <a:lnTo>
                  <a:pt x="460722" y="1485340"/>
                </a:lnTo>
                <a:lnTo>
                  <a:pt x="497340" y="1487861"/>
                </a:lnTo>
                <a:moveTo>
                  <a:pt x="722937" y="1490095"/>
                </a:moveTo>
                <a:lnTo>
                  <a:pt x="733544" y="1531861"/>
                </a:lnTo>
                <a:moveTo>
                  <a:pt x="735803" y="1540725"/>
                </a:moveTo>
                <a:lnTo>
                  <a:pt x="746861" y="1583963"/>
                </a:lnTo>
                <a:lnTo>
                  <a:pt x="747065" y="1586304"/>
                </a:lnTo>
                <a:moveTo>
                  <a:pt x="1039277" y="1541650"/>
                </a:moveTo>
                <a:lnTo>
                  <a:pt x="1016974" y="1547215"/>
                </a:lnTo>
                <a:lnTo>
                  <a:pt x="1009076" y="1549179"/>
                </a:lnTo>
                <a:lnTo>
                  <a:pt x="1007218" y="1550448"/>
                </a:lnTo>
                <a:lnTo>
                  <a:pt x="1006137" y="1551807"/>
                </a:lnTo>
                <a:lnTo>
                  <a:pt x="1005409" y="1553509"/>
                </a:lnTo>
                <a:lnTo>
                  <a:pt x="1005188" y="1555776"/>
                </a:lnTo>
                <a:lnTo>
                  <a:pt x="1013782" y="1589660"/>
                </a:lnTo>
                <a:lnTo>
                  <a:pt x="1014788" y="1591297"/>
                </a:lnTo>
                <a:lnTo>
                  <a:pt x="1015861" y="1592107"/>
                </a:lnTo>
                <a:lnTo>
                  <a:pt x="1017923" y="1592631"/>
                </a:lnTo>
                <a:lnTo>
                  <a:pt x="1022687" y="1591493"/>
                </a:lnTo>
                <a:moveTo>
                  <a:pt x="1031575" y="1589308"/>
                </a:moveTo>
                <a:lnTo>
                  <a:pt x="1049483" y="1584806"/>
                </a:lnTo>
                <a:lnTo>
                  <a:pt x="1052593" y="1583693"/>
                </a:lnTo>
                <a:moveTo>
                  <a:pt x="743071" y="1591763"/>
                </a:moveTo>
                <a:lnTo>
                  <a:pt x="701248" y="1602411"/>
                </a:lnTo>
                <a:moveTo>
                  <a:pt x="1102805" y="2393493"/>
                </a:moveTo>
                <a:lnTo>
                  <a:pt x="1102837" y="2392764"/>
                </a:lnTo>
                <a:lnTo>
                  <a:pt x="1102895" y="2391643"/>
                </a:lnTo>
                <a:lnTo>
                  <a:pt x="1103222" y="2385349"/>
                </a:lnTo>
                <a:lnTo>
                  <a:pt x="1102895" y="2380013"/>
                </a:lnTo>
                <a:lnTo>
                  <a:pt x="1102747" y="2377877"/>
                </a:lnTo>
                <a:moveTo>
                  <a:pt x="750503" y="1602395"/>
                </a:moveTo>
                <a:lnTo>
                  <a:pt x="755364" y="1621097"/>
                </a:lnTo>
                <a:lnTo>
                  <a:pt x="758262" y="1628037"/>
                </a:lnTo>
                <a:lnTo>
                  <a:pt x="763737" y="1649898"/>
                </a:lnTo>
                <a:lnTo>
                  <a:pt x="765791" y="1654776"/>
                </a:lnTo>
                <a:moveTo>
                  <a:pt x="766962" y="1659294"/>
                </a:moveTo>
                <a:lnTo>
                  <a:pt x="767567" y="1664990"/>
                </a:lnTo>
                <a:lnTo>
                  <a:pt x="775498" y="1696091"/>
                </a:lnTo>
                <a:lnTo>
                  <a:pt x="775187" y="1698465"/>
                </a:lnTo>
                <a:lnTo>
                  <a:pt x="775007" y="1699038"/>
                </a:lnTo>
                <a:moveTo>
                  <a:pt x="768991" y="1656355"/>
                </a:moveTo>
                <a:lnTo>
                  <a:pt x="802360" y="1647778"/>
                </a:lnTo>
                <a:lnTo>
                  <a:pt x="804561" y="1647369"/>
                </a:lnTo>
                <a:moveTo>
                  <a:pt x="813540" y="1646043"/>
                </a:moveTo>
                <a:lnTo>
                  <a:pt x="816249" y="1645740"/>
                </a:lnTo>
                <a:lnTo>
                  <a:pt x="850370" y="1637032"/>
                </a:lnTo>
                <a:lnTo>
                  <a:pt x="854315" y="1635419"/>
                </a:lnTo>
                <a:moveTo>
                  <a:pt x="1057340" y="1582245"/>
                </a:moveTo>
                <a:lnTo>
                  <a:pt x="1093802" y="1572783"/>
                </a:lnTo>
                <a:lnTo>
                  <a:pt x="1095299" y="1572579"/>
                </a:lnTo>
                <a:moveTo>
                  <a:pt x="1070730" y="1454706"/>
                </a:moveTo>
                <a:lnTo>
                  <a:pt x="1077785" y="1482868"/>
                </a:lnTo>
                <a:lnTo>
                  <a:pt x="1077760" y="1487558"/>
                </a:lnTo>
                <a:lnTo>
                  <a:pt x="1090102" y="1536346"/>
                </a:lnTo>
                <a:lnTo>
                  <a:pt x="1089726" y="1540635"/>
                </a:lnTo>
                <a:lnTo>
                  <a:pt x="1097296" y="1569600"/>
                </a:lnTo>
                <a:moveTo>
                  <a:pt x="1033179" y="1318573"/>
                </a:moveTo>
                <a:lnTo>
                  <a:pt x="1042387" y="1352768"/>
                </a:lnTo>
                <a:moveTo>
                  <a:pt x="1044768" y="1361533"/>
                </a:moveTo>
                <a:lnTo>
                  <a:pt x="1054050" y="1395368"/>
                </a:lnTo>
                <a:moveTo>
                  <a:pt x="685370" y="1365454"/>
                </a:moveTo>
                <a:lnTo>
                  <a:pt x="677325" y="1367647"/>
                </a:lnTo>
                <a:moveTo>
                  <a:pt x="693203" y="1363326"/>
                </a:moveTo>
                <a:lnTo>
                  <a:pt x="694545" y="1362941"/>
                </a:lnTo>
                <a:lnTo>
                  <a:pt x="818598" y="1330367"/>
                </a:lnTo>
                <a:lnTo>
                  <a:pt x="823688" y="1329262"/>
                </a:lnTo>
                <a:moveTo>
                  <a:pt x="839378" y="1373687"/>
                </a:moveTo>
                <a:lnTo>
                  <a:pt x="829557" y="1334058"/>
                </a:lnTo>
                <a:moveTo>
                  <a:pt x="827085" y="1322452"/>
                </a:moveTo>
                <a:lnTo>
                  <a:pt x="826799" y="1320840"/>
                </a:lnTo>
                <a:lnTo>
                  <a:pt x="819269" y="1274000"/>
                </a:lnTo>
                <a:lnTo>
                  <a:pt x="818590" y="1271119"/>
                </a:lnTo>
                <a:lnTo>
                  <a:pt x="817002" y="1268475"/>
                </a:lnTo>
                <a:lnTo>
                  <a:pt x="815750" y="1267575"/>
                </a:lnTo>
                <a:lnTo>
                  <a:pt x="812107" y="1267174"/>
                </a:lnTo>
                <a:lnTo>
                  <a:pt x="689487" y="1303603"/>
                </a:lnTo>
                <a:lnTo>
                  <a:pt x="688546" y="1304143"/>
                </a:lnTo>
                <a:moveTo>
                  <a:pt x="844403" y="1586525"/>
                </a:moveTo>
                <a:lnTo>
                  <a:pt x="837283" y="1557920"/>
                </a:lnTo>
                <a:lnTo>
                  <a:pt x="833919" y="1549801"/>
                </a:lnTo>
                <a:lnTo>
                  <a:pt x="825301" y="1516098"/>
                </a:lnTo>
                <a:moveTo>
                  <a:pt x="703286" y="1609614"/>
                </a:moveTo>
                <a:lnTo>
                  <a:pt x="744945" y="1599105"/>
                </a:lnTo>
                <a:moveTo>
                  <a:pt x="868875" y="1501897"/>
                </a:moveTo>
                <a:lnTo>
                  <a:pt x="833052" y="1511113"/>
                </a:lnTo>
                <a:lnTo>
                  <a:pt x="827052" y="1512971"/>
                </a:lnTo>
                <a:moveTo>
                  <a:pt x="822305" y="1514051"/>
                </a:moveTo>
                <a:lnTo>
                  <a:pt x="819113" y="1514526"/>
                </a:lnTo>
                <a:lnTo>
                  <a:pt x="785688" y="1523259"/>
                </a:lnTo>
                <a:lnTo>
                  <a:pt x="783216" y="1524004"/>
                </a:lnTo>
                <a:moveTo>
                  <a:pt x="778412" y="1525231"/>
                </a:moveTo>
                <a:lnTo>
                  <a:pt x="774033" y="1526140"/>
                </a:lnTo>
                <a:lnTo>
                  <a:pt x="739110" y="1535151"/>
                </a:lnTo>
                <a:moveTo>
                  <a:pt x="808015" y="1642000"/>
                </a:moveTo>
                <a:lnTo>
                  <a:pt x="802392" y="1619672"/>
                </a:lnTo>
                <a:lnTo>
                  <a:pt x="803031" y="1615138"/>
                </a:lnTo>
                <a:lnTo>
                  <a:pt x="789314" y="1561767"/>
                </a:lnTo>
                <a:lnTo>
                  <a:pt x="789346" y="1557356"/>
                </a:lnTo>
                <a:lnTo>
                  <a:pt x="781465" y="1527130"/>
                </a:lnTo>
                <a:moveTo>
                  <a:pt x="1045137" y="1544850"/>
                </a:moveTo>
                <a:lnTo>
                  <a:pt x="1045366" y="1545611"/>
                </a:lnTo>
                <a:lnTo>
                  <a:pt x="1054246" y="1580420"/>
                </a:lnTo>
                <a:moveTo>
                  <a:pt x="885064" y="1631876"/>
                </a:moveTo>
                <a:lnTo>
                  <a:pt x="894411" y="1667724"/>
                </a:lnTo>
                <a:moveTo>
                  <a:pt x="719672" y="1735942"/>
                </a:moveTo>
                <a:lnTo>
                  <a:pt x="719852" y="1732807"/>
                </a:lnTo>
                <a:moveTo>
                  <a:pt x="431364" y="1922376"/>
                </a:moveTo>
                <a:lnTo>
                  <a:pt x="434270" y="1879858"/>
                </a:lnTo>
                <a:moveTo>
                  <a:pt x="982599" y="1691140"/>
                </a:moveTo>
                <a:lnTo>
                  <a:pt x="1069093" y="1669901"/>
                </a:lnTo>
                <a:moveTo>
                  <a:pt x="1077924" y="1667658"/>
                </a:moveTo>
                <a:lnTo>
                  <a:pt x="1161578" y="1645666"/>
                </a:lnTo>
                <a:moveTo>
                  <a:pt x="1170130" y="1643317"/>
                </a:moveTo>
                <a:lnTo>
                  <a:pt x="1209236" y="1632129"/>
                </a:lnTo>
                <a:moveTo>
                  <a:pt x="430145" y="1873842"/>
                </a:moveTo>
                <a:lnTo>
                  <a:pt x="295567" y="1866460"/>
                </a:lnTo>
                <a:moveTo>
                  <a:pt x="504223" y="1728551"/>
                </a:moveTo>
                <a:lnTo>
                  <a:pt x="712101" y="1740058"/>
                </a:lnTo>
                <a:lnTo>
                  <a:pt x="712199" y="1740067"/>
                </a:lnTo>
                <a:moveTo>
                  <a:pt x="723985" y="1740869"/>
                </a:moveTo>
                <a:lnTo>
                  <a:pt x="773853" y="1744224"/>
                </a:lnTo>
                <a:lnTo>
                  <a:pt x="808506" y="1736122"/>
                </a:lnTo>
                <a:moveTo>
                  <a:pt x="816936" y="1734002"/>
                </a:moveTo>
                <a:lnTo>
                  <a:pt x="855109" y="1723747"/>
                </a:lnTo>
                <a:moveTo>
                  <a:pt x="813973" y="1739363"/>
                </a:moveTo>
                <a:lnTo>
                  <a:pt x="815659" y="1744814"/>
                </a:lnTo>
                <a:moveTo>
                  <a:pt x="716660" y="1789984"/>
                </a:moveTo>
                <a:lnTo>
                  <a:pt x="719148" y="1745149"/>
                </a:lnTo>
                <a:moveTo>
                  <a:pt x="714344" y="1827281"/>
                </a:moveTo>
                <a:lnTo>
                  <a:pt x="715367" y="1810028"/>
                </a:lnTo>
                <a:moveTo>
                  <a:pt x="495973" y="1822378"/>
                </a:moveTo>
                <a:lnTo>
                  <a:pt x="502422" y="1823000"/>
                </a:lnTo>
                <a:lnTo>
                  <a:pt x="519741" y="1824915"/>
                </a:lnTo>
                <a:lnTo>
                  <a:pt x="696452" y="1834540"/>
                </a:lnTo>
                <a:moveTo>
                  <a:pt x="991479" y="1851359"/>
                </a:moveTo>
                <a:lnTo>
                  <a:pt x="994164" y="1851458"/>
                </a:lnTo>
                <a:lnTo>
                  <a:pt x="1083154" y="1856164"/>
                </a:lnTo>
                <a:lnTo>
                  <a:pt x="1117962" y="1853365"/>
                </a:lnTo>
                <a:lnTo>
                  <a:pt x="1129674" y="1852333"/>
                </a:lnTo>
                <a:lnTo>
                  <a:pt x="1133259" y="1852522"/>
                </a:lnTo>
                <a:moveTo>
                  <a:pt x="696698" y="1834557"/>
                </a:moveTo>
                <a:lnTo>
                  <a:pt x="699579" y="1834704"/>
                </a:lnTo>
                <a:moveTo>
                  <a:pt x="722299" y="1835424"/>
                </a:moveTo>
                <a:lnTo>
                  <a:pt x="791311" y="1839320"/>
                </a:lnTo>
                <a:lnTo>
                  <a:pt x="844764" y="1842307"/>
                </a:lnTo>
                <a:lnTo>
                  <a:pt x="854855" y="1842938"/>
                </a:lnTo>
                <a:lnTo>
                  <a:pt x="859897" y="1843249"/>
                </a:lnTo>
                <a:lnTo>
                  <a:pt x="977541" y="1850631"/>
                </a:lnTo>
                <a:lnTo>
                  <a:pt x="979513" y="1850762"/>
                </a:lnTo>
                <a:moveTo>
                  <a:pt x="858964" y="1633881"/>
                </a:moveTo>
                <a:lnTo>
                  <a:pt x="879474" y="1628577"/>
                </a:lnTo>
                <a:moveTo>
                  <a:pt x="888354" y="1626294"/>
                </a:moveTo>
                <a:lnTo>
                  <a:pt x="890670" y="1625500"/>
                </a:lnTo>
                <a:lnTo>
                  <a:pt x="891833" y="1624583"/>
                </a:lnTo>
                <a:lnTo>
                  <a:pt x="892905" y="1623233"/>
                </a:lnTo>
                <a:lnTo>
                  <a:pt x="893617" y="1621522"/>
                </a:lnTo>
                <a:lnTo>
                  <a:pt x="893822" y="1619541"/>
                </a:lnTo>
                <a:lnTo>
                  <a:pt x="886251" y="1589226"/>
                </a:lnTo>
                <a:lnTo>
                  <a:pt x="885809" y="1587409"/>
                </a:lnTo>
                <a:lnTo>
                  <a:pt x="884671" y="1585478"/>
                </a:lnTo>
                <a:lnTo>
                  <a:pt x="883018" y="1584037"/>
                </a:lnTo>
                <a:lnTo>
                  <a:pt x="881046" y="1583186"/>
                </a:lnTo>
                <a:lnTo>
                  <a:pt x="878877" y="1582973"/>
                </a:lnTo>
                <a:lnTo>
                  <a:pt x="876601" y="1583489"/>
                </a:lnTo>
                <a:lnTo>
                  <a:pt x="849944" y="1589864"/>
                </a:lnTo>
                <a:moveTo>
                  <a:pt x="855878" y="1632056"/>
                </a:moveTo>
                <a:lnTo>
                  <a:pt x="846621" y="1595356"/>
                </a:lnTo>
                <a:moveTo>
                  <a:pt x="922197" y="1434122"/>
                </a:moveTo>
                <a:lnTo>
                  <a:pt x="957120" y="1425299"/>
                </a:lnTo>
                <a:moveTo>
                  <a:pt x="965992" y="1423032"/>
                </a:moveTo>
                <a:lnTo>
                  <a:pt x="1050899" y="1401228"/>
                </a:lnTo>
                <a:moveTo>
                  <a:pt x="1059705" y="1398969"/>
                </a:moveTo>
                <a:lnTo>
                  <a:pt x="1097542" y="1389303"/>
                </a:lnTo>
                <a:moveTo>
                  <a:pt x="1105882" y="1387175"/>
                </a:moveTo>
                <a:lnTo>
                  <a:pt x="1140355" y="1378418"/>
                </a:lnTo>
                <a:moveTo>
                  <a:pt x="539015" y="1886626"/>
                </a:moveTo>
                <a:lnTo>
                  <a:pt x="537174" y="1921861"/>
                </a:lnTo>
                <a:lnTo>
                  <a:pt x="536453" y="1945252"/>
                </a:lnTo>
                <a:lnTo>
                  <a:pt x="536977" y="1961646"/>
                </a:lnTo>
                <a:lnTo>
                  <a:pt x="538753" y="1977335"/>
                </a:lnTo>
                <a:lnTo>
                  <a:pt x="544679" y="2004704"/>
                </a:lnTo>
                <a:lnTo>
                  <a:pt x="548493" y="2018937"/>
                </a:lnTo>
                <a:moveTo>
                  <a:pt x="971149" y="1694012"/>
                </a:moveTo>
                <a:lnTo>
                  <a:pt x="863973" y="1721422"/>
                </a:lnTo>
                <a:moveTo>
                  <a:pt x="491430" y="1816862"/>
                </a:moveTo>
                <a:lnTo>
                  <a:pt x="493747" y="1810216"/>
                </a:lnTo>
                <a:lnTo>
                  <a:pt x="494385" y="1794526"/>
                </a:lnTo>
                <a:moveTo>
                  <a:pt x="1137147" y="1834041"/>
                </a:moveTo>
                <a:lnTo>
                  <a:pt x="1128962" y="1830350"/>
                </a:lnTo>
                <a:lnTo>
                  <a:pt x="1117545" y="1827412"/>
                </a:lnTo>
                <a:lnTo>
                  <a:pt x="1105653" y="1824735"/>
                </a:lnTo>
                <a:lnTo>
                  <a:pt x="1091764" y="1823483"/>
                </a:lnTo>
                <a:moveTo>
                  <a:pt x="1082867" y="1822795"/>
                </a:moveTo>
                <a:lnTo>
                  <a:pt x="996529" y="1817263"/>
                </a:lnTo>
                <a:lnTo>
                  <a:pt x="993517" y="1817083"/>
                </a:lnTo>
                <a:moveTo>
                  <a:pt x="703745" y="1801868"/>
                </a:moveTo>
                <a:lnTo>
                  <a:pt x="649449" y="1798569"/>
                </a:lnTo>
                <a:lnTo>
                  <a:pt x="587435" y="1794559"/>
                </a:lnTo>
                <a:lnTo>
                  <a:pt x="558175" y="1793307"/>
                </a:lnTo>
                <a:lnTo>
                  <a:pt x="513537" y="1789255"/>
                </a:lnTo>
                <a:moveTo>
                  <a:pt x="981592" y="1816567"/>
                </a:moveTo>
                <a:lnTo>
                  <a:pt x="978507" y="1816477"/>
                </a:lnTo>
                <a:lnTo>
                  <a:pt x="941357" y="1814439"/>
                </a:lnTo>
                <a:lnTo>
                  <a:pt x="873475" y="1810412"/>
                </a:lnTo>
                <a:moveTo>
                  <a:pt x="861689" y="1809610"/>
                </a:moveTo>
                <a:lnTo>
                  <a:pt x="822174" y="1807139"/>
                </a:lnTo>
                <a:moveTo>
                  <a:pt x="813662" y="1806647"/>
                </a:moveTo>
                <a:lnTo>
                  <a:pt x="729141" y="1802326"/>
                </a:lnTo>
                <a:moveTo>
                  <a:pt x="657879" y="1888010"/>
                </a:moveTo>
                <a:lnTo>
                  <a:pt x="591609" y="1884474"/>
                </a:lnTo>
                <a:moveTo>
                  <a:pt x="582548" y="1883909"/>
                </a:moveTo>
                <a:lnTo>
                  <a:pt x="543828" y="1881184"/>
                </a:lnTo>
                <a:moveTo>
                  <a:pt x="977377" y="1903192"/>
                </a:moveTo>
                <a:lnTo>
                  <a:pt x="848880" y="1896202"/>
                </a:lnTo>
                <a:lnTo>
                  <a:pt x="844837" y="1898641"/>
                </a:lnTo>
                <a:lnTo>
                  <a:pt x="823500" y="1924750"/>
                </a:lnTo>
                <a:moveTo>
                  <a:pt x="869153" y="1805493"/>
                </a:moveTo>
                <a:lnTo>
                  <a:pt x="870136" y="1787062"/>
                </a:lnTo>
                <a:lnTo>
                  <a:pt x="871085" y="1769310"/>
                </a:lnTo>
                <a:moveTo>
                  <a:pt x="841653" y="1382592"/>
                </a:moveTo>
                <a:lnTo>
                  <a:pt x="849527" y="1412457"/>
                </a:lnTo>
                <a:lnTo>
                  <a:pt x="858203" y="1445383"/>
                </a:lnTo>
                <a:lnTo>
                  <a:pt x="858718" y="1446783"/>
                </a:lnTo>
                <a:moveTo>
                  <a:pt x="864472" y="1450851"/>
                </a:moveTo>
                <a:lnTo>
                  <a:pt x="868089" y="1450482"/>
                </a:lnTo>
                <a:lnTo>
                  <a:pt x="911786" y="1439278"/>
                </a:lnTo>
                <a:lnTo>
                  <a:pt x="914954" y="1437829"/>
                </a:lnTo>
                <a:lnTo>
                  <a:pt x="917999" y="1435988"/>
                </a:lnTo>
                <a:moveTo>
                  <a:pt x="1037721" y="1631319"/>
                </a:moveTo>
                <a:lnTo>
                  <a:pt x="1028277" y="1594873"/>
                </a:lnTo>
                <a:moveTo>
                  <a:pt x="681581" y="1424619"/>
                </a:moveTo>
                <a:lnTo>
                  <a:pt x="673503" y="1490652"/>
                </a:lnTo>
                <a:moveTo>
                  <a:pt x="819915" y="1793192"/>
                </a:moveTo>
                <a:lnTo>
                  <a:pt x="818467" y="1802522"/>
                </a:lnTo>
                <a:moveTo>
                  <a:pt x="249848" y="1801720"/>
                </a:moveTo>
                <a:lnTo>
                  <a:pt x="259162" y="1805878"/>
                </a:lnTo>
                <a:lnTo>
                  <a:pt x="263680" y="1807441"/>
                </a:lnTo>
                <a:lnTo>
                  <a:pt x="268828" y="1808407"/>
                </a:lnTo>
                <a:lnTo>
                  <a:pt x="283659" y="1809226"/>
                </a:lnTo>
                <a:lnTo>
                  <a:pt x="356877" y="1815077"/>
                </a:lnTo>
                <a:lnTo>
                  <a:pt x="406835" y="1818237"/>
                </a:lnTo>
                <a:lnTo>
                  <a:pt x="472647" y="1820144"/>
                </a:lnTo>
                <a:moveTo>
                  <a:pt x="472647" y="1820144"/>
                </a:moveTo>
                <a:lnTo>
                  <a:pt x="479162" y="1820766"/>
                </a:lnTo>
                <a:moveTo>
                  <a:pt x="703458" y="1888550"/>
                </a:moveTo>
                <a:lnTo>
                  <a:pt x="666808" y="1887109"/>
                </a:lnTo>
                <a:moveTo>
                  <a:pt x="594801" y="2006971"/>
                </a:moveTo>
                <a:lnTo>
                  <a:pt x="591641" y="1995677"/>
                </a:lnTo>
                <a:lnTo>
                  <a:pt x="589022" y="1983588"/>
                </a:lnTo>
                <a:lnTo>
                  <a:pt x="585912" y="1967137"/>
                </a:lnTo>
                <a:lnTo>
                  <a:pt x="584153" y="1951055"/>
                </a:lnTo>
                <a:lnTo>
                  <a:pt x="584488" y="1937763"/>
                </a:lnTo>
                <a:lnTo>
                  <a:pt x="584848" y="1921198"/>
                </a:lnTo>
                <a:lnTo>
                  <a:pt x="586804" y="1888763"/>
                </a:lnTo>
                <a:moveTo>
                  <a:pt x="861280" y="1455475"/>
                </a:moveTo>
                <a:lnTo>
                  <a:pt x="872149" y="1496316"/>
                </a:lnTo>
                <a:moveTo>
                  <a:pt x="874482" y="1505179"/>
                </a:moveTo>
                <a:lnTo>
                  <a:pt x="878181" y="1519355"/>
                </a:lnTo>
                <a:lnTo>
                  <a:pt x="878950" y="1520845"/>
                </a:lnTo>
                <a:lnTo>
                  <a:pt x="880039" y="1522277"/>
                </a:lnTo>
                <a:lnTo>
                  <a:pt x="881872" y="1523856"/>
                </a:lnTo>
                <a:lnTo>
                  <a:pt x="883886" y="1524904"/>
                </a:lnTo>
                <a:lnTo>
                  <a:pt x="886177" y="1525477"/>
                </a:lnTo>
                <a:lnTo>
                  <a:pt x="913939" y="1533293"/>
                </a:lnTo>
                <a:lnTo>
                  <a:pt x="919668" y="1536223"/>
                </a:lnTo>
                <a:lnTo>
                  <a:pt x="929727" y="1539071"/>
                </a:lnTo>
                <a:lnTo>
                  <a:pt x="932060" y="1539734"/>
                </a:lnTo>
                <a:lnTo>
                  <a:pt x="934589" y="1540684"/>
                </a:lnTo>
                <a:lnTo>
                  <a:pt x="934867" y="1540847"/>
                </a:lnTo>
                <a:moveTo>
                  <a:pt x="1075108" y="1675172"/>
                </a:moveTo>
                <a:lnTo>
                  <a:pt x="1082540" y="1705421"/>
                </a:lnTo>
                <a:lnTo>
                  <a:pt x="1082483" y="1706649"/>
                </a:lnTo>
                <a:moveTo>
                  <a:pt x="1083547" y="1714490"/>
                </a:moveTo>
                <a:lnTo>
                  <a:pt x="1086722" y="1723804"/>
                </a:lnTo>
                <a:lnTo>
                  <a:pt x="1089251" y="1743921"/>
                </a:lnTo>
                <a:lnTo>
                  <a:pt x="1091436" y="1771888"/>
                </a:lnTo>
                <a:moveTo>
                  <a:pt x="1091355" y="1781259"/>
                </a:moveTo>
                <a:lnTo>
                  <a:pt x="1087729" y="1818613"/>
                </a:lnTo>
                <a:moveTo>
                  <a:pt x="667348" y="1990160"/>
                </a:moveTo>
                <a:lnTo>
                  <a:pt x="659458" y="1958462"/>
                </a:lnTo>
                <a:lnTo>
                  <a:pt x="659319" y="1930405"/>
                </a:lnTo>
                <a:lnTo>
                  <a:pt x="661955" y="1893976"/>
                </a:lnTo>
                <a:moveTo>
                  <a:pt x="1006301" y="1969372"/>
                </a:moveTo>
                <a:lnTo>
                  <a:pt x="1007701" y="1968512"/>
                </a:lnTo>
                <a:lnTo>
                  <a:pt x="1026361" y="1956137"/>
                </a:lnTo>
                <a:lnTo>
                  <a:pt x="1053943" y="1938606"/>
                </a:lnTo>
                <a:lnTo>
                  <a:pt x="1079986" y="1922196"/>
                </a:lnTo>
                <a:lnTo>
                  <a:pt x="1082597" y="1919757"/>
                </a:lnTo>
                <a:lnTo>
                  <a:pt x="1083571" y="1917736"/>
                </a:lnTo>
                <a:lnTo>
                  <a:pt x="1083718" y="1917138"/>
                </a:lnTo>
                <a:moveTo>
                  <a:pt x="1081451" y="1909363"/>
                </a:moveTo>
                <a:lnTo>
                  <a:pt x="1079814" y="1908225"/>
                </a:lnTo>
                <a:lnTo>
                  <a:pt x="1076541" y="1907178"/>
                </a:lnTo>
                <a:lnTo>
                  <a:pt x="1045546" y="1905762"/>
                </a:lnTo>
                <a:lnTo>
                  <a:pt x="1012865" y="1903830"/>
                </a:lnTo>
                <a:lnTo>
                  <a:pt x="990988" y="1903798"/>
                </a:lnTo>
                <a:lnTo>
                  <a:pt x="989196" y="1903732"/>
                </a:lnTo>
                <a:moveTo>
                  <a:pt x="875185" y="1764997"/>
                </a:moveTo>
                <a:lnTo>
                  <a:pt x="965149" y="1755593"/>
                </a:lnTo>
                <a:lnTo>
                  <a:pt x="983622" y="1770554"/>
                </a:lnTo>
                <a:lnTo>
                  <a:pt x="984334" y="1770644"/>
                </a:lnTo>
                <a:moveTo>
                  <a:pt x="996316" y="1771749"/>
                </a:moveTo>
                <a:lnTo>
                  <a:pt x="1087049" y="1776389"/>
                </a:lnTo>
                <a:moveTo>
                  <a:pt x="1096290" y="1776725"/>
                </a:moveTo>
                <a:lnTo>
                  <a:pt x="1123372" y="1777273"/>
                </a:lnTo>
                <a:lnTo>
                  <a:pt x="1130869" y="1776512"/>
                </a:lnTo>
                <a:lnTo>
                  <a:pt x="1192212" y="1759210"/>
                </a:lnTo>
                <a:moveTo>
                  <a:pt x="1059730" y="2191561"/>
                </a:moveTo>
                <a:lnTo>
                  <a:pt x="1059738" y="2191397"/>
                </a:lnTo>
                <a:moveTo>
                  <a:pt x="818229" y="1749397"/>
                </a:moveTo>
                <a:lnTo>
                  <a:pt x="819269" y="1750837"/>
                </a:lnTo>
                <a:lnTo>
                  <a:pt x="821593" y="1763122"/>
                </a:lnTo>
                <a:lnTo>
                  <a:pt x="823443" y="1786653"/>
                </a:lnTo>
                <a:lnTo>
                  <a:pt x="822011" y="1788781"/>
                </a:lnTo>
                <a:moveTo>
                  <a:pt x="954084" y="2169966"/>
                </a:moveTo>
                <a:lnTo>
                  <a:pt x="952480" y="2169884"/>
                </a:lnTo>
                <a:lnTo>
                  <a:pt x="944238" y="2169368"/>
                </a:lnTo>
                <a:lnTo>
                  <a:pt x="942560" y="2169344"/>
                </a:lnTo>
                <a:lnTo>
                  <a:pt x="940432" y="2169442"/>
                </a:lnTo>
                <a:lnTo>
                  <a:pt x="938779" y="2169851"/>
                </a:lnTo>
                <a:lnTo>
                  <a:pt x="936831" y="2170604"/>
                </a:lnTo>
                <a:lnTo>
                  <a:pt x="913563" y="2185230"/>
                </a:lnTo>
                <a:lnTo>
                  <a:pt x="910010" y="2187505"/>
                </a:lnTo>
                <a:moveTo>
                  <a:pt x="999434" y="1966769"/>
                </a:moveTo>
                <a:lnTo>
                  <a:pt x="985234" y="1942608"/>
                </a:lnTo>
                <a:lnTo>
                  <a:pt x="984743" y="1941774"/>
                </a:lnTo>
                <a:moveTo>
                  <a:pt x="983254" y="1936486"/>
                </a:moveTo>
                <a:lnTo>
                  <a:pt x="983049" y="1927533"/>
                </a:lnTo>
                <a:lnTo>
                  <a:pt x="984285" y="1908193"/>
                </a:lnTo>
                <a:moveTo>
                  <a:pt x="608084" y="2058108"/>
                </a:moveTo>
                <a:lnTo>
                  <a:pt x="607225" y="2053836"/>
                </a:lnTo>
                <a:lnTo>
                  <a:pt x="598664" y="2020926"/>
                </a:lnTo>
                <a:lnTo>
                  <a:pt x="597444" y="2016490"/>
                </a:lnTo>
                <a:moveTo>
                  <a:pt x="677399" y="1991814"/>
                </a:moveTo>
                <a:lnTo>
                  <a:pt x="701568" y="1985544"/>
                </a:lnTo>
                <a:lnTo>
                  <a:pt x="712625" y="1982753"/>
                </a:lnTo>
                <a:moveTo>
                  <a:pt x="814645" y="1749683"/>
                </a:moveTo>
                <a:lnTo>
                  <a:pt x="813458" y="1752057"/>
                </a:lnTo>
                <a:lnTo>
                  <a:pt x="817861" y="1787651"/>
                </a:lnTo>
                <a:lnTo>
                  <a:pt x="818483" y="1788691"/>
                </a:lnTo>
                <a:moveTo>
                  <a:pt x="764253" y="1935987"/>
                </a:moveTo>
                <a:lnTo>
                  <a:pt x="763958" y="1933769"/>
                </a:lnTo>
                <a:lnTo>
                  <a:pt x="763852" y="1932820"/>
                </a:lnTo>
                <a:lnTo>
                  <a:pt x="766274" y="1890350"/>
                </a:lnTo>
                <a:moveTo>
                  <a:pt x="849494" y="2030567"/>
                </a:moveTo>
                <a:lnTo>
                  <a:pt x="862843" y="2035748"/>
                </a:lnTo>
                <a:lnTo>
                  <a:pt x="868286" y="2037696"/>
                </a:lnTo>
                <a:lnTo>
                  <a:pt x="881987" y="2044817"/>
                </a:lnTo>
                <a:lnTo>
                  <a:pt x="887871" y="2042910"/>
                </a:lnTo>
                <a:lnTo>
                  <a:pt x="996930" y="1976648"/>
                </a:lnTo>
                <a:moveTo>
                  <a:pt x="706094" y="2147614"/>
                </a:moveTo>
                <a:lnTo>
                  <a:pt x="704858" y="2145781"/>
                </a:lnTo>
                <a:lnTo>
                  <a:pt x="693579" y="2126686"/>
                </a:lnTo>
                <a:lnTo>
                  <a:pt x="691075" y="2120965"/>
                </a:lnTo>
                <a:lnTo>
                  <a:pt x="693252" y="2094562"/>
                </a:lnTo>
                <a:lnTo>
                  <a:pt x="692180" y="2083366"/>
                </a:lnTo>
                <a:lnTo>
                  <a:pt x="684094" y="2053525"/>
                </a:lnTo>
                <a:lnTo>
                  <a:pt x="683316" y="2050472"/>
                </a:lnTo>
                <a:moveTo>
                  <a:pt x="1112094" y="2173518"/>
                </a:moveTo>
                <a:lnTo>
                  <a:pt x="1112962" y="2156420"/>
                </a:lnTo>
                <a:lnTo>
                  <a:pt x="1113060" y="2153499"/>
                </a:lnTo>
                <a:lnTo>
                  <a:pt x="1113060" y="2152017"/>
                </a:lnTo>
                <a:lnTo>
                  <a:pt x="1112970" y="2150830"/>
                </a:lnTo>
                <a:lnTo>
                  <a:pt x="1112708" y="2149046"/>
                </a:lnTo>
                <a:lnTo>
                  <a:pt x="1112160" y="2147467"/>
                </a:lnTo>
                <a:lnTo>
                  <a:pt x="1111128" y="2145380"/>
                </a:lnTo>
                <a:lnTo>
                  <a:pt x="1082654" y="2100275"/>
                </a:lnTo>
                <a:lnTo>
                  <a:pt x="1076753" y="2090928"/>
                </a:lnTo>
                <a:moveTo>
                  <a:pt x="1071204" y="2082081"/>
                </a:moveTo>
                <a:lnTo>
                  <a:pt x="1050530" y="2049032"/>
                </a:lnTo>
                <a:moveTo>
                  <a:pt x="789559" y="2162755"/>
                </a:moveTo>
                <a:lnTo>
                  <a:pt x="786130" y="2165071"/>
                </a:lnTo>
                <a:lnTo>
                  <a:pt x="700602" y="2219646"/>
                </a:lnTo>
                <a:moveTo>
                  <a:pt x="795820" y="2166004"/>
                </a:moveTo>
                <a:lnTo>
                  <a:pt x="795837" y="2166168"/>
                </a:lnTo>
                <a:moveTo>
                  <a:pt x="796090" y="2166225"/>
                </a:moveTo>
                <a:lnTo>
                  <a:pt x="796999" y="2167723"/>
                </a:lnTo>
                <a:lnTo>
                  <a:pt x="797441" y="2168452"/>
                </a:lnTo>
                <a:moveTo>
                  <a:pt x="802163" y="2176243"/>
                </a:moveTo>
                <a:lnTo>
                  <a:pt x="802458" y="2176734"/>
                </a:lnTo>
                <a:lnTo>
                  <a:pt x="802638" y="2177029"/>
                </a:lnTo>
                <a:moveTo>
                  <a:pt x="761363" y="2118829"/>
                </a:moveTo>
                <a:lnTo>
                  <a:pt x="712355" y="2149030"/>
                </a:lnTo>
                <a:moveTo>
                  <a:pt x="704809" y="2153736"/>
                </a:moveTo>
                <a:lnTo>
                  <a:pt x="672447" y="2174205"/>
                </a:lnTo>
                <a:moveTo>
                  <a:pt x="793054" y="2153384"/>
                </a:moveTo>
                <a:lnTo>
                  <a:pt x="771103" y="2120548"/>
                </a:lnTo>
                <a:lnTo>
                  <a:pt x="769892" y="2118739"/>
                </a:lnTo>
                <a:moveTo>
                  <a:pt x="711479" y="1948027"/>
                </a:moveTo>
                <a:lnTo>
                  <a:pt x="708598" y="1935995"/>
                </a:lnTo>
                <a:lnTo>
                  <a:pt x="708230" y="1931879"/>
                </a:lnTo>
                <a:lnTo>
                  <a:pt x="710309" y="1896096"/>
                </a:lnTo>
                <a:moveTo>
                  <a:pt x="710972" y="1884318"/>
                </a:moveTo>
                <a:lnTo>
                  <a:pt x="712649" y="1853970"/>
                </a:lnTo>
                <a:lnTo>
                  <a:pt x="712985" y="1848069"/>
                </a:lnTo>
                <a:moveTo>
                  <a:pt x="765128" y="2111226"/>
                </a:moveTo>
                <a:lnTo>
                  <a:pt x="763631" y="2108729"/>
                </a:lnTo>
                <a:lnTo>
                  <a:pt x="750912" y="2087548"/>
                </a:lnTo>
                <a:lnTo>
                  <a:pt x="742776" y="2070991"/>
                </a:lnTo>
                <a:lnTo>
                  <a:pt x="740812" y="2063322"/>
                </a:lnTo>
                <a:moveTo>
                  <a:pt x="737899" y="2051896"/>
                </a:moveTo>
                <a:lnTo>
                  <a:pt x="734436" y="2038285"/>
                </a:lnTo>
                <a:lnTo>
                  <a:pt x="734027" y="2036714"/>
                </a:lnTo>
                <a:moveTo>
                  <a:pt x="731007" y="2025305"/>
                </a:moveTo>
                <a:lnTo>
                  <a:pt x="726997" y="2010302"/>
                </a:lnTo>
                <a:moveTo>
                  <a:pt x="724664" y="2001488"/>
                </a:moveTo>
                <a:lnTo>
                  <a:pt x="720596" y="1984988"/>
                </a:lnTo>
                <a:moveTo>
                  <a:pt x="718239" y="1975445"/>
                </a:moveTo>
                <a:lnTo>
                  <a:pt x="718158" y="1975117"/>
                </a:lnTo>
                <a:lnTo>
                  <a:pt x="714270" y="1959493"/>
                </a:lnTo>
                <a:moveTo>
                  <a:pt x="1080044" y="2082727"/>
                </a:moveTo>
                <a:lnTo>
                  <a:pt x="1079381" y="2083145"/>
                </a:lnTo>
                <a:lnTo>
                  <a:pt x="1078145" y="2083914"/>
                </a:lnTo>
                <a:moveTo>
                  <a:pt x="956834" y="2336398"/>
                </a:moveTo>
                <a:lnTo>
                  <a:pt x="959289" y="2287430"/>
                </a:lnTo>
                <a:lnTo>
                  <a:pt x="959584" y="2281422"/>
                </a:lnTo>
                <a:lnTo>
                  <a:pt x="960018" y="2272845"/>
                </a:lnTo>
                <a:lnTo>
                  <a:pt x="962440" y="2224663"/>
                </a:lnTo>
                <a:lnTo>
                  <a:pt x="964094" y="2191589"/>
                </a:lnTo>
                <a:moveTo>
                  <a:pt x="701633" y="2229647"/>
                </a:moveTo>
                <a:lnTo>
                  <a:pt x="701289" y="2229091"/>
                </a:lnTo>
                <a:lnTo>
                  <a:pt x="699243" y="2225964"/>
                </a:lnTo>
                <a:moveTo>
                  <a:pt x="694300" y="2218205"/>
                </a:moveTo>
                <a:lnTo>
                  <a:pt x="672521" y="2183004"/>
                </a:lnTo>
                <a:lnTo>
                  <a:pt x="670990" y="2180532"/>
                </a:lnTo>
                <a:moveTo>
                  <a:pt x="604139" y="2265454"/>
                </a:moveTo>
                <a:lnTo>
                  <a:pt x="600685" y="2260977"/>
                </a:lnTo>
                <a:moveTo>
                  <a:pt x="717855" y="2252506"/>
                </a:moveTo>
                <a:lnTo>
                  <a:pt x="719909" y="2250706"/>
                </a:lnTo>
                <a:lnTo>
                  <a:pt x="804823" y="2197327"/>
                </a:lnTo>
                <a:lnTo>
                  <a:pt x="806689" y="2196107"/>
                </a:lnTo>
                <a:lnTo>
                  <a:pt x="808915" y="2194658"/>
                </a:lnTo>
                <a:lnTo>
                  <a:pt x="809038" y="2194568"/>
                </a:lnTo>
                <a:moveTo>
                  <a:pt x="839296" y="2226545"/>
                </a:moveTo>
                <a:lnTo>
                  <a:pt x="838453" y="2225219"/>
                </a:lnTo>
                <a:lnTo>
                  <a:pt x="834500" y="2218925"/>
                </a:lnTo>
                <a:lnTo>
                  <a:pt x="818802" y="2193987"/>
                </a:lnTo>
                <a:moveTo>
                  <a:pt x="565697" y="2081639"/>
                </a:moveTo>
                <a:lnTo>
                  <a:pt x="571254" y="2109130"/>
                </a:lnTo>
                <a:lnTo>
                  <a:pt x="575518" y="2121170"/>
                </a:lnTo>
                <a:lnTo>
                  <a:pt x="580961" y="2132284"/>
                </a:lnTo>
                <a:lnTo>
                  <a:pt x="615000" y="2187644"/>
                </a:lnTo>
                <a:lnTo>
                  <a:pt x="617112" y="2191082"/>
                </a:lnTo>
                <a:lnTo>
                  <a:pt x="621032" y="2197449"/>
                </a:lnTo>
                <a:moveTo>
                  <a:pt x="643613" y="2361401"/>
                </a:moveTo>
                <a:lnTo>
                  <a:pt x="642623" y="2360452"/>
                </a:lnTo>
                <a:lnTo>
                  <a:pt x="642115" y="2359789"/>
                </a:lnTo>
                <a:lnTo>
                  <a:pt x="641567" y="2358676"/>
                </a:lnTo>
                <a:lnTo>
                  <a:pt x="641338" y="2357432"/>
                </a:lnTo>
                <a:lnTo>
                  <a:pt x="642009" y="2338346"/>
                </a:lnTo>
                <a:moveTo>
                  <a:pt x="648000" y="2284181"/>
                </a:moveTo>
                <a:lnTo>
                  <a:pt x="648262" y="2283706"/>
                </a:lnTo>
                <a:moveTo>
                  <a:pt x="732390" y="2282020"/>
                </a:moveTo>
                <a:lnTo>
                  <a:pt x="732218" y="2281602"/>
                </a:lnTo>
                <a:lnTo>
                  <a:pt x="730688" y="2279180"/>
                </a:lnTo>
                <a:lnTo>
                  <a:pt x="717028" y="2257139"/>
                </a:lnTo>
                <a:lnTo>
                  <a:pt x="716422" y="2255952"/>
                </a:lnTo>
                <a:lnTo>
                  <a:pt x="716463" y="2255232"/>
                </a:lnTo>
                <a:moveTo>
                  <a:pt x="1102322" y="2368505"/>
                </a:moveTo>
                <a:lnTo>
                  <a:pt x="1102436" y="2366206"/>
                </a:lnTo>
                <a:moveTo>
                  <a:pt x="586575" y="1485790"/>
                </a:moveTo>
                <a:lnTo>
                  <a:pt x="586641" y="1485397"/>
                </a:lnTo>
                <a:lnTo>
                  <a:pt x="588695" y="1449639"/>
                </a:lnTo>
                <a:lnTo>
                  <a:pt x="589063" y="1447569"/>
                </a:lnTo>
                <a:lnTo>
                  <a:pt x="590095" y="1445351"/>
                </a:lnTo>
                <a:lnTo>
                  <a:pt x="591813" y="1443747"/>
                </a:lnTo>
                <a:lnTo>
                  <a:pt x="593442" y="1443116"/>
                </a:lnTo>
                <a:lnTo>
                  <a:pt x="598606" y="1441733"/>
                </a:lnTo>
                <a:lnTo>
                  <a:pt x="673151" y="1422131"/>
                </a:lnTo>
                <a:lnTo>
                  <a:pt x="677161" y="1420912"/>
                </a:lnTo>
                <a:moveTo>
                  <a:pt x="1037828" y="2420207"/>
                </a:moveTo>
                <a:lnTo>
                  <a:pt x="1039817" y="2419405"/>
                </a:lnTo>
                <a:lnTo>
                  <a:pt x="1044302" y="2419642"/>
                </a:lnTo>
                <a:lnTo>
                  <a:pt x="1046896" y="2419781"/>
                </a:lnTo>
                <a:moveTo>
                  <a:pt x="751657" y="2497755"/>
                </a:moveTo>
                <a:lnTo>
                  <a:pt x="754832" y="2497894"/>
                </a:lnTo>
                <a:lnTo>
                  <a:pt x="790549" y="2499556"/>
                </a:lnTo>
                <a:moveTo>
                  <a:pt x="816118" y="2500923"/>
                </a:moveTo>
                <a:lnTo>
                  <a:pt x="841023" y="2502109"/>
                </a:lnTo>
                <a:lnTo>
                  <a:pt x="846671" y="2502379"/>
                </a:lnTo>
                <a:moveTo>
                  <a:pt x="854520" y="2497019"/>
                </a:moveTo>
                <a:lnTo>
                  <a:pt x="854749" y="2492296"/>
                </a:lnTo>
                <a:moveTo>
                  <a:pt x="820930" y="2186703"/>
                </a:moveTo>
                <a:lnTo>
                  <a:pt x="823869" y="2184870"/>
                </a:lnTo>
                <a:lnTo>
                  <a:pt x="915052" y="2130451"/>
                </a:lnTo>
                <a:lnTo>
                  <a:pt x="973309" y="2092221"/>
                </a:lnTo>
                <a:lnTo>
                  <a:pt x="1037492" y="2051929"/>
                </a:lnTo>
                <a:lnTo>
                  <a:pt x="1040725" y="2049825"/>
                </a:lnTo>
                <a:moveTo>
                  <a:pt x="817264" y="2089144"/>
                </a:moveTo>
                <a:lnTo>
                  <a:pt x="810798" y="2078717"/>
                </a:lnTo>
                <a:lnTo>
                  <a:pt x="793807" y="2050832"/>
                </a:lnTo>
                <a:lnTo>
                  <a:pt x="793324" y="2050063"/>
                </a:lnTo>
                <a:moveTo>
                  <a:pt x="1024708" y="2008265"/>
                </a:moveTo>
                <a:lnTo>
                  <a:pt x="1005450" y="1976803"/>
                </a:lnTo>
                <a:moveTo>
                  <a:pt x="730262" y="2004721"/>
                </a:moveTo>
                <a:lnTo>
                  <a:pt x="746206" y="2000604"/>
                </a:lnTo>
                <a:lnTo>
                  <a:pt x="977320" y="1940931"/>
                </a:lnTo>
                <a:moveTo>
                  <a:pt x="1053501" y="2344770"/>
                </a:moveTo>
                <a:lnTo>
                  <a:pt x="1053829" y="2338444"/>
                </a:lnTo>
                <a:lnTo>
                  <a:pt x="1054115" y="2333157"/>
                </a:lnTo>
                <a:moveTo>
                  <a:pt x="746173" y="2307105"/>
                </a:moveTo>
                <a:lnTo>
                  <a:pt x="746320" y="2308366"/>
                </a:lnTo>
                <a:lnTo>
                  <a:pt x="746075" y="2313915"/>
                </a:lnTo>
                <a:lnTo>
                  <a:pt x="745379" y="2324440"/>
                </a:lnTo>
                <a:lnTo>
                  <a:pt x="744978" y="2333787"/>
                </a:lnTo>
                <a:lnTo>
                  <a:pt x="744593" y="2342372"/>
                </a:lnTo>
                <a:lnTo>
                  <a:pt x="744364" y="2346980"/>
                </a:lnTo>
                <a:lnTo>
                  <a:pt x="744389" y="2349108"/>
                </a:lnTo>
                <a:lnTo>
                  <a:pt x="744569" y="2350696"/>
                </a:lnTo>
                <a:lnTo>
                  <a:pt x="744962" y="2351465"/>
                </a:lnTo>
                <a:lnTo>
                  <a:pt x="745772" y="2352423"/>
                </a:lnTo>
                <a:lnTo>
                  <a:pt x="746541" y="2353069"/>
                </a:lnTo>
                <a:lnTo>
                  <a:pt x="748113" y="2353782"/>
                </a:lnTo>
                <a:lnTo>
                  <a:pt x="749332" y="2354109"/>
                </a:lnTo>
                <a:lnTo>
                  <a:pt x="751010" y="2354305"/>
                </a:lnTo>
                <a:lnTo>
                  <a:pt x="803260" y="2356695"/>
                </a:lnTo>
                <a:lnTo>
                  <a:pt x="850198" y="2359183"/>
                </a:lnTo>
                <a:lnTo>
                  <a:pt x="853488" y="2359347"/>
                </a:lnTo>
                <a:moveTo>
                  <a:pt x="744675" y="2299903"/>
                </a:moveTo>
                <a:lnTo>
                  <a:pt x="743472" y="2297808"/>
                </a:lnTo>
                <a:moveTo>
                  <a:pt x="740509" y="2291023"/>
                </a:moveTo>
                <a:lnTo>
                  <a:pt x="740436" y="2290875"/>
                </a:lnTo>
                <a:moveTo>
                  <a:pt x="953339" y="2463618"/>
                </a:moveTo>
                <a:lnTo>
                  <a:pt x="953208" y="2463528"/>
                </a:lnTo>
                <a:moveTo>
                  <a:pt x="912114" y="2481509"/>
                </a:moveTo>
                <a:lnTo>
                  <a:pt x="912883" y="2467505"/>
                </a:lnTo>
                <a:moveTo>
                  <a:pt x="913399" y="2458109"/>
                </a:moveTo>
                <a:lnTo>
                  <a:pt x="914095" y="2445407"/>
                </a:lnTo>
                <a:moveTo>
                  <a:pt x="952930" y="2487083"/>
                </a:moveTo>
                <a:lnTo>
                  <a:pt x="952447" y="2487066"/>
                </a:lnTo>
                <a:lnTo>
                  <a:pt x="951801" y="2486673"/>
                </a:lnTo>
                <a:moveTo>
                  <a:pt x="585998" y="2293896"/>
                </a:moveTo>
                <a:lnTo>
                  <a:pt x="586068" y="2290777"/>
                </a:lnTo>
                <a:lnTo>
                  <a:pt x="585965" y="2289030"/>
                </a:lnTo>
                <a:moveTo>
                  <a:pt x="591232" y="2272415"/>
                </a:moveTo>
                <a:lnTo>
                  <a:pt x="591069" y="2272415"/>
                </a:lnTo>
                <a:moveTo>
                  <a:pt x="1084078" y="2528643"/>
                </a:moveTo>
                <a:lnTo>
                  <a:pt x="1074192" y="2528324"/>
                </a:lnTo>
                <a:lnTo>
                  <a:pt x="1067169" y="2528120"/>
                </a:lnTo>
                <a:lnTo>
                  <a:pt x="1050211" y="2527416"/>
                </a:lnTo>
                <a:lnTo>
                  <a:pt x="1044605" y="2527187"/>
                </a:lnTo>
                <a:lnTo>
                  <a:pt x="1027704" y="2526385"/>
                </a:lnTo>
                <a:lnTo>
                  <a:pt x="1020640" y="2526114"/>
                </a:lnTo>
                <a:lnTo>
                  <a:pt x="991725" y="2524764"/>
                </a:lnTo>
                <a:lnTo>
                  <a:pt x="966336" y="2523585"/>
                </a:lnTo>
                <a:moveTo>
                  <a:pt x="1099277" y="2433990"/>
                </a:moveTo>
                <a:lnTo>
                  <a:pt x="1099506" y="2429210"/>
                </a:lnTo>
                <a:moveTo>
                  <a:pt x="804414" y="2550030"/>
                </a:moveTo>
                <a:lnTo>
                  <a:pt x="800878" y="2549874"/>
                </a:lnTo>
                <a:moveTo>
                  <a:pt x="1095078" y="2521048"/>
                </a:moveTo>
                <a:lnTo>
                  <a:pt x="1095308" y="2516694"/>
                </a:lnTo>
                <a:lnTo>
                  <a:pt x="1097894" y="2464092"/>
                </a:lnTo>
                <a:lnTo>
                  <a:pt x="1098344" y="2454901"/>
                </a:lnTo>
                <a:lnTo>
                  <a:pt x="1098541" y="2450522"/>
                </a:lnTo>
                <a:lnTo>
                  <a:pt x="1099261" y="2434227"/>
                </a:lnTo>
                <a:moveTo>
                  <a:pt x="1077416" y="2615817"/>
                </a:moveTo>
                <a:lnTo>
                  <a:pt x="1069215" y="2615416"/>
                </a:lnTo>
                <a:lnTo>
                  <a:pt x="1065230" y="2615178"/>
                </a:lnTo>
                <a:moveTo>
                  <a:pt x="443608" y="2829506"/>
                </a:moveTo>
                <a:lnTo>
                  <a:pt x="443453" y="2830586"/>
                </a:lnTo>
                <a:lnTo>
                  <a:pt x="442970" y="2833475"/>
                </a:lnTo>
                <a:lnTo>
                  <a:pt x="442757" y="2836397"/>
                </a:lnTo>
                <a:lnTo>
                  <a:pt x="442806" y="2843649"/>
                </a:lnTo>
                <a:lnTo>
                  <a:pt x="442847" y="2850777"/>
                </a:lnTo>
                <a:lnTo>
                  <a:pt x="443968" y="2897650"/>
                </a:lnTo>
                <a:moveTo>
                  <a:pt x="564256" y="2665701"/>
                </a:moveTo>
                <a:lnTo>
                  <a:pt x="564682" y="2662174"/>
                </a:lnTo>
                <a:lnTo>
                  <a:pt x="565459" y="2651558"/>
                </a:lnTo>
                <a:lnTo>
                  <a:pt x="566540" y="2635140"/>
                </a:lnTo>
                <a:moveTo>
                  <a:pt x="549614" y="2661494"/>
                </a:moveTo>
                <a:lnTo>
                  <a:pt x="549598" y="2661789"/>
                </a:lnTo>
                <a:moveTo>
                  <a:pt x="561392" y="2680360"/>
                </a:moveTo>
                <a:lnTo>
                  <a:pt x="561989" y="2678346"/>
                </a:lnTo>
                <a:lnTo>
                  <a:pt x="562586" y="2675997"/>
                </a:lnTo>
                <a:lnTo>
                  <a:pt x="562906" y="2674049"/>
                </a:lnTo>
                <a:moveTo>
                  <a:pt x="476154" y="2797148"/>
                </a:moveTo>
                <a:lnTo>
                  <a:pt x="480872" y="2791178"/>
                </a:lnTo>
                <a:lnTo>
                  <a:pt x="487788" y="2782674"/>
                </a:lnTo>
                <a:lnTo>
                  <a:pt x="497493" y="2769921"/>
                </a:lnTo>
                <a:moveTo>
                  <a:pt x="1088834" y="470118"/>
                </a:moveTo>
                <a:lnTo>
                  <a:pt x="1013250" y="498264"/>
                </a:lnTo>
                <a:lnTo>
                  <a:pt x="995768" y="504517"/>
                </a:lnTo>
                <a:moveTo>
                  <a:pt x="1020771" y="521099"/>
                </a:moveTo>
                <a:lnTo>
                  <a:pt x="1096478" y="495023"/>
                </a:lnTo>
                <a:moveTo>
                  <a:pt x="1014412" y="1029005"/>
                </a:moveTo>
                <a:lnTo>
                  <a:pt x="1128365" y="966966"/>
                </a:lnTo>
                <a:moveTo>
                  <a:pt x="1062316" y="633734"/>
                </a:moveTo>
                <a:lnTo>
                  <a:pt x="1062791" y="635633"/>
                </a:lnTo>
                <a:lnTo>
                  <a:pt x="1072727" y="672766"/>
                </a:lnTo>
                <a:lnTo>
                  <a:pt x="1075280" y="676539"/>
                </a:lnTo>
                <a:lnTo>
                  <a:pt x="1080453" y="676523"/>
                </a:lnTo>
                <a:lnTo>
                  <a:pt x="1117635" y="665703"/>
                </a:lnTo>
                <a:lnTo>
                  <a:pt x="1120213" y="662781"/>
                </a:lnTo>
                <a:lnTo>
                  <a:pt x="1120082" y="658779"/>
                </a:lnTo>
                <a:lnTo>
                  <a:pt x="1110130" y="624568"/>
                </a:lnTo>
                <a:moveTo>
                  <a:pt x="1329090" y="1142794"/>
                </a:moveTo>
                <a:lnTo>
                  <a:pt x="1328942" y="1142876"/>
                </a:lnTo>
                <a:lnTo>
                  <a:pt x="1309832" y="1151928"/>
                </a:lnTo>
                <a:lnTo>
                  <a:pt x="1264817" y="1174615"/>
                </a:lnTo>
                <a:lnTo>
                  <a:pt x="1227054" y="1192204"/>
                </a:lnTo>
                <a:lnTo>
                  <a:pt x="1216185" y="1197548"/>
                </a:lnTo>
                <a:moveTo>
                  <a:pt x="1207951" y="1201559"/>
                </a:moveTo>
                <a:lnTo>
                  <a:pt x="1128954" y="1239740"/>
                </a:lnTo>
                <a:lnTo>
                  <a:pt x="1126147" y="1241016"/>
                </a:lnTo>
                <a:lnTo>
                  <a:pt x="1123290" y="1241696"/>
                </a:lnTo>
                <a:lnTo>
                  <a:pt x="1122939" y="1241778"/>
                </a:lnTo>
                <a:moveTo>
                  <a:pt x="1111038" y="1244601"/>
                </a:moveTo>
                <a:lnTo>
                  <a:pt x="1110817" y="1244650"/>
                </a:lnTo>
                <a:lnTo>
                  <a:pt x="1108436" y="1245223"/>
                </a:lnTo>
                <a:lnTo>
                  <a:pt x="1086288" y="1252303"/>
                </a:lnTo>
                <a:lnTo>
                  <a:pt x="1079135" y="1255699"/>
                </a:lnTo>
                <a:lnTo>
                  <a:pt x="1017604" y="1274507"/>
                </a:lnTo>
                <a:lnTo>
                  <a:pt x="998567" y="1280400"/>
                </a:lnTo>
                <a:lnTo>
                  <a:pt x="979792" y="1285393"/>
                </a:lnTo>
                <a:lnTo>
                  <a:pt x="968333" y="1288437"/>
                </a:lnTo>
                <a:moveTo>
                  <a:pt x="959469" y="1290786"/>
                </a:moveTo>
                <a:lnTo>
                  <a:pt x="929768" y="1298586"/>
                </a:lnTo>
                <a:moveTo>
                  <a:pt x="1537328" y="949525"/>
                </a:moveTo>
                <a:lnTo>
                  <a:pt x="1551135" y="943731"/>
                </a:lnTo>
                <a:moveTo>
                  <a:pt x="1365118" y="964216"/>
                </a:moveTo>
                <a:lnTo>
                  <a:pt x="1369955" y="962301"/>
                </a:lnTo>
                <a:lnTo>
                  <a:pt x="1438648" y="935096"/>
                </a:lnTo>
                <a:lnTo>
                  <a:pt x="1534193" y="896007"/>
                </a:lnTo>
                <a:lnTo>
                  <a:pt x="1537647" y="894599"/>
                </a:lnTo>
                <a:lnTo>
                  <a:pt x="1538564" y="894223"/>
                </a:lnTo>
                <a:moveTo>
                  <a:pt x="1208172" y="1107961"/>
                </a:moveTo>
                <a:lnTo>
                  <a:pt x="1193694" y="1077220"/>
                </a:lnTo>
                <a:moveTo>
                  <a:pt x="1561661" y="881839"/>
                </a:moveTo>
                <a:lnTo>
                  <a:pt x="1563011" y="881258"/>
                </a:lnTo>
                <a:lnTo>
                  <a:pt x="1570230" y="877248"/>
                </a:lnTo>
                <a:lnTo>
                  <a:pt x="1620245" y="855412"/>
                </a:lnTo>
                <a:lnTo>
                  <a:pt x="1628307" y="851770"/>
                </a:lnTo>
                <a:lnTo>
                  <a:pt x="1716217" y="812058"/>
                </a:lnTo>
                <a:moveTo>
                  <a:pt x="1509002" y="727897"/>
                </a:moveTo>
                <a:lnTo>
                  <a:pt x="1513176" y="726211"/>
                </a:lnTo>
                <a:lnTo>
                  <a:pt x="1521516" y="723035"/>
                </a:lnTo>
                <a:lnTo>
                  <a:pt x="1541658" y="714131"/>
                </a:lnTo>
                <a:lnTo>
                  <a:pt x="1543900" y="713312"/>
                </a:lnTo>
                <a:moveTo>
                  <a:pt x="1368294" y="400476"/>
                </a:moveTo>
                <a:lnTo>
                  <a:pt x="1369227" y="400173"/>
                </a:lnTo>
                <a:lnTo>
                  <a:pt x="1377747" y="397309"/>
                </a:lnTo>
                <a:moveTo>
                  <a:pt x="1339018" y="382920"/>
                </a:moveTo>
                <a:lnTo>
                  <a:pt x="1336366" y="383821"/>
                </a:lnTo>
                <a:lnTo>
                  <a:pt x="1241270" y="416198"/>
                </a:lnTo>
                <a:lnTo>
                  <a:pt x="1238643" y="415830"/>
                </a:lnTo>
                <a:lnTo>
                  <a:pt x="1237063" y="414177"/>
                </a:lnTo>
                <a:lnTo>
                  <a:pt x="1228772" y="387405"/>
                </a:lnTo>
                <a:moveTo>
                  <a:pt x="1534922" y="315758"/>
                </a:moveTo>
                <a:lnTo>
                  <a:pt x="1529798" y="317174"/>
                </a:lnTo>
                <a:lnTo>
                  <a:pt x="1436872" y="348644"/>
                </a:lnTo>
                <a:moveTo>
                  <a:pt x="1428319" y="351606"/>
                </a:moveTo>
                <a:lnTo>
                  <a:pt x="1360543" y="375595"/>
                </a:lnTo>
                <a:lnTo>
                  <a:pt x="1358628" y="376242"/>
                </a:lnTo>
                <a:moveTo>
                  <a:pt x="928925" y="1381692"/>
                </a:moveTo>
                <a:lnTo>
                  <a:pt x="930030" y="1382837"/>
                </a:lnTo>
                <a:lnTo>
                  <a:pt x="931937" y="1384196"/>
                </a:lnTo>
                <a:lnTo>
                  <a:pt x="934605" y="1384834"/>
                </a:lnTo>
                <a:lnTo>
                  <a:pt x="937797" y="1384335"/>
                </a:lnTo>
                <a:lnTo>
                  <a:pt x="1039162" y="1358284"/>
                </a:lnTo>
                <a:moveTo>
                  <a:pt x="1047952" y="1355984"/>
                </a:moveTo>
                <a:lnTo>
                  <a:pt x="1132261" y="1333428"/>
                </a:lnTo>
                <a:lnTo>
                  <a:pt x="1136615" y="1332364"/>
                </a:lnTo>
                <a:moveTo>
                  <a:pt x="1150643" y="1328975"/>
                </a:moveTo>
                <a:lnTo>
                  <a:pt x="1151355" y="1328803"/>
                </a:lnTo>
                <a:lnTo>
                  <a:pt x="1209113" y="1310110"/>
                </a:lnTo>
                <a:lnTo>
                  <a:pt x="1222388" y="1304430"/>
                </a:lnTo>
                <a:moveTo>
                  <a:pt x="1230516" y="1301042"/>
                </a:moveTo>
                <a:lnTo>
                  <a:pt x="1252049" y="1292317"/>
                </a:lnTo>
                <a:moveTo>
                  <a:pt x="1259898" y="1289321"/>
                </a:moveTo>
                <a:lnTo>
                  <a:pt x="1263769" y="1287938"/>
                </a:lnTo>
                <a:moveTo>
                  <a:pt x="1237767" y="1253899"/>
                </a:moveTo>
                <a:lnTo>
                  <a:pt x="1254136" y="1286825"/>
                </a:lnTo>
                <a:moveTo>
                  <a:pt x="1691058" y="1280048"/>
                </a:moveTo>
                <a:lnTo>
                  <a:pt x="1692948" y="1279115"/>
                </a:lnTo>
                <a:moveTo>
                  <a:pt x="1740631" y="855641"/>
                </a:moveTo>
                <a:lnTo>
                  <a:pt x="1722208" y="814334"/>
                </a:lnTo>
                <a:moveTo>
                  <a:pt x="1718558" y="806043"/>
                </a:moveTo>
                <a:lnTo>
                  <a:pt x="1702311" y="768713"/>
                </a:lnTo>
                <a:moveTo>
                  <a:pt x="1698440" y="759948"/>
                </a:moveTo>
                <a:lnTo>
                  <a:pt x="1698366" y="759800"/>
                </a:lnTo>
                <a:moveTo>
                  <a:pt x="1695486" y="753253"/>
                </a:moveTo>
                <a:lnTo>
                  <a:pt x="1679796" y="716447"/>
                </a:lnTo>
                <a:moveTo>
                  <a:pt x="1676203" y="708107"/>
                </a:moveTo>
                <a:lnTo>
                  <a:pt x="1660922" y="673085"/>
                </a:lnTo>
                <a:moveTo>
                  <a:pt x="1141395" y="1043819"/>
                </a:moveTo>
                <a:lnTo>
                  <a:pt x="1141861" y="1044760"/>
                </a:lnTo>
                <a:lnTo>
                  <a:pt x="1161291" y="1083538"/>
                </a:lnTo>
                <a:moveTo>
                  <a:pt x="1476796" y="1041773"/>
                </a:moveTo>
                <a:lnTo>
                  <a:pt x="1498632" y="1032442"/>
                </a:lnTo>
                <a:lnTo>
                  <a:pt x="1532139" y="1018120"/>
                </a:lnTo>
                <a:moveTo>
                  <a:pt x="1472040" y="1048852"/>
                </a:moveTo>
                <a:lnTo>
                  <a:pt x="1475396" y="1056390"/>
                </a:lnTo>
                <a:lnTo>
                  <a:pt x="1503690" y="1044465"/>
                </a:lnTo>
                <a:lnTo>
                  <a:pt x="1534873" y="1030904"/>
                </a:lnTo>
                <a:moveTo>
                  <a:pt x="1470035" y="1038090"/>
                </a:moveTo>
                <a:lnTo>
                  <a:pt x="1469970" y="1037934"/>
                </a:lnTo>
                <a:moveTo>
                  <a:pt x="1544850" y="1037934"/>
                </a:moveTo>
                <a:lnTo>
                  <a:pt x="1543401" y="1034358"/>
                </a:lnTo>
                <a:moveTo>
                  <a:pt x="1541470" y="1021737"/>
                </a:moveTo>
                <a:lnTo>
                  <a:pt x="1540553" y="1019544"/>
                </a:lnTo>
                <a:moveTo>
                  <a:pt x="1536076" y="1008683"/>
                </a:moveTo>
                <a:lnTo>
                  <a:pt x="1520493" y="970420"/>
                </a:lnTo>
                <a:lnTo>
                  <a:pt x="1517563" y="962931"/>
                </a:lnTo>
                <a:moveTo>
                  <a:pt x="1706911" y="1189331"/>
                </a:moveTo>
                <a:lnTo>
                  <a:pt x="1711142" y="1189045"/>
                </a:lnTo>
                <a:lnTo>
                  <a:pt x="1715628" y="1185010"/>
                </a:lnTo>
                <a:lnTo>
                  <a:pt x="1717207" y="1181785"/>
                </a:lnTo>
                <a:lnTo>
                  <a:pt x="1718198" y="1179747"/>
                </a:lnTo>
                <a:lnTo>
                  <a:pt x="1722887" y="1169877"/>
                </a:lnTo>
                <a:lnTo>
                  <a:pt x="1725891" y="1163542"/>
                </a:lnTo>
                <a:lnTo>
                  <a:pt x="1730376" y="1153892"/>
                </a:lnTo>
                <a:lnTo>
                  <a:pt x="1744609" y="1124837"/>
                </a:lnTo>
                <a:lnTo>
                  <a:pt x="1746017" y="1122390"/>
                </a:lnTo>
                <a:lnTo>
                  <a:pt x="1748259" y="1118494"/>
                </a:lnTo>
                <a:lnTo>
                  <a:pt x="1754046" y="1109524"/>
                </a:lnTo>
                <a:lnTo>
                  <a:pt x="1759783" y="1100587"/>
                </a:lnTo>
                <a:lnTo>
                  <a:pt x="1760520" y="1099539"/>
                </a:lnTo>
                <a:lnTo>
                  <a:pt x="1761829" y="1097681"/>
                </a:lnTo>
                <a:lnTo>
                  <a:pt x="1778755" y="1073578"/>
                </a:lnTo>
                <a:moveTo>
                  <a:pt x="1167446" y="1085552"/>
                </a:moveTo>
                <a:lnTo>
                  <a:pt x="1187727" y="1075174"/>
                </a:lnTo>
                <a:moveTo>
                  <a:pt x="1195740" y="1071098"/>
                </a:moveTo>
                <a:lnTo>
                  <a:pt x="1200699" y="1068593"/>
                </a:lnTo>
                <a:lnTo>
                  <a:pt x="1216921" y="1060401"/>
                </a:lnTo>
                <a:lnTo>
                  <a:pt x="1268385" y="1034800"/>
                </a:lnTo>
                <a:moveTo>
                  <a:pt x="1778845" y="1063994"/>
                </a:moveTo>
                <a:lnTo>
                  <a:pt x="1766020" y="1044957"/>
                </a:lnTo>
                <a:moveTo>
                  <a:pt x="1299167" y="283184"/>
                </a:moveTo>
                <a:lnTo>
                  <a:pt x="1239461" y="302467"/>
                </a:lnTo>
                <a:lnTo>
                  <a:pt x="1189438" y="318615"/>
                </a:lnTo>
                <a:lnTo>
                  <a:pt x="1139455" y="334754"/>
                </a:lnTo>
                <a:moveTo>
                  <a:pt x="1330481" y="303661"/>
                </a:moveTo>
                <a:lnTo>
                  <a:pt x="1364529" y="292138"/>
                </a:lnTo>
                <a:lnTo>
                  <a:pt x="1403479" y="279133"/>
                </a:lnTo>
                <a:moveTo>
                  <a:pt x="1319227" y="277831"/>
                </a:moveTo>
                <a:lnTo>
                  <a:pt x="1322395" y="276767"/>
                </a:lnTo>
                <a:lnTo>
                  <a:pt x="1379678" y="257517"/>
                </a:lnTo>
                <a:moveTo>
                  <a:pt x="1688627" y="1182661"/>
                </a:moveTo>
                <a:lnTo>
                  <a:pt x="1705225" y="1189077"/>
                </a:lnTo>
                <a:moveTo>
                  <a:pt x="1760078" y="932125"/>
                </a:moveTo>
                <a:lnTo>
                  <a:pt x="1639962" y="986978"/>
                </a:lnTo>
                <a:moveTo>
                  <a:pt x="1346539" y="920167"/>
                </a:moveTo>
                <a:lnTo>
                  <a:pt x="1346449" y="920323"/>
                </a:lnTo>
                <a:lnTo>
                  <a:pt x="1345254" y="925520"/>
                </a:lnTo>
                <a:lnTo>
                  <a:pt x="1344534" y="932346"/>
                </a:lnTo>
                <a:lnTo>
                  <a:pt x="1344272" y="937879"/>
                </a:lnTo>
                <a:lnTo>
                  <a:pt x="1342381" y="942675"/>
                </a:lnTo>
                <a:lnTo>
                  <a:pt x="1340949" y="944885"/>
                </a:lnTo>
                <a:lnTo>
                  <a:pt x="1339582" y="946301"/>
                </a:lnTo>
                <a:lnTo>
                  <a:pt x="1336947" y="948232"/>
                </a:lnTo>
                <a:lnTo>
                  <a:pt x="1331120" y="950647"/>
                </a:lnTo>
                <a:lnTo>
                  <a:pt x="1271037" y="967981"/>
                </a:lnTo>
                <a:lnTo>
                  <a:pt x="1263172" y="970060"/>
                </a:lnTo>
                <a:lnTo>
                  <a:pt x="1261461" y="970592"/>
                </a:lnTo>
                <a:moveTo>
                  <a:pt x="1760364" y="1040594"/>
                </a:moveTo>
                <a:lnTo>
                  <a:pt x="1737889" y="1036862"/>
                </a:lnTo>
                <a:lnTo>
                  <a:pt x="1731235" y="1035045"/>
                </a:lnTo>
                <a:lnTo>
                  <a:pt x="1718680" y="1031624"/>
                </a:lnTo>
                <a:lnTo>
                  <a:pt x="1701264" y="1025494"/>
                </a:lnTo>
                <a:moveTo>
                  <a:pt x="1692425" y="1021958"/>
                </a:moveTo>
                <a:lnTo>
                  <a:pt x="1650692" y="1001996"/>
                </a:lnTo>
                <a:lnTo>
                  <a:pt x="1639315" y="990472"/>
                </a:lnTo>
                <a:moveTo>
                  <a:pt x="1798054" y="982042"/>
                </a:moveTo>
                <a:lnTo>
                  <a:pt x="1813825" y="1014281"/>
                </a:lnTo>
                <a:moveTo>
                  <a:pt x="1766764" y="921886"/>
                </a:moveTo>
                <a:lnTo>
                  <a:pt x="1765144" y="924890"/>
                </a:lnTo>
                <a:lnTo>
                  <a:pt x="1763212" y="929375"/>
                </a:lnTo>
                <a:moveTo>
                  <a:pt x="1763433" y="933516"/>
                </a:moveTo>
                <a:lnTo>
                  <a:pt x="1763941" y="934891"/>
                </a:lnTo>
                <a:lnTo>
                  <a:pt x="1768622" y="947569"/>
                </a:lnTo>
                <a:lnTo>
                  <a:pt x="1776455" y="963185"/>
                </a:lnTo>
                <a:lnTo>
                  <a:pt x="1780621" y="970306"/>
                </a:lnTo>
                <a:lnTo>
                  <a:pt x="1782888" y="974177"/>
                </a:lnTo>
                <a:moveTo>
                  <a:pt x="1785982" y="976960"/>
                </a:moveTo>
                <a:lnTo>
                  <a:pt x="1794747" y="979391"/>
                </a:lnTo>
                <a:moveTo>
                  <a:pt x="1798422" y="978040"/>
                </a:moveTo>
                <a:lnTo>
                  <a:pt x="1807286" y="964953"/>
                </a:lnTo>
                <a:lnTo>
                  <a:pt x="1861967" y="937330"/>
                </a:lnTo>
                <a:lnTo>
                  <a:pt x="1874415" y="935636"/>
                </a:lnTo>
                <a:lnTo>
                  <a:pt x="1881282" y="931847"/>
                </a:lnTo>
                <a:moveTo>
                  <a:pt x="1700069" y="1020100"/>
                </a:moveTo>
                <a:lnTo>
                  <a:pt x="1781865" y="977704"/>
                </a:lnTo>
                <a:moveTo>
                  <a:pt x="1573340" y="700364"/>
                </a:moveTo>
                <a:lnTo>
                  <a:pt x="1584815" y="696272"/>
                </a:lnTo>
                <a:lnTo>
                  <a:pt x="1614934" y="684175"/>
                </a:lnTo>
                <a:lnTo>
                  <a:pt x="1650659" y="670327"/>
                </a:lnTo>
                <a:lnTo>
                  <a:pt x="1653532" y="669222"/>
                </a:lnTo>
                <a:moveTo>
                  <a:pt x="1239838" y="976992"/>
                </a:moveTo>
                <a:lnTo>
                  <a:pt x="1236040" y="978155"/>
                </a:lnTo>
                <a:lnTo>
                  <a:pt x="1232725" y="979350"/>
                </a:lnTo>
                <a:lnTo>
                  <a:pt x="1226661" y="981535"/>
                </a:lnTo>
                <a:lnTo>
                  <a:pt x="1205086" y="992960"/>
                </a:lnTo>
                <a:lnTo>
                  <a:pt x="1170932" y="1013397"/>
                </a:lnTo>
                <a:lnTo>
                  <a:pt x="1161823" y="1018463"/>
                </a:lnTo>
                <a:moveTo>
                  <a:pt x="1153933" y="1022801"/>
                </a:moveTo>
                <a:lnTo>
                  <a:pt x="1098622" y="1052863"/>
                </a:lnTo>
                <a:lnTo>
                  <a:pt x="1084177" y="1059910"/>
                </a:lnTo>
                <a:moveTo>
                  <a:pt x="1744347" y="864005"/>
                </a:moveTo>
                <a:lnTo>
                  <a:pt x="1764972" y="910575"/>
                </a:lnTo>
                <a:lnTo>
                  <a:pt x="1766969" y="914839"/>
                </a:lnTo>
                <a:moveTo>
                  <a:pt x="1109066" y="906246"/>
                </a:moveTo>
                <a:lnTo>
                  <a:pt x="1108902" y="905083"/>
                </a:lnTo>
                <a:lnTo>
                  <a:pt x="1090667" y="860797"/>
                </a:lnTo>
                <a:lnTo>
                  <a:pt x="1089284" y="858014"/>
                </a:lnTo>
                <a:moveTo>
                  <a:pt x="1401056" y="832454"/>
                </a:moveTo>
                <a:lnTo>
                  <a:pt x="1420142" y="824982"/>
                </a:lnTo>
                <a:lnTo>
                  <a:pt x="1440661" y="817403"/>
                </a:lnTo>
                <a:lnTo>
                  <a:pt x="1472957" y="805601"/>
                </a:lnTo>
                <a:lnTo>
                  <a:pt x="1477197" y="807336"/>
                </a:lnTo>
                <a:moveTo>
                  <a:pt x="1770529" y="920020"/>
                </a:moveTo>
                <a:lnTo>
                  <a:pt x="1774032" y="920577"/>
                </a:lnTo>
                <a:lnTo>
                  <a:pt x="1780089" y="920077"/>
                </a:lnTo>
                <a:lnTo>
                  <a:pt x="1784697" y="918490"/>
                </a:lnTo>
                <a:moveTo>
                  <a:pt x="1410779" y="885220"/>
                </a:moveTo>
                <a:lnTo>
                  <a:pt x="1371281" y="902808"/>
                </a:lnTo>
                <a:lnTo>
                  <a:pt x="1358669" y="908210"/>
                </a:lnTo>
                <a:lnTo>
                  <a:pt x="1354601" y="910395"/>
                </a:lnTo>
                <a:moveTo>
                  <a:pt x="1349248" y="908292"/>
                </a:moveTo>
                <a:lnTo>
                  <a:pt x="1349224" y="908177"/>
                </a:lnTo>
                <a:lnTo>
                  <a:pt x="1331594" y="848659"/>
                </a:lnTo>
                <a:lnTo>
                  <a:pt x="1327838" y="835892"/>
                </a:lnTo>
                <a:lnTo>
                  <a:pt x="1317370" y="804185"/>
                </a:lnTo>
                <a:moveTo>
                  <a:pt x="1314800" y="795632"/>
                </a:moveTo>
                <a:lnTo>
                  <a:pt x="1292276" y="713222"/>
                </a:lnTo>
                <a:lnTo>
                  <a:pt x="1296998" y="711495"/>
                </a:lnTo>
                <a:lnTo>
                  <a:pt x="1302801" y="709506"/>
                </a:lnTo>
                <a:lnTo>
                  <a:pt x="1339394" y="696984"/>
                </a:lnTo>
                <a:lnTo>
                  <a:pt x="1346343" y="694602"/>
                </a:lnTo>
                <a:lnTo>
                  <a:pt x="1372640" y="773272"/>
                </a:lnTo>
                <a:moveTo>
                  <a:pt x="1320267" y="798398"/>
                </a:moveTo>
                <a:lnTo>
                  <a:pt x="1368605" y="779795"/>
                </a:lnTo>
                <a:moveTo>
                  <a:pt x="1379605" y="775564"/>
                </a:moveTo>
                <a:lnTo>
                  <a:pt x="1399689" y="767837"/>
                </a:lnTo>
                <a:lnTo>
                  <a:pt x="1435341" y="754087"/>
                </a:lnTo>
                <a:lnTo>
                  <a:pt x="1437436" y="753261"/>
                </a:lnTo>
                <a:lnTo>
                  <a:pt x="1439875" y="752344"/>
                </a:lnTo>
                <a:lnTo>
                  <a:pt x="1443632" y="750871"/>
                </a:lnTo>
                <a:lnTo>
                  <a:pt x="1447716" y="749373"/>
                </a:lnTo>
                <a:lnTo>
                  <a:pt x="1461654" y="743971"/>
                </a:lnTo>
                <a:lnTo>
                  <a:pt x="1463070" y="743472"/>
                </a:lnTo>
                <a:lnTo>
                  <a:pt x="1469904" y="740820"/>
                </a:lnTo>
                <a:moveTo>
                  <a:pt x="1415518" y="878017"/>
                </a:moveTo>
                <a:lnTo>
                  <a:pt x="1398568" y="838388"/>
                </a:lnTo>
                <a:moveTo>
                  <a:pt x="1394157" y="827396"/>
                </a:moveTo>
                <a:lnTo>
                  <a:pt x="1376953" y="781530"/>
                </a:lnTo>
                <a:moveTo>
                  <a:pt x="1663394" y="667152"/>
                </a:moveTo>
                <a:lnTo>
                  <a:pt x="1705421" y="650758"/>
                </a:lnTo>
                <a:moveTo>
                  <a:pt x="1703089" y="636795"/>
                </a:moveTo>
                <a:lnTo>
                  <a:pt x="1706911" y="647492"/>
                </a:lnTo>
                <a:moveTo>
                  <a:pt x="1799150" y="701199"/>
                </a:moveTo>
                <a:lnTo>
                  <a:pt x="1799224" y="701347"/>
                </a:lnTo>
                <a:moveTo>
                  <a:pt x="1763687" y="670761"/>
                </a:moveTo>
                <a:lnTo>
                  <a:pt x="1761870" y="674902"/>
                </a:lnTo>
                <a:lnTo>
                  <a:pt x="1759415" y="678479"/>
                </a:lnTo>
                <a:lnTo>
                  <a:pt x="1682210" y="710530"/>
                </a:lnTo>
                <a:moveTo>
                  <a:pt x="1673837" y="714041"/>
                </a:moveTo>
                <a:lnTo>
                  <a:pt x="1545382" y="768288"/>
                </a:lnTo>
                <a:lnTo>
                  <a:pt x="1522187" y="777503"/>
                </a:lnTo>
                <a:lnTo>
                  <a:pt x="1519617" y="778576"/>
                </a:lnTo>
                <a:moveTo>
                  <a:pt x="1710095" y="649252"/>
                </a:moveTo>
                <a:lnTo>
                  <a:pt x="1711110" y="648998"/>
                </a:lnTo>
                <a:lnTo>
                  <a:pt x="1761076" y="664991"/>
                </a:lnTo>
                <a:moveTo>
                  <a:pt x="1769825" y="667766"/>
                </a:moveTo>
                <a:lnTo>
                  <a:pt x="1783084" y="671948"/>
                </a:lnTo>
                <a:moveTo>
                  <a:pt x="1134405" y="968440"/>
                </a:moveTo>
                <a:lnTo>
                  <a:pt x="1135502" y="969700"/>
                </a:lnTo>
                <a:lnTo>
                  <a:pt x="1155447" y="1015951"/>
                </a:lnTo>
                <a:lnTo>
                  <a:pt x="1155791" y="1016622"/>
                </a:lnTo>
                <a:moveTo>
                  <a:pt x="1725670" y="743194"/>
                </a:moveTo>
                <a:lnTo>
                  <a:pt x="1705274" y="752631"/>
                </a:lnTo>
                <a:lnTo>
                  <a:pt x="1702729" y="754251"/>
                </a:lnTo>
                <a:lnTo>
                  <a:pt x="1701436" y="755078"/>
                </a:lnTo>
                <a:moveTo>
                  <a:pt x="1693186" y="759514"/>
                </a:moveTo>
                <a:lnTo>
                  <a:pt x="1556742" y="818941"/>
                </a:lnTo>
                <a:lnTo>
                  <a:pt x="1547313" y="822674"/>
                </a:lnTo>
                <a:moveTo>
                  <a:pt x="1183422" y="463071"/>
                </a:moveTo>
                <a:lnTo>
                  <a:pt x="1219982" y="450745"/>
                </a:lnTo>
                <a:lnTo>
                  <a:pt x="1246074" y="441849"/>
                </a:lnTo>
                <a:lnTo>
                  <a:pt x="1257705" y="437707"/>
                </a:lnTo>
                <a:lnTo>
                  <a:pt x="1335523" y="411934"/>
                </a:lnTo>
                <a:lnTo>
                  <a:pt x="1343364" y="409152"/>
                </a:lnTo>
                <a:lnTo>
                  <a:pt x="1347096" y="407826"/>
                </a:lnTo>
                <a:lnTo>
                  <a:pt x="1348004" y="407523"/>
                </a:lnTo>
                <a:moveTo>
                  <a:pt x="1221226" y="503044"/>
                </a:moveTo>
                <a:lnTo>
                  <a:pt x="1248873" y="490195"/>
                </a:lnTo>
                <a:lnTo>
                  <a:pt x="1250813" y="489442"/>
                </a:lnTo>
                <a:lnTo>
                  <a:pt x="1261199" y="485456"/>
                </a:lnTo>
                <a:lnTo>
                  <a:pt x="1272838" y="481175"/>
                </a:lnTo>
                <a:lnTo>
                  <a:pt x="1274352" y="480594"/>
                </a:lnTo>
                <a:lnTo>
                  <a:pt x="1316363" y="465428"/>
                </a:lnTo>
                <a:lnTo>
                  <a:pt x="1325849" y="462858"/>
                </a:lnTo>
                <a:lnTo>
                  <a:pt x="1326274" y="462744"/>
                </a:lnTo>
                <a:lnTo>
                  <a:pt x="1327960" y="462163"/>
                </a:lnTo>
                <a:lnTo>
                  <a:pt x="1329065" y="461778"/>
                </a:lnTo>
                <a:lnTo>
                  <a:pt x="1348307" y="454927"/>
                </a:lnTo>
                <a:lnTo>
                  <a:pt x="1351155" y="453929"/>
                </a:lnTo>
                <a:lnTo>
                  <a:pt x="1358169" y="451294"/>
                </a:lnTo>
                <a:lnTo>
                  <a:pt x="1359201" y="450909"/>
                </a:lnTo>
                <a:lnTo>
                  <a:pt x="1362098" y="449845"/>
                </a:lnTo>
                <a:lnTo>
                  <a:pt x="1363874" y="449207"/>
                </a:lnTo>
                <a:moveTo>
                  <a:pt x="1231792" y="381570"/>
                </a:moveTo>
                <a:lnTo>
                  <a:pt x="1281759" y="364448"/>
                </a:lnTo>
                <a:moveTo>
                  <a:pt x="1148024" y="363417"/>
                </a:moveTo>
                <a:lnTo>
                  <a:pt x="1196722" y="347334"/>
                </a:lnTo>
                <a:lnTo>
                  <a:pt x="1205684" y="344453"/>
                </a:lnTo>
                <a:lnTo>
                  <a:pt x="1209072" y="343479"/>
                </a:lnTo>
                <a:moveTo>
                  <a:pt x="1584880" y="424448"/>
                </a:moveTo>
                <a:lnTo>
                  <a:pt x="1584602" y="423712"/>
                </a:lnTo>
                <a:lnTo>
                  <a:pt x="1582507" y="418351"/>
                </a:lnTo>
                <a:lnTo>
                  <a:pt x="1573626" y="394796"/>
                </a:lnTo>
                <a:lnTo>
                  <a:pt x="1564615" y="370750"/>
                </a:lnTo>
                <a:lnTo>
                  <a:pt x="1553468" y="354782"/>
                </a:lnTo>
                <a:lnTo>
                  <a:pt x="1550792" y="348504"/>
                </a:lnTo>
                <a:moveTo>
                  <a:pt x="1386332" y="394829"/>
                </a:moveTo>
                <a:lnTo>
                  <a:pt x="1392356" y="393347"/>
                </a:lnTo>
                <a:lnTo>
                  <a:pt x="1541068" y="342202"/>
                </a:lnTo>
                <a:moveTo>
                  <a:pt x="1144595" y="361452"/>
                </a:moveTo>
                <a:lnTo>
                  <a:pt x="1143203" y="358138"/>
                </a:lnTo>
                <a:lnTo>
                  <a:pt x="1138006" y="343332"/>
                </a:lnTo>
                <a:moveTo>
                  <a:pt x="1992321" y="270850"/>
                </a:moveTo>
                <a:lnTo>
                  <a:pt x="1991601" y="271578"/>
                </a:lnTo>
                <a:lnTo>
                  <a:pt x="1987959" y="274737"/>
                </a:lnTo>
                <a:lnTo>
                  <a:pt x="1978497" y="282521"/>
                </a:lnTo>
                <a:lnTo>
                  <a:pt x="1975838" y="284444"/>
                </a:lnTo>
                <a:lnTo>
                  <a:pt x="1972531" y="286114"/>
                </a:lnTo>
                <a:lnTo>
                  <a:pt x="1968717" y="287865"/>
                </a:lnTo>
                <a:lnTo>
                  <a:pt x="1959780" y="291270"/>
                </a:lnTo>
                <a:lnTo>
                  <a:pt x="1863882" y="326480"/>
                </a:lnTo>
                <a:moveTo>
                  <a:pt x="1225122" y="376250"/>
                </a:moveTo>
                <a:lnTo>
                  <a:pt x="1214908" y="346581"/>
                </a:lnTo>
                <a:moveTo>
                  <a:pt x="1560867" y="606758"/>
                </a:moveTo>
                <a:lnTo>
                  <a:pt x="1560752" y="606775"/>
                </a:lnTo>
                <a:lnTo>
                  <a:pt x="1546307" y="602388"/>
                </a:lnTo>
                <a:moveTo>
                  <a:pt x="1670457" y="588253"/>
                </a:moveTo>
                <a:lnTo>
                  <a:pt x="1673576" y="597231"/>
                </a:lnTo>
                <a:lnTo>
                  <a:pt x="1686409" y="633751"/>
                </a:lnTo>
                <a:lnTo>
                  <a:pt x="1687808" y="635134"/>
                </a:lnTo>
                <a:lnTo>
                  <a:pt x="1689568" y="636034"/>
                </a:lnTo>
                <a:lnTo>
                  <a:pt x="1693963" y="635232"/>
                </a:lnTo>
                <a:lnTo>
                  <a:pt x="1697229" y="634045"/>
                </a:lnTo>
                <a:moveTo>
                  <a:pt x="1333984" y="585642"/>
                </a:moveTo>
                <a:lnTo>
                  <a:pt x="1270923" y="606333"/>
                </a:lnTo>
                <a:moveTo>
                  <a:pt x="1564460" y="613887"/>
                </a:moveTo>
                <a:lnTo>
                  <a:pt x="1556087" y="634348"/>
                </a:lnTo>
                <a:lnTo>
                  <a:pt x="1548410" y="651920"/>
                </a:lnTo>
                <a:lnTo>
                  <a:pt x="1566825" y="696411"/>
                </a:lnTo>
                <a:moveTo>
                  <a:pt x="1656233" y="663960"/>
                </a:moveTo>
                <a:lnTo>
                  <a:pt x="1654571" y="661095"/>
                </a:lnTo>
                <a:lnTo>
                  <a:pt x="1639634" y="629429"/>
                </a:lnTo>
                <a:lnTo>
                  <a:pt x="1571752" y="608903"/>
                </a:lnTo>
                <a:moveTo>
                  <a:pt x="1146158" y="367247"/>
                </a:moveTo>
                <a:lnTo>
                  <a:pt x="1146968" y="369440"/>
                </a:lnTo>
                <a:lnTo>
                  <a:pt x="1147492" y="371004"/>
                </a:lnTo>
                <a:lnTo>
                  <a:pt x="1177586" y="460206"/>
                </a:lnTo>
                <a:moveTo>
                  <a:pt x="1799740" y="452161"/>
                </a:moveTo>
                <a:lnTo>
                  <a:pt x="1799290" y="450336"/>
                </a:lnTo>
                <a:lnTo>
                  <a:pt x="1798487" y="446841"/>
                </a:lnTo>
                <a:lnTo>
                  <a:pt x="1790745" y="426061"/>
                </a:lnTo>
                <a:lnTo>
                  <a:pt x="1786718" y="415601"/>
                </a:lnTo>
                <a:lnTo>
                  <a:pt x="1782675" y="404634"/>
                </a:lnTo>
                <a:lnTo>
                  <a:pt x="1772526" y="379000"/>
                </a:lnTo>
                <a:lnTo>
                  <a:pt x="1772125" y="378091"/>
                </a:lnTo>
                <a:lnTo>
                  <a:pt x="1771904" y="377568"/>
                </a:lnTo>
                <a:lnTo>
                  <a:pt x="1771339" y="376135"/>
                </a:lnTo>
                <a:moveTo>
                  <a:pt x="1640355" y="460035"/>
                </a:moveTo>
                <a:lnTo>
                  <a:pt x="1686916" y="444165"/>
                </a:lnTo>
                <a:lnTo>
                  <a:pt x="1689290" y="444484"/>
                </a:lnTo>
                <a:lnTo>
                  <a:pt x="1692416" y="445114"/>
                </a:lnTo>
                <a:lnTo>
                  <a:pt x="1695224" y="445679"/>
                </a:lnTo>
                <a:lnTo>
                  <a:pt x="1711887" y="439532"/>
                </a:lnTo>
                <a:lnTo>
                  <a:pt x="1747997" y="425594"/>
                </a:lnTo>
                <a:lnTo>
                  <a:pt x="1758768" y="421183"/>
                </a:lnTo>
                <a:moveTo>
                  <a:pt x="1638055" y="452767"/>
                </a:moveTo>
                <a:lnTo>
                  <a:pt x="1646460" y="438108"/>
                </a:lnTo>
                <a:lnTo>
                  <a:pt x="1648924" y="431643"/>
                </a:lnTo>
                <a:lnTo>
                  <a:pt x="1648179" y="426085"/>
                </a:lnTo>
                <a:lnTo>
                  <a:pt x="1647582" y="422861"/>
                </a:lnTo>
                <a:lnTo>
                  <a:pt x="1647230" y="422279"/>
                </a:lnTo>
                <a:moveTo>
                  <a:pt x="1383566" y="400206"/>
                </a:moveTo>
                <a:lnTo>
                  <a:pt x="1405279" y="454936"/>
                </a:lnTo>
                <a:lnTo>
                  <a:pt x="1560458" y="399396"/>
                </a:lnTo>
                <a:moveTo>
                  <a:pt x="1409273" y="282022"/>
                </a:moveTo>
                <a:lnTo>
                  <a:pt x="1420282" y="314334"/>
                </a:lnTo>
                <a:lnTo>
                  <a:pt x="1422434" y="320358"/>
                </a:lnTo>
                <a:lnTo>
                  <a:pt x="1424578" y="326390"/>
                </a:lnTo>
                <a:lnTo>
                  <a:pt x="1431126" y="345803"/>
                </a:lnTo>
                <a:moveTo>
                  <a:pt x="1133660" y="331677"/>
                </a:moveTo>
                <a:lnTo>
                  <a:pt x="1117381" y="284575"/>
                </a:lnTo>
                <a:moveTo>
                  <a:pt x="1571826" y="1128610"/>
                </a:moveTo>
                <a:lnTo>
                  <a:pt x="1495833" y="1164328"/>
                </a:lnTo>
                <a:lnTo>
                  <a:pt x="1493656" y="1165539"/>
                </a:lnTo>
                <a:moveTo>
                  <a:pt x="1485668" y="1164958"/>
                </a:moveTo>
                <a:lnTo>
                  <a:pt x="1471819" y="1142565"/>
                </a:lnTo>
                <a:lnTo>
                  <a:pt x="1464666" y="1130992"/>
                </a:lnTo>
                <a:lnTo>
                  <a:pt x="1463553" y="1129306"/>
                </a:lnTo>
                <a:lnTo>
                  <a:pt x="1464314" y="1125860"/>
                </a:lnTo>
                <a:lnTo>
                  <a:pt x="1465992" y="1123577"/>
                </a:lnTo>
                <a:lnTo>
                  <a:pt x="1554966" y="1080657"/>
                </a:lnTo>
                <a:lnTo>
                  <a:pt x="1574036" y="1122529"/>
                </a:lnTo>
                <a:moveTo>
                  <a:pt x="1644242" y="1201747"/>
                </a:moveTo>
                <a:lnTo>
                  <a:pt x="1651224" y="1197377"/>
                </a:lnTo>
                <a:moveTo>
                  <a:pt x="1657100" y="1194234"/>
                </a:moveTo>
                <a:lnTo>
                  <a:pt x="1658598" y="1193505"/>
                </a:lnTo>
                <a:moveTo>
                  <a:pt x="1234158" y="1246541"/>
                </a:moveTo>
                <a:lnTo>
                  <a:pt x="1214048" y="1203720"/>
                </a:lnTo>
                <a:moveTo>
                  <a:pt x="1117218" y="553019"/>
                </a:moveTo>
                <a:lnTo>
                  <a:pt x="1037198" y="580568"/>
                </a:lnTo>
                <a:lnTo>
                  <a:pt x="1034489" y="579545"/>
                </a:lnTo>
                <a:lnTo>
                  <a:pt x="1018095" y="526828"/>
                </a:lnTo>
                <a:moveTo>
                  <a:pt x="1247670" y="565566"/>
                </a:moveTo>
                <a:lnTo>
                  <a:pt x="1247916" y="565484"/>
                </a:lnTo>
                <a:moveTo>
                  <a:pt x="1255634" y="562136"/>
                </a:moveTo>
                <a:lnTo>
                  <a:pt x="1264399" y="557479"/>
                </a:lnTo>
                <a:lnTo>
                  <a:pt x="1309431" y="541683"/>
                </a:lnTo>
                <a:moveTo>
                  <a:pt x="1325153" y="536208"/>
                </a:moveTo>
                <a:lnTo>
                  <a:pt x="1336595" y="532197"/>
                </a:lnTo>
                <a:lnTo>
                  <a:pt x="1346719" y="528015"/>
                </a:lnTo>
                <a:lnTo>
                  <a:pt x="1378221" y="516761"/>
                </a:lnTo>
                <a:moveTo>
                  <a:pt x="1241802" y="561015"/>
                </a:moveTo>
                <a:lnTo>
                  <a:pt x="1241876" y="561244"/>
                </a:lnTo>
                <a:lnTo>
                  <a:pt x="1242252" y="562406"/>
                </a:lnTo>
                <a:lnTo>
                  <a:pt x="1242375" y="562758"/>
                </a:lnTo>
                <a:moveTo>
                  <a:pt x="1569722" y="602609"/>
                </a:moveTo>
                <a:lnTo>
                  <a:pt x="1588735" y="567563"/>
                </a:lnTo>
                <a:lnTo>
                  <a:pt x="1596551" y="553150"/>
                </a:lnTo>
                <a:lnTo>
                  <a:pt x="1608165" y="537501"/>
                </a:lnTo>
                <a:lnTo>
                  <a:pt x="1613436" y="533466"/>
                </a:lnTo>
                <a:lnTo>
                  <a:pt x="1621923" y="528948"/>
                </a:lnTo>
                <a:lnTo>
                  <a:pt x="1630214" y="525142"/>
                </a:lnTo>
                <a:lnTo>
                  <a:pt x="1633791" y="523538"/>
                </a:lnTo>
                <a:lnTo>
                  <a:pt x="1643088" y="519814"/>
                </a:lnTo>
                <a:lnTo>
                  <a:pt x="1652206" y="517449"/>
                </a:lnTo>
                <a:lnTo>
                  <a:pt x="1701387" y="510042"/>
                </a:lnTo>
                <a:lnTo>
                  <a:pt x="1703973" y="506744"/>
                </a:lnTo>
                <a:lnTo>
                  <a:pt x="1704112" y="506572"/>
                </a:lnTo>
                <a:moveTo>
                  <a:pt x="1321413" y="542469"/>
                </a:moveTo>
                <a:lnTo>
                  <a:pt x="1336243" y="580036"/>
                </a:lnTo>
                <a:moveTo>
                  <a:pt x="1541723" y="312100"/>
                </a:moveTo>
                <a:lnTo>
                  <a:pt x="1541961" y="310258"/>
                </a:lnTo>
                <a:lnTo>
                  <a:pt x="1547837" y="274811"/>
                </a:lnTo>
                <a:lnTo>
                  <a:pt x="1554458" y="235378"/>
                </a:lnTo>
                <a:moveTo>
                  <a:pt x="1120180" y="278674"/>
                </a:moveTo>
                <a:lnTo>
                  <a:pt x="1272052" y="228241"/>
                </a:lnTo>
                <a:moveTo>
                  <a:pt x="1555080" y="225843"/>
                </a:moveTo>
                <a:lnTo>
                  <a:pt x="1555007" y="224141"/>
                </a:lnTo>
                <a:lnTo>
                  <a:pt x="1554254" y="217896"/>
                </a:lnTo>
                <a:lnTo>
                  <a:pt x="1553885" y="215457"/>
                </a:lnTo>
                <a:lnTo>
                  <a:pt x="1553362" y="212797"/>
                </a:lnTo>
                <a:lnTo>
                  <a:pt x="1552805" y="210653"/>
                </a:lnTo>
                <a:lnTo>
                  <a:pt x="1548295" y="196821"/>
                </a:lnTo>
                <a:lnTo>
                  <a:pt x="1535274" y="156807"/>
                </a:lnTo>
                <a:lnTo>
                  <a:pt x="1534455" y="154122"/>
                </a:lnTo>
                <a:lnTo>
                  <a:pt x="1533850" y="151422"/>
                </a:lnTo>
                <a:lnTo>
                  <a:pt x="1533539" y="148745"/>
                </a:lnTo>
                <a:lnTo>
                  <a:pt x="1533391" y="145381"/>
                </a:lnTo>
                <a:lnTo>
                  <a:pt x="1533539" y="143065"/>
                </a:lnTo>
                <a:lnTo>
                  <a:pt x="1533752" y="141404"/>
                </a:lnTo>
                <a:lnTo>
                  <a:pt x="1534382" y="138122"/>
                </a:lnTo>
                <a:moveTo>
                  <a:pt x="1114328" y="275670"/>
                </a:moveTo>
                <a:lnTo>
                  <a:pt x="1094669" y="217765"/>
                </a:lnTo>
                <a:lnTo>
                  <a:pt x="1093204" y="212953"/>
                </a:lnTo>
                <a:moveTo>
                  <a:pt x="1217781" y="340795"/>
                </a:moveTo>
                <a:lnTo>
                  <a:pt x="1307990" y="311240"/>
                </a:lnTo>
                <a:lnTo>
                  <a:pt x="1310249" y="310504"/>
                </a:lnTo>
                <a:moveTo>
                  <a:pt x="1250723" y="990096"/>
                </a:moveTo>
                <a:lnTo>
                  <a:pt x="1253150" y="994290"/>
                </a:lnTo>
                <a:moveTo>
                  <a:pt x="1239576" y="952725"/>
                </a:moveTo>
                <a:lnTo>
                  <a:pt x="1228445" y="919709"/>
                </a:lnTo>
                <a:moveTo>
                  <a:pt x="1225670" y="911484"/>
                </a:moveTo>
                <a:lnTo>
                  <a:pt x="1210103" y="865470"/>
                </a:lnTo>
                <a:moveTo>
                  <a:pt x="1207321" y="856836"/>
                </a:moveTo>
                <a:lnTo>
                  <a:pt x="1192875" y="809022"/>
                </a:lnTo>
                <a:moveTo>
                  <a:pt x="1190272" y="800256"/>
                </a:moveTo>
                <a:lnTo>
                  <a:pt x="1175287" y="749119"/>
                </a:lnTo>
                <a:moveTo>
                  <a:pt x="1175221" y="748915"/>
                </a:moveTo>
                <a:lnTo>
                  <a:pt x="1174329" y="745666"/>
                </a:lnTo>
                <a:moveTo>
                  <a:pt x="1254963" y="157511"/>
                </a:moveTo>
                <a:lnTo>
                  <a:pt x="1280457" y="217119"/>
                </a:lnTo>
                <a:moveTo>
                  <a:pt x="1286964" y="235198"/>
                </a:moveTo>
                <a:lnTo>
                  <a:pt x="1291138" y="245527"/>
                </a:lnTo>
                <a:lnTo>
                  <a:pt x="1302977" y="276493"/>
                </a:lnTo>
                <a:moveTo>
                  <a:pt x="1355391" y="410126"/>
                </a:moveTo>
                <a:lnTo>
                  <a:pt x="1366914" y="440420"/>
                </a:lnTo>
                <a:moveTo>
                  <a:pt x="1317914" y="313405"/>
                </a:moveTo>
                <a:lnTo>
                  <a:pt x="1342909" y="376618"/>
                </a:lnTo>
                <a:moveTo>
                  <a:pt x="1346155" y="385363"/>
                </a:moveTo>
                <a:lnTo>
                  <a:pt x="1351843" y="401143"/>
                </a:lnTo>
                <a:moveTo>
                  <a:pt x="1307323" y="287370"/>
                </a:moveTo>
                <a:lnTo>
                  <a:pt x="1313236" y="302442"/>
                </a:lnTo>
                <a:lnTo>
                  <a:pt x="1313891" y="303895"/>
                </a:lnTo>
                <a:moveTo>
                  <a:pt x="497863" y="1353160"/>
                </a:moveTo>
                <a:lnTo>
                  <a:pt x="501497" y="1352277"/>
                </a:lnTo>
                <a:lnTo>
                  <a:pt x="674829" y="1309979"/>
                </a:lnTo>
                <a:lnTo>
                  <a:pt x="679036" y="1308776"/>
                </a:lnTo>
                <a:moveTo>
                  <a:pt x="417295" y="1099604"/>
                </a:moveTo>
                <a:lnTo>
                  <a:pt x="419407" y="1098876"/>
                </a:lnTo>
                <a:lnTo>
                  <a:pt x="422500" y="1097820"/>
                </a:lnTo>
                <a:moveTo>
                  <a:pt x="1125770" y="1286416"/>
                </a:moveTo>
                <a:lnTo>
                  <a:pt x="1122873" y="1287259"/>
                </a:lnTo>
                <a:lnTo>
                  <a:pt x="1036289" y="1312925"/>
                </a:lnTo>
                <a:moveTo>
                  <a:pt x="1027655" y="1315479"/>
                </a:moveTo>
                <a:lnTo>
                  <a:pt x="982763" y="1328722"/>
                </a:lnTo>
                <a:moveTo>
                  <a:pt x="973981" y="1331349"/>
                </a:moveTo>
                <a:lnTo>
                  <a:pt x="943943" y="1340442"/>
                </a:lnTo>
                <a:lnTo>
                  <a:pt x="942167" y="1341195"/>
                </a:lnTo>
                <a:lnTo>
                  <a:pt x="940146" y="1342291"/>
                </a:lnTo>
                <a:lnTo>
                  <a:pt x="938427" y="1344248"/>
                </a:lnTo>
                <a:lnTo>
                  <a:pt x="934818" y="1352915"/>
                </a:lnTo>
                <a:lnTo>
                  <a:pt x="932133" y="1358955"/>
                </a:lnTo>
                <a:lnTo>
                  <a:pt x="931609" y="1364136"/>
                </a:lnTo>
                <a:lnTo>
                  <a:pt x="926879" y="1375250"/>
                </a:lnTo>
                <a:moveTo>
                  <a:pt x="923793" y="1294199"/>
                </a:moveTo>
                <a:lnTo>
                  <a:pt x="917532" y="1275219"/>
                </a:lnTo>
                <a:moveTo>
                  <a:pt x="965395" y="1294068"/>
                </a:moveTo>
                <a:lnTo>
                  <a:pt x="976853" y="1325620"/>
                </a:lnTo>
                <a:moveTo>
                  <a:pt x="436079" y="1093753"/>
                </a:moveTo>
                <a:lnTo>
                  <a:pt x="459732" y="1085846"/>
                </a:lnTo>
                <a:lnTo>
                  <a:pt x="579758" y="1046029"/>
                </a:lnTo>
                <a:lnTo>
                  <a:pt x="583719" y="1044711"/>
                </a:lnTo>
                <a:lnTo>
                  <a:pt x="588359" y="1042968"/>
                </a:lnTo>
                <a:lnTo>
                  <a:pt x="649293" y="1021516"/>
                </a:lnTo>
                <a:lnTo>
                  <a:pt x="702541" y="1000187"/>
                </a:lnTo>
                <a:lnTo>
                  <a:pt x="741287" y="983049"/>
                </a:lnTo>
                <a:lnTo>
                  <a:pt x="817346" y="944606"/>
                </a:lnTo>
                <a:lnTo>
                  <a:pt x="896195" y="903839"/>
                </a:lnTo>
                <a:lnTo>
                  <a:pt x="930218" y="885678"/>
                </a:lnTo>
                <a:lnTo>
                  <a:pt x="936528" y="882674"/>
                </a:lnTo>
                <a:moveTo>
                  <a:pt x="1074298" y="817059"/>
                </a:moveTo>
                <a:lnTo>
                  <a:pt x="1074789" y="817436"/>
                </a:lnTo>
                <a:lnTo>
                  <a:pt x="1081893" y="844477"/>
                </a:lnTo>
                <a:lnTo>
                  <a:pt x="1083997" y="848930"/>
                </a:lnTo>
                <a:lnTo>
                  <a:pt x="1084651" y="849936"/>
                </a:lnTo>
                <a:moveTo>
                  <a:pt x="746599" y="740755"/>
                </a:moveTo>
                <a:lnTo>
                  <a:pt x="565852" y="728413"/>
                </a:lnTo>
                <a:moveTo>
                  <a:pt x="449951" y="733696"/>
                </a:moveTo>
                <a:lnTo>
                  <a:pt x="450917" y="733806"/>
                </a:lnTo>
                <a:lnTo>
                  <a:pt x="453196" y="733716"/>
                </a:lnTo>
                <a:moveTo>
                  <a:pt x="440220" y="738087"/>
                </a:moveTo>
                <a:lnTo>
                  <a:pt x="442602" y="744127"/>
                </a:lnTo>
                <a:lnTo>
                  <a:pt x="444108" y="749660"/>
                </a:lnTo>
                <a:lnTo>
                  <a:pt x="444664" y="760480"/>
                </a:lnTo>
                <a:lnTo>
                  <a:pt x="445286" y="765153"/>
                </a:lnTo>
                <a:moveTo>
                  <a:pt x="619878" y="1131058"/>
                </a:moveTo>
                <a:lnTo>
                  <a:pt x="637597" y="1124093"/>
                </a:lnTo>
                <a:lnTo>
                  <a:pt x="672251" y="1110474"/>
                </a:lnTo>
                <a:lnTo>
                  <a:pt x="738455" y="1085028"/>
                </a:lnTo>
                <a:lnTo>
                  <a:pt x="859561" y="1036854"/>
                </a:lnTo>
                <a:moveTo>
                  <a:pt x="920503" y="1269490"/>
                </a:moveTo>
                <a:lnTo>
                  <a:pt x="936815" y="1264498"/>
                </a:lnTo>
                <a:lnTo>
                  <a:pt x="942920" y="1262689"/>
                </a:lnTo>
                <a:lnTo>
                  <a:pt x="949943" y="1260643"/>
                </a:lnTo>
                <a:lnTo>
                  <a:pt x="978507" y="1253457"/>
                </a:lnTo>
                <a:lnTo>
                  <a:pt x="1005016" y="1246795"/>
                </a:lnTo>
                <a:lnTo>
                  <a:pt x="1008257" y="1246058"/>
                </a:lnTo>
                <a:lnTo>
                  <a:pt x="1017277" y="1243930"/>
                </a:lnTo>
                <a:lnTo>
                  <a:pt x="1081795" y="1221668"/>
                </a:lnTo>
                <a:lnTo>
                  <a:pt x="1086943" y="1219409"/>
                </a:lnTo>
                <a:lnTo>
                  <a:pt x="1093450" y="1216005"/>
                </a:lnTo>
                <a:lnTo>
                  <a:pt x="1096093" y="1215235"/>
                </a:lnTo>
                <a:lnTo>
                  <a:pt x="1096323" y="1215170"/>
                </a:lnTo>
                <a:moveTo>
                  <a:pt x="1108296" y="1211683"/>
                </a:moveTo>
                <a:lnTo>
                  <a:pt x="1108747" y="1211552"/>
                </a:lnTo>
                <a:lnTo>
                  <a:pt x="1111816" y="1210660"/>
                </a:lnTo>
                <a:lnTo>
                  <a:pt x="1210005" y="1159163"/>
                </a:lnTo>
                <a:lnTo>
                  <a:pt x="1308064" y="1106799"/>
                </a:lnTo>
                <a:moveTo>
                  <a:pt x="671309" y="1254488"/>
                </a:moveTo>
                <a:lnTo>
                  <a:pt x="672390" y="1257909"/>
                </a:lnTo>
                <a:lnTo>
                  <a:pt x="673233" y="1260594"/>
                </a:lnTo>
                <a:lnTo>
                  <a:pt x="675533" y="1265635"/>
                </a:lnTo>
                <a:lnTo>
                  <a:pt x="678757" y="1273165"/>
                </a:lnTo>
                <a:lnTo>
                  <a:pt x="680108" y="1277396"/>
                </a:lnTo>
                <a:lnTo>
                  <a:pt x="681147" y="1281939"/>
                </a:lnTo>
                <a:lnTo>
                  <a:pt x="682105" y="1287529"/>
                </a:lnTo>
                <a:lnTo>
                  <a:pt x="683275" y="1299454"/>
                </a:lnTo>
                <a:lnTo>
                  <a:pt x="683463" y="1301492"/>
                </a:lnTo>
                <a:moveTo>
                  <a:pt x="684413" y="1312091"/>
                </a:moveTo>
                <a:lnTo>
                  <a:pt x="688693" y="1360175"/>
                </a:lnTo>
                <a:moveTo>
                  <a:pt x="243350" y="1234592"/>
                </a:moveTo>
                <a:lnTo>
                  <a:pt x="246681" y="1233961"/>
                </a:lnTo>
                <a:lnTo>
                  <a:pt x="338789" y="1210226"/>
                </a:lnTo>
                <a:lnTo>
                  <a:pt x="343160" y="1206789"/>
                </a:lnTo>
                <a:lnTo>
                  <a:pt x="363179" y="1200609"/>
                </a:lnTo>
                <a:lnTo>
                  <a:pt x="391113" y="1192515"/>
                </a:lnTo>
                <a:lnTo>
                  <a:pt x="442127" y="1178732"/>
                </a:lnTo>
                <a:lnTo>
                  <a:pt x="442274" y="1178691"/>
                </a:lnTo>
                <a:moveTo>
                  <a:pt x="1006121" y="1038262"/>
                </a:moveTo>
                <a:lnTo>
                  <a:pt x="1005900" y="1039825"/>
                </a:lnTo>
                <a:lnTo>
                  <a:pt x="1024880" y="1076704"/>
                </a:lnTo>
                <a:moveTo>
                  <a:pt x="1024978" y="1076901"/>
                </a:moveTo>
                <a:lnTo>
                  <a:pt x="1026149" y="1079029"/>
                </a:lnTo>
                <a:lnTo>
                  <a:pt x="1027982" y="1082507"/>
                </a:lnTo>
                <a:moveTo>
                  <a:pt x="865626" y="1039088"/>
                </a:moveTo>
                <a:lnTo>
                  <a:pt x="890449" y="1089423"/>
                </a:lnTo>
                <a:moveTo>
                  <a:pt x="894484" y="1097517"/>
                </a:moveTo>
                <a:lnTo>
                  <a:pt x="916051" y="1140347"/>
                </a:lnTo>
                <a:lnTo>
                  <a:pt x="917286" y="1142696"/>
                </a:lnTo>
                <a:lnTo>
                  <a:pt x="917434" y="1142974"/>
                </a:lnTo>
                <a:moveTo>
                  <a:pt x="559337" y="829025"/>
                </a:moveTo>
                <a:lnTo>
                  <a:pt x="555204" y="879237"/>
                </a:lnTo>
                <a:moveTo>
                  <a:pt x="791933" y="903692"/>
                </a:moveTo>
                <a:lnTo>
                  <a:pt x="789878" y="900385"/>
                </a:lnTo>
                <a:lnTo>
                  <a:pt x="787456" y="899060"/>
                </a:lnTo>
                <a:lnTo>
                  <a:pt x="784599" y="898577"/>
                </a:lnTo>
                <a:lnTo>
                  <a:pt x="562030" y="884336"/>
                </a:lnTo>
                <a:moveTo>
                  <a:pt x="548444" y="995391"/>
                </a:moveTo>
                <a:lnTo>
                  <a:pt x="547953" y="1005073"/>
                </a:lnTo>
                <a:lnTo>
                  <a:pt x="548084" y="1005565"/>
                </a:lnTo>
                <a:moveTo>
                  <a:pt x="838200" y="985504"/>
                </a:moveTo>
                <a:lnTo>
                  <a:pt x="861681" y="1031239"/>
                </a:lnTo>
                <a:moveTo>
                  <a:pt x="418973" y="706229"/>
                </a:moveTo>
                <a:lnTo>
                  <a:pt x="419685" y="708942"/>
                </a:lnTo>
                <a:lnTo>
                  <a:pt x="421678" y="713869"/>
                </a:lnTo>
                <a:lnTo>
                  <a:pt x="424841" y="718538"/>
                </a:lnTo>
                <a:lnTo>
                  <a:pt x="429834" y="724132"/>
                </a:lnTo>
                <a:moveTo>
                  <a:pt x="545284" y="1011277"/>
                </a:moveTo>
                <a:lnTo>
                  <a:pt x="438182" y="1050317"/>
                </a:lnTo>
                <a:moveTo>
                  <a:pt x="439041" y="928761"/>
                </a:moveTo>
                <a:lnTo>
                  <a:pt x="438640" y="928737"/>
                </a:lnTo>
                <a:lnTo>
                  <a:pt x="436627" y="928573"/>
                </a:lnTo>
                <a:lnTo>
                  <a:pt x="406295" y="927370"/>
                </a:lnTo>
                <a:lnTo>
                  <a:pt x="387184" y="926469"/>
                </a:lnTo>
                <a:lnTo>
                  <a:pt x="340418" y="923679"/>
                </a:lnTo>
                <a:moveTo>
                  <a:pt x="557095" y="936389"/>
                </a:moveTo>
                <a:lnTo>
                  <a:pt x="686811" y="943968"/>
                </a:lnTo>
                <a:lnTo>
                  <a:pt x="690805" y="946358"/>
                </a:lnTo>
                <a:lnTo>
                  <a:pt x="693399" y="951899"/>
                </a:lnTo>
                <a:moveTo>
                  <a:pt x="436304" y="669893"/>
                </a:moveTo>
                <a:lnTo>
                  <a:pt x="434294" y="672848"/>
                </a:lnTo>
                <a:lnTo>
                  <a:pt x="433108" y="674190"/>
                </a:lnTo>
                <a:lnTo>
                  <a:pt x="432346" y="675017"/>
                </a:lnTo>
                <a:lnTo>
                  <a:pt x="429032" y="678577"/>
                </a:lnTo>
                <a:lnTo>
                  <a:pt x="422370" y="685411"/>
                </a:lnTo>
                <a:lnTo>
                  <a:pt x="421199" y="686991"/>
                </a:lnTo>
                <a:lnTo>
                  <a:pt x="419701" y="690518"/>
                </a:lnTo>
                <a:lnTo>
                  <a:pt x="418744" y="693686"/>
                </a:lnTo>
                <a:lnTo>
                  <a:pt x="418556" y="694803"/>
                </a:lnTo>
                <a:moveTo>
                  <a:pt x="560990" y="732685"/>
                </a:moveTo>
                <a:lnTo>
                  <a:pt x="558576" y="771962"/>
                </a:lnTo>
                <a:lnTo>
                  <a:pt x="559075" y="774925"/>
                </a:lnTo>
                <a:lnTo>
                  <a:pt x="560426" y="776243"/>
                </a:lnTo>
                <a:lnTo>
                  <a:pt x="562079" y="776849"/>
                </a:lnTo>
                <a:lnTo>
                  <a:pt x="594187" y="779148"/>
                </a:lnTo>
                <a:lnTo>
                  <a:pt x="645463" y="782815"/>
                </a:lnTo>
                <a:lnTo>
                  <a:pt x="703123" y="786744"/>
                </a:lnTo>
                <a:lnTo>
                  <a:pt x="743038" y="789608"/>
                </a:lnTo>
                <a:moveTo>
                  <a:pt x="901924" y="782610"/>
                </a:moveTo>
                <a:lnTo>
                  <a:pt x="867173" y="792285"/>
                </a:lnTo>
                <a:lnTo>
                  <a:pt x="860732" y="793889"/>
                </a:lnTo>
                <a:moveTo>
                  <a:pt x="851614" y="795125"/>
                </a:moveTo>
                <a:lnTo>
                  <a:pt x="850100" y="795182"/>
                </a:lnTo>
                <a:lnTo>
                  <a:pt x="813900" y="794102"/>
                </a:lnTo>
                <a:moveTo>
                  <a:pt x="805052" y="793676"/>
                </a:moveTo>
                <a:lnTo>
                  <a:pt x="752189" y="790230"/>
                </a:lnTo>
                <a:moveTo>
                  <a:pt x="809447" y="789445"/>
                </a:moveTo>
                <a:lnTo>
                  <a:pt x="806992" y="697017"/>
                </a:lnTo>
                <a:moveTo>
                  <a:pt x="747941" y="785352"/>
                </a:moveTo>
                <a:lnTo>
                  <a:pt x="750846" y="745641"/>
                </a:lnTo>
                <a:moveTo>
                  <a:pt x="751452" y="736474"/>
                </a:moveTo>
                <a:lnTo>
                  <a:pt x="753670" y="698687"/>
                </a:lnTo>
                <a:moveTo>
                  <a:pt x="855101" y="790312"/>
                </a:moveTo>
                <a:lnTo>
                  <a:pt x="827069" y="693146"/>
                </a:lnTo>
                <a:moveTo>
                  <a:pt x="337995" y="977557"/>
                </a:moveTo>
                <a:lnTo>
                  <a:pt x="342341" y="978024"/>
                </a:lnTo>
                <a:lnTo>
                  <a:pt x="430898" y="983786"/>
                </a:lnTo>
                <a:moveTo>
                  <a:pt x="442675" y="983900"/>
                </a:moveTo>
                <a:lnTo>
                  <a:pt x="448527" y="984342"/>
                </a:lnTo>
                <a:lnTo>
                  <a:pt x="540464" y="990407"/>
                </a:lnTo>
                <a:lnTo>
                  <a:pt x="544155" y="990669"/>
                </a:lnTo>
                <a:moveTo>
                  <a:pt x="699210" y="954461"/>
                </a:moveTo>
                <a:lnTo>
                  <a:pt x="711209" y="950082"/>
                </a:lnTo>
                <a:lnTo>
                  <a:pt x="786752" y="912228"/>
                </a:lnTo>
                <a:lnTo>
                  <a:pt x="791360" y="909732"/>
                </a:lnTo>
                <a:moveTo>
                  <a:pt x="757116" y="611677"/>
                </a:moveTo>
                <a:lnTo>
                  <a:pt x="780777" y="603132"/>
                </a:lnTo>
                <a:lnTo>
                  <a:pt x="793872" y="599081"/>
                </a:lnTo>
                <a:moveTo>
                  <a:pt x="802613" y="596511"/>
                </a:moveTo>
                <a:lnTo>
                  <a:pt x="804340" y="596028"/>
                </a:lnTo>
                <a:lnTo>
                  <a:pt x="823402" y="588932"/>
                </a:lnTo>
                <a:lnTo>
                  <a:pt x="843217" y="582729"/>
                </a:lnTo>
                <a:moveTo>
                  <a:pt x="752794" y="608837"/>
                </a:moveTo>
                <a:lnTo>
                  <a:pt x="752311" y="600906"/>
                </a:lnTo>
                <a:lnTo>
                  <a:pt x="751665" y="594539"/>
                </a:lnTo>
                <a:moveTo>
                  <a:pt x="722733" y="502856"/>
                </a:moveTo>
                <a:lnTo>
                  <a:pt x="725614" y="539588"/>
                </a:lnTo>
                <a:moveTo>
                  <a:pt x="726350" y="548820"/>
                </a:moveTo>
                <a:lnTo>
                  <a:pt x="729878" y="592239"/>
                </a:lnTo>
                <a:moveTo>
                  <a:pt x="730516" y="600047"/>
                </a:moveTo>
                <a:lnTo>
                  <a:pt x="731703" y="614533"/>
                </a:lnTo>
                <a:moveTo>
                  <a:pt x="732505" y="623700"/>
                </a:moveTo>
                <a:lnTo>
                  <a:pt x="733806" y="637720"/>
                </a:lnTo>
                <a:moveTo>
                  <a:pt x="820578" y="674493"/>
                </a:moveTo>
                <a:lnTo>
                  <a:pt x="820161" y="673306"/>
                </a:lnTo>
                <a:lnTo>
                  <a:pt x="811976" y="645430"/>
                </a:lnTo>
                <a:lnTo>
                  <a:pt x="799479" y="602355"/>
                </a:lnTo>
                <a:lnTo>
                  <a:pt x="799430" y="602167"/>
                </a:lnTo>
                <a:moveTo>
                  <a:pt x="733577" y="406623"/>
                </a:moveTo>
                <a:lnTo>
                  <a:pt x="722381" y="406344"/>
                </a:lnTo>
                <a:moveTo>
                  <a:pt x="713320" y="341548"/>
                </a:moveTo>
                <a:lnTo>
                  <a:pt x="717233" y="401843"/>
                </a:lnTo>
                <a:moveTo>
                  <a:pt x="718018" y="413620"/>
                </a:moveTo>
                <a:lnTo>
                  <a:pt x="721317" y="461721"/>
                </a:lnTo>
                <a:moveTo>
                  <a:pt x="741500" y="459208"/>
                </a:moveTo>
                <a:lnTo>
                  <a:pt x="740550" y="441235"/>
                </a:lnTo>
                <a:lnTo>
                  <a:pt x="739061" y="413227"/>
                </a:lnTo>
                <a:moveTo>
                  <a:pt x="738316" y="401393"/>
                </a:moveTo>
                <a:lnTo>
                  <a:pt x="734060" y="343021"/>
                </a:lnTo>
                <a:moveTo>
                  <a:pt x="716864" y="466779"/>
                </a:moveTo>
                <a:lnTo>
                  <a:pt x="704940" y="465003"/>
                </a:lnTo>
                <a:lnTo>
                  <a:pt x="657437" y="455459"/>
                </a:lnTo>
                <a:lnTo>
                  <a:pt x="631377" y="450230"/>
                </a:lnTo>
                <a:lnTo>
                  <a:pt x="591118" y="442299"/>
                </a:lnTo>
                <a:lnTo>
                  <a:pt x="499116" y="424162"/>
                </a:lnTo>
                <a:moveTo>
                  <a:pt x="1052609" y="364071"/>
                </a:moveTo>
                <a:lnTo>
                  <a:pt x="895311" y="416313"/>
                </a:lnTo>
                <a:moveTo>
                  <a:pt x="880980" y="420864"/>
                </a:moveTo>
                <a:lnTo>
                  <a:pt x="848332" y="430726"/>
                </a:lnTo>
                <a:lnTo>
                  <a:pt x="807262" y="444533"/>
                </a:lnTo>
                <a:lnTo>
                  <a:pt x="747270" y="463202"/>
                </a:lnTo>
                <a:moveTo>
                  <a:pt x="433484" y="665449"/>
                </a:moveTo>
                <a:lnTo>
                  <a:pt x="427428" y="664835"/>
                </a:lnTo>
                <a:lnTo>
                  <a:pt x="407965" y="663125"/>
                </a:lnTo>
                <a:lnTo>
                  <a:pt x="401131" y="661758"/>
                </a:lnTo>
                <a:lnTo>
                  <a:pt x="396449" y="660391"/>
                </a:lnTo>
                <a:lnTo>
                  <a:pt x="389149" y="658108"/>
                </a:lnTo>
                <a:lnTo>
                  <a:pt x="381619" y="655178"/>
                </a:lnTo>
                <a:lnTo>
                  <a:pt x="374875" y="651928"/>
                </a:lnTo>
                <a:lnTo>
                  <a:pt x="369138" y="648573"/>
                </a:lnTo>
                <a:lnTo>
                  <a:pt x="362107" y="643679"/>
                </a:lnTo>
                <a:moveTo>
                  <a:pt x="355895" y="639210"/>
                </a:moveTo>
                <a:lnTo>
                  <a:pt x="296778" y="595103"/>
                </a:lnTo>
                <a:moveTo>
                  <a:pt x="412229" y="699276"/>
                </a:moveTo>
                <a:lnTo>
                  <a:pt x="407163" y="698989"/>
                </a:lnTo>
                <a:lnTo>
                  <a:pt x="402899" y="698834"/>
                </a:lnTo>
                <a:lnTo>
                  <a:pt x="400370" y="699096"/>
                </a:lnTo>
                <a:lnTo>
                  <a:pt x="397734" y="699775"/>
                </a:lnTo>
                <a:lnTo>
                  <a:pt x="387585" y="703646"/>
                </a:lnTo>
                <a:lnTo>
                  <a:pt x="365454" y="712076"/>
                </a:lnTo>
                <a:lnTo>
                  <a:pt x="362876" y="712289"/>
                </a:lnTo>
                <a:lnTo>
                  <a:pt x="361420" y="711986"/>
                </a:lnTo>
                <a:lnTo>
                  <a:pt x="360036" y="711119"/>
                </a:lnTo>
                <a:lnTo>
                  <a:pt x="358874" y="709466"/>
                </a:lnTo>
                <a:lnTo>
                  <a:pt x="346106" y="677210"/>
                </a:lnTo>
                <a:lnTo>
                  <a:pt x="345632" y="675541"/>
                </a:lnTo>
                <a:lnTo>
                  <a:pt x="345484" y="673978"/>
                </a:lnTo>
                <a:lnTo>
                  <a:pt x="345722" y="672422"/>
                </a:lnTo>
                <a:lnTo>
                  <a:pt x="346237" y="670761"/>
                </a:lnTo>
                <a:lnTo>
                  <a:pt x="355821" y="647975"/>
                </a:lnTo>
                <a:lnTo>
                  <a:pt x="357221" y="645913"/>
                </a:lnTo>
                <a:lnTo>
                  <a:pt x="357884" y="645111"/>
                </a:lnTo>
                <a:lnTo>
                  <a:pt x="358539" y="644301"/>
                </a:lnTo>
                <a:moveTo>
                  <a:pt x="1018987" y="644497"/>
                </a:moveTo>
                <a:lnTo>
                  <a:pt x="1020297" y="649154"/>
                </a:lnTo>
                <a:lnTo>
                  <a:pt x="1037460" y="710996"/>
                </a:lnTo>
                <a:lnTo>
                  <a:pt x="1041175" y="723846"/>
                </a:lnTo>
                <a:lnTo>
                  <a:pt x="1042288" y="728167"/>
                </a:lnTo>
                <a:moveTo>
                  <a:pt x="737939" y="642328"/>
                </a:moveTo>
                <a:lnTo>
                  <a:pt x="740035" y="642549"/>
                </a:lnTo>
                <a:lnTo>
                  <a:pt x="746263" y="642917"/>
                </a:lnTo>
                <a:lnTo>
                  <a:pt x="754906" y="643318"/>
                </a:lnTo>
                <a:lnTo>
                  <a:pt x="752148" y="617177"/>
                </a:lnTo>
                <a:moveTo>
                  <a:pt x="721104" y="543598"/>
                </a:moveTo>
                <a:lnTo>
                  <a:pt x="613993" y="522392"/>
                </a:lnTo>
                <a:moveTo>
                  <a:pt x="602420" y="520125"/>
                </a:moveTo>
                <a:lnTo>
                  <a:pt x="484392" y="497110"/>
                </a:lnTo>
                <a:moveTo>
                  <a:pt x="459380" y="617717"/>
                </a:moveTo>
                <a:lnTo>
                  <a:pt x="459372" y="615237"/>
                </a:lnTo>
                <a:lnTo>
                  <a:pt x="459044" y="611284"/>
                </a:lnTo>
                <a:lnTo>
                  <a:pt x="458570" y="608682"/>
                </a:lnTo>
                <a:lnTo>
                  <a:pt x="459904" y="602011"/>
                </a:lnTo>
                <a:moveTo>
                  <a:pt x="751493" y="541159"/>
                </a:moveTo>
                <a:lnTo>
                  <a:pt x="901687" y="489810"/>
                </a:lnTo>
                <a:moveTo>
                  <a:pt x="738725" y="494671"/>
                </a:moveTo>
                <a:lnTo>
                  <a:pt x="738340" y="494729"/>
                </a:lnTo>
                <a:lnTo>
                  <a:pt x="729362" y="495825"/>
                </a:lnTo>
                <a:lnTo>
                  <a:pt x="725982" y="496128"/>
                </a:lnTo>
                <a:moveTo>
                  <a:pt x="1075558" y="431176"/>
                </a:moveTo>
                <a:lnTo>
                  <a:pt x="912998" y="485979"/>
                </a:lnTo>
                <a:moveTo>
                  <a:pt x="750020" y="493346"/>
                </a:moveTo>
                <a:lnTo>
                  <a:pt x="890400" y="448822"/>
                </a:lnTo>
                <a:moveTo>
                  <a:pt x="253499" y="450663"/>
                </a:moveTo>
                <a:lnTo>
                  <a:pt x="258999" y="452464"/>
                </a:lnTo>
                <a:lnTo>
                  <a:pt x="305094" y="461213"/>
                </a:lnTo>
                <a:lnTo>
                  <a:pt x="331194" y="466468"/>
                </a:lnTo>
                <a:moveTo>
                  <a:pt x="731867" y="468072"/>
                </a:moveTo>
                <a:lnTo>
                  <a:pt x="736147" y="467474"/>
                </a:lnTo>
                <a:moveTo>
                  <a:pt x="610327" y="516925"/>
                </a:moveTo>
                <a:lnTo>
                  <a:pt x="616416" y="482354"/>
                </a:lnTo>
                <a:moveTo>
                  <a:pt x="745240" y="489687"/>
                </a:moveTo>
                <a:lnTo>
                  <a:pt x="744176" y="471714"/>
                </a:lnTo>
                <a:lnTo>
                  <a:pt x="744029" y="470715"/>
                </a:lnTo>
                <a:moveTo>
                  <a:pt x="1096306" y="474030"/>
                </a:moveTo>
                <a:lnTo>
                  <a:pt x="1095201" y="471010"/>
                </a:lnTo>
                <a:moveTo>
                  <a:pt x="1094669" y="466934"/>
                </a:moveTo>
                <a:lnTo>
                  <a:pt x="1094710" y="466779"/>
                </a:lnTo>
                <a:moveTo>
                  <a:pt x="888534" y="413604"/>
                </a:moveTo>
                <a:lnTo>
                  <a:pt x="887470" y="408800"/>
                </a:lnTo>
                <a:lnTo>
                  <a:pt x="886676" y="405133"/>
                </a:lnTo>
                <a:lnTo>
                  <a:pt x="876176" y="365667"/>
                </a:lnTo>
                <a:moveTo>
                  <a:pt x="873598" y="355960"/>
                </a:moveTo>
                <a:lnTo>
                  <a:pt x="859889" y="303882"/>
                </a:lnTo>
                <a:lnTo>
                  <a:pt x="858374" y="299234"/>
                </a:lnTo>
                <a:moveTo>
                  <a:pt x="717085" y="337832"/>
                </a:moveTo>
                <a:lnTo>
                  <a:pt x="718313" y="337930"/>
                </a:lnTo>
                <a:lnTo>
                  <a:pt x="727144" y="337897"/>
                </a:lnTo>
                <a:moveTo>
                  <a:pt x="898307" y="441415"/>
                </a:moveTo>
                <a:lnTo>
                  <a:pt x="898585" y="440736"/>
                </a:lnTo>
                <a:lnTo>
                  <a:pt x="899035" y="438886"/>
                </a:lnTo>
                <a:lnTo>
                  <a:pt x="897971" y="432502"/>
                </a:lnTo>
                <a:lnTo>
                  <a:pt x="897144" y="429695"/>
                </a:lnTo>
                <a:lnTo>
                  <a:pt x="896359" y="426994"/>
                </a:lnTo>
                <a:lnTo>
                  <a:pt x="894583" y="422451"/>
                </a:lnTo>
                <a:lnTo>
                  <a:pt x="894345" y="422140"/>
                </a:lnTo>
                <a:moveTo>
                  <a:pt x="704538" y="208107"/>
                </a:moveTo>
                <a:lnTo>
                  <a:pt x="710390" y="294495"/>
                </a:lnTo>
                <a:lnTo>
                  <a:pt x="710554" y="298579"/>
                </a:lnTo>
                <a:moveTo>
                  <a:pt x="1015222" y="234936"/>
                </a:moveTo>
                <a:lnTo>
                  <a:pt x="1007570" y="212437"/>
                </a:lnTo>
                <a:moveTo>
                  <a:pt x="1004427" y="207510"/>
                </a:moveTo>
                <a:lnTo>
                  <a:pt x="853341" y="259883"/>
                </a:lnTo>
                <a:moveTo>
                  <a:pt x="840360" y="264425"/>
                </a:moveTo>
                <a:lnTo>
                  <a:pt x="797334" y="279656"/>
                </a:lnTo>
                <a:lnTo>
                  <a:pt x="737236" y="300592"/>
                </a:lnTo>
                <a:moveTo>
                  <a:pt x="525511" y="299733"/>
                </a:moveTo>
                <a:lnTo>
                  <a:pt x="709506" y="335524"/>
                </a:lnTo>
                <a:moveTo>
                  <a:pt x="739740" y="335262"/>
                </a:moveTo>
                <a:lnTo>
                  <a:pt x="848954" y="297572"/>
                </a:lnTo>
                <a:moveTo>
                  <a:pt x="862147" y="293022"/>
                </a:moveTo>
                <a:lnTo>
                  <a:pt x="1011212" y="241582"/>
                </a:lnTo>
                <a:moveTo>
                  <a:pt x="1034431" y="307451"/>
                </a:moveTo>
                <a:lnTo>
                  <a:pt x="881086" y="357327"/>
                </a:lnTo>
                <a:lnTo>
                  <a:pt x="879204" y="358359"/>
                </a:lnTo>
                <a:moveTo>
                  <a:pt x="868016" y="363343"/>
                </a:moveTo>
                <a:lnTo>
                  <a:pt x="830956" y="376111"/>
                </a:lnTo>
                <a:lnTo>
                  <a:pt x="790648" y="389648"/>
                </a:lnTo>
                <a:lnTo>
                  <a:pt x="743431" y="405559"/>
                </a:lnTo>
                <a:moveTo>
                  <a:pt x="705905" y="302540"/>
                </a:moveTo>
                <a:lnTo>
                  <a:pt x="531412" y="267347"/>
                </a:lnTo>
                <a:moveTo>
                  <a:pt x="944999" y="1189249"/>
                </a:moveTo>
                <a:lnTo>
                  <a:pt x="1053869" y="1146805"/>
                </a:lnTo>
                <a:lnTo>
                  <a:pt x="1054606" y="1146322"/>
                </a:lnTo>
                <a:moveTo>
                  <a:pt x="663280" y="1234174"/>
                </a:moveTo>
                <a:lnTo>
                  <a:pt x="662053" y="1231686"/>
                </a:lnTo>
                <a:lnTo>
                  <a:pt x="660465" y="1228453"/>
                </a:lnTo>
                <a:lnTo>
                  <a:pt x="657723" y="1225359"/>
                </a:lnTo>
                <a:lnTo>
                  <a:pt x="642647" y="1191369"/>
                </a:lnTo>
                <a:moveTo>
                  <a:pt x="731564" y="297474"/>
                </a:moveTo>
                <a:lnTo>
                  <a:pt x="724836" y="206569"/>
                </a:lnTo>
                <a:moveTo>
                  <a:pt x="993411" y="511826"/>
                </a:moveTo>
                <a:lnTo>
                  <a:pt x="997372" y="523923"/>
                </a:lnTo>
                <a:lnTo>
                  <a:pt x="1000695" y="526763"/>
                </a:lnTo>
                <a:lnTo>
                  <a:pt x="1004190" y="526738"/>
                </a:lnTo>
                <a:lnTo>
                  <a:pt x="1012628" y="523997"/>
                </a:lnTo>
                <a:moveTo>
                  <a:pt x="598451" y="572907"/>
                </a:moveTo>
                <a:lnTo>
                  <a:pt x="608534" y="526059"/>
                </a:lnTo>
                <a:moveTo>
                  <a:pt x="446301" y="578931"/>
                </a:moveTo>
                <a:lnTo>
                  <a:pt x="451130" y="556424"/>
                </a:lnTo>
                <a:moveTo>
                  <a:pt x="452890" y="547421"/>
                </a:moveTo>
                <a:lnTo>
                  <a:pt x="453888" y="542240"/>
                </a:lnTo>
                <a:lnTo>
                  <a:pt x="456368" y="529341"/>
                </a:lnTo>
                <a:moveTo>
                  <a:pt x="458103" y="520338"/>
                </a:moveTo>
                <a:lnTo>
                  <a:pt x="458692" y="517252"/>
                </a:lnTo>
                <a:lnTo>
                  <a:pt x="462883" y="495523"/>
                </a:lnTo>
                <a:moveTo>
                  <a:pt x="464070" y="489065"/>
                </a:moveTo>
                <a:lnTo>
                  <a:pt x="469913" y="455435"/>
                </a:lnTo>
                <a:lnTo>
                  <a:pt x="470126" y="454199"/>
                </a:lnTo>
                <a:lnTo>
                  <a:pt x="470544" y="452006"/>
                </a:lnTo>
                <a:moveTo>
                  <a:pt x="447430" y="551202"/>
                </a:moveTo>
                <a:lnTo>
                  <a:pt x="388928" y="542780"/>
                </a:lnTo>
                <a:lnTo>
                  <a:pt x="327601" y="532688"/>
                </a:lnTo>
                <a:moveTo>
                  <a:pt x="848029" y="558314"/>
                </a:moveTo>
                <a:lnTo>
                  <a:pt x="904183" y="538655"/>
                </a:lnTo>
                <a:moveTo>
                  <a:pt x="908791" y="537018"/>
                </a:moveTo>
                <a:lnTo>
                  <a:pt x="914176" y="535103"/>
                </a:lnTo>
                <a:moveTo>
                  <a:pt x="931929" y="528817"/>
                </a:moveTo>
                <a:lnTo>
                  <a:pt x="983802" y="510721"/>
                </a:lnTo>
                <a:lnTo>
                  <a:pt x="987624" y="509150"/>
                </a:lnTo>
                <a:moveTo>
                  <a:pt x="749701" y="585634"/>
                </a:moveTo>
                <a:lnTo>
                  <a:pt x="747720" y="545956"/>
                </a:lnTo>
                <a:moveTo>
                  <a:pt x="747262" y="538352"/>
                </a:moveTo>
                <a:lnTo>
                  <a:pt x="744667" y="500892"/>
                </a:lnTo>
                <a:moveTo>
                  <a:pt x="440924" y="582909"/>
                </a:moveTo>
                <a:lnTo>
                  <a:pt x="413268" y="578481"/>
                </a:lnTo>
                <a:lnTo>
                  <a:pt x="383780" y="573627"/>
                </a:lnTo>
                <a:lnTo>
                  <a:pt x="350853" y="568684"/>
                </a:lnTo>
                <a:lnTo>
                  <a:pt x="341261" y="569650"/>
                </a:lnTo>
                <a:lnTo>
                  <a:pt x="320931" y="555212"/>
                </a:lnTo>
                <a:moveTo>
                  <a:pt x="463988" y="622497"/>
                </a:moveTo>
                <a:lnTo>
                  <a:pt x="544605" y="627318"/>
                </a:lnTo>
                <a:lnTo>
                  <a:pt x="729968" y="641616"/>
                </a:lnTo>
                <a:moveTo>
                  <a:pt x="458406" y="664287"/>
                </a:moveTo>
                <a:lnTo>
                  <a:pt x="458038" y="663313"/>
                </a:lnTo>
                <a:moveTo>
                  <a:pt x="457964" y="663027"/>
                </a:moveTo>
                <a:lnTo>
                  <a:pt x="457350" y="658517"/>
                </a:lnTo>
                <a:lnTo>
                  <a:pt x="457538" y="653876"/>
                </a:lnTo>
                <a:lnTo>
                  <a:pt x="458471" y="639660"/>
                </a:lnTo>
                <a:lnTo>
                  <a:pt x="459012" y="631025"/>
                </a:lnTo>
                <a:lnTo>
                  <a:pt x="459192" y="626818"/>
                </a:lnTo>
                <a:moveTo>
                  <a:pt x="352597" y="266749"/>
                </a:moveTo>
                <a:lnTo>
                  <a:pt x="358907" y="268288"/>
                </a:lnTo>
                <a:lnTo>
                  <a:pt x="511302" y="296811"/>
                </a:lnTo>
                <a:moveTo>
                  <a:pt x="1020518" y="621269"/>
                </a:moveTo>
                <a:lnTo>
                  <a:pt x="1018030" y="614411"/>
                </a:lnTo>
                <a:lnTo>
                  <a:pt x="1003166" y="561932"/>
                </a:lnTo>
                <a:moveTo>
                  <a:pt x="848889" y="576263"/>
                </a:moveTo>
                <a:lnTo>
                  <a:pt x="848201" y="573824"/>
                </a:lnTo>
                <a:lnTo>
                  <a:pt x="846834" y="569060"/>
                </a:lnTo>
                <a:lnTo>
                  <a:pt x="845189" y="564068"/>
                </a:lnTo>
                <a:moveTo>
                  <a:pt x="836595" y="560827"/>
                </a:moveTo>
                <a:lnTo>
                  <a:pt x="792325" y="575559"/>
                </a:lnTo>
                <a:lnTo>
                  <a:pt x="788978" y="576967"/>
                </a:lnTo>
                <a:lnTo>
                  <a:pt x="757492" y="588400"/>
                </a:lnTo>
                <a:lnTo>
                  <a:pt x="755430" y="588990"/>
                </a:lnTo>
                <a:moveTo>
                  <a:pt x="473343" y="555621"/>
                </a:moveTo>
                <a:lnTo>
                  <a:pt x="592877" y="574659"/>
                </a:lnTo>
                <a:moveTo>
                  <a:pt x="600481" y="575870"/>
                </a:moveTo>
                <a:lnTo>
                  <a:pt x="712445" y="593638"/>
                </a:lnTo>
                <a:lnTo>
                  <a:pt x="726039" y="595799"/>
                </a:lnTo>
                <a:moveTo>
                  <a:pt x="231769" y="859643"/>
                </a:moveTo>
                <a:lnTo>
                  <a:pt x="242711" y="860502"/>
                </a:lnTo>
                <a:lnTo>
                  <a:pt x="314711" y="865806"/>
                </a:lnTo>
                <a:lnTo>
                  <a:pt x="336367" y="867926"/>
                </a:lnTo>
                <a:moveTo>
                  <a:pt x="346606" y="774958"/>
                </a:moveTo>
                <a:lnTo>
                  <a:pt x="346319" y="780867"/>
                </a:lnTo>
                <a:lnTo>
                  <a:pt x="340852" y="856377"/>
                </a:lnTo>
                <a:lnTo>
                  <a:pt x="340909" y="863768"/>
                </a:lnTo>
                <a:moveTo>
                  <a:pt x="304603" y="569862"/>
                </a:moveTo>
                <a:lnTo>
                  <a:pt x="313671" y="557332"/>
                </a:lnTo>
                <a:lnTo>
                  <a:pt x="314481" y="556252"/>
                </a:lnTo>
                <a:moveTo>
                  <a:pt x="322199" y="1123380"/>
                </a:moveTo>
                <a:lnTo>
                  <a:pt x="325964" y="1082376"/>
                </a:lnTo>
                <a:moveTo>
                  <a:pt x="326734" y="1071933"/>
                </a:moveTo>
                <a:lnTo>
                  <a:pt x="329164" y="1030666"/>
                </a:lnTo>
                <a:moveTo>
                  <a:pt x="329811" y="1021426"/>
                </a:moveTo>
                <a:lnTo>
                  <a:pt x="333036" y="981584"/>
                </a:lnTo>
                <a:moveTo>
                  <a:pt x="328616" y="976256"/>
                </a:moveTo>
                <a:lnTo>
                  <a:pt x="324565" y="975577"/>
                </a:lnTo>
                <a:lnTo>
                  <a:pt x="294077" y="972687"/>
                </a:lnTo>
                <a:lnTo>
                  <a:pt x="246976" y="969176"/>
                </a:lnTo>
                <a:lnTo>
                  <a:pt x="234535" y="968996"/>
                </a:lnTo>
                <a:moveTo>
                  <a:pt x="343070" y="427910"/>
                </a:moveTo>
                <a:lnTo>
                  <a:pt x="336522" y="462875"/>
                </a:lnTo>
                <a:moveTo>
                  <a:pt x="334820" y="471861"/>
                </a:moveTo>
                <a:lnTo>
                  <a:pt x="329623" y="498960"/>
                </a:lnTo>
                <a:moveTo>
                  <a:pt x="327896" y="507898"/>
                </a:moveTo>
                <a:lnTo>
                  <a:pt x="324049" y="527581"/>
                </a:lnTo>
                <a:moveTo>
                  <a:pt x="322273" y="536216"/>
                </a:moveTo>
                <a:lnTo>
                  <a:pt x="319597" y="548468"/>
                </a:lnTo>
                <a:moveTo>
                  <a:pt x="313417" y="549737"/>
                </a:moveTo>
                <a:lnTo>
                  <a:pt x="240633" y="495400"/>
                </a:lnTo>
                <a:lnTo>
                  <a:pt x="236442" y="492052"/>
                </a:lnTo>
                <a:moveTo>
                  <a:pt x="366584" y="1310732"/>
                </a:moveTo>
                <a:lnTo>
                  <a:pt x="366396" y="1309987"/>
                </a:lnTo>
                <a:lnTo>
                  <a:pt x="356296" y="1270497"/>
                </a:lnTo>
                <a:lnTo>
                  <a:pt x="354168" y="1264170"/>
                </a:lnTo>
                <a:moveTo>
                  <a:pt x="321168" y="1075468"/>
                </a:moveTo>
                <a:lnTo>
                  <a:pt x="248645" y="1071286"/>
                </a:lnTo>
                <a:lnTo>
                  <a:pt x="242368" y="1072456"/>
                </a:lnTo>
                <a:moveTo>
                  <a:pt x="39523" y="62390"/>
                </a:moveTo>
                <a:lnTo>
                  <a:pt x="44196" y="69429"/>
                </a:lnTo>
                <a:lnTo>
                  <a:pt x="126262" y="147370"/>
                </a:lnTo>
                <a:lnTo>
                  <a:pt x="309137" y="322772"/>
                </a:lnTo>
                <a:lnTo>
                  <a:pt x="311175" y="324802"/>
                </a:lnTo>
                <a:moveTo>
                  <a:pt x="84857" y="34661"/>
                </a:moveTo>
                <a:lnTo>
                  <a:pt x="128382" y="72171"/>
                </a:lnTo>
                <a:lnTo>
                  <a:pt x="163805" y="102699"/>
                </a:lnTo>
                <a:lnTo>
                  <a:pt x="170909" y="109631"/>
                </a:lnTo>
                <a:lnTo>
                  <a:pt x="171727" y="110458"/>
                </a:lnTo>
                <a:lnTo>
                  <a:pt x="172587" y="111162"/>
                </a:lnTo>
                <a:lnTo>
                  <a:pt x="182244" y="118258"/>
                </a:lnTo>
                <a:lnTo>
                  <a:pt x="228233" y="160367"/>
                </a:lnTo>
                <a:lnTo>
                  <a:pt x="340795" y="260390"/>
                </a:lnTo>
                <a:lnTo>
                  <a:pt x="342841" y="262011"/>
                </a:lnTo>
                <a:moveTo>
                  <a:pt x="388273" y="791286"/>
                </a:moveTo>
                <a:lnTo>
                  <a:pt x="369956" y="783756"/>
                </a:lnTo>
                <a:lnTo>
                  <a:pt x="355412" y="774074"/>
                </a:lnTo>
                <a:lnTo>
                  <a:pt x="351606" y="771242"/>
                </a:lnTo>
                <a:moveTo>
                  <a:pt x="240150" y="1469078"/>
                </a:moveTo>
                <a:lnTo>
                  <a:pt x="261004" y="1465542"/>
                </a:lnTo>
                <a:lnTo>
                  <a:pt x="376855" y="1441962"/>
                </a:lnTo>
                <a:moveTo>
                  <a:pt x="387127" y="1439752"/>
                </a:moveTo>
                <a:lnTo>
                  <a:pt x="483827" y="1417679"/>
                </a:lnTo>
                <a:lnTo>
                  <a:pt x="487485" y="1416877"/>
                </a:lnTo>
                <a:lnTo>
                  <a:pt x="487608" y="1416852"/>
                </a:lnTo>
                <a:moveTo>
                  <a:pt x="370472" y="1326577"/>
                </a:moveTo>
                <a:lnTo>
                  <a:pt x="370578" y="1326986"/>
                </a:lnTo>
                <a:lnTo>
                  <a:pt x="381840" y="1369407"/>
                </a:lnTo>
                <a:lnTo>
                  <a:pt x="382847" y="1374162"/>
                </a:lnTo>
                <a:moveTo>
                  <a:pt x="384082" y="1383288"/>
                </a:moveTo>
                <a:lnTo>
                  <a:pt x="384271" y="1386054"/>
                </a:lnTo>
                <a:lnTo>
                  <a:pt x="383976" y="1399002"/>
                </a:lnTo>
                <a:lnTo>
                  <a:pt x="381873" y="1432321"/>
                </a:lnTo>
                <a:lnTo>
                  <a:pt x="382118" y="1436029"/>
                </a:lnTo>
                <a:moveTo>
                  <a:pt x="380326" y="1446120"/>
                </a:moveTo>
                <a:lnTo>
                  <a:pt x="379131" y="1449124"/>
                </a:lnTo>
                <a:lnTo>
                  <a:pt x="353873" y="1483769"/>
                </a:lnTo>
                <a:lnTo>
                  <a:pt x="350068" y="1489236"/>
                </a:lnTo>
                <a:lnTo>
                  <a:pt x="346737" y="1494335"/>
                </a:lnTo>
                <a:moveTo>
                  <a:pt x="379172" y="1379678"/>
                </a:moveTo>
                <a:lnTo>
                  <a:pt x="239200" y="1413554"/>
                </a:lnTo>
                <a:moveTo>
                  <a:pt x="293652" y="1918571"/>
                </a:moveTo>
                <a:lnTo>
                  <a:pt x="338929" y="1921943"/>
                </a:lnTo>
                <a:lnTo>
                  <a:pt x="378476" y="1924169"/>
                </a:lnTo>
                <a:moveTo>
                  <a:pt x="387626" y="1924660"/>
                </a:moveTo>
                <a:lnTo>
                  <a:pt x="426535" y="1926640"/>
                </a:lnTo>
                <a:moveTo>
                  <a:pt x="382781" y="1929014"/>
                </a:moveTo>
                <a:lnTo>
                  <a:pt x="378042" y="2007331"/>
                </a:lnTo>
                <a:moveTo>
                  <a:pt x="286638" y="2005817"/>
                </a:moveTo>
                <a:lnTo>
                  <a:pt x="335925" y="2009058"/>
                </a:lnTo>
                <a:lnTo>
                  <a:pt x="373246" y="2011563"/>
                </a:lnTo>
                <a:moveTo>
                  <a:pt x="364996" y="1587262"/>
                </a:moveTo>
                <a:lnTo>
                  <a:pt x="364341" y="1588293"/>
                </a:lnTo>
                <a:lnTo>
                  <a:pt x="361370" y="1628299"/>
                </a:lnTo>
                <a:moveTo>
                  <a:pt x="480234" y="1789337"/>
                </a:moveTo>
                <a:lnTo>
                  <a:pt x="407220" y="1785384"/>
                </a:lnTo>
                <a:lnTo>
                  <a:pt x="397096" y="1784852"/>
                </a:lnTo>
                <a:moveTo>
                  <a:pt x="387945" y="1784369"/>
                </a:moveTo>
                <a:lnTo>
                  <a:pt x="356435" y="1782700"/>
                </a:lnTo>
                <a:lnTo>
                  <a:pt x="325252" y="1781046"/>
                </a:lnTo>
                <a:lnTo>
                  <a:pt x="281367" y="1777396"/>
                </a:lnTo>
                <a:lnTo>
                  <a:pt x="270727" y="1778452"/>
                </a:lnTo>
                <a:lnTo>
                  <a:pt x="264450" y="1779082"/>
                </a:lnTo>
                <a:lnTo>
                  <a:pt x="250888" y="1782192"/>
                </a:lnTo>
                <a:moveTo>
                  <a:pt x="356476" y="1632612"/>
                </a:moveTo>
                <a:lnTo>
                  <a:pt x="282840" y="1628995"/>
                </a:lnTo>
                <a:moveTo>
                  <a:pt x="353947" y="1679853"/>
                </a:moveTo>
                <a:lnTo>
                  <a:pt x="280360" y="1675835"/>
                </a:lnTo>
                <a:lnTo>
                  <a:pt x="264278" y="1675294"/>
                </a:lnTo>
                <a:lnTo>
                  <a:pt x="257313" y="1673199"/>
                </a:lnTo>
                <a:lnTo>
                  <a:pt x="249791" y="1668280"/>
                </a:lnTo>
                <a:lnTo>
                  <a:pt x="245740" y="1664213"/>
                </a:lnTo>
                <a:lnTo>
                  <a:pt x="241631" y="1658262"/>
                </a:lnTo>
                <a:moveTo>
                  <a:pt x="395508" y="1726742"/>
                </a:moveTo>
                <a:lnTo>
                  <a:pt x="392758" y="1780040"/>
                </a:lnTo>
                <a:moveTo>
                  <a:pt x="229444" y="1786276"/>
                </a:moveTo>
                <a:lnTo>
                  <a:pt x="228528" y="1780105"/>
                </a:lnTo>
                <a:lnTo>
                  <a:pt x="230860" y="1751287"/>
                </a:lnTo>
                <a:lnTo>
                  <a:pt x="232243" y="1740140"/>
                </a:lnTo>
                <a:lnTo>
                  <a:pt x="233398" y="1734935"/>
                </a:lnTo>
                <a:lnTo>
                  <a:pt x="237179" y="1727495"/>
                </a:lnTo>
                <a:lnTo>
                  <a:pt x="241017" y="1722781"/>
                </a:lnTo>
                <a:lnTo>
                  <a:pt x="246558" y="1718697"/>
                </a:lnTo>
                <a:lnTo>
                  <a:pt x="252484" y="1715963"/>
                </a:lnTo>
                <a:lnTo>
                  <a:pt x="257444" y="1714858"/>
                </a:lnTo>
                <a:lnTo>
                  <a:pt x="272249" y="1714678"/>
                </a:lnTo>
                <a:lnTo>
                  <a:pt x="329123" y="1717559"/>
                </a:lnTo>
                <a:lnTo>
                  <a:pt x="391252" y="1721897"/>
                </a:lnTo>
                <a:moveTo>
                  <a:pt x="400280" y="1722494"/>
                </a:moveTo>
                <a:lnTo>
                  <a:pt x="483467" y="1727708"/>
                </a:lnTo>
                <a:moveTo>
                  <a:pt x="2022325" y="963668"/>
                </a:moveTo>
                <a:lnTo>
                  <a:pt x="2020672" y="960362"/>
                </a:lnTo>
                <a:lnTo>
                  <a:pt x="2007184" y="933475"/>
                </a:lnTo>
                <a:lnTo>
                  <a:pt x="2005596" y="930308"/>
                </a:lnTo>
                <a:moveTo>
                  <a:pt x="460223" y="2791571"/>
                </a:moveTo>
                <a:lnTo>
                  <a:pt x="454887" y="2800254"/>
                </a:lnTo>
                <a:lnTo>
                  <a:pt x="453753" y="2802129"/>
                </a:lnTo>
                <a:moveTo>
                  <a:pt x="636415" y="1257876"/>
                </a:moveTo>
                <a:lnTo>
                  <a:pt x="653373" y="1253989"/>
                </a:lnTo>
                <a:moveTo>
                  <a:pt x="656970" y="1252859"/>
                </a:moveTo>
                <a:lnTo>
                  <a:pt x="657048" y="1252831"/>
                </a:lnTo>
                <a:moveTo>
                  <a:pt x="653901" y="1243128"/>
                </a:moveTo>
                <a:lnTo>
                  <a:pt x="637082" y="1248538"/>
                </a:lnTo>
                <a:lnTo>
                  <a:pt x="508086" y="1279909"/>
                </a:lnTo>
                <a:lnTo>
                  <a:pt x="493509" y="1282749"/>
                </a:lnTo>
                <a:lnTo>
                  <a:pt x="484220" y="1284558"/>
                </a:lnTo>
                <a:lnTo>
                  <a:pt x="481134" y="1285205"/>
                </a:lnTo>
                <a:moveTo>
                  <a:pt x="698425" y="1228191"/>
                </a:moveTo>
                <a:lnTo>
                  <a:pt x="680484" y="1234501"/>
                </a:lnTo>
                <a:moveTo>
                  <a:pt x="680251" y="1234583"/>
                </a:moveTo>
                <a:lnTo>
                  <a:pt x="677423" y="1235590"/>
                </a:lnTo>
                <a:lnTo>
                  <a:pt x="670867" y="1237693"/>
                </a:lnTo>
                <a:moveTo>
                  <a:pt x="930435" y="1144005"/>
                </a:moveTo>
                <a:lnTo>
                  <a:pt x="925946" y="1145904"/>
                </a:lnTo>
                <a:lnTo>
                  <a:pt x="924256" y="1146616"/>
                </a:lnTo>
                <a:moveTo>
                  <a:pt x="918792" y="1157862"/>
                </a:moveTo>
                <a:lnTo>
                  <a:pt x="920650" y="1157207"/>
                </a:lnTo>
                <a:moveTo>
                  <a:pt x="673912" y="1247507"/>
                </a:moveTo>
                <a:lnTo>
                  <a:pt x="680345" y="1245510"/>
                </a:lnTo>
                <a:lnTo>
                  <a:pt x="680779" y="1245289"/>
                </a:lnTo>
                <a:lnTo>
                  <a:pt x="691132" y="1240574"/>
                </a:lnTo>
                <a:lnTo>
                  <a:pt x="714720" y="1232234"/>
                </a:lnTo>
                <a:lnTo>
                  <a:pt x="736794" y="1222339"/>
                </a:lnTo>
                <a:lnTo>
                  <a:pt x="785442" y="1204874"/>
                </a:lnTo>
                <a:lnTo>
                  <a:pt x="903430" y="1163149"/>
                </a:lnTo>
                <a:lnTo>
                  <a:pt x="912613" y="1160006"/>
                </a:lnTo>
                <a:moveTo>
                  <a:pt x="936987" y="1150872"/>
                </a:moveTo>
                <a:lnTo>
                  <a:pt x="945580" y="1146608"/>
                </a:lnTo>
                <a:lnTo>
                  <a:pt x="980463" y="1127645"/>
                </a:lnTo>
                <a:moveTo>
                  <a:pt x="1025527" y="1091698"/>
                </a:moveTo>
                <a:lnTo>
                  <a:pt x="1019274" y="1095422"/>
                </a:lnTo>
                <a:lnTo>
                  <a:pt x="1016204" y="1097706"/>
                </a:lnTo>
                <a:lnTo>
                  <a:pt x="1012464" y="1100488"/>
                </a:lnTo>
                <a:moveTo>
                  <a:pt x="1047633" y="1091878"/>
                </a:moveTo>
                <a:lnTo>
                  <a:pt x="1054467" y="1087762"/>
                </a:lnTo>
                <a:lnTo>
                  <a:pt x="1055179" y="1087336"/>
                </a:lnTo>
                <a:lnTo>
                  <a:pt x="1068618" y="1078775"/>
                </a:lnTo>
                <a:lnTo>
                  <a:pt x="1135273" y="1041904"/>
                </a:lnTo>
                <a:moveTo>
                  <a:pt x="1143375" y="1037541"/>
                </a:moveTo>
                <a:lnTo>
                  <a:pt x="1161430" y="1028105"/>
                </a:lnTo>
                <a:lnTo>
                  <a:pt x="1172643" y="1023104"/>
                </a:lnTo>
                <a:lnTo>
                  <a:pt x="1175524" y="1021704"/>
                </a:lnTo>
                <a:lnTo>
                  <a:pt x="1207231" y="1004787"/>
                </a:lnTo>
                <a:moveTo>
                  <a:pt x="1062962" y="1146387"/>
                </a:moveTo>
                <a:lnTo>
                  <a:pt x="1071622" y="1160522"/>
                </a:lnTo>
                <a:lnTo>
                  <a:pt x="1079446" y="1174550"/>
                </a:lnTo>
                <a:moveTo>
                  <a:pt x="1084046" y="1182849"/>
                </a:moveTo>
                <a:lnTo>
                  <a:pt x="1091829" y="1196959"/>
                </a:lnTo>
                <a:lnTo>
                  <a:pt x="1098688" y="1209490"/>
                </a:lnTo>
                <a:moveTo>
                  <a:pt x="1103615" y="1218591"/>
                </a:moveTo>
                <a:lnTo>
                  <a:pt x="1110678" y="1231776"/>
                </a:lnTo>
                <a:lnTo>
                  <a:pt x="1113821" y="1239044"/>
                </a:lnTo>
                <a:moveTo>
                  <a:pt x="1117496" y="1248235"/>
                </a:moveTo>
                <a:lnTo>
                  <a:pt x="1121154" y="1258228"/>
                </a:lnTo>
                <a:lnTo>
                  <a:pt x="1124625" y="1267706"/>
                </a:lnTo>
                <a:lnTo>
                  <a:pt x="1127096" y="1274401"/>
                </a:lnTo>
                <a:lnTo>
                  <a:pt x="1128537" y="1278657"/>
                </a:lnTo>
                <a:lnTo>
                  <a:pt x="1129020" y="1280654"/>
                </a:lnTo>
                <a:moveTo>
                  <a:pt x="1131148" y="1289550"/>
                </a:moveTo>
                <a:lnTo>
                  <a:pt x="1140011" y="1326815"/>
                </a:lnTo>
                <a:moveTo>
                  <a:pt x="1033805" y="1080097"/>
                </a:moveTo>
                <a:lnTo>
                  <a:pt x="1031759" y="1076070"/>
                </a:lnTo>
                <a:lnTo>
                  <a:pt x="1029328" y="1071298"/>
                </a:lnTo>
                <a:lnTo>
                  <a:pt x="1020145" y="1052441"/>
                </a:lnTo>
                <a:lnTo>
                  <a:pt x="1011269" y="1035786"/>
                </a:lnTo>
                <a:moveTo>
                  <a:pt x="1039301" y="1104372"/>
                </a:moveTo>
                <a:lnTo>
                  <a:pt x="1040414" y="1106598"/>
                </a:lnTo>
                <a:lnTo>
                  <a:pt x="1044789" y="1115380"/>
                </a:lnTo>
                <a:lnTo>
                  <a:pt x="1050068" y="1125562"/>
                </a:lnTo>
                <a:lnTo>
                  <a:pt x="1056906" y="1138395"/>
                </a:lnTo>
                <a:moveTo>
                  <a:pt x="1078427" y="1062868"/>
                </a:moveTo>
                <a:lnTo>
                  <a:pt x="1052310" y="1077044"/>
                </a:lnTo>
                <a:moveTo>
                  <a:pt x="1052089" y="1077167"/>
                </a:moveTo>
                <a:lnTo>
                  <a:pt x="1049704" y="1078464"/>
                </a:lnTo>
                <a:lnTo>
                  <a:pt x="1041896" y="1082703"/>
                </a:lnTo>
                <a:moveTo>
                  <a:pt x="937707" y="887307"/>
                </a:moveTo>
                <a:lnTo>
                  <a:pt x="938607" y="890261"/>
                </a:lnTo>
                <a:lnTo>
                  <a:pt x="946661" y="916722"/>
                </a:lnTo>
                <a:lnTo>
                  <a:pt x="947078" y="918252"/>
                </a:lnTo>
                <a:moveTo>
                  <a:pt x="950360" y="927656"/>
                </a:moveTo>
                <a:lnTo>
                  <a:pt x="951244" y="929686"/>
                </a:lnTo>
                <a:lnTo>
                  <a:pt x="954772" y="937191"/>
                </a:lnTo>
                <a:lnTo>
                  <a:pt x="971296" y="969250"/>
                </a:lnTo>
                <a:lnTo>
                  <a:pt x="974079" y="974652"/>
                </a:lnTo>
                <a:moveTo>
                  <a:pt x="978335" y="982836"/>
                </a:moveTo>
                <a:lnTo>
                  <a:pt x="995792" y="1016073"/>
                </a:lnTo>
                <a:lnTo>
                  <a:pt x="1003420" y="1029627"/>
                </a:lnTo>
                <a:moveTo>
                  <a:pt x="1250985" y="981281"/>
                </a:moveTo>
                <a:lnTo>
                  <a:pt x="1251100" y="981158"/>
                </a:lnTo>
                <a:moveTo>
                  <a:pt x="1259018" y="993951"/>
                </a:moveTo>
                <a:lnTo>
                  <a:pt x="1258953" y="993803"/>
                </a:lnTo>
                <a:moveTo>
                  <a:pt x="1259652" y="995498"/>
                </a:moveTo>
                <a:lnTo>
                  <a:pt x="1258425" y="992789"/>
                </a:lnTo>
                <a:lnTo>
                  <a:pt x="1255544" y="986405"/>
                </a:lnTo>
                <a:lnTo>
                  <a:pt x="1254684" y="984522"/>
                </a:lnTo>
                <a:lnTo>
                  <a:pt x="1254431" y="983949"/>
                </a:lnTo>
                <a:moveTo>
                  <a:pt x="1253711" y="982329"/>
                </a:moveTo>
                <a:lnTo>
                  <a:pt x="1253641" y="982177"/>
                </a:lnTo>
                <a:moveTo>
                  <a:pt x="1318818" y="625517"/>
                </a:moveTo>
                <a:lnTo>
                  <a:pt x="1318605" y="625722"/>
                </a:lnTo>
                <a:lnTo>
                  <a:pt x="1317083" y="626802"/>
                </a:lnTo>
                <a:lnTo>
                  <a:pt x="1282929" y="642672"/>
                </a:lnTo>
                <a:lnTo>
                  <a:pt x="1281898" y="642999"/>
                </a:lnTo>
                <a:moveTo>
                  <a:pt x="459986" y="601692"/>
                </a:moveTo>
                <a:lnTo>
                  <a:pt x="461762" y="592509"/>
                </a:lnTo>
                <a:moveTo>
                  <a:pt x="463480" y="583465"/>
                </a:moveTo>
                <a:lnTo>
                  <a:pt x="468023" y="559313"/>
                </a:lnTo>
                <a:moveTo>
                  <a:pt x="469692" y="550424"/>
                </a:moveTo>
                <a:lnTo>
                  <a:pt x="475503" y="519520"/>
                </a:lnTo>
                <a:lnTo>
                  <a:pt x="479039" y="500744"/>
                </a:lnTo>
                <a:moveTo>
                  <a:pt x="480717" y="491741"/>
                </a:moveTo>
                <a:lnTo>
                  <a:pt x="484326" y="472156"/>
                </a:lnTo>
                <a:lnTo>
                  <a:pt x="486585" y="461246"/>
                </a:lnTo>
                <a:moveTo>
                  <a:pt x="2387870" y="625607"/>
                </a:moveTo>
                <a:lnTo>
                  <a:pt x="2377648" y="601479"/>
                </a:lnTo>
                <a:moveTo>
                  <a:pt x="2374497" y="594048"/>
                </a:moveTo>
                <a:lnTo>
                  <a:pt x="2373424" y="591838"/>
                </a:lnTo>
                <a:moveTo>
                  <a:pt x="2815740" y="1963062"/>
                </a:moveTo>
                <a:lnTo>
                  <a:pt x="2836708" y="1941888"/>
                </a:lnTo>
                <a:moveTo>
                  <a:pt x="2843812" y="1934547"/>
                </a:moveTo>
                <a:lnTo>
                  <a:pt x="2843911" y="1934416"/>
                </a:lnTo>
                <a:moveTo>
                  <a:pt x="1547084" y="822772"/>
                </a:moveTo>
                <a:lnTo>
                  <a:pt x="1544080" y="823967"/>
                </a:lnTo>
                <a:lnTo>
                  <a:pt x="1540929" y="825227"/>
                </a:lnTo>
                <a:moveTo>
                  <a:pt x="1544277" y="832606"/>
                </a:moveTo>
                <a:lnTo>
                  <a:pt x="1546859" y="831435"/>
                </a:lnTo>
                <a:lnTo>
                  <a:pt x="1549347" y="830297"/>
                </a:lnTo>
                <a:lnTo>
                  <a:pt x="1560797" y="825485"/>
                </a:lnTo>
                <a:lnTo>
                  <a:pt x="1695752" y="765202"/>
                </a:lnTo>
                <a:moveTo>
                  <a:pt x="1799474" y="710018"/>
                </a:moveTo>
                <a:lnTo>
                  <a:pt x="1797976" y="711401"/>
                </a:lnTo>
                <a:lnTo>
                  <a:pt x="1793769" y="713938"/>
                </a:lnTo>
                <a:lnTo>
                  <a:pt x="1790454" y="715674"/>
                </a:lnTo>
                <a:lnTo>
                  <a:pt x="1781664" y="719438"/>
                </a:lnTo>
                <a:lnTo>
                  <a:pt x="1732586" y="741938"/>
                </a:lnTo>
                <a:moveTo>
                  <a:pt x="1550726" y="348357"/>
                </a:moveTo>
                <a:lnTo>
                  <a:pt x="1549212" y="344027"/>
                </a:lnTo>
                <a:moveTo>
                  <a:pt x="1546307" y="335728"/>
                </a:moveTo>
                <a:lnTo>
                  <a:pt x="1544080" y="329394"/>
                </a:lnTo>
                <a:lnTo>
                  <a:pt x="1542288" y="324246"/>
                </a:lnTo>
                <a:lnTo>
                  <a:pt x="1541625" y="321373"/>
                </a:lnTo>
                <a:lnTo>
                  <a:pt x="1541355" y="319449"/>
                </a:lnTo>
                <a:lnTo>
                  <a:pt x="1541330" y="318934"/>
                </a:lnTo>
                <a:moveTo>
                  <a:pt x="1824281" y="523759"/>
                </a:moveTo>
                <a:lnTo>
                  <a:pt x="1821040" y="515170"/>
                </a:lnTo>
                <a:lnTo>
                  <a:pt x="1813363" y="494782"/>
                </a:lnTo>
                <a:lnTo>
                  <a:pt x="1804884" y="472283"/>
                </a:lnTo>
                <a:moveTo>
                  <a:pt x="1877566" y="645667"/>
                </a:moveTo>
                <a:lnTo>
                  <a:pt x="1875864" y="642132"/>
                </a:lnTo>
                <a:lnTo>
                  <a:pt x="1874186" y="638932"/>
                </a:lnTo>
                <a:lnTo>
                  <a:pt x="1873949" y="638473"/>
                </a:lnTo>
                <a:moveTo>
                  <a:pt x="1867720" y="642344"/>
                </a:moveTo>
                <a:lnTo>
                  <a:pt x="1869050" y="645131"/>
                </a:lnTo>
                <a:lnTo>
                  <a:pt x="1869844" y="646842"/>
                </a:lnTo>
                <a:lnTo>
                  <a:pt x="1870695" y="648683"/>
                </a:lnTo>
                <a:moveTo>
                  <a:pt x="1866263" y="627690"/>
                </a:moveTo>
                <a:lnTo>
                  <a:pt x="1862187" y="618908"/>
                </a:lnTo>
                <a:lnTo>
                  <a:pt x="1853389" y="598721"/>
                </a:lnTo>
                <a:lnTo>
                  <a:pt x="1847533" y="584746"/>
                </a:lnTo>
                <a:moveTo>
                  <a:pt x="1844227" y="576480"/>
                </a:moveTo>
                <a:lnTo>
                  <a:pt x="1836337" y="555838"/>
                </a:lnTo>
                <a:lnTo>
                  <a:pt x="1831590" y="543193"/>
                </a:lnTo>
                <a:lnTo>
                  <a:pt x="1828435" y="534796"/>
                </a:lnTo>
                <a:moveTo>
                  <a:pt x="1710455" y="2751524"/>
                </a:moveTo>
                <a:lnTo>
                  <a:pt x="1709653" y="2748782"/>
                </a:lnTo>
                <a:lnTo>
                  <a:pt x="1708081" y="2745418"/>
                </a:lnTo>
                <a:moveTo>
                  <a:pt x="1699856" y="2741310"/>
                </a:moveTo>
                <a:lnTo>
                  <a:pt x="1696574" y="2740581"/>
                </a:lnTo>
                <a:lnTo>
                  <a:pt x="1692547" y="2740000"/>
                </a:lnTo>
                <a:lnTo>
                  <a:pt x="1686933" y="2738862"/>
                </a:lnTo>
                <a:lnTo>
                  <a:pt x="1682505" y="2737095"/>
                </a:lnTo>
                <a:lnTo>
                  <a:pt x="1677848" y="2734148"/>
                </a:lnTo>
                <a:lnTo>
                  <a:pt x="1671857" y="2728902"/>
                </a:lnTo>
                <a:lnTo>
                  <a:pt x="1665555" y="2721413"/>
                </a:lnTo>
                <a:lnTo>
                  <a:pt x="1662142" y="2717083"/>
                </a:lnTo>
                <a:moveTo>
                  <a:pt x="1409781" y="2399918"/>
                </a:moveTo>
                <a:lnTo>
                  <a:pt x="1406744" y="2400802"/>
                </a:lnTo>
                <a:lnTo>
                  <a:pt x="1402214" y="2402086"/>
                </a:lnTo>
                <a:moveTo>
                  <a:pt x="1401977" y="2402152"/>
                </a:moveTo>
                <a:lnTo>
                  <a:pt x="1398404" y="2403191"/>
                </a:lnTo>
                <a:lnTo>
                  <a:pt x="1387838" y="2405630"/>
                </a:lnTo>
                <a:lnTo>
                  <a:pt x="1372877" y="2409019"/>
                </a:lnTo>
                <a:lnTo>
                  <a:pt x="1368744" y="2409870"/>
                </a:lnTo>
                <a:lnTo>
                  <a:pt x="1364598" y="2410500"/>
                </a:lnTo>
                <a:moveTo>
                  <a:pt x="1155059" y="1369722"/>
                </a:moveTo>
                <a:lnTo>
                  <a:pt x="1154085" y="1365683"/>
                </a:lnTo>
                <a:lnTo>
                  <a:pt x="1153720" y="1364271"/>
                </a:lnTo>
                <a:lnTo>
                  <a:pt x="1146039" y="1334774"/>
                </a:lnTo>
                <a:moveTo>
                  <a:pt x="1290160" y="696718"/>
                </a:moveTo>
                <a:lnTo>
                  <a:pt x="1303513" y="692597"/>
                </a:lnTo>
                <a:moveTo>
                  <a:pt x="2402880" y="1862032"/>
                </a:moveTo>
                <a:lnTo>
                  <a:pt x="2394098" y="1862237"/>
                </a:lnTo>
                <a:lnTo>
                  <a:pt x="2378122" y="1863964"/>
                </a:lnTo>
                <a:lnTo>
                  <a:pt x="2369750" y="1864929"/>
                </a:lnTo>
                <a:moveTo>
                  <a:pt x="2610726" y="1703768"/>
                </a:moveTo>
                <a:lnTo>
                  <a:pt x="2610603" y="1703654"/>
                </a:lnTo>
                <a:moveTo>
                  <a:pt x="2611184" y="1704186"/>
                </a:moveTo>
                <a:lnTo>
                  <a:pt x="2607869" y="1700822"/>
                </a:lnTo>
                <a:moveTo>
                  <a:pt x="2607509" y="1700486"/>
                </a:moveTo>
                <a:lnTo>
                  <a:pt x="2589111" y="1684428"/>
                </a:lnTo>
                <a:lnTo>
                  <a:pt x="2587146" y="1682709"/>
                </a:lnTo>
                <a:lnTo>
                  <a:pt x="2575721" y="1672757"/>
                </a:lnTo>
                <a:lnTo>
                  <a:pt x="2535355" y="1633881"/>
                </a:lnTo>
                <a:moveTo>
                  <a:pt x="2668484" y="1662248"/>
                </a:moveTo>
                <a:lnTo>
                  <a:pt x="2745836" y="1588473"/>
                </a:lnTo>
                <a:lnTo>
                  <a:pt x="2753832" y="1580821"/>
                </a:lnTo>
                <a:moveTo>
                  <a:pt x="2762368" y="1572677"/>
                </a:moveTo>
                <a:lnTo>
                  <a:pt x="2869471" y="1470862"/>
                </a:lnTo>
                <a:lnTo>
                  <a:pt x="2882075" y="1459592"/>
                </a:lnTo>
                <a:moveTo>
                  <a:pt x="2904058" y="1434866"/>
                </a:moveTo>
                <a:lnTo>
                  <a:pt x="2897658" y="1441545"/>
                </a:lnTo>
                <a:lnTo>
                  <a:pt x="2888983" y="1449967"/>
                </a:lnTo>
                <a:moveTo>
                  <a:pt x="451261" y="765341"/>
                </a:moveTo>
                <a:lnTo>
                  <a:pt x="451580" y="750077"/>
                </a:lnTo>
                <a:moveTo>
                  <a:pt x="447160" y="768181"/>
                </a:moveTo>
                <a:lnTo>
                  <a:pt x="447160" y="773771"/>
                </a:lnTo>
                <a:lnTo>
                  <a:pt x="446931" y="793250"/>
                </a:lnTo>
                <a:lnTo>
                  <a:pt x="446882" y="794408"/>
                </a:lnTo>
                <a:moveTo>
                  <a:pt x="446931" y="796164"/>
                </a:moveTo>
                <a:lnTo>
                  <a:pt x="446792" y="800596"/>
                </a:lnTo>
                <a:moveTo>
                  <a:pt x="1210423" y="570648"/>
                </a:moveTo>
                <a:lnTo>
                  <a:pt x="1208949" y="571131"/>
                </a:lnTo>
                <a:lnTo>
                  <a:pt x="1144316" y="593475"/>
                </a:lnTo>
                <a:lnTo>
                  <a:pt x="1140912" y="594711"/>
                </a:lnTo>
                <a:lnTo>
                  <a:pt x="1134364" y="596953"/>
                </a:lnTo>
                <a:moveTo>
                  <a:pt x="2856875" y="470928"/>
                </a:moveTo>
                <a:lnTo>
                  <a:pt x="2870036" y="468792"/>
                </a:lnTo>
                <a:lnTo>
                  <a:pt x="2964607" y="466828"/>
                </a:lnTo>
                <a:lnTo>
                  <a:pt x="2977310" y="465698"/>
                </a:lnTo>
                <a:lnTo>
                  <a:pt x="2985077" y="464078"/>
                </a:lnTo>
                <a:lnTo>
                  <a:pt x="2998704" y="460796"/>
                </a:lnTo>
                <a:lnTo>
                  <a:pt x="3090027" y="437601"/>
                </a:lnTo>
                <a:lnTo>
                  <a:pt x="3117674" y="431250"/>
                </a:lnTo>
                <a:moveTo>
                  <a:pt x="2748938" y="452996"/>
                </a:moveTo>
                <a:lnTo>
                  <a:pt x="2746269" y="446440"/>
                </a:lnTo>
                <a:lnTo>
                  <a:pt x="2738126" y="424236"/>
                </a:lnTo>
                <a:moveTo>
                  <a:pt x="2762041" y="461884"/>
                </a:moveTo>
                <a:lnTo>
                  <a:pt x="2761574" y="463267"/>
                </a:lnTo>
                <a:lnTo>
                  <a:pt x="2761460" y="465027"/>
                </a:lnTo>
                <a:lnTo>
                  <a:pt x="2761795" y="466623"/>
                </a:lnTo>
                <a:lnTo>
                  <a:pt x="2762933" y="468817"/>
                </a:lnTo>
                <a:moveTo>
                  <a:pt x="2843763" y="455615"/>
                </a:moveTo>
                <a:lnTo>
                  <a:pt x="2840784" y="455468"/>
                </a:lnTo>
                <a:lnTo>
                  <a:pt x="2783214" y="455165"/>
                </a:lnTo>
                <a:lnTo>
                  <a:pt x="2778549" y="455206"/>
                </a:lnTo>
                <a:lnTo>
                  <a:pt x="2771756" y="455640"/>
                </a:lnTo>
                <a:lnTo>
                  <a:pt x="2768801" y="455836"/>
                </a:lnTo>
                <a:moveTo>
                  <a:pt x="2848076" y="450925"/>
                </a:moveTo>
                <a:lnTo>
                  <a:pt x="2848093" y="451081"/>
                </a:lnTo>
                <a:moveTo>
                  <a:pt x="2743405" y="459421"/>
                </a:moveTo>
                <a:lnTo>
                  <a:pt x="2739779" y="459895"/>
                </a:lnTo>
                <a:lnTo>
                  <a:pt x="2662026" y="460616"/>
                </a:lnTo>
                <a:lnTo>
                  <a:pt x="2654407" y="460231"/>
                </a:lnTo>
                <a:lnTo>
                  <a:pt x="2653932" y="460272"/>
                </a:lnTo>
                <a:moveTo>
                  <a:pt x="2355369" y="585167"/>
                </a:moveTo>
                <a:lnTo>
                  <a:pt x="2354379" y="585511"/>
                </a:lnTo>
                <a:lnTo>
                  <a:pt x="2347684" y="588392"/>
                </a:lnTo>
                <a:lnTo>
                  <a:pt x="2342200" y="590749"/>
                </a:lnTo>
                <a:lnTo>
                  <a:pt x="2286652" y="615540"/>
                </a:lnTo>
                <a:moveTo>
                  <a:pt x="1931109" y="779181"/>
                </a:moveTo>
                <a:lnTo>
                  <a:pt x="1931240" y="779590"/>
                </a:lnTo>
                <a:lnTo>
                  <a:pt x="1932820" y="783404"/>
                </a:lnTo>
                <a:lnTo>
                  <a:pt x="1934653" y="787824"/>
                </a:lnTo>
                <a:lnTo>
                  <a:pt x="1938884" y="796974"/>
                </a:lnTo>
                <a:moveTo>
                  <a:pt x="1941299" y="796025"/>
                </a:moveTo>
                <a:lnTo>
                  <a:pt x="1937829" y="787218"/>
                </a:lnTo>
                <a:moveTo>
                  <a:pt x="1937829" y="787218"/>
                </a:moveTo>
                <a:lnTo>
                  <a:pt x="1936847" y="784108"/>
                </a:lnTo>
                <a:lnTo>
                  <a:pt x="1935946" y="781923"/>
                </a:lnTo>
                <a:lnTo>
                  <a:pt x="1934743" y="778264"/>
                </a:lnTo>
                <a:lnTo>
                  <a:pt x="1934669" y="778068"/>
                </a:lnTo>
                <a:moveTo>
                  <a:pt x="2286399" y="615647"/>
                </a:moveTo>
                <a:lnTo>
                  <a:pt x="2244674" y="633873"/>
                </a:lnTo>
                <a:moveTo>
                  <a:pt x="2236768" y="637344"/>
                </a:moveTo>
                <a:lnTo>
                  <a:pt x="2236637" y="637401"/>
                </a:lnTo>
                <a:lnTo>
                  <a:pt x="2137719" y="681131"/>
                </a:lnTo>
                <a:lnTo>
                  <a:pt x="2131499" y="683881"/>
                </a:lnTo>
                <a:moveTo>
                  <a:pt x="2120711" y="688628"/>
                </a:moveTo>
                <a:lnTo>
                  <a:pt x="2021965" y="732014"/>
                </a:lnTo>
                <a:lnTo>
                  <a:pt x="2002871" y="740976"/>
                </a:lnTo>
                <a:moveTo>
                  <a:pt x="1937477" y="772093"/>
                </a:moveTo>
                <a:lnTo>
                  <a:pt x="1947912" y="767797"/>
                </a:lnTo>
                <a:lnTo>
                  <a:pt x="1988368" y="750715"/>
                </a:lnTo>
                <a:lnTo>
                  <a:pt x="1992051" y="748309"/>
                </a:lnTo>
                <a:lnTo>
                  <a:pt x="2003763" y="743439"/>
                </a:lnTo>
                <a:moveTo>
                  <a:pt x="2439146" y="767535"/>
                </a:moveTo>
                <a:lnTo>
                  <a:pt x="2439383" y="776087"/>
                </a:lnTo>
                <a:lnTo>
                  <a:pt x="2443025" y="784984"/>
                </a:lnTo>
                <a:lnTo>
                  <a:pt x="2449720" y="801140"/>
                </a:lnTo>
                <a:moveTo>
                  <a:pt x="2367736" y="594547"/>
                </a:moveTo>
                <a:lnTo>
                  <a:pt x="2369602" y="598688"/>
                </a:lnTo>
                <a:lnTo>
                  <a:pt x="2372066" y="604540"/>
                </a:lnTo>
                <a:lnTo>
                  <a:pt x="2382542" y="629405"/>
                </a:lnTo>
                <a:moveTo>
                  <a:pt x="2385979" y="637647"/>
                </a:moveTo>
                <a:lnTo>
                  <a:pt x="2387052" y="640241"/>
                </a:lnTo>
                <a:lnTo>
                  <a:pt x="2400204" y="671203"/>
                </a:lnTo>
                <a:lnTo>
                  <a:pt x="2401677" y="674870"/>
                </a:lnTo>
                <a:moveTo>
                  <a:pt x="2405139" y="683332"/>
                </a:moveTo>
                <a:lnTo>
                  <a:pt x="2412137" y="700143"/>
                </a:lnTo>
                <a:moveTo>
                  <a:pt x="2421721" y="723674"/>
                </a:moveTo>
                <a:lnTo>
                  <a:pt x="2433638" y="752500"/>
                </a:lnTo>
                <a:lnTo>
                  <a:pt x="2436175" y="758712"/>
                </a:lnTo>
                <a:moveTo>
                  <a:pt x="2499891" y="915781"/>
                </a:moveTo>
                <a:lnTo>
                  <a:pt x="2505686" y="929490"/>
                </a:lnTo>
                <a:lnTo>
                  <a:pt x="2515442" y="953266"/>
                </a:lnTo>
                <a:moveTo>
                  <a:pt x="2521580" y="968096"/>
                </a:moveTo>
                <a:lnTo>
                  <a:pt x="2522202" y="969569"/>
                </a:lnTo>
                <a:lnTo>
                  <a:pt x="2532294" y="994106"/>
                </a:lnTo>
                <a:lnTo>
                  <a:pt x="2532662" y="994925"/>
                </a:lnTo>
                <a:moveTo>
                  <a:pt x="2453264" y="809562"/>
                </a:moveTo>
                <a:lnTo>
                  <a:pt x="2459525" y="824196"/>
                </a:lnTo>
                <a:lnTo>
                  <a:pt x="2462103" y="829385"/>
                </a:lnTo>
                <a:lnTo>
                  <a:pt x="2464452" y="831513"/>
                </a:lnTo>
                <a:lnTo>
                  <a:pt x="2466441" y="832814"/>
                </a:lnTo>
                <a:lnTo>
                  <a:pt x="2467481" y="833395"/>
                </a:lnTo>
                <a:lnTo>
                  <a:pt x="2469519" y="834975"/>
                </a:lnTo>
                <a:moveTo>
                  <a:pt x="2470542" y="840941"/>
                </a:moveTo>
                <a:lnTo>
                  <a:pt x="2473030" y="847014"/>
                </a:lnTo>
                <a:lnTo>
                  <a:pt x="2476647" y="855878"/>
                </a:lnTo>
                <a:lnTo>
                  <a:pt x="2483080" y="871642"/>
                </a:lnTo>
                <a:lnTo>
                  <a:pt x="2486411" y="880080"/>
                </a:lnTo>
                <a:lnTo>
                  <a:pt x="2488449" y="885506"/>
                </a:lnTo>
                <a:lnTo>
                  <a:pt x="2490389" y="890801"/>
                </a:lnTo>
                <a:lnTo>
                  <a:pt x="2493360" y="899592"/>
                </a:lnTo>
                <a:lnTo>
                  <a:pt x="2494162" y="901572"/>
                </a:lnTo>
                <a:moveTo>
                  <a:pt x="2541575" y="1006129"/>
                </a:moveTo>
                <a:lnTo>
                  <a:pt x="2540053" y="1001775"/>
                </a:lnTo>
                <a:moveTo>
                  <a:pt x="2537524" y="1002504"/>
                </a:moveTo>
                <a:lnTo>
                  <a:pt x="2539226" y="1008372"/>
                </a:lnTo>
                <a:moveTo>
                  <a:pt x="2539922" y="1010704"/>
                </a:moveTo>
                <a:lnTo>
                  <a:pt x="2540413" y="1012284"/>
                </a:lnTo>
                <a:lnTo>
                  <a:pt x="2544096" y="1018185"/>
                </a:lnTo>
                <a:lnTo>
                  <a:pt x="2545356" y="1019912"/>
                </a:lnTo>
                <a:lnTo>
                  <a:pt x="2546658" y="1021713"/>
                </a:lnTo>
                <a:lnTo>
                  <a:pt x="2547615" y="1022842"/>
                </a:lnTo>
                <a:moveTo>
                  <a:pt x="2572070" y="1047518"/>
                </a:moveTo>
                <a:lnTo>
                  <a:pt x="2587948" y="1063576"/>
                </a:lnTo>
                <a:lnTo>
                  <a:pt x="2603810" y="1079765"/>
                </a:lnTo>
                <a:moveTo>
                  <a:pt x="2610186" y="1086215"/>
                </a:moveTo>
                <a:lnTo>
                  <a:pt x="2630778" y="1106848"/>
                </a:lnTo>
                <a:lnTo>
                  <a:pt x="2632685" y="1108779"/>
                </a:lnTo>
                <a:moveTo>
                  <a:pt x="2640714" y="1116669"/>
                </a:moveTo>
                <a:lnTo>
                  <a:pt x="2646590" y="1122300"/>
                </a:lnTo>
                <a:lnTo>
                  <a:pt x="2660979" y="1136549"/>
                </a:lnTo>
                <a:moveTo>
                  <a:pt x="2660979" y="1136549"/>
                </a:moveTo>
                <a:lnTo>
                  <a:pt x="2664203" y="1139741"/>
                </a:lnTo>
                <a:lnTo>
                  <a:pt x="2667551" y="1143187"/>
                </a:lnTo>
                <a:moveTo>
                  <a:pt x="2572300" y="1044318"/>
                </a:moveTo>
                <a:lnTo>
                  <a:pt x="2569378" y="1040324"/>
                </a:lnTo>
                <a:lnTo>
                  <a:pt x="2568052" y="1038695"/>
                </a:lnTo>
                <a:lnTo>
                  <a:pt x="2562004" y="1032377"/>
                </a:lnTo>
                <a:lnTo>
                  <a:pt x="2559245" y="1029562"/>
                </a:lnTo>
                <a:lnTo>
                  <a:pt x="2558951" y="1029193"/>
                </a:lnTo>
                <a:moveTo>
                  <a:pt x="483033" y="702926"/>
                </a:moveTo>
                <a:lnTo>
                  <a:pt x="483090" y="702402"/>
                </a:lnTo>
                <a:lnTo>
                  <a:pt x="482984" y="699505"/>
                </a:lnTo>
                <a:lnTo>
                  <a:pt x="482313" y="696100"/>
                </a:lnTo>
                <a:lnTo>
                  <a:pt x="479628" y="691079"/>
                </a:lnTo>
                <a:moveTo>
                  <a:pt x="479362" y="690670"/>
                </a:moveTo>
                <a:lnTo>
                  <a:pt x="477525" y="688399"/>
                </a:lnTo>
                <a:lnTo>
                  <a:pt x="473146" y="683316"/>
                </a:lnTo>
                <a:lnTo>
                  <a:pt x="467753" y="677669"/>
                </a:lnTo>
                <a:lnTo>
                  <a:pt x="466607" y="676408"/>
                </a:lnTo>
                <a:lnTo>
                  <a:pt x="465633" y="675197"/>
                </a:lnTo>
                <a:lnTo>
                  <a:pt x="463804" y="672848"/>
                </a:lnTo>
                <a:moveTo>
                  <a:pt x="928422" y="1154392"/>
                </a:moveTo>
                <a:lnTo>
                  <a:pt x="929162" y="1154113"/>
                </a:lnTo>
                <a:lnTo>
                  <a:pt x="931405" y="1153278"/>
                </a:lnTo>
                <a:moveTo>
                  <a:pt x="915740" y="1150127"/>
                </a:moveTo>
                <a:lnTo>
                  <a:pt x="915167" y="1150361"/>
                </a:lnTo>
                <a:moveTo>
                  <a:pt x="2676046" y="1157011"/>
                </a:moveTo>
                <a:lnTo>
                  <a:pt x="2679738" y="1161692"/>
                </a:lnTo>
                <a:lnTo>
                  <a:pt x="2695223" y="1176989"/>
                </a:lnTo>
                <a:moveTo>
                  <a:pt x="2702245" y="1183831"/>
                </a:moveTo>
                <a:lnTo>
                  <a:pt x="2712492" y="1193685"/>
                </a:lnTo>
                <a:lnTo>
                  <a:pt x="2725080" y="1205381"/>
                </a:lnTo>
                <a:moveTo>
                  <a:pt x="2731586" y="1211601"/>
                </a:moveTo>
                <a:lnTo>
                  <a:pt x="2751786" y="1231637"/>
                </a:lnTo>
                <a:moveTo>
                  <a:pt x="2760625" y="1240010"/>
                </a:moveTo>
                <a:lnTo>
                  <a:pt x="2763604" y="1242530"/>
                </a:lnTo>
                <a:lnTo>
                  <a:pt x="2842405" y="1317541"/>
                </a:lnTo>
                <a:lnTo>
                  <a:pt x="2881248" y="1355558"/>
                </a:lnTo>
                <a:lnTo>
                  <a:pt x="2895923" y="1372509"/>
                </a:lnTo>
                <a:lnTo>
                  <a:pt x="2899475" y="1375635"/>
                </a:lnTo>
                <a:moveTo>
                  <a:pt x="2772190" y="1238406"/>
                </a:moveTo>
                <a:lnTo>
                  <a:pt x="2769685" y="1235893"/>
                </a:lnTo>
                <a:lnTo>
                  <a:pt x="2766853" y="1233266"/>
                </a:lnTo>
                <a:moveTo>
                  <a:pt x="2758317" y="1225073"/>
                </a:moveTo>
                <a:lnTo>
                  <a:pt x="2738134" y="1204996"/>
                </a:lnTo>
                <a:moveTo>
                  <a:pt x="2732127" y="1198784"/>
                </a:moveTo>
                <a:lnTo>
                  <a:pt x="2722493" y="1188472"/>
                </a:lnTo>
                <a:lnTo>
                  <a:pt x="2710339" y="1176318"/>
                </a:lnTo>
                <a:moveTo>
                  <a:pt x="2704111" y="1170106"/>
                </a:moveTo>
                <a:lnTo>
                  <a:pt x="2690492" y="1156569"/>
                </a:lnTo>
                <a:moveTo>
                  <a:pt x="2690320" y="1156405"/>
                </a:moveTo>
                <a:lnTo>
                  <a:pt x="2687881" y="1154023"/>
                </a:lnTo>
                <a:lnTo>
                  <a:pt x="2685229" y="1151437"/>
                </a:lnTo>
                <a:lnTo>
                  <a:pt x="2684075" y="1150676"/>
                </a:lnTo>
                <a:moveTo>
                  <a:pt x="2942599" y="1414029"/>
                </a:moveTo>
                <a:lnTo>
                  <a:pt x="2955269" y="1426387"/>
                </a:lnTo>
                <a:lnTo>
                  <a:pt x="2966179" y="1436831"/>
                </a:lnTo>
                <a:lnTo>
                  <a:pt x="2978652" y="1448764"/>
                </a:lnTo>
                <a:lnTo>
                  <a:pt x="2987426" y="1457226"/>
                </a:lnTo>
                <a:lnTo>
                  <a:pt x="3005890" y="1475036"/>
                </a:lnTo>
                <a:lnTo>
                  <a:pt x="3015982" y="1484767"/>
                </a:lnTo>
                <a:lnTo>
                  <a:pt x="3026589" y="1494990"/>
                </a:lnTo>
                <a:lnTo>
                  <a:pt x="3027604" y="1495964"/>
                </a:lnTo>
                <a:lnTo>
                  <a:pt x="3038522" y="1506358"/>
                </a:lnTo>
                <a:lnTo>
                  <a:pt x="3050250" y="1517726"/>
                </a:lnTo>
                <a:lnTo>
                  <a:pt x="3060947" y="1528088"/>
                </a:lnTo>
                <a:lnTo>
                  <a:pt x="3071980" y="1538760"/>
                </a:lnTo>
                <a:lnTo>
                  <a:pt x="3082235" y="1549376"/>
                </a:lnTo>
                <a:lnTo>
                  <a:pt x="3087531" y="1554696"/>
                </a:lnTo>
                <a:moveTo>
                  <a:pt x="3090616" y="1557650"/>
                </a:moveTo>
                <a:lnTo>
                  <a:pt x="3092564" y="1559705"/>
                </a:lnTo>
                <a:lnTo>
                  <a:pt x="3095641" y="1562119"/>
                </a:lnTo>
                <a:lnTo>
                  <a:pt x="3099185" y="1564902"/>
                </a:lnTo>
                <a:lnTo>
                  <a:pt x="3139428" y="1603533"/>
                </a:lnTo>
                <a:lnTo>
                  <a:pt x="3172551" y="1635338"/>
                </a:lnTo>
                <a:lnTo>
                  <a:pt x="3177765" y="1641026"/>
                </a:lnTo>
                <a:moveTo>
                  <a:pt x="1897925" y="183816"/>
                </a:moveTo>
                <a:lnTo>
                  <a:pt x="1954992" y="214381"/>
                </a:lnTo>
                <a:moveTo>
                  <a:pt x="1963029" y="219242"/>
                </a:moveTo>
                <a:lnTo>
                  <a:pt x="1964682" y="220364"/>
                </a:lnTo>
                <a:lnTo>
                  <a:pt x="1966654" y="222201"/>
                </a:lnTo>
                <a:lnTo>
                  <a:pt x="1970595" y="225884"/>
                </a:lnTo>
                <a:lnTo>
                  <a:pt x="1972928" y="228786"/>
                </a:lnTo>
                <a:lnTo>
                  <a:pt x="1975023" y="231556"/>
                </a:lnTo>
                <a:lnTo>
                  <a:pt x="1977110" y="234543"/>
                </a:lnTo>
                <a:lnTo>
                  <a:pt x="1979545" y="238501"/>
                </a:lnTo>
                <a:moveTo>
                  <a:pt x="2000800" y="258074"/>
                </a:moveTo>
                <a:lnTo>
                  <a:pt x="1998320" y="254792"/>
                </a:lnTo>
                <a:lnTo>
                  <a:pt x="1994965" y="249857"/>
                </a:lnTo>
                <a:lnTo>
                  <a:pt x="1993933" y="248596"/>
                </a:lnTo>
                <a:lnTo>
                  <a:pt x="1991314" y="245642"/>
                </a:lnTo>
                <a:lnTo>
                  <a:pt x="1986158" y="242335"/>
                </a:lnTo>
                <a:lnTo>
                  <a:pt x="1986117" y="242253"/>
                </a:lnTo>
                <a:moveTo>
                  <a:pt x="2042832" y="362962"/>
                </a:moveTo>
                <a:lnTo>
                  <a:pt x="2049768" y="352719"/>
                </a:lnTo>
                <a:lnTo>
                  <a:pt x="2065613" y="335663"/>
                </a:lnTo>
                <a:lnTo>
                  <a:pt x="2069006" y="333334"/>
                </a:lnTo>
                <a:moveTo>
                  <a:pt x="2069210" y="333195"/>
                </a:moveTo>
                <a:lnTo>
                  <a:pt x="2073331" y="330359"/>
                </a:lnTo>
                <a:lnTo>
                  <a:pt x="2074854" y="329312"/>
                </a:lnTo>
                <a:moveTo>
                  <a:pt x="2077530" y="327470"/>
                </a:moveTo>
                <a:lnTo>
                  <a:pt x="2087777" y="324876"/>
                </a:lnTo>
                <a:lnTo>
                  <a:pt x="2091877" y="324090"/>
                </a:lnTo>
                <a:lnTo>
                  <a:pt x="2105194" y="321651"/>
                </a:lnTo>
                <a:lnTo>
                  <a:pt x="2162919" y="313213"/>
                </a:lnTo>
                <a:lnTo>
                  <a:pt x="2188029" y="311068"/>
                </a:lnTo>
                <a:lnTo>
                  <a:pt x="2191663" y="310766"/>
                </a:lnTo>
                <a:lnTo>
                  <a:pt x="2197335" y="310389"/>
                </a:lnTo>
                <a:moveTo>
                  <a:pt x="2132022" y="305708"/>
                </a:moveTo>
                <a:lnTo>
                  <a:pt x="2122037" y="307222"/>
                </a:lnTo>
                <a:lnTo>
                  <a:pt x="2092143" y="312505"/>
                </a:lnTo>
                <a:moveTo>
                  <a:pt x="2091906" y="312546"/>
                </a:moveTo>
                <a:lnTo>
                  <a:pt x="2088866" y="313057"/>
                </a:lnTo>
                <a:lnTo>
                  <a:pt x="2084732" y="313753"/>
                </a:lnTo>
                <a:lnTo>
                  <a:pt x="2081414" y="315283"/>
                </a:lnTo>
                <a:moveTo>
                  <a:pt x="2183266" y="285345"/>
                </a:moveTo>
                <a:lnTo>
                  <a:pt x="2183069" y="285508"/>
                </a:lnTo>
                <a:lnTo>
                  <a:pt x="2179705" y="288119"/>
                </a:lnTo>
                <a:lnTo>
                  <a:pt x="2170440" y="294405"/>
                </a:lnTo>
                <a:lnTo>
                  <a:pt x="2158655" y="300028"/>
                </a:lnTo>
                <a:lnTo>
                  <a:pt x="2147769" y="303277"/>
                </a:lnTo>
                <a:lnTo>
                  <a:pt x="2138488" y="304717"/>
                </a:lnTo>
                <a:moveTo>
                  <a:pt x="2250956" y="283855"/>
                </a:moveTo>
                <a:lnTo>
                  <a:pt x="2249241" y="275458"/>
                </a:lnTo>
                <a:lnTo>
                  <a:pt x="2245431" y="263553"/>
                </a:lnTo>
                <a:moveTo>
                  <a:pt x="2236015" y="255201"/>
                </a:moveTo>
                <a:lnTo>
                  <a:pt x="2235548" y="255111"/>
                </a:lnTo>
                <a:lnTo>
                  <a:pt x="2229844" y="253932"/>
                </a:lnTo>
                <a:lnTo>
                  <a:pt x="2222150" y="252647"/>
                </a:lnTo>
                <a:lnTo>
                  <a:pt x="2221250" y="252508"/>
                </a:lnTo>
                <a:moveTo>
                  <a:pt x="2205266" y="263181"/>
                </a:moveTo>
                <a:lnTo>
                  <a:pt x="2199553" y="268992"/>
                </a:lnTo>
                <a:lnTo>
                  <a:pt x="2190169" y="279750"/>
                </a:lnTo>
                <a:moveTo>
                  <a:pt x="2213638" y="254293"/>
                </a:moveTo>
                <a:lnTo>
                  <a:pt x="2209767" y="258467"/>
                </a:lnTo>
                <a:moveTo>
                  <a:pt x="1984202" y="243424"/>
                </a:moveTo>
                <a:lnTo>
                  <a:pt x="1984243" y="243497"/>
                </a:lnTo>
                <a:lnTo>
                  <a:pt x="1985250" y="248735"/>
                </a:lnTo>
                <a:lnTo>
                  <a:pt x="1986486" y="252819"/>
                </a:lnTo>
                <a:lnTo>
                  <a:pt x="1987173" y="255430"/>
                </a:lnTo>
                <a:lnTo>
                  <a:pt x="1991969" y="262952"/>
                </a:lnTo>
                <a:lnTo>
                  <a:pt x="1992788" y="264130"/>
                </a:lnTo>
                <a:moveTo>
                  <a:pt x="1982893" y="236442"/>
                </a:moveTo>
                <a:lnTo>
                  <a:pt x="1980396" y="232383"/>
                </a:lnTo>
                <a:lnTo>
                  <a:pt x="1978195" y="229248"/>
                </a:lnTo>
                <a:lnTo>
                  <a:pt x="1976026" y="226375"/>
                </a:lnTo>
                <a:lnTo>
                  <a:pt x="1973489" y="223208"/>
                </a:lnTo>
                <a:lnTo>
                  <a:pt x="1969331" y="219328"/>
                </a:lnTo>
                <a:lnTo>
                  <a:pt x="1967137" y="217290"/>
                </a:lnTo>
                <a:lnTo>
                  <a:pt x="1965230" y="215989"/>
                </a:lnTo>
                <a:moveTo>
                  <a:pt x="2052547" y="288160"/>
                </a:moveTo>
                <a:lnTo>
                  <a:pt x="2056160" y="292760"/>
                </a:lnTo>
                <a:lnTo>
                  <a:pt x="2064635" y="305041"/>
                </a:lnTo>
                <a:lnTo>
                  <a:pt x="2066379" y="307459"/>
                </a:lnTo>
                <a:moveTo>
                  <a:pt x="2279000" y="374875"/>
                </a:moveTo>
                <a:lnTo>
                  <a:pt x="2274916" y="361845"/>
                </a:lnTo>
                <a:moveTo>
                  <a:pt x="2271380" y="350591"/>
                </a:moveTo>
                <a:lnTo>
                  <a:pt x="2265160" y="330752"/>
                </a:lnTo>
                <a:moveTo>
                  <a:pt x="2260388" y="325530"/>
                </a:moveTo>
                <a:lnTo>
                  <a:pt x="2260364" y="323427"/>
                </a:lnTo>
                <a:lnTo>
                  <a:pt x="2260265" y="315693"/>
                </a:lnTo>
                <a:lnTo>
                  <a:pt x="2258940" y="309669"/>
                </a:lnTo>
                <a:moveTo>
                  <a:pt x="2254724" y="298522"/>
                </a:moveTo>
                <a:lnTo>
                  <a:pt x="2253603" y="295436"/>
                </a:lnTo>
                <a:lnTo>
                  <a:pt x="2252441" y="291295"/>
                </a:lnTo>
                <a:moveTo>
                  <a:pt x="2825716" y="1565540"/>
                </a:moveTo>
                <a:lnTo>
                  <a:pt x="2837821" y="1554557"/>
                </a:lnTo>
                <a:lnTo>
                  <a:pt x="2852611" y="1568388"/>
                </a:lnTo>
                <a:lnTo>
                  <a:pt x="2873743" y="1588154"/>
                </a:lnTo>
                <a:lnTo>
                  <a:pt x="2897920" y="1563723"/>
                </a:lnTo>
                <a:moveTo>
                  <a:pt x="2721552" y="1636246"/>
                </a:moveTo>
                <a:lnTo>
                  <a:pt x="2682168" y="1673175"/>
                </a:lnTo>
                <a:moveTo>
                  <a:pt x="2673583" y="1681359"/>
                </a:moveTo>
                <a:lnTo>
                  <a:pt x="2636826" y="1717035"/>
                </a:lnTo>
                <a:moveTo>
                  <a:pt x="1889638" y="2599685"/>
                </a:moveTo>
                <a:lnTo>
                  <a:pt x="1823516" y="2566480"/>
                </a:lnTo>
                <a:lnTo>
                  <a:pt x="1824711" y="2563951"/>
                </a:lnTo>
                <a:lnTo>
                  <a:pt x="1831577" y="2551233"/>
                </a:lnTo>
                <a:moveTo>
                  <a:pt x="1866288" y="2672863"/>
                </a:moveTo>
                <a:lnTo>
                  <a:pt x="1914298" y="2697351"/>
                </a:lnTo>
                <a:lnTo>
                  <a:pt x="1917531" y="2704316"/>
                </a:lnTo>
                <a:lnTo>
                  <a:pt x="1917785" y="2704897"/>
                </a:lnTo>
                <a:moveTo>
                  <a:pt x="1865478" y="2664293"/>
                </a:moveTo>
                <a:lnTo>
                  <a:pt x="1892847" y="2609375"/>
                </a:lnTo>
                <a:moveTo>
                  <a:pt x="1162511" y="1937534"/>
                </a:moveTo>
                <a:lnTo>
                  <a:pt x="1162191" y="1936716"/>
                </a:lnTo>
                <a:moveTo>
                  <a:pt x="2017660" y="2410909"/>
                </a:moveTo>
                <a:lnTo>
                  <a:pt x="1983621" y="2393632"/>
                </a:lnTo>
                <a:lnTo>
                  <a:pt x="1984341" y="2394000"/>
                </a:lnTo>
                <a:lnTo>
                  <a:pt x="1986224" y="2390031"/>
                </a:lnTo>
                <a:lnTo>
                  <a:pt x="1988679" y="2385652"/>
                </a:lnTo>
                <a:lnTo>
                  <a:pt x="2021442" y="2403069"/>
                </a:lnTo>
                <a:moveTo>
                  <a:pt x="2031893" y="2408438"/>
                </a:moveTo>
                <a:lnTo>
                  <a:pt x="2039538" y="2412227"/>
                </a:lnTo>
                <a:moveTo>
                  <a:pt x="2050022" y="2417482"/>
                </a:moveTo>
                <a:lnTo>
                  <a:pt x="2093081" y="2439285"/>
                </a:lnTo>
                <a:lnTo>
                  <a:pt x="2095004" y="2440218"/>
                </a:lnTo>
                <a:lnTo>
                  <a:pt x="2114548" y="2450457"/>
                </a:lnTo>
                <a:lnTo>
                  <a:pt x="2115694" y="2454827"/>
                </a:lnTo>
                <a:moveTo>
                  <a:pt x="1989784" y="2479373"/>
                </a:moveTo>
                <a:lnTo>
                  <a:pt x="2007397" y="2446054"/>
                </a:lnTo>
                <a:lnTo>
                  <a:pt x="2020140" y="2421942"/>
                </a:lnTo>
                <a:lnTo>
                  <a:pt x="2020877" y="2420723"/>
                </a:lnTo>
                <a:moveTo>
                  <a:pt x="2025927" y="2410312"/>
                </a:moveTo>
                <a:lnTo>
                  <a:pt x="2025992" y="2410165"/>
                </a:lnTo>
                <a:moveTo>
                  <a:pt x="435186" y="2605615"/>
                </a:moveTo>
                <a:lnTo>
                  <a:pt x="426282" y="2599439"/>
                </a:lnTo>
                <a:lnTo>
                  <a:pt x="411558" y="2589528"/>
                </a:lnTo>
                <a:lnTo>
                  <a:pt x="390777" y="2576924"/>
                </a:lnTo>
                <a:lnTo>
                  <a:pt x="368074" y="2564860"/>
                </a:lnTo>
                <a:lnTo>
                  <a:pt x="336588" y="2551208"/>
                </a:lnTo>
                <a:lnTo>
                  <a:pt x="311478" y="2541661"/>
                </a:lnTo>
                <a:moveTo>
                  <a:pt x="458377" y="2623367"/>
                </a:moveTo>
                <a:lnTo>
                  <a:pt x="454150" y="2619991"/>
                </a:lnTo>
                <a:lnTo>
                  <a:pt x="437106" y="2607006"/>
                </a:lnTo>
                <a:moveTo>
                  <a:pt x="508861" y="2661678"/>
                </a:moveTo>
                <a:lnTo>
                  <a:pt x="488357" y="2644548"/>
                </a:lnTo>
                <a:lnTo>
                  <a:pt x="472060" y="2631412"/>
                </a:lnTo>
                <a:lnTo>
                  <a:pt x="464900" y="2625693"/>
                </a:lnTo>
                <a:moveTo>
                  <a:pt x="2427909" y="2461694"/>
                </a:moveTo>
                <a:lnTo>
                  <a:pt x="2420641" y="2466449"/>
                </a:lnTo>
                <a:lnTo>
                  <a:pt x="2388901" y="2485503"/>
                </a:lnTo>
                <a:lnTo>
                  <a:pt x="2384563" y="2488163"/>
                </a:lnTo>
                <a:lnTo>
                  <a:pt x="2372827" y="2495071"/>
                </a:lnTo>
                <a:lnTo>
                  <a:pt x="2362089" y="2501258"/>
                </a:lnTo>
                <a:lnTo>
                  <a:pt x="2348969" y="2508812"/>
                </a:lnTo>
                <a:lnTo>
                  <a:pt x="2340228" y="2508739"/>
                </a:lnTo>
                <a:moveTo>
                  <a:pt x="1736023" y="1374326"/>
                </a:moveTo>
                <a:lnTo>
                  <a:pt x="1736089" y="1374285"/>
                </a:lnTo>
                <a:moveTo>
                  <a:pt x="2778475" y="1874743"/>
                </a:moveTo>
                <a:lnTo>
                  <a:pt x="2777313" y="1876879"/>
                </a:lnTo>
                <a:lnTo>
                  <a:pt x="2834801" y="1933565"/>
                </a:lnTo>
                <a:moveTo>
                  <a:pt x="2843411" y="1941798"/>
                </a:moveTo>
                <a:lnTo>
                  <a:pt x="2886364" y="1981681"/>
                </a:lnTo>
                <a:lnTo>
                  <a:pt x="2888696" y="1981141"/>
                </a:lnTo>
                <a:moveTo>
                  <a:pt x="453872" y="1176572"/>
                </a:moveTo>
                <a:lnTo>
                  <a:pt x="454813" y="1176506"/>
                </a:lnTo>
                <a:lnTo>
                  <a:pt x="463022" y="1174345"/>
                </a:lnTo>
                <a:lnTo>
                  <a:pt x="493174" y="1165776"/>
                </a:lnTo>
                <a:lnTo>
                  <a:pt x="607830" y="1133996"/>
                </a:lnTo>
                <a:lnTo>
                  <a:pt x="611325" y="1133431"/>
                </a:lnTo>
                <a:moveTo>
                  <a:pt x="1441123" y="2418173"/>
                </a:moveTo>
                <a:lnTo>
                  <a:pt x="1440325" y="2417211"/>
                </a:lnTo>
                <a:lnTo>
                  <a:pt x="1433344" y="2408487"/>
                </a:lnTo>
                <a:moveTo>
                  <a:pt x="2917244" y="1575615"/>
                </a:moveTo>
                <a:lnTo>
                  <a:pt x="2904402" y="1563584"/>
                </a:lnTo>
                <a:moveTo>
                  <a:pt x="2897928" y="1557274"/>
                </a:moveTo>
                <a:lnTo>
                  <a:pt x="2870879" y="1529897"/>
                </a:lnTo>
                <a:moveTo>
                  <a:pt x="2864560" y="1523652"/>
                </a:moveTo>
                <a:lnTo>
                  <a:pt x="2857497" y="1516826"/>
                </a:lnTo>
                <a:moveTo>
                  <a:pt x="2945014" y="1519601"/>
                </a:moveTo>
                <a:lnTo>
                  <a:pt x="2941052" y="1522228"/>
                </a:lnTo>
                <a:lnTo>
                  <a:pt x="2918733" y="1545300"/>
                </a:lnTo>
                <a:lnTo>
                  <a:pt x="2898223" y="1526042"/>
                </a:lnTo>
                <a:lnTo>
                  <a:pt x="2882861" y="1512226"/>
                </a:lnTo>
                <a:lnTo>
                  <a:pt x="2870960" y="1523619"/>
                </a:lnTo>
                <a:moveTo>
                  <a:pt x="1817893" y="530978"/>
                </a:moveTo>
                <a:lnTo>
                  <a:pt x="1751361" y="554099"/>
                </a:lnTo>
                <a:lnTo>
                  <a:pt x="1724049" y="564019"/>
                </a:lnTo>
                <a:lnTo>
                  <a:pt x="1674083" y="580142"/>
                </a:lnTo>
                <a:lnTo>
                  <a:pt x="1670171" y="582704"/>
                </a:lnTo>
                <a:moveTo>
                  <a:pt x="492077" y="1692015"/>
                </a:moveTo>
                <a:lnTo>
                  <a:pt x="491889" y="1693734"/>
                </a:lnTo>
                <a:lnTo>
                  <a:pt x="490988" y="1702565"/>
                </a:lnTo>
                <a:lnTo>
                  <a:pt x="490375" y="1712427"/>
                </a:lnTo>
                <a:lnTo>
                  <a:pt x="489679" y="1723427"/>
                </a:lnTo>
                <a:moveTo>
                  <a:pt x="488255" y="1687440"/>
                </a:moveTo>
                <a:lnTo>
                  <a:pt x="483508" y="1687121"/>
                </a:lnTo>
                <a:lnTo>
                  <a:pt x="372141" y="1680680"/>
                </a:lnTo>
                <a:moveTo>
                  <a:pt x="2369741" y="1867925"/>
                </a:moveTo>
                <a:lnTo>
                  <a:pt x="2373359" y="1867933"/>
                </a:lnTo>
                <a:lnTo>
                  <a:pt x="2392543" y="1869112"/>
                </a:lnTo>
                <a:lnTo>
                  <a:pt x="2394311" y="1869095"/>
                </a:lnTo>
                <a:lnTo>
                  <a:pt x="2403650" y="1868882"/>
                </a:lnTo>
                <a:moveTo>
                  <a:pt x="2484390" y="1834336"/>
                </a:moveTo>
                <a:lnTo>
                  <a:pt x="2480494" y="1836914"/>
                </a:lnTo>
                <a:lnTo>
                  <a:pt x="2469838" y="1844059"/>
                </a:lnTo>
                <a:lnTo>
                  <a:pt x="2456268" y="1851466"/>
                </a:lnTo>
                <a:lnTo>
                  <a:pt x="2452863" y="1852563"/>
                </a:lnTo>
                <a:lnTo>
                  <a:pt x="2438688" y="1857056"/>
                </a:lnTo>
                <a:lnTo>
                  <a:pt x="2427647" y="1859446"/>
                </a:lnTo>
                <a:lnTo>
                  <a:pt x="2421991" y="1860313"/>
                </a:lnTo>
                <a:moveTo>
                  <a:pt x="2593260" y="2712729"/>
                </a:moveTo>
                <a:lnTo>
                  <a:pt x="2596166" y="2710937"/>
                </a:lnTo>
                <a:lnTo>
                  <a:pt x="2599341" y="2708874"/>
                </a:lnTo>
                <a:lnTo>
                  <a:pt x="2604686" y="2706059"/>
                </a:lnTo>
                <a:moveTo>
                  <a:pt x="1553656" y="1258376"/>
                </a:moveTo>
                <a:lnTo>
                  <a:pt x="1639790" y="1204538"/>
                </a:lnTo>
                <a:lnTo>
                  <a:pt x="1644030" y="1201878"/>
                </a:lnTo>
                <a:moveTo>
                  <a:pt x="1419995" y="2387723"/>
                </a:moveTo>
                <a:lnTo>
                  <a:pt x="1419913" y="2387600"/>
                </a:lnTo>
                <a:lnTo>
                  <a:pt x="1417139" y="2381331"/>
                </a:lnTo>
                <a:lnTo>
                  <a:pt x="1414692" y="2375290"/>
                </a:lnTo>
                <a:lnTo>
                  <a:pt x="1413136" y="2371125"/>
                </a:lnTo>
                <a:lnTo>
                  <a:pt x="1410346" y="2362948"/>
                </a:lnTo>
                <a:lnTo>
                  <a:pt x="1407890" y="2354805"/>
                </a:lnTo>
                <a:lnTo>
                  <a:pt x="1406679" y="2350557"/>
                </a:lnTo>
                <a:lnTo>
                  <a:pt x="1406245" y="2348969"/>
                </a:lnTo>
                <a:lnTo>
                  <a:pt x="1405124" y="2344754"/>
                </a:lnTo>
                <a:lnTo>
                  <a:pt x="1404322" y="2341750"/>
                </a:lnTo>
                <a:lnTo>
                  <a:pt x="1403413" y="2337854"/>
                </a:lnTo>
                <a:lnTo>
                  <a:pt x="1401179" y="2332788"/>
                </a:lnTo>
                <a:lnTo>
                  <a:pt x="1399256" y="2325553"/>
                </a:lnTo>
                <a:moveTo>
                  <a:pt x="668551" y="1369988"/>
                </a:moveTo>
                <a:lnTo>
                  <a:pt x="499304" y="1414209"/>
                </a:lnTo>
                <a:moveTo>
                  <a:pt x="1265136" y="603452"/>
                </a:moveTo>
                <a:lnTo>
                  <a:pt x="1258449" y="583612"/>
                </a:lnTo>
                <a:lnTo>
                  <a:pt x="1253121" y="568054"/>
                </a:lnTo>
                <a:moveTo>
                  <a:pt x="1625557" y="1987468"/>
                </a:moveTo>
                <a:lnTo>
                  <a:pt x="1679493" y="1988131"/>
                </a:lnTo>
                <a:lnTo>
                  <a:pt x="1683102" y="1988172"/>
                </a:lnTo>
                <a:moveTo>
                  <a:pt x="1710733" y="2087695"/>
                </a:moveTo>
                <a:lnTo>
                  <a:pt x="1710872" y="2087671"/>
                </a:lnTo>
                <a:moveTo>
                  <a:pt x="878328" y="1247900"/>
                </a:moveTo>
                <a:lnTo>
                  <a:pt x="900590" y="1240386"/>
                </a:lnTo>
                <a:lnTo>
                  <a:pt x="902620" y="1240222"/>
                </a:lnTo>
                <a:lnTo>
                  <a:pt x="903438" y="1240321"/>
                </a:lnTo>
                <a:moveTo>
                  <a:pt x="536592" y="186492"/>
                </a:moveTo>
                <a:lnTo>
                  <a:pt x="524275" y="252099"/>
                </a:lnTo>
                <a:moveTo>
                  <a:pt x="520690" y="293844"/>
                </a:moveTo>
                <a:lnTo>
                  <a:pt x="524467" y="272278"/>
                </a:lnTo>
                <a:lnTo>
                  <a:pt x="524766" y="270711"/>
                </a:lnTo>
                <a:moveTo>
                  <a:pt x="2196402" y="1621964"/>
                </a:moveTo>
                <a:lnTo>
                  <a:pt x="2156576" y="1632039"/>
                </a:lnTo>
                <a:moveTo>
                  <a:pt x="2156330" y="1632105"/>
                </a:moveTo>
                <a:lnTo>
                  <a:pt x="2141533" y="1635837"/>
                </a:lnTo>
                <a:moveTo>
                  <a:pt x="2135836" y="1647033"/>
                </a:moveTo>
                <a:lnTo>
                  <a:pt x="2155590" y="1642069"/>
                </a:lnTo>
                <a:moveTo>
                  <a:pt x="2564107" y="1844186"/>
                </a:moveTo>
                <a:lnTo>
                  <a:pt x="2537127" y="1815434"/>
                </a:lnTo>
                <a:moveTo>
                  <a:pt x="1687252" y="2807342"/>
                </a:moveTo>
                <a:lnTo>
                  <a:pt x="1680999" y="2782650"/>
                </a:lnTo>
                <a:moveTo>
                  <a:pt x="2040225" y="1168968"/>
                </a:moveTo>
                <a:lnTo>
                  <a:pt x="2038858" y="1171685"/>
                </a:lnTo>
                <a:lnTo>
                  <a:pt x="2005130" y="1238528"/>
                </a:lnTo>
                <a:lnTo>
                  <a:pt x="2002265" y="1243955"/>
                </a:lnTo>
                <a:moveTo>
                  <a:pt x="1990234" y="1260111"/>
                </a:moveTo>
                <a:lnTo>
                  <a:pt x="1967383" y="1281014"/>
                </a:lnTo>
                <a:moveTo>
                  <a:pt x="799929" y="905280"/>
                </a:moveTo>
                <a:lnTo>
                  <a:pt x="811543" y="899600"/>
                </a:lnTo>
                <a:lnTo>
                  <a:pt x="874915" y="866469"/>
                </a:lnTo>
                <a:lnTo>
                  <a:pt x="876037" y="865593"/>
                </a:lnTo>
                <a:lnTo>
                  <a:pt x="876814" y="864415"/>
                </a:lnTo>
                <a:lnTo>
                  <a:pt x="877199" y="862573"/>
                </a:lnTo>
                <a:lnTo>
                  <a:pt x="877084" y="861043"/>
                </a:lnTo>
                <a:lnTo>
                  <a:pt x="874449" y="851884"/>
                </a:lnTo>
                <a:lnTo>
                  <a:pt x="874662" y="847833"/>
                </a:lnTo>
                <a:lnTo>
                  <a:pt x="874989" y="847194"/>
                </a:lnTo>
                <a:moveTo>
                  <a:pt x="1205414" y="1885996"/>
                </a:moveTo>
                <a:lnTo>
                  <a:pt x="1206871" y="1886430"/>
                </a:lnTo>
                <a:lnTo>
                  <a:pt x="1207484" y="1886528"/>
                </a:lnTo>
                <a:moveTo>
                  <a:pt x="835712" y="839043"/>
                </a:moveTo>
                <a:lnTo>
                  <a:pt x="806526" y="837095"/>
                </a:lnTo>
                <a:lnTo>
                  <a:pt x="566883" y="822142"/>
                </a:lnTo>
                <a:moveTo>
                  <a:pt x="2799952" y="1050497"/>
                </a:moveTo>
                <a:lnTo>
                  <a:pt x="2843379" y="1092148"/>
                </a:lnTo>
                <a:lnTo>
                  <a:pt x="2908568" y="1156675"/>
                </a:lnTo>
                <a:lnTo>
                  <a:pt x="2914878" y="1162863"/>
                </a:lnTo>
                <a:lnTo>
                  <a:pt x="2922883" y="1170687"/>
                </a:lnTo>
                <a:lnTo>
                  <a:pt x="2964517" y="1211585"/>
                </a:lnTo>
                <a:lnTo>
                  <a:pt x="2999056" y="1245330"/>
                </a:lnTo>
                <a:lnTo>
                  <a:pt x="3003778" y="1250052"/>
                </a:lnTo>
                <a:lnTo>
                  <a:pt x="3012413" y="1258687"/>
                </a:lnTo>
                <a:lnTo>
                  <a:pt x="3019869" y="1265971"/>
                </a:lnTo>
                <a:moveTo>
                  <a:pt x="2649962" y="455803"/>
                </a:moveTo>
                <a:lnTo>
                  <a:pt x="2650159" y="454739"/>
                </a:lnTo>
                <a:lnTo>
                  <a:pt x="2650756" y="451375"/>
                </a:lnTo>
                <a:lnTo>
                  <a:pt x="2651747" y="439238"/>
                </a:lnTo>
                <a:lnTo>
                  <a:pt x="2653498" y="418040"/>
                </a:lnTo>
                <a:moveTo>
                  <a:pt x="1856933" y="264114"/>
                </a:moveTo>
                <a:lnTo>
                  <a:pt x="1868621" y="270506"/>
                </a:lnTo>
                <a:lnTo>
                  <a:pt x="1873580" y="271619"/>
                </a:lnTo>
                <a:lnTo>
                  <a:pt x="1905966" y="256641"/>
                </a:lnTo>
                <a:lnTo>
                  <a:pt x="1955483" y="221334"/>
                </a:lnTo>
                <a:moveTo>
                  <a:pt x="1930152" y="2714726"/>
                </a:moveTo>
                <a:lnTo>
                  <a:pt x="1930577" y="2714530"/>
                </a:lnTo>
                <a:lnTo>
                  <a:pt x="1999663" y="2683028"/>
                </a:lnTo>
                <a:lnTo>
                  <a:pt x="2006071" y="2680122"/>
                </a:lnTo>
                <a:moveTo>
                  <a:pt x="2016858" y="2675195"/>
                </a:moveTo>
                <a:lnTo>
                  <a:pt x="2019420" y="2674017"/>
                </a:lnTo>
                <a:lnTo>
                  <a:pt x="2089291" y="2642073"/>
                </a:lnTo>
                <a:lnTo>
                  <a:pt x="2094202" y="2639830"/>
                </a:lnTo>
                <a:moveTo>
                  <a:pt x="2105275" y="2634772"/>
                </a:moveTo>
                <a:lnTo>
                  <a:pt x="2109122" y="2633020"/>
                </a:lnTo>
                <a:lnTo>
                  <a:pt x="2166029" y="2607035"/>
                </a:lnTo>
                <a:moveTo>
                  <a:pt x="2411572" y="2414961"/>
                </a:moveTo>
                <a:lnTo>
                  <a:pt x="2404902" y="2423612"/>
                </a:lnTo>
                <a:moveTo>
                  <a:pt x="2820053" y="1569100"/>
                </a:moveTo>
                <a:lnTo>
                  <a:pt x="2822467" y="1569240"/>
                </a:lnTo>
                <a:moveTo>
                  <a:pt x="2804461" y="1557748"/>
                </a:moveTo>
                <a:lnTo>
                  <a:pt x="2778647" y="1582539"/>
                </a:lnTo>
                <a:lnTo>
                  <a:pt x="2775676" y="1585224"/>
                </a:lnTo>
                <a:moveTo>
                  <a:pt x="2766207" y="1593801"/>
                </a:moveTo>
                <a:lnTo>
                  <a:pt x="2758661" y="1600660"/>
                </a:lnTo>
                <a:lnTo>
                  <a:pt x="2728165" y="1629969"/>
                </a:lnTo>
                <a:moveTo>
                  <a:pt x="2249028" y="1265472"/>
                </a:moveTo>
                <a:lnTo>
                  <a:pt x="2219654" y="1287177"/>
                </a:lnTo>
                <a:lnTo>
                  <a:pt x="2219392" y="1291089"/>
                </a:lnTo>
                <a:lnTo>
                  <a:pt x="2237390" y="1316494"/>
                </a:lnTo>
                <a:lnTo>
                  <a:pt x="2248717" y="1329450"/>
                </a:lnTo>
                <a:lnTo>
                  <a:pt x="2289615" y="1367876"/>
                </a:lnTo>
                <a:lnTo>
                  <a:pt x="2292070" y="1368056"/>
                </a:lnTo>
                <a:lnTo>
                  <a:pt x="2317565" y="1342701"/>
                </a:lnTo>
                <a:moveTo>
                  <a:pt x="2386233" y="1157510"/>
                </a:moveTo>
                <a:lnTo>
                  <a:pt x="2384809" y="1158615"/>
                </a:lnTo>
                <a:lnTo>
                  <a:pt x="2312450" y="1215260"/>
                </a:lnTo>
                <a:lnTo>
                  <a:pt x="2291440" y="1231105"/>
                </a:lnTo>
                <a:lnTo>
                  <a:pt x="2281758" y="1239019"/>
                </a:lnTo>
                <a:lnTo>
                  <a:pt x="2256067" y="1260004"/>
                </a:lnTo>
                <a:moveTo>
                  <a:pt x="510950" y="2089185"/>
                </a:moveTo>
                <a:lnTo>
                  <a:pt x="560033" y="2077055"/>
                </a:lnTo>
                <a:moveTo>
                  <a:pt x="1966315" y="1584680"/>
                </a:moveTo>
                <a:lnTo>
                  <a:pt x="1969454" y="1588269"/>
                </a:lnTo>
                <a:lnTo>
                  <a:pt x="1975919" y="1596207"/>
                </a:lnTo>
                <a:lnTo>
                  <a:pt x="1983326" y="1606062"/>
                </a:lnTo>
                <a:lnTo>
                  <a:pt x="1993970" y="1621751"/>
                </a:lnTo>
                <a:moveTo>
                  <a:pt x="1517996" y="2474552"/>
                </a:moveTo>
                <a:lnTo>
                  <a:pt x="1524045" y="2470149"/>
                </a:lnTo>
                <a:lnTo>
                  <a:pt x="1527466" y="2467865"/>
                </a:lnTo>
                <a:lnTo>
                  <a:pt x="1531051" y="2465549"/>
                </a:lnTo>
                <a:lnTo>
                  <a:pt x="1535642" y="2462807"/>
                </a:lnTo>
                <a:lnTo>
                  <a:pt x="1538310" y="2461334"/>
                </a:lnTo>
                <a:lnTo>
                  <a:pt x="1540029" y="2460377"/>
                </a:lnTo>
                <a:lnTo>
                  <a:pt x="1548942" y="2455842"/>
                </a:lnTo>
                <a:lnTo>
                  <a:pt x="1554507" y="2453215"/>
                </a:lnTo>
                <a:lnTo>
                  <a:pt x="1560597" y="2450645"/>
                </a:lnTo>
                <a:lnTo>
                  <a:pt x="1563298" y="2449581"/>
                </a:lnTo>
                <a:lnTo>
                  <a:pt x="1573225" y="2445661"/>
                </a:lnTo>
                <a:lnTo>
                  <a:pt x="1574862" y="2445031"/>
                </a:lnTo>
                <a:lnTo>
                  <a:pt x="1590004" y="2439228"/>
                </a:lnTo>
                <a:lnTo>
                  <a:pt x="1605112" y="2433441"/>
                </a:lnTo>
                <a:lnTo>
                  <a:pt x="1613935" y="2429963"/>
                </a:lnTo>
                <a:lnTo>
                  <a:pt x="1631614" y="2423039"/>
                </a:lnTo>
                <a:lnTo>
                  <a:pt x="1633496" y="2422163"/>
                </a:lnTo>
                <a:lnTo>
                  <a:pt x="1635771" y="2421107"/>
                </a:lnTo>
                <a:lnTo>
                  <a:pt x="1639503" y="2419241"/>
                </a:lnTo>
                <a:lnTo>
                  <a:pt x="1642695" y="2417473"/>
                </a:lnTo>
                <a:lnTo>
                  <a:pt x="1643989" y="2416753"/>
                </a:lnTo>
                <a:lnTo>
                  <a:pt x="1648146" y="2414339"/>
                </a:lnTo>
                <a:lnTo>
                  <a:pt x="1656544" y="2408626"/>
                </a:lnTo>
                <a:lnTo>
                  <a:pt x="1660963" y="2405802"/>
                </a:lnTo>
                <a:lnTo>
                  <a:pt x="1670400" y="2398780"/>
                </a:lnTo>
                <a:lnTo>
                  <a:pt x="1685157" y="2386618"/>
                </a:lnTo>
                <a:lnTo>
                  <a:pt x="1688136" y="2384154"/>
                </a:lnTo>
                <a:lnTo>
                  <a:pt x="1695960" y="2376985"/>
                </a:lnTo>
                <a:lnTo>
                  <a:pt x="1703220" y="2369766"/>
                </a:lnTo>
                <a:lnTo>
                  <a:pt x="1717404" y="2354559"/>
                </a:lnTo>
                <a:lnTo>
                  <a:pt x="1725072" y="2345720"/>
                </a:lnTo>
                <a:lnTo>
                  <a:pt x="1729304" y="2340817"/>
                </a:lnTo>
                <a:lnTo>
                  <a:pt x="1732455" y="2336709"/>
                </a:lnTo>
                <a:lnTo>
                  <a:pt x="1737472" y="2329171"/>
                </a:lnTo>
                <a:lnTo>
                  <a:pt x="1742252" y="2320659"/>
                </a:lnTo>
                <a:lnTo>
                  <a:pt x="1746090" y="2313972"/>
                </a:lnTo>
                <a:lnTo>
                  <a:pt x="1748742" y="2308898"/>
                </a:lnTo>
                <a:lnTo>
                  <a:pt x="1749528" y="2307400"/>
                </a:lnTo>
                <a:lnTo>
                  <a:pt x="1752474" y="2301507"/>
                </a:lnTo>
                <a:lnTo>
                  <a:pt x="1753244" y="2299821"/>
                </a:lnTo>
                <a:lnTo>
                  <a:pt x="1754880" y="2296236"/>
                </a:lnTo>
                <a:lnTo>
                  <a:pt x="1756239" y="2293175"/>
                </a:lnTo>
                <a:lnTo>
                  <a:pt x="1757426" y="2290507"/>
                </a:lnTo>
                <a:lnTo>
                  <a:pt x="1763081" y="2275693"/>
                </a:lnTo>
                <a:lnTo>
                  <a:pt x="1764661" y="2271552"/>
                </a:lnTo>
                <a:lnTo>
                  <a:pt x="1767075" y="2264480"/>
                </a:lnTo>
                <a:lnTo>
                  <a:pt x="1769711" y="2255977"/>
                </a:lnTo>
                <a:lnTo>
                  <a:pt x="1771339" y="2249421"/>
                </a:lnTo>
                <a:lnTo>
                  <a:pt x="1772223" y="2245190"/>
                </a:lnTo>
                <a:lnTo>
                  <a:pt x="1772739" y="2241908"/>
                </a:lnTo>
                <a:lnTo>
                  <a:pt x="1773009" y="2240099"/>
                </a:lnTo>
                <a:lnTo>
                  <a:pt x="1773467" y="2235327"/>
                </a:lnTo>
                <a:lnTo>
                  <a:pt x="1773615" y="2232283"/>
                </a:lnTo>
                <a:lnTo>
                  <a:pt x="1773721" y="2229885"/>
                </a:lnTo>
                <a:lnTo>
                  <a:pt x="1773615" y="2227953"/>
                </a:lnTo>
                <a:lnTo>
                  <a:pt x="1773337" y="2223157"/>
                </a:lnTo>
                <a:lnTo>
                  <a:pt x="1773091" y="2220251"/>
                </a:lnTo>
                <a:lnTo>
                  <a:pt x="1772788" y="2217641"/>
                </a:lnTo>
                <a:lnTo>
                  <a:pt x="1772379" y="2215242"/>
                </a:lnTo>
                <a:lnTo>
                  <a:pt x="1771749" y="2211854"/>
                </a:lnTo>
                <a:lnTo>
                  <a:pt x="1771012" y="2208769"/>
                </a:lnTo>
                <a:lnTo>
                  <a:pt x="1769498" y="2202352"/>
                </a:lnTo>
                <a:lnTo>
                  <a:pt x="1767329" y="2194176"/>
                </a:lnTo>
                <a:lnTo>
                  <a:pt x="1764497" y="2184812"/>
                </a:lnTo>
                <a:lnTo>
                  <a:pt x="1763466" y="2181727"/>
                </a:lnTo>
                <a:lnTo>
                  <a:pt x="1762459" y="2179026"/>
                </a:lnTo>
                <a:lnTo>
                  <a:pt x="1759758" y="2172519"/>
                </a:lnTo>
                <a:lnTo>
                  <a:pt x="1752843" y="2155528"/>
                </a:lnTo>
                <a:lnTo>
                  <a:pt x="1749691" y="2147712"/>
                </a:lnTo>
                <a:lnTo>
                  <a:pt x="1748243" y="2144266"/>
                </a:lnTo>
                <a:moveTo>
                  <a:pt x="1221914" y="1620123"/>
                </a:moveTo>
                <a:lnTo>
                  <a:pt x="1216635" y="1599653"/>
                </a:lnTo>
                <a:lnTo>
                  <a:pt x="1215554" y="1595504"/>
                </a:lnTo>
                <a:moveTo>
                  <a:pt x="1296295" y="1352538"/>
                </a:moveTo>
                <a:lnTo>
                  <a:pt x="1430512" y="1300960"/>
                </a:lnTo>
                <a:lnTo>
                  <a:pt x="1430668" y="1300878"/>
                </a:lnTo>
                <a:moveTo>
                  <a:pt x="1220465" y="918089"/>
                </a:moveTo>
                <a:lnTo>
                  <a:pt x="1219573" y="918473"/>
                </a:lnTo>
                <a:lnTo>
                  <a:pt x="1137769" y="961933"/>
                </a:lnTo>
                <a:lnTo>
                  <a:pt x="1135387" y="963202"/>
                </a:lnTo>
                <a:moveTo>
                  <a:pt x="1512316" y="1514436"/>
                </a:moveTo>
                <a:lnTo>
                  <a:pt x="1511375" y="1514665"/>
                </a:lnTo>
                <a:lnTo>
                  <a:pt x="1451915" y="1529987"/>
                </a:lnTo>
                <a:lnTo>
                  <a:pt x="1451358" y="1529725"/>
                </a:lnTo>
                <a:moveTo>
                  <a:pt x="742081" y="2871312"/>
                </a:moveTo>
                <a:lnTo>
                  <a:pt x="730516" y="2860648"/>
                </a:lnTo>
                <a:lnTo>
                  <a:pt x="716259" y="2847021"/>
                </a:lnTo>
                <a:lnTo>
                  <a:pt x="706937" y="2837780"/>
                </a:lnTo>
                <a:lnTo>
                  <a:pt x="697754" y="2828262"/>
                </a:lnTo>
                <a:lnTo>
                  <a:pt x="684585" y="2814021"/>
                </a:lnTo>
                <a:lnTo>
                  <a:pt x="671236" y="2799125"/>
                </a:lnTo>
                <a:lnTo>
                  <a:pt x="657085" y="2782666"/>
                </a:lnTo>
                <a:moveTo>
                  <a:pt x="1379948" y="1016417"/>
                </a:moveTo>
                <a:lnTo>
                  <a:pt x="1387732" y="1013659"/>
                </a:lnTo>
                <a:lnTo>
                  <a:pt x="1439843" y="991340"/>
                </a:lnTo>
                <a:lnTo>
                  <a:pt x="1484333" y="972270"/>
                </a:lnTo>
                <a:lnTo>
                  <a:pt x="1489441" y="970044"/>
                </a:lnTo>
                <a:lnTo>
                  <a:pt x="1509198" y="961401"/>
                </a:lnTo>
                <a:moveTo>
                  <a:pt x="1520051" y="956760"/>
                </a:moveTo>
                <a:lnTo>
                  <a:pt x="1530011" y="952586"/>
                </a:lnTo>
                <a:lnTo>
                  <a:pt x="1537099" y="949623"/>
                </a:lnTo>
                <a:moveTo>
                  <a:pt x="1480716" y="1940497"/>
                </a:moveTo>
                <a:lnTo>
                  <a:pt x="1481297" y="1942887"/>
                </a:lnTo>
                <a:lnTo>
                  <a:pt x="1483711" y="1952307"/>
                </a:lnTo>
                <a:lnTo>
                  <a:pt x="1484988" y="1955736"/>
                </a:lnTo>
                <a:lnTo>
                  <a:pt x="1486879" y="1958863"/>
                </a:lnTo>
                <a:lnTo>
                  <a:pt x="1489310" y="1961588"/>
                </a:lnTo>
                <a:lnTo>
                  <a:pt x="1491880" y="1963610"/>
                </a:lnTo>
                <a:lnTo>
                  <a:pt x="1494761" y="1965189"/>
                </a:lnTo>
                <a:lnTo>
                  <a:pt x="1497846" y="1966262"/>
                </a:lnTo>
                <a:lnTo>
                  <a:pt x="1501079" y="1966810"/>
                </a:lnTo>
                <a:lnTo>
                  <a:pt x="1624068" y="1987337"/>
                </a:lnTo>
                <a:moveTo>
                  <a:pt x="489548" y="446792"/>
                </a:moveTo>
                <a:lnTo>
                  <a:pt x="489924" y="445163"/>
                </a:lnTo>
                <a:lnTo>
                  <a:pt x="493288" y="429498"/>
                </a:lnTo>
                <a:lnTo>
                  <a:pt x="493681" y="427788"/>
                </a:lnTo>
                <a:moveTo>
                  <a:pt x="1102485" y="497757"/>
                </a:moveTo>
                <a:lnTo>
                  <a:pt x="1120025" y="547191"/>
                </a:lnTo>
                <a:moveTo>
                  <a:pt x="496824" y="398520"/>
                </a:moveTo>
                <a:lnTo>
                  <a:pt x="496063" y="401753"/>
                </a:lnTo>
                <a:lnTo>
                  <a:pt x="495293" y="403537"/>
                </a:lnTo>
                <a:lnTo>
                  <a:pt x="491971" y="417410"/>
                </a:lnTo>
                <a:lnTo>
                  <a:pt x="492175" y="418163"/>
                </a:lnTo>
                <a:moveTo>
                  <a:pt x="496038" y="418596"/>
                </a:moveTo>
                <a:lnTo>
                  <a:pt x="496906" y="417352"/>
                </a:lnTo>
                <a:lnTo>
                  <a:pt x="498993" y="402907"/>
                </a:lnTo>
                <a:lnTo>
                  <a:pt x="498649" y="400541"/>
                </a:lnTo>
                <a:lnTo>
                  <a:pt x="499132" y="399060"/>
                </a:lnTo>
                <a:moveTo>
                  <a:pt x="524267" y="252279"/>
                </a:moveTo>
                <a:lnTo>
                  <a:pt x="522744" y="258352"/>
                </a:lnTo>
                <a:lnTo>
                  <a:pt x="522409" y="260136"/>
                </a:lnTo>
                <a:moveTo>
                  <a:pt x="525732" y="260971"/>
                </a:moveTo>
                <a:lnTo>
                  <a:pt x="526051" y="259015"/>
                </a:lnTo>
                <a:lnTo>
                  <a:pt x="526771" y="252909"/>
                </a:lnTo>
                <a:moveTo>
                  <a:pt x="514445" y="302205"/>
                </a:moveTo>
                <a:lnTo>
                  <a:pt x="513848" y="305020"/>
                </a:lnTo>
                <a:lnTo>
                  <a:pt x="512898" y="312517"/>
                </a:lnTo>
                <a:moveTo>
                  <a:pt x="515370" y="313352"/>
                </a:moveTo>
                <a:lnTo>
                  <a:pt x="517866" y="305929"/>
                </a:lnTo>
                <a:lnTo>
                  <a:pt x="518292" y="30349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FB64492B-4D2A-46D2-92DE-AF123068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09" y="2427072"/>
            <a:ext cx="771250" cy="1323254"/>
          </a:xfrm>
          <a:custGeom xmlns:a="http://schemas.openxmlformats.org/drawingml/2006/main">
            <a:pathLst>
              <a:path w="771250" h="1323254">
                <a:moveTo>
                  <a:pt x="21644" y="1323254"/>
                </a:moveTo>
                <a:lnTo>
                  <a:pt x="8843" y="1268312"/>
                </a:lnTo>
                <a:moveTo>
                  <a:pt x="8528" y="1261641"/>
                </a:moveTo>
                <a:lnTo>
                  <a:pt x="2537" y="1239052"/>
                </a:lnTo>
                <a:moveTo>
                  <a:pt x="2476" y="1238827"/>
                </a:moveTo>
                <a:lnTo>
                  <a:pt x="1727" y="1235872"/>
                </a:lnTo>
                <a:lnTo>
                  <a:pt x="131" y="1230143"/>
                </a:lnTo>
                <a:lnTo>
                  <a:pt x="0" y="1229648"/>
                </a:lnTo>
                <a:moveTo>
                  <a:pt x="3589" y="1220039"/>
                </a:moveTo>
                <a:lnTo>
                  <a:pt x="9662" y="1218443"/>
                </a:lnTo>
                <a:lnTo>
                  <a:pt x="14556" y="1217257"/>
                </a:lnTo>
                <a:lnTo>
                  <a:pt x="40612" y="1210075"/>
                </a:lnTo>
                <a:moveTo>
                  <a:pt x="46418" y="1208843"/>
                </a:moveTo>
                <a:lnTo>
                  <a:pt x="52377" y="1207959"/>
                </a:lnTo>
                <a:lnTo>
                  <a:pt x="57926" y="1205586"/>
                </a:lnTo>
                <a:lnTo>
                  <a:pt x="63074" y="1203458"/>
                </a:lnTo>
                <a:lnTo>
                  <a:pt x="70252" y="1200356"/>
                </a:lnTo>
                <a:lnTo>
                  <a:pt x="71307" y="1199415"/>
                </a:lnTo>
                <a:moveTo>
                  <a:pt x="81092" y="1193947"/>
                </a:moveTo>
                <a:lnTo>
                  <a:pt x="159483" y="1173846"/>
                </a:lnTo>
                <a:lnTo>
                  <a:pt x="165388" y="1172324"/>
                </a:lnTo>
                <a:lnTo>
                  <a:pt x="261548" y="1147533"/>
                </a:lnTo>
                <a:moveTo>
                  <a:pt x="267523" y="1144717"/>
                </a:moveTo>
                <a:lnTo>
                  <a:pt x="269086" y="1144374"/>
                </a:lnTo>
                <a:lnTo>
                  <a:pt x="279333" y="1144996"/>
                </a:lnTo>
                <a:moveTo>
                  <a:pt x="286515" y="1145573"/>
                </a:moveTo>
                <a:lnTo>
                  <a:pt x="330445" y="1133758"/>
                </a:lnTo>
                <a:moveTo>
                  <a:pt x="334677" y="1132437"/>
                </a:moveTo>
                <a:lnTo>
                  <a:pt x="334832" y="1132388"/>
                </a:lnTo>
                <a:moveTo>
                  <a:pt x="364317" y="1121383"/>
                </a:moveTo>
                <a:lnTo>
                  <a:pt x="365082" y="1121175"/>
                </a:lnTo>
                <a:lnTo>
                  <a:pt x="367799" y="1120397"/>
                </a:lnTo>
                <a:moveTo>
                  <a:pt x="366371" y="1120815"/>
                </a:moveTo>
                <a:lnTo>
                  <a:pt x="366535" y="1120774"/>
                </a:lnTo>
                <a:moveTo>
                  <a:pt x="374093" y="1118867"/>
                </a:moveTo>
                <a:lnTo>
                  <a:pt x="382290" y="1116706"/>
                </a:lnTo>
                <a:lnTo>
                  <a:pt x="403664" y="1111157"/>
                </a:lnTo>
                <a:lnTo>
                  <a:pt x="405354" y="1110731"/>
                </a:lnTo>
                <a:lnTo>
                  <a:pt x="414782" y="1108301"/>
                </a:lnTo>
                <a:lnTo>
                  <a:pt x="436635" y="1102686"/>
                </a:lnTo>
                <a:lnTo>
                  <a:pt x="443649" y="1100844"/>
                </a:lnTo>
                <a:moveTo>
                  <a:pt x="475683" y="1099502"/>
                </a:moveTo>
                <a:lnTo>
                  <a:pt x="482990" y="1097577"/>
                </a:lnTo>
                <a:moveTo>
                  <a:pt x="486990" y="1096539"/>
                </a:moveTo>
                <a:lnTo>
                  <a:pt x="519798" y="1088187"/>
                </a:lnTo>
                <a:lnTo>
                  <a:pt x="557494" y="1078472"/>
                </a:lnTo>
                <a:moveTo>
                  <a:pt x="562394" y="1071237"/>
                </a:moveTo>
                <a:lnTo>
                  <a:pt x="574024" y="1068250"/>
                </a:lnTo>
                <a:moveTo>
                  <a:pt x="580899" y="1066580"/>
                </a:moveTo>
                <a:lnTo>
                  <a:pt x="604184" y="1060933"/>
                </a:lnTo>
                <a:lnTo>
                  <a:pt x="635997" y="1052765"/>
                </a:lnTo>
                <a:moveTo>
                  <a:pt x="642655" y="1052445"/>
                </a:moveTo>
                <a:lnTo>
                  <a:pt x="646637" y="1051480"/>
                </a:lnTo>
                <a:lnTo>
                  <a:pt x="650492" y="1051021"/>
                </a:lnTo>
                <a:lnTo>
                  <a:pt x="655984" y="1050588"/>
                </a:lnTo>
                <a:lnTo>
                  <a:pt x="662020" y="1050305"/>
                </a:lnTo>
                <a:moveTo>
                  <a:pt x="662245" y="1050293"/>
                </a:moveTo>
                <a:lnTo>
                  <a:pt x="664643" y="1050129"/>
                </a:lnTo>
                <a:moveTo>
                  <a:pt x="671101" y="1048533"/>
                </a:moveTo>
                <a:lnTo>
                  <a:pt x="677264" y="1048247"/>
                </a:lnTo>
                <a:lnTo>
                  <a:pt x="677370" y="1048247"/>
                </a:lnTo>
                <a:moveTo>
                  <a:pt x="683924" y="1049149"/>
                </a:moveTo>
                <a:lnTo>
                  <a:pt x="686406" y="1049133"/>
                </a:lnTo>
                <a:moveTo>
                  <a:pt x="702104" y="1049589"/>
                </a:moveTo>
                <a:lnTo>
                  <a:pt x="706572" y="1049982"/>
                </a:lnTo>
                <a:lnTo>
                  <a:pt x="709461" y="1050006"/>
                </a:lnTo>
                <a:moveTo>
                  <a:pt x="716009" y="1050039"/>
                </a:moveTo>
                <a:lnTo>
                  <a:pt x="717269" y="1050039"/>
                </a:lnTo>
                <a:lnTo>
                  <a:pt x="721599" y="1049589"/>
                </a:lnTo>
                <a:lnTo>
                  <a:pt x="728490" y="1048419"/>
                </a:lnTo>
                <a:moveTo>
                  <a:pt x="755287" y="1036445"/>
                </a:moveTo>
                <a:lnTo>
                  <a:pt x="762677" y="1031526"/>
                </a:lnTo>
                <a:lnTo>
                  <a:pt x="768815" y="1026136"/>
                </a:lnTo>
                <a:moveTo>
                  <a:pt x="768975" y="1025993"/>
                </a:moveTo>
                <a:lnTo>
                  <a:pt x="771250" y="1023804"/>
                </a:lnTo>
                <a:moveTo>
                  <a:pt x="770092" y="999041"/>
                </a:moveTo>
                <a:lnTo>
                  <a:pt x="762513" y="995514"/>
                </a:lnTo>
                <a:lnTo>
                  <a:pt x="744016" y="988819"/>
                </a:lnTo>
                <a:moveTo>
                  <a:pt x="731322" y="979820"/>
                </a:moveTo>
                <a:lnTo>
                  <a:pt x="723375" y="976362"/>
                </a:lnTo>
                <a:moveTo>
                  <a:pt x="718874" y="972737"/>
                </a:moveTo>
                <a:lnTo>
                  <a:pt x="698036" y="947610"/>
                </a:lnTo>
                <a:lnTo>
                  <a:pt x="682027" y="928728"/>
                </a:lnTo>
                <a:lnTo>
                  <a:pt x="647235" y="888477"/>
                </a:lnTo>
                <a:lnTo>
                  <a:pt x="646183" y="887122"/>
                </a:lnTo>
                <a:moveTo>
                  <a:pt x="646052" y="886967"/>
                </a:moveTo>
                <a:lnTo>
                  <a:pt x="641530" y="881983"/>
                </a:lnTo>
                <a:moveTo>
                  <a:pt x="628009" y="866387"/>
                </a:moveTo>
                <a:lnTo>
                  <a:pt x="623418" y="861890"/>
                </a:lnTo>
                <a:moveTo>
                  <a:pt x="623275" y="861746"/>
                </a:moveTo>
                <a:lnTo>
                  <a:pt x="618212" y="856476"/>
                </a:lnTo>
                <a:lnTo>
                  <a:pt x="613253" y="851843"/>
                </a:lnTo>
                <a:lnTo>
                  <a:pt x="603669" y="842357"/>
                </a:lnTo>
                <a:lnTo>
                  <a:pt x="567419" y="809390"/>
                </a:lnTo>
                <a:moveTo>
                  <a:pt x="567239" y="809226"/>
                </a:moveTo>
                <a:lnTo>
                  <a:pt x="564342" y="806558"/>
                </a:lnTo>
                <a:moveTo>
                  <a:pt x="548354" y="792256"/>
                </a:moveTo>
                <a:lnTo>
                  <a:pt x="545624" y="789821"/>
                </a:lnTo>
                <a:lnTo>
                  <a:pt x="518001" y="766241"/>
                </a:lnTo>
                <a:lnTo>
                  <a:pt x="463075" y="716205"/>
                </a:lnTo>
                <a:moveTo>
                  <a:pt x="462461" y="715367"/>
                </a:moveTo>
                <a:lnTo>
                  <a:pt x="450467" y="689381"/>
                </a:lnTo>
                <a:moveTo>
                  <a:pt x="447435" y="682395"/>
                </a:moveTo>
                <a:lnTo>
                  <a:pt x="424387" y="623725"/>
                </a:lnTo>
                <a:lnTo>
                  <a:pt x="410040" y="588441"/>
                </a:lnTo>
                <a:lnTo>
                  <a:pt x="394902" y="551275"/>
                </a:lnTo>
                <a:moveTo>
                  <a:pt x="394812" y="551046"/>
                </a:moveTo>
                <a:lnTo>
                  <a:pt x="393642" y="548157"/>
                </a:lnTo>
                <a:moveTo>
                  <a:pt x="383935" y="521328"/>
                </a:moveTo>
                <a:lnTo>
                  <a:pt x="383407" y="520309"/>
                </a:lnTo>
                <a:moveTo>
                  <a:pt x="383305" y="520080"/>
                </a:moveTo>
                <a:lnTo>
                  <a:pt x="342346" y="417753"/>
                </a:lnTo>
                <a:lnTo>
                  <a:pt x="329594" y="385883"/>
                </a:lnTo>
                <a:lnTo>
                  <a:pt x="316392" y="352466"/>
                </a:lnTo>
                <a:lnTo>
                  <a:pt x="294470" y="298137"/>
                </a:lnTo>
                <a:moveTo>
                  <a:pt x="294380" y="297908"/>
                </a:moveTo>
                <a:lnTo>
                  <a:pt x="293443" y="295608"/>
                </a:lnTo>
                <a:moveTo>
                  <a:pt x="285046" y="273968"/>
                </a:moveTo>
                <a:lnTo>
                  <a:pt x="271685" y="239204"/>
                </a:lnTo>
                <a:moveTo>
                  <a:pt x="268493" y="230881"/>
                </a:moveTo>
                <a:lnTo>
                  <a:pt x="256384" y="199342"/>
                </a:lnTo>
                <a:moveTo>
                  <a:pt x="255156" y="196215"/>
                </a:moveTo>
                <a:lnTo>
                  <a:pt x="253671" y="191861"/>
                </a:lnTo>
                <a:moveTo>
                  <a:pt x="258086" y="183607"/>
                </a:moveTo>
                <a:lnTo>
                  <a:pt x="260668" y="182437"/>
                </a:lnTo>
                <a:lnTo>
                  <a:pt x="263156" y="181299"/>
                </a:lnTo>
                <a:lnTo>
                  <a:pt x="274606" y="176487"/>
                </a:lnTo>
                <a:lnTo>
                  <a:pt x="409561" y="116204"/>
                </a:lnTo>
                <a:moveTo>
                  <a:pt x="412249" y="110949"/>
                </a:moveTo>
                <a:lnTo>
                  <a:pt x="412176" y="110802"/>
                </a:lnTo>
                <a:moveTo>
                  <a:pt x="409295" y="104254"/>
                </a:moveTo>
                <a:lnTo>
                  <a:pt x="393605" y="67448"/>
                </a:lnTo>
                <a:moveTo>
                  <a:pt x="390012" y="59108"/>
                </a:moveTo>
                <a:lnTo>
                  <a:pt x="374732" y="24087"/>
                </a:lnTo>
                <a:moveTo>
                  <a:pt x="377203" y="18153"/>
                </a:moveTo>
                <a:lnTo>
                  <a:pt x="419231" y="1760"/>
                </a:lnTo>
                <a:moveTo>
                  <a:pt x="423904" y="254"/>
                </a:moveTo>
                <a:lnTo>
                  <a:pt x="424919" y="0"/>
                </a:lnTo>
                <a:lnTo>
                  <a:pt x="474885" y="15993"/>
                </a:lnTo>
                <a:moveTo>
                  <a:pt x="483635" y="18767"/>
                </a:moveTo>
                <a:lnTo>
                  <a:pt x="496894" y="22949"/>
                </a:lnTo>
                <a:moveTo>
                  <a:pt x="500306" y="25552"/>
                </a:moveTo>
                <a:lnTo>
                  <a:pt x="514343" y="55082"/>
                </a:lnTo>
                <a:moveTo>
                  <a:pt x="512960" y="52201"/>
                </a:moveTo>
                <a:lnTo>
                  <a:pt x="513033" y="52348"/>
                </a:lnTo>
                <a:moveTo>
                  <a:pt x="513283" y="61020"/>
                </a:moveTo>
                <a:lnTo>
                  <a:pt x="511785" y="62403"/>
                </a:lnTo>
                <a:lnTo>
                  <a:pt x="507578" y="64940"/>
                </a:lnTo>
                <a:lnTo>
                  <a:pt x="504264" y="66675"/>
                </a:lnTo>
                <a:lnTo>
                  <a:pt x="495474" y="70440"/>
                </a:lnTo>
                <a:lnTo>
                  <a:pt x="446395" y="92939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A416AF63-36C8-4955-BF6F-1E9C66C3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224817"/>
            <a:ext cx="924563" cy="2004082"/>
          </a:xfrm>
          <a:custGeom xmlns:a="http://schemas.openxmlformats.org/drawingml/2006/main">
            <a:pathLst>
              <a:path w="924563" h="2004082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17389" y="173381"/>
                </a:moveTo>
                <a:lnTo>
                  <a:pt x="231392" y="209949"/>
                </a:lnTo>
                <a:lnTo>
                  <a:pt x="257309" y="273821"/>
                </a:lnTo>
                <a:moveTo>
                  <a:pt x="257399" y="274050"/>
                </a:moveTo>
                <a:lnTo>
                  <a:pt x="258950" y="277880"/>
                </a:lnTo>
                <a:moveTo>
                  <a:pt x="266602" y="297073"/>
                </a:moveTo>
                <a:lnTo>
                  <a:pt x="298636" y="377387"/>
                </a:lnTo>
                <a:moveTo>
                  <a:pt x="306964" y="398995"/>
                </a:moveTo>
                <a:lnTo>
                  <a:pt x="308167" y="402150"/>
                </a:lnTo>
                <a:moveTo>
                  <a:pt x="308257" y="402371"/>
                </a:moveTo>
                <a:lnTo>
                  <a:pt x="319548" y="430730"/>
                </a:lnTo>
                <a:moveTo>
                  <a:pt x="321970" y="436815"/>
                </a:moveTo>
                <a:lnTo>
                  <a:pt x="323452" y="440523"/>
                </a:lnTo>
                <a:moveTo>
                  <a:pt x="326799" y="449133"/>
                </a:moveTo>
                <a:lnTo>
                  <a:pt x="338838" y="480938"/>
                </a:lnTo>
                <a:moveTo>
                  <a:pt x="348038" y="502414"/>
                </a:moveTo>
                <a:lnTo>
                  <a:pt x="368638" y="554279"/>
                </a:lnTo>
                <a:lnTo>
                  <a:pt x="374588" y="570096"/>
                </a:lnTo>
                <a:moveTo>
                  <a:pt x="378824" y="581026"/>
                </a:moveTo>
                <a:lnTo>
                  <a:pt x="406970" y="651593"/>
                </a:lnTo>
                <a:moveTo>
                  <a:pt x="409970" y="659147"/>
                </a:moveTo>
                <a:lnTo>
                  <a:pt x="410027" y="659299"/>
                </a:lnTo>
                <a:moveTo>
                  <a:pt x="412049" y="664410"/>
                </a:moveTo>
                <a:lnTo>
                  <a:pt x="424424" y="695773"/>
                </a:lnTo>
                <a:lnTo>
                  <a:pt x="437846" y="727152"/>
                </a:lnTo>
                <a:moveTo>
                  <a:pt x="449133" y="754497"/>
                </a:moveTo>
                <a:lnTo>
                  <a:pt x="476637" y="825653"/>
                </a:lnTo>
                <a:moveTo>
                  <a:pt x="479968" y="834181"/>
                </a:moveTo>
                <a:lnTo>
                  <a:pt x="501718" y="889275"/>
                </a:lnTo>
                <a:moveTo>
                  <a:pt x="504726" y="896617"/>
                </a:moveTo>
                <a:lnTo>
                  <a:pt x="506997" y="901998"/>
                </a:lnTo>
                <a:lnTo>
                  <a:pt x="512767" y="912891"/>
                </a:lnTo>
                <a:lnTo>
                  <a:pt x="516765" y="918277"/>
                </a:lnTo>
                <a:moveTo>
                  <a:pt x="524209" y="926920"/>
                </a:moveTo>
                <a:lnTo>
                  <a:pt x="524561" y="927263"/>
                </a:lnTo>
                <a:moveTo>
                  <a:pt x="524561" y="927263"/>
                </a:moveTo>
                <a:lnTo>
                  <a:pt x="582520" y="978003"/>
                </a:lnTo>
                <a:moveTo>
                  <a:pt x="587459" y="982304"/>
                </a:moveTo>
                <a:lnTo>
                  <a:pt x="604000" y="996603"/>
                </a:lnTo>
                <a:moveTo>
                  <a:pt x="604180" y="996766"/>
                </a:moveTo>
                <a:lnTo>
                  <a:pt x="606161" y="998493"/>
                </a:lnTo>
                <a:lnTo>
                  <a:pt x="608804" y="1000809"/>
                </a:lnTo>
                <a:moveTo>
                  <a:pt x="624543" y="1015222"/>
                </a:moveTo>
                <a:lnTo>
                  <a:pt x="658959" y="1046716"/>
                </a:lnTo>
                <a:moveTo>
                  <a:pt x="663788" y="1051136"/>
                </a:moveTo>
                <a:lnTo>
                  <a:pt x="672611" y="1059198"/>
                </a:lnTo>
                <a:lnTo>
                  <a:pt x="677153" y="1064157"/>
                </a:lnTo>
                <a:lnTo>
                  <a:pt x="680623" y="1067840"/>
                </a:lnTo>
                <a:moveTo>
                  <a:pt x="682629" y="1069895"/>
                </a:moveTo>
                <a:lnTo>
                  <a:pt x="686606" y="1074077"/>
                </a:lnTo>
                <a:moveTo>
                  <a:pt x="686844" y="1074331"/>
                </a:moveTo>
                <a:lnTo>
                  <a:pt x="687629" y="1075223"/>
                </a:lnTo>
                <a:moveTo>
                  <a:pt x="701093" y="1090303"/>
                </a:moveTo>
                <a:lnTo>
                  <a:pt x="704735" y="1094211"/>
                </a:lnTo>
                <a:lnTo>
                  <a:pt x="715890" y="1106561"/>
                </a:lnTo>
                <a:lnTo>
                  <a:pt x="732546" y="1126511"/>
                </a:lnTo>
                <a:moveTo>
                  <a:pt x="742355" y="1141755"/>
                </a:moveTo>
                <a:lnTo>
                  <a:pt x="753228" y="1159130"/>
                </a:lnTo>
                <a:lnTo>
                  <a:pt x="756698" y="1164573"/>
                </a:lnTo>
                <a:lnTo>
                  <a:pt x="764682" y="1183614"/>
                </a:lnTo>
                <a:moveTo>
                  <a:pt x="764760" y="1183823"/>
                </a:moveTo>
                <a:lnTo>
                  <a:pt x="765840" y="1187158"/>
                </a:lnTo>
                <a:moveTo>
                  <a:pt x="765910" y="1187416"/>
                </a:moveTo>
                <a:lnTo>
                  <a:pt x="766843" y="1191782"/>
                </a:lnTo>
                <a:moveTo>
                  <a:pt x="766896" y="1192388"/>
                </a:moveTo>
                <a:lnTo>
                  <a:pt x="766790" y="1197291"/>
                </a:lnTo>
                <a:moveTo>
                  <a:pt x="755246" y="1224422"/>
                </a:moveTo>
                <a:lnTo>
                  <a:pt x="755033" y="1225752"/>
                </a:lnTo>
                <a:lnTo>
                  <a:pt x="755041" y="1227095"/>
                </a:lnTo>
                <a:lnTo>
                  <a:pt x="755176" y="1228384"/>
                </a:lnTo>
                <a:lnTo>
                  <a:pt x="755348" y="1229411"/>
                </a:lnTo>
                <a:lnTo>
                  <a:pt x="755393" y="1229587"/>
                </a:lnTo>
                <a:moveTo>
                  <a:pt x="755258" y="1230843"/>
                </a:moveTo>
                <a:lnTo>
                  <a:pt x="759502" y="1240873"/>
                </a:lnTo>
                <a:moveTo>
                  <a:pt x="767977" y="1252311"/>
                </a:moveTo>
                <a:lnTo>
                  <a:pt x="773869" y="1254750"/>
                </a:lnTo>
                <a:lnTo>
                  <a:pt x="784616" y="1257058"/>
                </a:lnTo>
                <a:lnTo>
                  <a:pt x="790099" y="1258032"/>
                </a:lnTo>
                <a:lnTo>
                  <a:pt x="793365" y="1258588"/>
                </a:lnTo>
                <a:moveTo>
                  <a:pt x="795092" y="1258998"/>
                </a:moveTo>
                <a:lnTo>
                  <a:pt x="798464" y="1260029"/>
                </a:lnTo>
                <a:lnTo>
                  <a:pt x="800395" y="1260831"/>
                </a:lnTo>
                <a:lnTo>
                  <a:pt x="801803" y="1261805"/>
                </a:lnTo>
                <a:moveTo>
                  <a:pt x="805167" y="1266306"/>
                </a:moveTo>
                <a:lnTo>
                  <a:pt x="807917" y="1271446"/>
                </a:lnTo>
                <a:moveTo>
                  <a:pt x="808752" y="1273231"/>
                </a:moveTo>
                <a:lnTo>
                  <a:pt x="820300" y="1301860"/>
                </a:lnTo>
                <a:moveTo>
                  <a:pt x="820398" y="1302089"/>
                </a:moveTo>
                <a:lnTo>
                  <a:pt x="823394" y="1309537"/>
                </a:lnTo>
                <a:lnTo>
                  <a:pt x="824867" y="1313040"/>
                </a:lnTo>
                <a:lnTo>
                  <a:pt x="826111" y="1315995"/>
                </a:lnTo>
                <a:lnTo>
                  <a:pt x="832708" y="1332339"/>
                </a:lnTo>
                <a:moveTo>
                  <a:pt x="832790" y="1332552"/>
                </a:moveTo>
                <a:lnTo>
                  <a:pt x="834476" y="1336939"/>
                </a:lnTo>
                <a:lnTo>
                  <a:pt x="836178" y="1341514"/>
                </a:lnTo>
                <a:lnTo>
                  <a:pt x="839280" y="1348929"/>
                </a:lnTo>
                <a:lnTo>
                  <a:pt x="840745" y="1354290"/>
                </a:lnTo>
                <a:moveTo>
                  <a:pt x="842652" y="1359949"/>
                </a:moveTo>
                <a:lnTo>
                  <a:pt x="873102" y="1435321"/>
                </a:lnTo>
                <a:moveTo>
                  <a:pt x="862630" y="1450114"/>
                </a:moveTo>
                <a:lnTo>
                  <a:pt x="858530" y="1453020"/>
                </a:lnTo>
                <a:lnTo>
                  <a:pt x="856206" y="1455655"/>
                </a:lnTo>
                <a:lnTo>
                  <a:pt x="853177" y="1459649"/>
                </a:lnTo>
                <a:lnTo>
                  <a:pt x="850656" y="1463177"/>
                </a:lnTo>
                <a:lnTo>
                  <a:pt x="843405" y="1474393"/>
                </a:lnTo>
                <a:moveTo>
                  <a:pt x="842623" y="1475932"/>
                </a:moveTo>
                <a:lnTo>
                  <a:pt x="837934" y="1485050"/>
                </a:lnTo>
                <a:moveTo>
                  <a:pt x="833624" y="1504459"/>
                </a:moveTo>
                <a:lnTo>
                  <a:pt x="833322" y="1506072"/>
                </a:lnTo>
                <a:lnTo>
                  <a:pt x="833027" y="1508208"/>
                </a:lnTo>
                <a:lnTo>
                  <a:pt x="832757" y="1510614"/>
                </a:lnTo>
                <a:lnTo>
                  <a:pt x="832601" y="1512611"/>
                </a:lnTo>
                <a:lnTo>
                  <a:pt x="832560" y="1514870"/>
                </a:lnTo>
                <a:lnTo>
                  <a:pt x="832601" y="1517513"/>
                </a:lnTo>
                <a:moveTo>
                  <a:pt x="832708" y="1519813"/>
                </a:moveTo>
                <a:lnTo>
                  <a:pt x="832757" y="1520493"/>
                </a:lnTo>
                <a:lnTo>
                  <a:pt x="833150" y="1523390"/>
                </a:lnTo>
                <a:lnTo>
                  <a:pt x="833706" y="1526492"/>
                </a:lnTo>
                <a:lnTo>
                  <a:pt x="834770" y="1531664"/>
                </a:lnTo>
                <a:lnTo>
                  <a:pt x="835949" y="1535855"/>
                </a:lnTo>
                <a:lnTo>
                  <a:pt x="836235" y="1537312"/>
                </a:lnTo>
                <a:moveTo>
                  <a:pt x="837782" y="1543679"/>
                </a:moveTo>
                <a:lnTo>
                  <a:pt x="846973" y="1583620"/>
                </a:lnTo>
                <a:lnTo>
                  <a:pt x="849846" y="1595356"/>
                </a:lnTo>
                <a:moveTo>
                  <a:pt x="851900" y="1603934"/>
                </a:moveTo>
                <a:lnTo>
                  <a:pt x="852146" y="1605014"/>
                </a:lnTo>
                <a:lnTo>
                  <a:pt x="853226" y="1609049"/>
                </a:lnTo>
                <a:lnTo>
                  <a:pt x="854520" y="1613289"/>
                </a:lnTo>
                <a:lnTo>
                  <a:pt x="857589" y="1622382"/>
                </a:lnTo>
                <a:lnTo>
                  <a:pt x="858735" y="1626122"/>
                </a:lnTo>
                <a:lnTo>
                  <a:pt x="858767" y="1626277"/>
                </a:lnTo>
                <a:moveTo>
                  <a:pt x="859676" y="1629314"/>
                </a:moveTo>
                <a:lnTo>
                  <a:pt x="858825" y="1632473"/>
                </a:lnTo>
                <a:lnTo>
                  <a:pt x="856557" y="1636451"/>
                </a:lnTo>
                <a:moveTo>
                  <a:pt x="853398" y="1637564"/>
                </a:moveTo>
                <a:lnTo>
                  <a:pt x="849879" y="1637441"/>
                </a:lnTo>
                <a:lnTo>
                  <a:pt x="848488" y="1637065"/>
                </a:lnTo>
                <a:moveTo>
                  <a:pt x="844330" y="1635395"/>
                </a:moveTo>
                <a:lnTo>
                  <a:pt x="813204" y="1612658"/>
                </a:lnTo>
                <a:moveTo>
                  <a:pt x="808293" y="1610776"/>
                </a:moveTo>
                <a:lnTo>
                  <a:pt x="806468" y="1609483"/>
                </a:lnTo>
                <a:lnTo>
                  <a:pt x="803874" y="1608607"/>
                </a:lnTo>
                <a:moveTo>
                  <a:pt x="797883" y="1606013"/>
                </a:moveTo>
                <a:lnTo>
                  <a:pt x="796704" y="1605538"/>
                </a:lnTo>
                <a:lnTo>
                  <a:pt x="795460" y="1605079"/>
                </a:lnTo>
                <a:lnTo>
                  <a:pt x="792931" y="1605030"/>
                </a:lnTo>
                <a:lnTo>
                  <a:pt x="790533" y="1605824"/>
                </a:lnTo>
                <a:lnTo>
                  <a:pt x="788536" y="1607371"/>
                </a:lnTo>
                <a:lnTo>
                  <a:pt x="787775" y="1608542"/>
                </a:lnTo>
                <a:lnTo>
                  <a:pt x="787169" y="1609491"/>
                </a:lnTo>
                <a:lnTo>
                  <a:pt x="787046" y="1610015"/>
                </a:lnTo>
                <a:lnTo>
                  <a:pt x="786588" y="1611938"/>
                </a:lnTo>
                <a:lnTo>
                  <a:pt x="786719" y="1613158"/>
                </a:lnTo>
                <a:lnTo>
                  <a:pt x="786858" y="1614443"/>
                </a:lnTo>
                <a:lnTo>
                  <a:pt x="787955" y="1616718"/>
                </a:lnTo>
                <a:lnTo>
                  <a:pt x="789559" y="1618314"/>
                </a:lnTo>
                <a:moveTo>
                  <a:pt x="792129" y="1623028"/>
                </a:moveTo>
                <a:lnTo>
                  <a:pt x="792219" y="1624272"/>
                </a:lnTo>
                <a:lnTo>
                  <a:pt x="792440" y="1627153"/>
                </a:lnTo>
                <a:lnTo>
                  <a:pt x="792800" y="1629829"/>
                </a:lnTo>
                <a:lnTo>
                  <a:pt x="793373" y="1638472"/>
                </a:lnTo>
                <a:lnTo>
                  <a:pt x="793340" y="1645085"/>
                </a:lnTo>
                <a:lnTo>
                  <a:pt x="793987" y="1651772"/>
                </a:lnTo>
                <a:lnTo>
                  <a:pt x="794904" y="1656871"/>
                </a:lnTo>
                <a:lnTo>
                  <a:pt x="796802" y="1661880"/>
                </a:lnTo>
                <a:lnTo>
                  <a:pt x="803039" y="1679125"/>
                </a:lnTo>
                <a:lnTo>
                  <a:pt x="812107" y="1706485"/>
                </a:lnTo>
                <a:lnTo>
                  <a:pt x="820685" y="1733052"/>
                </a:lnTo>
                <a:lnTo>
                  <a:pt x="828624" y="1755887"/>
                </a:lnTo>
                <a:moveTo>
                  <a:pt x="828689" y="1756043"/>
                </a:moveTo>
                <a:lnTo>
                  <a:pt x="837447" y="1773435"/>
                </a:lnTo>
                <a:lnTo>
                  <a:pt x="850640" y="1814054"/>
                </a:lnTo>
                <a:lnTo>
                  <a:pt x="852040" y="1827371"/>
                </a:lnTo>
                <a:lnTo>
                  <a:pt x="853439" y="1831831"/>
                </a:lnTo>
                <a:lnTo>
                  <a:pt x="857507" y="1842700"/>
                </a:lnTo>
                <a:lnTo>
                  <a:pt x="875382" y="1883696"/>
                </a:lnTo>
                <a:lnTo>
                  <a:pt x="876659" y="1892396"/>
                </a:lnTo>
                <a:lnTo>
                  <a:pt x="877272" y="1894222"/>
                </a:lnTo>
                <a:moveTo>
                  <a:pt x="878386" y="1897373"/>
                </a:moveTo>
                <a:lnTo>
                  <a:pt x="878426" y="1897528"/>
                </a:lnTo>
                <a:moveTo>
                  <a:pt x="880734" y="1903405"/>
                </a:moveTo>
                <a:lnTo>
                  <a:pt x="880808" y="1903552"/>
                </a:lnTo>
                <a:moveTo>
                  <a:pt x="882846" y="1906916"/>
                </a:moveTo>
                <a:lnTo>
                  <a:pt x="888272" y="1915231"/>
                </a:lnTo>
                <a:lnTo>
                  <a:pt x="898020" y="1938835"/>
                </a:lnTo>
                <a:lnTo>
                  <a:pt x="903086" y="1950998"/>
                </a:lnTo>
                <a:lnTo>
                  <a:pt x="913530" y="1975158"/>
                </a:lnTo>
                <a:lnTo>
                  <a:pt x="918252" y="1985299"/>
                </a:lnTo>
                <a:lnTo>
                  <a:pt x="922345" y="1994875"/>
                </a:lnTo>
                <a:lnTo>
                  <a:pt x="924276" y="2003395"/>
                </a:lnTo>
                <a:lnTo>
                  <a:pt x="924563" y="2004082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A1029DD8-7254-4550-8633-AC56777A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224817"/>
            <a:ext cx="580404" cy="295195"/>
          </a:xfrm>
          <a:custGeom xmlns:a="http://schemas.openxmlformats.org/drawingml/2006/main">
            <a:pathLst>
              <a:path w="580404" h="295195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33373" y="152485"/>
                </a:moveTo>
                <a:lnTo>
                  <a:pt x="239520" y="150448"/>
                </a:lnTo>
                <a:lnTo>
                  <a:pt x="247606" y="148925"/>
                </a:lnTo>
                <a:lnTo>
                  <a:pt x="255136" y="147845"/>
                </a:lnTo>
                <a:lnTo>
                  <a:pt x="264670" y="147354"/>
                </a:lnTo>
                <a:lnTo>
                  <a:pt x="278191" y="147509"/>
                </a:lnTo>
                <a:lnTo>
                  <a:pt x="291900" y="148205"/>
                </a:lnTo>
                <a:lnTo>
                  <a:pt x="297695" y="148434"/>
                </a:lnTo>
                <a:lnTo>
                  <a:pt x="303203" y="148221"/>
                </a:lnTo>
                <a:lnTo>
                  <a:pt x="306231" y="147763"/>
                </a:lnTo>
                <a:moveTo>
                  <a:pt x="311347" y="150562"/>
                </a:moveTo>
                <a:lnTo>
                  <a:pt x="312206" y="151773"/>
                </a:lnTo>
                <a:lnTo>
                  <a:pt x="316413" y="154270"/>
                </a:lnTo>
                <a:lnTo>
                  <a:pt x="318451" y="154818"/>
                </a:lnTo>
                <a:moveTo>
                  <a:pt x="325416" y="158157"/>
                </a:moveTo>
                <a:lnTo>
                  <a:pt x="340361" y="162683"/>
                </a:lnTo>
                <a:lnTo>
                  <a:pt x="340975" y="162626"/>
                </a:lnTo>
                <a:moveTo>
                  <a:pt x="344330" y="167144"/>
                </a:moveTo>
                <a:lnTo>
                  <a:pt x="335958" y="187605"/>
                </a:lnTo>
                <a:lnTo>
                  <a:pt x="328280" y="205177"/>
                </a:lnTo>
                <a:lnTo>
                  <a:pt x="346696" y="249668"/>
                </a:lnTo>
                <a:moveTo>
                  <a:pt x="353210" y="253621"/>
                </a:moveTo>
                <a:lnTo>
                  <a:pt x="364685" y="249529"/>
                </a:lnTo>
                <a:lnTo>
                  <a:pt x="394804" y="237432"/>
                </a:lnTo>
                <a:lnTo>
                  <a:pt x="430529" y="223584"/>
                </a:lnTo>
                <a:lnTo>
                  <a:pt x="433402" y="222479"/>
                </a:lnTo>
                <a:moveTo>
                  <a:pt x="443265" y="220409"/>
                </a:moveTo>
                <a:lnTo>
                  <a:pt x="485292" y="204015"/>
                </a:lnTo>
                <a:moveTo>
                  <a:pt x="489965" y="202509"/>
                </a:moveTo>
                <a:lnTo>
                  <a:pt x="490980" y="202255"/>
                </a:lnTo>
                <a:lnTo>
                  <a:pt x="540947" y="218248"/>
                </a:lnTo>
                <a:moveTo>
                  <a:pt x="549696" y="221023"/>
                </a:moveTo>
                <a:lnTo>
                  <a:pt x="562955" y="225205"/>
                </a:lnTo>
                <a:moveTo>
                  <a:pt x="566368" y="227807"/>
                </a:moveTo>
                <a:lnTo>
                  <a:pt x="580404" y="257337"/>
                </a:lnTo>
                <a:moveTo>
                  <a:pt x="579021" y="254456"/>
                </a:moveTo>
                <a:lnTo>
                  <a:pt x="579095" y="254604"/>
                </a:lnTo>
                <a:moveTo>
                  <a:pt x="579344" y="263275"/>
                </a:moveTo>
                <a:lnTo>
                  <a:pt x="577846" y="264658"/>
                </a:lnTo>
                <a:lnTo>
                  <a:pt x="573640" y="267195"/>
                </a:lnTo>
                <a:lnTo>
                  <a:pt x="570325" y="268931"/>
                </a:lnTo>
                <a:lnTo>
                  <a:pt x="561535" y="272695"/>
                </a:lnTo>
                <a:lnTo>
                  <a:pt x="512456" y="29519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BE4B49"/>
            </a:solidFill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05742DDF-4720-4B17-92EA-C859383E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054907"/>
            <a:ext cx="849944" cy="465105"/>
          </a:xfrm>
          <a:custGeom xmlns:a="http://schemas.openxmlformats.org/drawingml/2006/main">
            <a:pathLst>
              <a:path w="849944" h="465105">
                <a:moveTo>
                  <a:pt x="142861" y="169910"/>
                </a:moveTo>
                <a:lnTo>
                  <a:pt x="141084" y="170541"/>
                </a:lnTo>
                <a:lnTo>
                  <a:pt x="138171" y="171621"/>
                </a:lnTo>
                <a:lnTo>
                  <a:pt x="137123" y="172006"/>
                </a:lnTo>
                <a:lnTo>
                  <a:pt x="130125" y="174641"/>
                </a:lnTo>
                <a:lnTo>
                  <a:pt x="127302" y="175623"/>
                </a:lnTo>
                <a:lnTo>
                  <a:pt x="108052" y="182474"/>
                </a:lnTo>
                <a:lnTo>
                  <a:pt x="106980" y="182858"/>
                </a:lnTo>
                <a:lnTo>
                  <a:pt x="105343" y="183415"/>
                </a:lnTo>
                <a:lnTo>
                  <a:pt x="105024" y="183505"/>
                </a:lnTo>
                <a:lnTo>
                  <a:pt x="95448" y="186091"/>
                </a:lnTo>
                <a:lnTo>
                  <a:pt x="53322" y="201306"/>
                </a:lnTo>
                <a:lnTo>
                  <a:pt x="51800" y="201887"/>
                </a:lnTo>
                <a:lnTo>
                  <a:pt x="40153" y="206168"/>
                </a:lnTo>
                <a:lnTo>
                  <a:pt x="29751" y="210170"/>
                </a:lnTo>
                <a:lnTo>
                  <a:pt x="27713" y="210956"/>
                </a:lnTo>
                <a:lnTo>
                  <a:pt x="0" y="223838"/>
                </a:lnTo>
                <a:moveTo>
                  <a:pt x="1097" y="226212"/>
                </a:moveTo>
                <a:lnTo>
                  <a:pt x="28744" y="213362"/>
                </a:lnTo>
                <a:lnTo>
                  <a:pt x="30684" y="212609"/>
                </a:lnTo>
                <a:lnTo>
                  <a:pt x="41070" y="208623"/>
                </a:lnTo>
                <a:lnTo>
                  <a:pt x="52708" y="204343"/>
                </a:lnTo>
                <a:lnTo>
                  <a:pt x="54222" y="203761"/>
                </a:lnTo>
                <a:lnTo>
                  <a:pt x="96233" y="188596"/>
                </a:lnTo>
                <a:lnTo>
                  <a:pt x="105719" y="186026"/>
                </a:lnTo>
                <a:lnTo>
                  <a:pt x="106145" y="185911"/>
                </a:lnTo>
                <a:lnTo>
                  <a:pt x="107831" y="185330"/>
                </a:lnTo>
                <a:lnTo>
                  <a:pt x="108936" y="184945"/>
                </a:lnTo>
                <a:lnTo>
                  <a:pt x="128178" y="178095"/>
                </a:lnTo>
                <a:lnTo>
                  <a:pt x="131026" y="177096"/>
                </a:lnTo>
                <a:lnTo>
                  <a:pt x="138040" y="174461"/>
                </a:lnTo>
                <a:lnTo>
                  <a:pt x="139071" y="174076"/>
                </a:lnTo>
                <a:lnTo>
                  <a:pt x="141968" y="173012"/>
                </a:lnTo>
                <a:lnTo>
                  <a:pt x="143744" y="172374"/>
                </a:lnTo>
                <a:moveTo>
                  <a:pt x="155534" y="160277"/>
                </a:moveTo>
                <a:lnTo>
                  <a:pt x="144158" y="129909"/>
                </a:lnTo>
                <a:moveTo>
                  <a:pt x="148164" y="123643"/>
                </a:moveTo>
                <a:lnTo>
                  <a:pt x="149097" y="123340"/>
                </a:lnTo>
                <a:lnTo>
                  <a:pt x="157617" y="120476"/>
                </a:lnTo>
                <a:moveTo>
                  <a:pt x="166203" y="117996"/>
                </a:moveTo>
                <a:lnTo>
                  <a:pt x="172227" y="116515"/>
                </a:lnTo>
                <a:lnTo>
                  <a:pt x="320939" y="65370"/>
                </a:lnTo>
                <a:moveTo>
                  <a:pt x="326611" y="68054"/>
                </a:moveTo>
                <a:lnTo>
                  <a:pt x="328125" y="72384"/>
                </a:lnTo>
                <a:moveTo>
                  <a:pt x="328395" y="72793"/>
                </a:moveTo>
                <a:lnTo>
                  <a:pt x="330335" y="76722"/>
                </a:lnTo>
                <a:lnTo>
                  <a:pt x="331423" y="82500"/>
                </a:lnTo>
                <a:lnTo>
                  <a:pt x="335876" y="96192"/>
                </a:lnTo>
                <a:lnTo>
                  <a:pt x="343127" y="116703"/>
                </a:lnTo>
                <a:moveTo>
                  <a:pt x="346164" y="125354"/>
                </a:moveTo>
                <a:lnTo>
                  <a:pt x="353030" y="144988"/>
                </a:lnTo>
                <a:lnTo>
                  <a:pt x="355150" y="150284"/>
                </a:lnTo>
                <a:lnTo>
                  <a:pt x="355379" y="151225"/>
                </a:lnTo>
                <a:moveTo>
                  <a:pt x="374269" y="160015"/>
                </a:moveTo>
                <a:lnTo>
                  <a:pt x="416059" y="144587"/>
                </a:lnTo>
                <a:lnTo>
                  <a:pt x="417991" y="143834"/>
                </a:lnTo>
                <a:moveTo>
                  <a:pt x="429138" y="139611"/>
                </a:moveTo>
                <a:lnTo>
                  <a:pt x="477124" y="122015"/>
                </a:lnTo>
                <a:lnTo>
                  <a:pt x="530855" y="102118"/>
                </a:lnTo>
                <a:lnTo>
                  <a:pt x="536543" y="100015"/>
                </a:lnTo>
                <a:lnTo>
                  <a:pt x="539105" y="99114"/>
                </a:lnTo>
                <a:lnTo>
                  <a:pt x="541249" y="98361"/>
                </a:lnTo>
                <a:lnTo>
                  <a:pt x="542764" y="97780"/>
                </a:lnTo>
                <a:lnTo>
                  <a:pt x="545473" y="96741"/>
                </a:lnTo>
                <a:moveTo>
                  <a:pt x="553698" y="93614"/>
                </a:moveTo>
                <a:lnTo>
                  <a:pt x="554320" y="93418"/>
                </a:lnTo>
                <a:lnTo>
                  <a:pt x="558175" y="92108"/>
                </a:lnTo>
                <a:lnTo>
                  <a:pt x="636231" y="63274"/>
                </a:lnTo>
                <a:moveTo>
                  <a:pt x="647272" y="59207"/>
                </a:moveTo>
                <a:lnTo>
                  <a:pt x="747000" y="22466"/>
                </a:lnTo>
                <a:lnTo>
                  <a:pt x="751542" y="20748"/>
                </a:lnTo>
                <a:lnTo>
                  <a:pt x="754685" y="19422"/>
                </a:lnTo>
                <a:lnTo>
                  <a:pt x="758196" y="17793"/>
                </a:lnTo>
                <a:lnTo>
                  <a:pt x="764023" y="14577"/>
                </a:lnTo>
                <a:lnTo>
                  <a:pt x="774778" y="7014"/>
                </a:lnTo>
                <a:lnTo>
                  <a:pt x="780319" y="2635"/>
                </a:lnTo>
                <a:lnTo>
                  <a:pt x="780859" y="1956"/>
                </a:lnTo>
                <a:moveTo>
                  <a:pt x="787595" y="0"/>
                </a:moveTo>
                <a:lnTo>
                  <a:pt x="788045" y="172"/>
                </a:lnTo>
                <a:lnTo>
                  <a:pt x="794363" y="1743"/>
                </a:lnTo>
                <a:lnTo>
                  <a:pt x="816568" y="7628"/>
                </a:lnTo>
                <a:moveTo>
                  <a:pt x="827994" y="10321"/>
                </a:moveTo>
                <a:lnTo>
                  <a:pt x="828763" y="10476"/>
                </a:lnTo>
                <a:moveTo>
                  <a:pt x="832417" y="11327"/>
                </a:moveTo>
                <a:lnTo>
                  <a:pt x="836031" y="15927"/>
                </a:lnTo>
                <a:lnTo>
                  <a:pt x="844506" y="28208"/>
                </a:lnTo>
                <a:lnTo>
                  <a:pt x="846249" y="30626"/>
                </a:lnTo>
                <a:moveTo>
                  <a:pt x="849944" y="45768"/>
                </a:moveTo>
                <a:lnTo>
                  <a:pt x="846654" y="48902"/>
                </a:lnTo>
                <a:lnTo>
                  <a:pt x="841506" y="53821"/>
                </a:lnTo>
                <a:lnTo>
                  <a:pt x="826168" y="72916"/>
                </a:lnTo>
                <a:lnTo>
                  <a:pt x="809390" y="95333"/>
                </a:lnTo>
                <a:lnTo>
                  <a:pt x="795567" y="112537"/>
                </a:lnTo>
                <a:lnTo>
                  <a:pt x="776701" y="127629"/>
                </a:lnTo>
                <a:lnTo>
                  <a:pt x="773640" y="129487"/>
                </a:lnTo>
                <a:lnTo>
                  <a:pt x="758965" y="136550"/>
                </a:lnTo>
                <a:lnTo>
                  <a:pt x="745338" y="141387"/>
                </a:lnTo>
                <a:lnTo>
                  <a:pt x="729559" y="145643"/>
                </a:lnTo>
                <a:lnTo>
                  <a:pt x="690494" y="149948"/>
                </a:lnTo>
                <a:lnTo>
                  <a:pt x="674992" y="151569"/>
                </a:lnTo>
                <a:lnTo>
                  <a:pt x="648417" y="153852"/>
                </a:lnTo>
                <a:lnTo>
                  <a:pt x="635903" y="156578"/>
                </a:lnTo>
                <a:lnTo>
                  <a:pt x="625640" y="160277"/>
                </a:lnTo>
                <a:lnTo>
                  <a:pt x="618077" y="164271"/>
                </a:lnTo>
                <a:moveTo>
                  <a:pt x="612320" y="167111"/>
                </a:moveTo>
                <a:lnTo>
                  <a:pt x="595726" y="174739"/>
                </a:lnTo>
                <a:moveTo>
                  <a:pt x="592656" y="175959"/>
                </a:moveTo>
                <a:lnTo>
                  <a:pt x="584721" y="179822"/>
                </a:lnTo>
                <a:moveTo>
                  <a:pt x="581075" y="196829"/>
                </a:moveTo>
                <a:lnTo>
                  <a:pt x="589554" y="219328"/>
                </a:lnTo>
                <a:lnTo>
                  <a:pt x="597231" y="239716"/>
                </a:lnTo>
                <a:lnTo>
                  <a:pt x="600473" y="248310"/>
                </a:lnTo>
                <a:moveTo>
                  <a:pt x="604630" y="259342"/>
                </a:moveTo>
                <a:lnTo>
                  <a:pt x="607781" y="267740"/>
                </a:lnTo>
                <a:lnTo>
                  <a:pt x="612528" y="280401"/>
                </a:lnTo>
                <a:lnTo>
                  <a:pt x="620426" y="301051"/>
                </a:lnTo>
                <a:moveTo>
                  <a:pt x="623782" y="309432"/>
                </a:moveTo>
                <a:lnTo>
                  <a:pt x="629650" y="323435"/>
                </a:lnTo>
                <a:lnTo>
                  <a:pt x="638473" y="343692"/>
                </a:lnTo>
                <a:lnTo>
                  <a:pt x="642574" y="352507"/>
                </a:lnTo>
                <a:moveTo>
                  <a:pt x="647591" y="365512"/>
                </a:moveTo>
                <a:lnTo>
                  <a:pt x="648921" y="368299"/>
                </a:lnTo>
                <a:lnTo>
                  <a:pt x="649715" y="370009"/>
                </a:lnTo>
                <a:lnTo>
                  <a:pt x="650566" y="371851"/>
                </a:lnTo>
                <a:moveTo>
                  <a:pt x="646666" y="378779"/>
                </a:moveTo>
                <a:lnTo>
                  <a:pt x="646478" y="378869"/>
                </a:lnTo>
                <a:lnTo>
                  <a:pt x="641411" y="381848"/>
                </a:lnTo>
                <a:lnTo>
                  <a:pt x="632973" y="386824"/>
                </a:lnTo>
                <a:moveTo>
                  <a:pt x="626147" y="385908"/>
                </a:moveTo>
                <a:lnTo>
                  <a:pt x="607699" y="394297"/>
                </a:lnTo>
                <a:lnTo>
                  <a:pt x="599769" y="398504"/>
                </a:lnTo>
                <a:lnTo>
                  <a:pt x="593581" y="405207"/>
                </a:lnTo>
                <a:lnTo>
                  <a:pt x="586231" y="417352"/>
                </a:lnTo>
                <a:lnTo>
                  <a:pt x="584382" y="422681"/>
                </a:lnTo>
                <a:moveTo>
                  <a:pt x="579344" y="433185"/>
                </a:moveTo>
                <a:lnTo>
                  <a:pt x="577846" y="434569"/>
                </a:lnTo>
                <a:lnTo>
                  <a:pt x="573640" y="437106"/>
                </a:lnTo>
                <a:lnTo>
                  <a:pt x="570325" y="438841"/>
                </a:lnTo>
                <a:lnTo>
                  <a:pt x="561535" y="442606"/>
                </a:lnTo>
                <a:lnTo>
                  <a:pt x="512456" y="4651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275D48AE-59CB-47AB-864F-12631F5F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84768" cy="1058834"/>
          </a:xfrm>
          <a:custGeom xmlns:a="http://schemas.openxmlformats.org/drawingml/2006/main">
            <a:pathLst>
              <a:path w="84768" h="1058834">
                <a:moveTo>
                  <a:pt x="0" y="0"/>
                </a:moveTo>
                <a:lnTo>
                  <a:pt x="1884" y="23530"/>
                </a:lnTo>
                <a:moveTo>
                  <a:pt x="3767" y="47059"/>
                </a:moveTo>
                <a:lnTo>
                  <a:pt x="5651" y="70589"/>
                </a:lnTo>
                <a:moveTo>
                  <a:pt x="7535" y="94119"/>
                </a:moveTo>
                <a:lnTo>
                  <a:pt x="9419" y="117648"/>
                </a:lnTo>
                <a:moveTo>
                  <a:pt x="11302" y="141178"/>
                </a:moveTo>
                <a:lnTo>
                  <a:pt x="13186" y="164708"/>
                </a:lnTo>
                <a:moveTo>
                  <a:pt x="15070" y="188237"/>
                </a:moveTo>
                <a:lnTo>
                  <a:pt x="16954" y="211767"/>
                </a:lnTo>
                <a:moveTo>
                  <a:pt x="18837" y="235296"/>
                </a:moveTo>
                <a:lnTo>
                  <a:pt x="20721" y="258826"/>
                </a:lnTo>
                <a:moveTo>
                  <a:pt x="22605" y="282356"/>
                </a:moveTo>
                <a:lnTo>
                  <a:pt x="24488" y="305885"/>
                </a:lnTo>
                <a:moveTo>
                  <a:pt x="26372" y="329415"/>
                </a:moveTo>
                <a:lnTo>
                  <a:pt x="28256" y="352945"/>
                </a:lnTo>
                <a:moveTo>
                  <a:pt x="30140" y="376474"/>
                </a:moveTo>
                <a:lnTo>
                  <a:pt x="32023" y="400004"/>
                </a:lnTo>
                <a:moveTo>
                  <a:pt x="33907" y="423534"/>
                </a:moveTo>
                <a:lnTo>
                  <a:pt x="35791" y="447063"/>
                </a:lnTo>
                <a:moveTo>
                  <a:pt x="37675" y="470593"/>
                </a:moveTo>
                <a:lnTo>
                  <a:pt x="39558" y="494123"/>
                </a:lnTo>
                <a:moveTo>
                  <a:pt x="41442" y="517652"/>
                </a:moveTo>
                <a:lnTo>
                  <a:pt x="43326" y="541182"/>
                </a:lnTo>
                <a:moveTo>
                  <a:pt x="45209" y="564712"/>
                </a:moveTo>
                <a:lnTo>
                  <a:pt x="47093" y="588241"/>
                </a:lnTo>
                <a:moveTo>
                  <a:pt x="48977" y="611771"/>
                </a:moveTo>
                <a:lnTo>
                  <a:pt x="50861" y="635301"/>
                </a:lnTo>
                <a:moveTo>
                  <a:pt x="52744" y="658830"/>
                </a:moveTo>
                <a:lnTo>
                  <a:pt x="54628" y="682360"/>
                </a:lnTo>
                <a:moveTo>
                  <a:pt x="56512" y="705889"/>
                </a:moveTo>
                <a:lnTo>
                  <a:pt x="58396" y="729419"/>
                </a:lnTo>
                <a:moveTo>
                  <a:pt x="60279" y="752949"/>
                </a:moveTo>
                <a:lnTo>
                  <a:pt x="62163" y="776478"/>
                </a:lnTo>
                <a:moveTo>
                  <a:pt x="64047" y="800008"/>
                </a:moveTo>
                <a:lnTo>
                  <a:pt x="65930" y="823538"/>
                </a:lnTo>
                <a:moveTo>
                  <a:pt x="67814" y="847067"/>
                </a:moveTo>
                <a:lnTo>
                  <a:pt x="69698" y="870597"/>
                </a:lnTo>
                <a:moveTo>
                  <a:pt x="71582" y="894127"/>
                </a:moveTo>
                <a:lnTo>
                  <a:pt x="73465" y="917656"/>
                </a:lnTo>
                <a:moveTo>
                  <a:pt x="75349" y="941186"/>
                </a:moveTo>
                <a:lnTo>
                  <a:pt x="77233" y="964716"/>
                </a:lnTo>
                <a:moveTo>
                  <a:pt x="79117" y="988245"/>
                </a:moveTo>
                <a:lnTo>
                  <a:pt x="81000" y="1011775"/>
                </a:lnTo>
                <a:moveTo>
                  <a:pt x="82884" y="1035305"/>
                </a:moveTo>
                <a:lnTo>
                  <a:pt x="84768" y="105883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C9A9BF62-84C1-46DA-9582-0176DC81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483897" cy="247094"/>
          </a:xfrm>
          <a:custGeom xmlns:a="http://schemas.openxmlformats.org/drawingml/2006/main">
            <a:pathLst>
              <a:path w="483897" h="247094">
                <a:moveTo>
                  <a:pt x="0" y="0"/>
                </a:moveTo>
                <a:lnTo>
                  <a:pt x="10753" y="5491"/>
                </a:lnTo>
                <a:moveTo>
                  <a:pt x="21507" y="10982"/>
                </a:moveTo>
                <a:lnTo>
                  <a:pt x="32260" y="16473"/>
                </a:lnTo>
                <a:moveTo>
                  <a:pt x="43013" y="21964"/>
                </a:moveTo>
                <a:lnTo>
                  <a:pt x="53766" y="27455"/>
                </a:lnTo>
                <a:moveTo>
                  <a:pt x="64520" y="32946"/>
                </a:moveTo>
                <a:lnTo>
                  <a:pt x="75273" y="38437"/>
                </a:lnTo>
                <a:moveTo>
                  <a:pt x="86026" y="43928"/>
                </a:moveTo>
                <a:lnTo>
                  <a:pt x="96779" y="49419"/>
                </a:lnTo>
                <a:moveTo>
                  <a:pt x="107533" y="54910"/>
                </a:moveTo>
                <a:lnTo>
                  <a:pt x="118286" y="60401"/>
                </a:lnTo>
                <a:moveTo>
                  <a:pt x="129039" y="65892"/>
                </a:moveTo>
                <a:lnTo>
                  <a:pt x="139792" y="71383"/>
                </a:lnTo>
                <a:moveTo>
                  <a:pt x="150546" y="76874"/>
                </a:moveTo>
                <a:lnTo>
                  <a:pt x="161299" y="82365"/>
                </a:lnTo>
                <a:moveTo>
                  <a:pt x="172052" y="87856"/>
                </a:moveTo>
                <a:lnTo>
                  <a:pt x="182805" y="93347"/>
                </a:lnTo>
                <a:moveTo>
                  <a:pt x="193559" y="98838"/>
                </a:moveTo>
                <a:lnTo>
                  <a:pt x="204312" y="104329"/>
                </a:lnTo>
                <a:moveTo>
                  <a:pt x="215065" y="109820"/>
                </a:moveTo>
                <a:lnTo>
                  <a:pt x="225818" y="115311"/>
                </a:lnTo>
                <a:moveTo>
                  <a:pt x="236572" y="120802"/>
                </a:moveTo>
                <a:lnTo>
                  <a:pt x="247325" y="126293"/>
                </a:lnTo>
                <a:moveTo>
                  <a:pt x="258078" y="131784"/>
                </a:moveTo>
                <a:lnTo>
                  <a:pt x="268831" y="137275"/>
                </a:lnTo>
                <a:moveTo>
                  <a:pt x="279585" y="142766"/>
                </a:moveTo>
                <a:lnTo>
                  <a:pt x="290338" y="148257"/>
                </a:lnTo>
                <a:moveTo>
                  <a:pt x="301091" y="153748"/>
                </a:moveTo>
                <a:lnTo>
                  <a:pt x="311844" y="159239"/>
                </a:lnTo>
                <a:moveTo>
                  <a:pt x="322598" y="164730"/>
                </a:moveTo>
                <a:lnTo>
                  <a:pt x="333351" y="170220"/>
                </a:lnTo>
                <a:moveTo>
                  <a:pt x="344104" y="175711"/>
                </a:moveTo>
                <a:lnTo>
                  <a:pt x="354857" y="181202"/>
                </a:lnTo>
                <a:moveTo>
                  <a:pt x="365611" y="186693"/>
                </a:moveTo>
                <a:lnTo>
                  <a:pt x="376364" y="192184"/>
                </a:lnTo>
                <a:moveTo>
                  <a:pt x="387117" y="197675"/>
                </a:moveTo>
                <a:lnTo>
                  <a:pt x="397870" y="203166"/>
                </a:lnTo>
                <a:moveTo>
                  <a:pt x="408624" y="208657"/>
                </a:moveTo>
                <a:lnTo>
                  <a:pt x="419377" y="214148"/>
                </a:lnTo>
                <a:moveTo>
                  <a:pt x="430130" y="219639"/>
                </a:moveTo>
                <a:lnTo>
                  <a:pt x="440884" y="225130"/>
                </a:lnTo>
                <a:moveTo>
                  <a:pt x="451637" y="230621"/>
                </a:moveTo>
                <a:lnTo>
                  <a:pt x="462390" y="236112"/>
                </a:lnTo>
                <a:moveTo>
                  <a:pt x="473143" y="241603"/>
                </a:moveTo>
                <a:lnTo>
                  <a:pt x="483897" y="24709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414D1BA3-97CE-4F6A-80EB-EA86F856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703" y="3702893"/>
            <a:ext cx="808095" cy="431757"/>
          </a:xfrm>
          <a:custGeom xmlns:a="http://schemas.openxmlformats.org/drawingml/2006/main">
            <a:pathLst>
              <a:path w="808095" h="431757">
                <a:moveTo>
                  <a:pt x="0" y="0"/>
                </a:moveTo>
                <a:lnTo>
                  <a:pt x="17958" y="9595"/>
                </a:lnTo>
                <a:moveTo>
                  <a:pt x="35915" y="19189"/>
                </a:moveTo>
                <a:lnTo>
                  <a:pt x="53873" y="28784"/>
                </a:lnTo>
                <a:moveTo>
                  <a:pt x="71831" y="38378"/>
                </a:moveTo>
                <a:lnTo>
                  <a:pt x="89788" y="47973"/>
                </a:lnTo>
                <a:moveTo>
                  <a:pt x="107746" y="57568"/>
                </a:moveTo>
                <a:lnTo>
                  <a:pt x="125704" y="67162"/>
                </a:lnTo>
                <a:moveTo>
                  <a:pt x="143661" y="76757"/>
                </a:moveTo>
                <a:lnTo>
                  <a:pt x="161619" y="86351"/>
                </a:lnTo>
                <a:moveTo>
                  <a:pt x="179577" y="95946"/>
                </a:moveTo>
                <a:lnTo>
                  <a:pt x="197534" y="105541"/>
                </a:lnTo>
                <a:moveTo>
                  <a:pt x="215492" y="115135"/>
                </a:moveTo>
                <a:lnTo>
                  <a:pt x="233450" y="124730"/>
                </a:lnTo>
                <a:moveTo>
                  <a:pt x="251407" y="134324"/>
                </a:moveTo>
                <a:lnTo>
                  <a:pt x="269365" y="143919"/>
                </a:lnTo>
                <a:moveTo>
                  <a:pt x="287323" y="153514"/>
                </a:moveTo>
                <a:lnTo>
                  <a:pt x="305280" y="163108"/>
                </a:lnTo>
                <a:moveTo>
                  <a:pt x="323238" y="172703"/>
                </a:moveTo>
                <a:lnTo>
                  <a:pt x="341196" y="182297"/>
                </a:lnTo>
                <a:moveTo>
                  <a:pt x="359154" y="191892"/>
                </a:moveTo>
                <a:lnTo>
                  <a:pt x="377111" y="201487"/>
                </a:lnTo>
                <a:moveTo>
                  <a:pt x="395069" y="211081"/>
                </a:moveTo>
                <a:lnTo>
                  <a:pt x="413027" y="220676"/>
                </a:lnTo>
                <a:moveTo>
                  <a:pt x="430984" y="230270"/>
                </a:moveTo>
                <a:lnTo>
                  <a:pt x="448942" y="239865"/>
                </a:lnTo>
                <a:moveTo>
                  <a:pt x="466900" y="249460"/>
                </a:moveTo>
                <a:lnTo>
                  <a:pt x="484857" y="259054"/>
                </a:lnTo>
                <a:moveTo>
                  <a:pt x="502815" y="268649"/>
                </a:moveTo>
                <a:lnTo>
                  <a:pt x="520773" y="278243"/>
                </a:lnTo>
                <a:moveTo>
                  <a:pt x="538730" y="287838"/>
                </a:moveTo>
                <a:lnTo>
                  <a:pt x="556688" y="297433"/>
                </a:lnTo>
                <a:moveTo>
                  <a:pt x="574646" y="307027"/>
                </a:moveTo>
                <a:lnTo>
                  <a:pt x="592603" y="316622"/>
                </a:lnTo>
                <a:moveTo>
                  <a:pt x="610561" y="326217"/>
                </a:moveTo>
                <a:lnTo>
                  <a:pt x="628519" y="335811"/>
                </a:lnTo>
                <a:moveTo>
                  <a:pt x="646476" y="345406"/>
                </a:moveTo>
                <a:lnTo>
                  <a:pt x="664434" y="355000"/>
                </a:lnTo>
                <a:moveTo>
                  <a:pt x="682392" y="364595"/>
                </a:moveTo>
                <a:lnTo>
                  <a:pt x="700349" y="374190"/>
                </a:lnTo>
                <a:moveTo>
                  <a:pt x="718307" y="383784"/>
                </a:moveTo>
                <a:lnTo>
                  <a:pt x="736265" y="393379"/>
                </a:lnTo>
                <a:moveTo>
                  <a:pt x="754222" y="402973"/>
                </a:moveTo>
                <a:lnTo>
                  <a:pt x="772180" y="412568"/>
                </a:lnTo>
                <a:moveTo>
                  <a:pt x="790138" y="422163"/>
                </a:moveTo>
                <a:lnTo>
                  <a:pt x="808095" y="43175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4C99FEE0-84EF-4B77-929B-6FA425F9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483897" cy="247094"/>
          </a:xfrm>
          <a:custGeom xmlns:a="http://schemas.openxmlformats.org/drawingml/2006/main">
            <a:pathLst>
              <a:path w="483897" h="247094">
                <a:moveTo>
                  <a:pt x="483897" y="2470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5FF1C8F6-B758-4E57-88C6-1A9199D0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396" y="220289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3714F363-61B2-4BF2-BFFF-8AA210EA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571" y="2012398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3A833C5A-1AA2-4FE8-BFB3-28E7C20A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292" y="244999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2D899740-2C61-49F4-9F7D-3959B061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592" y="251666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54753831-5AEB-4442-BF2A-36BA699B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41" y="2288999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74EA2AA7-4B93-4878-A708-0C70C80D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66" y="2098499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0193E0F3-9F5A-494A-9BF7-05CD2563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164" y="3261732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7A67"/>
            </a:solidFill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F9160369-A121-4714-ADDE-F72483E7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939" y="3185532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E88E8AC7-E78B-497E-81E8-8885FEFE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603" y="366479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7A36704-03BA-4376-9416-495D7481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378" y="358859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FA2A7883-DB27-47F3-81A4-2E0742F4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698" y="4096551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E648FB9E-FC15-4F02-AB4A-50AA1007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473" y="4020351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31C4472F-A30B-4D06-B606-B119CE31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457" y="2405604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A0BEAC4B-64C7-4A24-BC9C-CF49F5BC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32" y="2329404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7F6E3AEA-5509-466E-9673-5F499F83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FA4715A3-C7AB-43B2-8797-236626B4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1AE17337-C1D5-443E-9048-53E82DC3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Water-barrier urban network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D1C4B815-506D-4F9A-A999-88A01753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Edmonton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051C1F73-A692-4483-850A-0B6BE0D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834" y="2058230"/>
            <a:ext cx="204240" cy="64093"/>
          </a:xfrm>
          <a:custGeom xmlns:a="http://schemas.openxmlformats.org/drawingml/2006/main">
            <a:pathLst>
              <a:path w="204240" h="64093">
                <a:moveTo>
                  <a:pt x="4356" y="35161"/>
                </a:moveTo>
                <a:lnTo>
                  <a:pt x="9078" y="33463"/>
                </a:lnTo>
                <a:lnTo>
                  <a:pt x="17000" y="33734"/>
                </a:lnTo>
                <a:lnTo>
                  <a:pt x="37444" y="36292"/>
                </a:lnTo>
                <a:lnTo>
                  <a:pt x="52868" y="35425"/>
                </a:lnTo>
                <a:lnTo>
                  <a:pt x="65544" y="33070"/>
                </a:lnTo>
                <a:lnTo>
                  <a:pt x="73147" y="29138"/>
                </a:lnTo>
                <a:lnTo>
                  <a:pt x="79906" y="22388"/>
                </a:lnTo>
                <a:lnTo>
                  <a:pt x="85207" y="17447"/>
                </a:lnTo>
                <a:lnTo>
                  <a:pt x="99941" y="9575"/>
                </a:lnTo>
                <a:lnTo>
                  <a:pt x="114579" y="4489"/>
                </a:lnTo>
                <a:lnTo>
                  <a:pt x="124958" y="1116"/>
                </a:lnTo>
                <a:lnTo>
                  <a:pt x="136609" y="1514"/>
                </a:lnTo>
                <a:lnTo>
                  <a:pt x="146425" y="920"/>
                </a:lnTo>
                <a:lnTo>
                  <a:pt x="156650" y="2199"/>
                </a:lnTo>
                <a:lnTo>
                  <a:pt x="170694" y="820"/>
                </a:lnTo>
                <a:lnTo>
                  <a:pt x="177247" y="114"/>
                </a:lnTo>
                <a:lnTo>
                  <a:pt x="187519" y="0"/>
                </a:lnTo>
                <a:lnTo>
                  <a:pt x="193080" y="1120"/>
                </a:lnTo>
                <a:lnTo>
                  <a:pt x="196725" y="3568"/>
                </a:lnTo>
                <a:lnTo>
                  <a:pt x="201952" y="14455"/>
                </a:lnTo>
                <a:lnTo>
                  <a:pt x="202632" y="21924"/>
                </a:lnTo>
                <a:lnTo>
                  <a:pt x="203418" y="26143"/>
                </a:lnTo>
                <a:lnTo>
                  <a:pt x="204240" y="29425"/>
                </a:lnTo>
                <a:lnTo>
                  <a:pt x="196627" y="33822"/>
                </a:lnTo>
                <a:lnTo>
                  <a:pt x="184832" y="37611"/>
                </a:lnTo>
                <a:lnTo>
                  <a:pt x="172570" y="41375"/>
                </a:lnTo>
                <a:lnTo>
                  <a:pt x="164028" y="45741"/>
                </a:lnTo>
                <a:lnTo>
                  <a:pt x="149437" y="49434"/>
                </a:lnTo>
                <a:lnTo>
                  <a:pt x="134830" y="53592"/>
                </a:lnTo>
                <a:lnTo>
                  <a:pt x="123597" y="54603"/>
                </a:lnTo>
                <a:lnTo>
                  <a:pt x="112365" y="55613"/>
                </a:lnTo>
                <a:lnTo>
                  <a:pt x="95943" y="58315"/>
                </a:lnTo>
                <a:lnTo>
                  <a:pt x="83713" y="61150"/>
                </a:lnTo>
                <a:lnTo>
                  <a:pt x="70570" y="63490"/>
                </a:lnTo>
                <a:lnTo>
                  <a:pt x="60754" y="64093"/>
                </a:lnTo>
                <a:lnTo>
                  <a:pt x="47367" y="59908"/>
                </a:lnTo>
                <a:lnTo>
                  <a:pt x="33608" y="52921"/>
                </a:lnTo>
                <a:lnTo>
                  <a:pt x="21150" y="48768"/>
                </a:lnTo>
                <a:lnTo>
                  <a:pt x="7327" y="43647"/>
                </a:lnTo>
                <a:lnTo>
                  <a:pt x="403" y="41542"/>
                </a:lnTo>
                <a:lnTo>
                  <a:pt x="0" y="39669"/>
                </a:lnTo>
                <a:lnTo>
                  <a:pt x="4356" y="351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BE4549CB-E580-4A5A-8119-C2A044EE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892" y="2596850"/>
            <a:ext cx="62272" cy="34079"/>
          </a:xfrm>
          <a:custGeom xmlns:a="http://schemas.openxmlformats.org/drawingml/2006/main">
            <a:pathLst>
              <a:path w="62272" h="34079">
                <a:moveTo>
                  <a:pt x="2972" y="24680"/>
                </a:moveTo>
                <a:lnTo>
                  <a:pt x="7726" y="22054"/>
                </a:lnTo>
                <a:lnTo>
                  <a:pt x="10188" y="18411"/>
                </a:lnTo>
                <a:lnTo>
                  <a:pt x="20711" y="10860"/>
                </a:lnTo>
                <a:lnTo>
                  <a:pt x="34030" y="3404"/>
                </a:lnTo>
                <a:lnTo>
                  <a:pt x="43481" y="0"/>
                </a:lnTo>
                <a:lnTo>
                  <a:pt x="50921" y="719"/>
                </a:lnTo>
                <a:lnTo>
                  <a:pt x="57767" y="5145"/>
                </a:lnTo>
                <a:lnTo>
                  <a:pt x="62272" y="9956"/>
                </a:lnTo>
                <a:lnTo>
                  <a:pt x="61647" y="14583"/>
                </a:lnTo>
                <a:lnTo>
                  <a:pt x="56361" y="19059"/>
                </a:lnTo>
                <a:lnTo>
                  <a:pt x="40288" y="25026"/>
                </a:lnTo>
                <a:lnTo>
                  <a:pt x="26151" y="29200"/>
                </a:lnTo>
                <a:lnTo>
                  <a:pt x="12534" y="31532"/>
                </a:lnTo>
                <a:lnTo>
                  <a:pt x="5450" y="34079"/>
                </a:lnTo>
                <a:lnTo>
                  <a:pt x="1274" y="33471"/>
                </a:lnTo>
                <a:lnTo>
                  <a:pt x="0" y="29700"/>
                </a:lnTo>
                <a:lnTo>
                  <a:pt x="2972" y="246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38D92AD-97A3-4B20-86DA-F33367B0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341" y="2189840"/>
            <a:ext cx="62075" cy="133577"/>
          </a:xfrm>
          <a:custGeom xmlns:a="http://schemas.openxmlformats.org/drawingml/2006/main">
            <a:pathLst>
              <a:path w="62075" h="133577">
                <a:moveTo>
                  <a:pt x="132" y="116549"/>
                </a:moveTo>
                <a:lnTo>
                  <a:pt x="626" y="115618"/>
                </a:lnTo>
                <a:lnTo>
                  <a:pt x="734" y="114337"/>
                </a:lnTo>
                <a:lnTo>
                  <a:pt x="978" y="111183"/>
                </a:lnTo>
                <a:lnTo>
                  <a:pt x="1133" y="108545"/>
                </a:lnTo>
                <a:lnTo>
                  <a:pt x="1124" y="107041"/>
                </a:lnTo>
                <a:lnTo>
                  <a:pt x="2301" y="105842"/>
                </a:lnTo>
                <a:lnTo>
                  <a:pt x="3699" y="104869"/>
                </a:lnTo>
                <a:lnTo>
                  <a:pt x="4299" y="104023"/>
                </a:lnTo>
                <a:lnTo>
                  <a:pt x="4785" y="102846"/>
                </a:lnTo>
                <a:lnTo>
                  <a:pt x="5376" y="100953"/>
                </a:lnTo>
                <a:lnTo>
                  <a:pt x="5841" y="98635"/>
                </a:lnTo>
                <a:lnTo>
                  <a:pt x="5867" y="96932"/>
                </a:lnTo>
                <a:lnTo>
                  <a:pt x="5733" y="96062"/>
                </a:lnTo>
                <a:lnTo>
                  <a:pt x="6840" y="95334"/>
                </a:lnTo>
                <a:lnTo>
                  <a:pt x="8592" y="92896"/>
                </a:lnTo>
                <a:lnTo>
                  <a:pt x="11425" y="88418"/>
                </a:lnTo>
                <a:lnTo>
                  <a:pt x="12467" y="85437"/>
                </a:lnTo>
                <a:lnTo>
                  <a:pt x="14221" y="81824"/>
                </a:lnTo>
                <a:lnTo>
                  <a:pt x="14211" y="79545"/>
                </a:lnTo>
                <a:lnTo>
                  <a:pt x="18189" y="67305"/>
                </a:lnTo>
                <a:lnTo>
                  <a:pt x="17028" y="66135"/>
                </a:lnTo>
                <a:lnTo>
                  <a:pt x="18021" y="54859"/>
                </a:lnTo>
                <a:lnTo>
                  <a:pt x="15700" y="40818"/>
                </a:lnTo>
                <a:lnTo>
                  <a:pt x="15740" y="25928"/>
                </a:lnTo>
                <a:lnTo>
                  <a:pt x="18450" y="14847"/>
                </a:lnTo>
                <a:lnTo>
                  <a:pt x="19214" y="12677"/>
                </a:lnTo>
                <a:lnTo>
                  <a:pt x="20409" y="10321"/>
                </a:lnTo>
                <a:lnTo>
                  <a:pt x="21276" y="8628"/>
                </a:lnTo>
                <a:lnTo>
                  <a:pt x="23167" y="7052"/>
                </a:lnTo>
                <a:lnTo>
                  <a:pt x="24637" y="5388"/>
                </a:lnTo>
                <a:lnTo>
                  <a:pt x="27068" y="2327"/>
                </a:lnTo>
                <a:lnTo>
                  <a:pt x="28036" y="1066"/>
                </a:lnTo>
                <a:lnTo>
                  <a:pt x="29422" y="576"/>
                </a:lnTo>
                <a:lnTo>
                  <a:pt x="30768" y="157"/>
                </a:lnTo>
                <a:lnTo>
                  <a:pt x="32219" y="24"/>
                </a:lnTo>
                <a:lnTo>
                  <a:pt x="33660" y="0"/>
                </a:lnTo>
                <a:lnTo>
                  <a:pt x="35108" y="104"/>
                </a:lnTo>
                <a:lnTo>
                  <a:pt x="36597" y="446"/>
                </a:lnTo>
                <a:lnTo>
                  <a:pt x="37793" y="925"/>
                </a:lnTo>
                <a:lnTo>
                  <a:pt x="38811" y="1515"/>
                </a:lnTo>
                <a:lnTo>
                  <a:pt x="40089" y="2616"/>
                </a:lnTo>
                <a:lnTo>
                  <a:pt x="41312" y="2758"/>
                </a:lnTo>
                <a:lnTo>
                  <a:pt x="42207" y="2360"/>
                </a:lnTo>
                <a:lnTo>
                  <a:pt x="42416" y="3087"/>
                </a:lnTo>
                <a:lnTo>
                  <a:pt x="42330" y="3850"/>
                </a:lnTo>
                <a:lnTo>
                  <a:pt x="42201" y="4903"/>
                </a:lnTo>
                <a:lnTo>
                  <a:pt x="42173" y="5904"/>
                </a:lnTo>
                <a:lnTo>
                  <a:pt x="43506" y="7626"/>
                </a:lnTo>
                <a:lnTo>
                  <a:pt x="44533" y="8099"/>
                </a:lnTo>
                <a:lnTo>
                  <a:pt x="45663" y="8611"/>
                </a:lnTo>
                <a:lnTo>
                  <a:pt x="46551" y="10309"/>
                </a:lnTo>
                <a:lnTo>
                  <a:pt x="47404" y="11605"/>
                </a:lnTo>
                <a:lnTo>
                  <a:pt x="47738" y="12309"/>
                </a:lnTo>
                <a:lnTo>
                  <a:pt x="47904" y="13208"/>
                </a:lnTo>
                <a:lnTo>
                  <a:pt x="48536" y="21924"/>
                </a:lnTo>
                <a:lnTo>
                  <a:pt x="48108" y="34477"/>
                </a:lnTo>
                <a:lnTo>
                  <a:pt x="49559" y="46629"/>
                </a:lnTo>
                <a:lnTo>
                  <a:pt x="49551" y="60590"/>
                </a:lnTo>
                <a:lnTo>
                  <a:pt x="53431" y="70037"/>
                </a:lnTo>
                <a:lnTo>
                  <a:pt x="58013" y="80573"/>
                </a:lnTo>
                <a:lnTo>
                  <a:pt x="58915" y="86974"/>
                </a:lnTo>
                <a:lnTo>
                  <a:pt x="60513" y="94948"/>
                </a:lnTo>
                <a:lnTo>
                  <a:pt x="62075" y="103842"/>
                </a:lnTo>
                <a:lnTo>
                  <a:pt x="58375" y="114479"/>
                </a:lnTo>
                <a:lnTo>
                  <a:pt x="57082" y="117642"/>
                </a:lnTo>
                <a:lnTo>
                  <a:pt x="55334" y="119798"/>
                </a:lnTo>
                <a:lnTo>
                  <a:pt x="53931" y="121244"/>
                </a:lnTo>
                <a:lnTo>
                  <a:pt x="53247" y="122032"/>
                </a:lnTo>
                <a:lnTo>
                  <a:pt x="52163" y="123034"/>
                </a:lnTo>
                <a:lnTo>
                  <a:pt x="50975" y="124087"/>
                </a:lnTo>
                <a:lnTo>
                  <a:pt x="48650" y="125958"/>
                </a:lnTo>
                <a:lnTo>
                  <a:pt x="46751" y="127434"/>
                </a:lnTo>
                <a:lnTo>
                  <a:pt x="44008" y="129136"/>
                </a:lnTo>
                <a:lnTo>
                  <a:pt x="42439" y="130185"/>
                </a:lnTo>
                <a:lnTo>
                  <a:pt x="40974" y="130892"/>
                </a:lnTo>
                <a:lnTo>
                  <a:pt x="38822" y="131511"/>
                </a:lnTo>
                <a:lnTo>
                  <a:pt x="35939" y="132369"/>
                </a:lnTo>
                <a:lnTo>
                  <a:pt x="32725" y="133035"/>
                </a:lnTo>
                <a:lnTo>
                  <a:pt x="29928" y="133450"/>
                </a:lnTo>
                <a:lnTo>
                  <a:pt x="27515" y="133577"/>
                </a:lnTo>
                <a:lnTo>
                  <a:pt x="25136" y="133523"/>
                </a:lnTo>
                <a:lnTo>
                  <a:pt x="20262" y="132172"/>
                </a:lnTo>
                <a:lnTo>
                  <a:pt x="13035" y="128572"/>
                </a:lnTo>
                <a:lnTo>
                  <a:pt x="9654" y="128393"/>
                </a:lnTo>
                <a:lnTo>
                  <a:pt x="8067" y="128230"/>
                </a:lnTo>
                <a:lnTo>
                  <a:pt x="6301" y="127568"/>
                </a:lnTo>
                <a:lnTo>
                  <a:pt x="4901" y="126536"/>
                </a:lnTo>
                <a:lnTo>
                  <a:pt x="3769" y="125149"/>
                </a:lnTo>
                <a:lnTo>
                  <a:pt x="2595" y="123377"/>
                </a:lnTo>
                <a:lnTo>
                  <a:pt x="0" y="118021"/>
                </a:lnTo>
                <a:lnTo>
                  <a:pt x="132" y="1165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EBE77317-64FC-4A69-8656-0F524BA7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863" y="2359419"/>
            <a:ext cx="40775" cy="93198"/>
          </a:xfrm>
          <a:custGeom xmlns:a="http://schemas.openxmlformats.org/drawingml/2006/main">
            <a:pathLst>
              <a:path w="40775" h="93198">
                <a:moveTo>
                  <a:pt x="22587" y="92079"/>
                </a:moveTo>
                <a:lnTo>
                  <a:pt x="18537" y="87749"/>
                </a:lnTo>
                <a:lnTo>
                  <a:pt x="16184" y="74637"/>
                </a:lnTo>
                <a:lnTo>
                  <a:pt x="11533" y="60507"/>
                </a:lnTo>
                <a:lnTo>
                  <a:pt x="4611" y="44450"/>
                </a:lnTo>
                <a:lnTo>
                  <a:pt x="87" y="26607"/>
                </a:lnTo>
                <a:lnTo>
                  <a:pt x="0" y="15431"/>
                </a:lnTo>
                <a:lnTo>
                  <a:pt x="3050" y="8089"/>
                </a:lnTo>
                <a:lnTo>
                  <a:pt x="5926" y="5854"/>
                </a:lnTo>
                <a:lnTo>
                  <a:pt x="7968" y="802"/>
                </a:lnTo>
                <a:lnTo>
                  <a:pt x="11724" y="0"/>
                </a:lnTo>
                <a:lnTo>
                  <a:pt x="17222" y="2985"/>
                </a:lnTo>
                <a:lnTo>
                  <a:pt x="21855" y="4072"/>
                </a:lnTo>
                <a:lnTo>
                  <a:pt x="25405" y="9315"/>
                </a:lnTo>
                <a:lnTo>
                  <a:pt x="27513" y="15903"/>
                </a:lnTo>
                <a:lnTo>
                  <a:pt x="27038" y="29849"/>
                </a:lnTo>
                <a:lnTo>
                  <a:pt x="25342" y="38640"/>
                </a:lnTo>
                <a:lnTo>
                  <a:pt x="26563" y="43795"/>
                </a:lnTo>
                <a:lnTo>
                  <a:pt x="31441" y="51416"/>
                </a:lnTo>
                <a:lnTo>
                  <a:pt x="34834" y="61301"/>
                </a:lnTo>
                <a:lnTo>
                  <a:pt x="39580" y="72635"/>
                </a:lnTo>
                <a:lnTo>
                  <a:pt x="40775" y="78728"/>
                </a:lnTo>
                <a:lnTo>
                  <a:pt x="39168" y="84724"/>
                </a:lnTo>
                <a:lnTo>
                  <a:pt x="34723" y="92019"/>
                </a:lnTo>
                <a:lnTo>
                  <a:pt x="28148" y="93198"/>
                </a:lnTo>
                <a:lnTo>
                  <a:pt x="22587" y="920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7839C82E-20F5-4C26-84D6-979F8068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266" y="2939632"/>
            <a:ext cx="96517" cy="163721"/>
          </a:xfrm>
          <a:custGeom xmlns:a="http://schemas.openxmlformats.org/drawingml/2006/main">
            <a:pathLst>
              <a:path w="96517" h="163721">
                <a:moveTo>
                  <a:pt x="3403" y="139284"/>
                </a:moveTo>
                <a:lnTo>
                  <a:pt x="5038" y="118388"/>
                </a:lnTo>
                <a:lnTo>
                  <a:pt x="9335" y="101773"/>
                </a:lnTo>
                <a:lnTo>
                  <a:pt x="9464" y="84089"/>
                </a:lnTo>
                <a:lnTo>
                  <a:pt x="4997" y="64381"/>
                </a:lnTo>
                <a:lnTo>
                  <a:pt x="0" y="46523"/>
                </a:lnTo>
                <a:lnTo>
                  <a:pt x="1311" y="35394"/>
                </a:lnTo>
                <a:lnTo>
                  <a:pt x="691" y="26059"/>
                </a:lnTo>
                <a:lnTo>
                  <a:pt x="7439" y="19771"/>
                </a:lnTo>
                <a:lnTo>
                  <a:pt x="13855" y="9280"/>
                </a:lnTo>
                <a:lnTo>
                  <a:pt x="21054" y="3471"/>
                </a:lnTo>
                <a:lnTo>
                  <a:pt x="35536" y="3031"/>
                </a:lnTo>
                <a:lnTo>
                  <a:pt x="47264" y="1103"/>
                </a:lnTo>
                <a:lnTo>
                  <a:pt x="56169" y="0"/>
                </a:lnTo>
                <a:lnTo>
                  <a:pt x="65866" y="3125"/>
                </a:lnTo>
                <a:lnTo>
                  <a:pt x="74765" y="2031"/>
                </a:lnTo>
                <a:lnTo>
                  <a:pt x="84509" y="3754"/>
                </a:lnTo>
                <a:lnTo>
                  <a:pt x="91232" y="11892"/>
                </a:lnTo>
                <a:lnTo>
                  <a:pt x="95069" y="22729"/>
                </a:lnTo>
                <a:lnTo>
                  <a:pt x="96288" y="41863"/>
                </a:lnTo>
                <a:lnTo>
                  <a:pt x="96517" y="62813"/>
                </a:lnTo>
                <a:lnTo>
                  <a:pt x="95732" y="86071"/>
                </a:lnTo>
                <a:lnTo>
                  <a:pt x="94512" y="108376"/>
                </a:lnTo>
                <a:lnTo>
                  <a:pt x="94881" y="125148"/>
                </a:lnTo>
                <a:lnTo>
                  <a:pt x="94084" y="134900"/>
                </a:lnTo>
                <a:lnTo>
                  <a:pt x="88659" y="143556"/>
                </a:lnTo>
                <a:lnTo>
                  <a:pt x="82284" y="152655"/>
                </a:lnTo>
                <a:lnTo>
                  <a:pt x="69025" y="158259"/>
                </a:lnTo>
                <a:lnTo>
                  <a:pt x="53581" y="159597"/>
                </a:lnTo>
                <a:lnTo>
                  <a:pt x="37640" y="161856"/>
                </a:lnTo>
                <a:lnTo>
                  <a:pt x="24044" y="163721"/>
                </a:lnTo>
                <a:lnTo>
                  <a:pt x="13386" y="161502"/>
                </a:lnTo>
                <a:lnTo>
                  <a:pt x="8457" y="155285"/>
                </a:lnTo>
                <a:lnTo>
                  <a:pt x="3403" y="13928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1AC223BB-9DB9-4668-B553-FF1831ED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900" y="4493479"/>
            <a:ext cx="99591" cy="78663"/>
          </a:xfrm>
          <a:custGeom xmlns:a="http://schemas.openxmlformats.org/drawingml/2006/main">
            <a:pathLst>
              <a:path w="99591" h="78663">
                <a:moveTo>
                  <a:pt x="95011" y="63074"/>
                </a:moveTo>
                <a:lnTo>
                  <a:pt x="86367" y="66307"/>
                </a:lnTo>
                <a:lnTo>
                  <a:pt x="77131" y="69511"/>
                </a:lnTo>
                <a:lnTo>
                  <a:pt x="71953" y="74620"/>
                </a:lnTo>
                <a:lnTo>
                  <a:pt x="65157" y="78663"/>
                </a:lnTo>
                <a:lnTo>
                  <a:pt x="59165" y="78305"/>
                </a:lnTo>
                <a:lnTo>
                  <a:pt x="53630" y="76640"/>
                </a:lnTo>
                <a:lnTo>
                  <a:pt x="50094" y="66878"/>
                </a:lnTo>
                <a:lnTo>
                  <a:pt x="42258" y="58837"/>
                </a:lnTo>
                <a:lnTo>
                  <a:pt x="40587" y="54552"/>
                </a:lnTo>
                <a:lnTo>
                  <a:pt x="28297" y="51108"/>
                </a:lnTo>
                <a:lnTo>
                  <a:pt x="15839" y="45107"/>
                </a:lnTo>
                <a:lnTo>
                  <a:pt x="0" y="26067"/>
                </a:lnTo>
                <a:lnTo>
                  <a:pt x="1934" y="14468"/>
                </a:lnTo>
                <a:lnTo>
                  <a:pt x="7545" y="3978"/>
                </a:lnTo>
                <a:lnTo>
                  <a:pt x="15448" y="0"/>
                </a:lnTo>
                <a:lnTo>
                  <a:pt x="23309" y="2664"/>
                </a:lnTo>
                <a:lnTo>
                  <a:pt x="32688" y="10128"/>
                </a:lnTo>
                <a:lnTo>
                  <a:pt x="57108" y="24748"/>
                </a:lnTo>
                <a:lnTo>
                  <a:pt x="57472" y="29572"/>
                </a:lnTo>
                <a:lnTo>
                  <a:pt x="60975" y="33719"/>
                </a:lnTo>
                <a:lnTo>
                  <a:pt x="68281" y="35435"/>
                </a:lnTo>
                <a:lnTo>
                  <a:pt x="85631" y="39470"/>
                </a:lnTo>
                <a:lnTo>
                  <a:pt x="97596" y="47678"/>
                </a:lnTo>
                <a:lnTo>
                  <a:pt x="99591" y="57643"/>
                </a:lnTo>
                <a:lnTo>
                  <a:pt x="95011" y="630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191E3FA8-3569-4A4C-88F7-24677A08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165" y="2833131"/>
            <a:ext cx="993768" cy="1007720"/>
          </a:xfrm>
          <a:custGeom xmlns:a="http://schemas.openxmlformats.org/drawingml/2006/main">
            <a:pathLst>
              <a:path w="993768" h="1007720">
                <a:moveTo>
                  <a:pt x="993768" y="1007720"/>
                </a:moveTo>
                <a:lnTo>
                  <a:pt x="982973" y="1006920"/>
                </a:lnTo>
                <a:lnTo>
                  <a:pt x="975291" y="1005258"/>
                </a:lnTo>
                <a:lnTo>
                  <a:pt x="964424" y="999780"/>
                </a:lnTo>
                <a:lnTo>
                  <a:pt x="957555" y="990254"/>
                </a:lnTo>
                <a:lnTo>
                  <a:pt x="950238" y="986937"/>
                </a:lnTo>
                <a:lnTo>
                  <a:pt x="939525" y="985000"/>
                </a:lnTo>
                <a:lnTo>
                  <a:pt x="923475" y="980396"/>
                </a:lnTo>
                <a:lnTo>
                  <a:pt x="918158" y="972262"/>
                </a:lnTo>
                <a:lnTo>
                  <a:pt x="918084" y="965707"/>
                </a:lnTo>
                <a:lnTo>
                  <a:pt x="925826" y="957036"/>
                </a:lnTo>
                <a:lnTo>
                  <a:pt x="928998" y="947291"/>
                </a:lnTo>
                <a:lnTo>
                  <a:pt x="925505" y="936183"/>
                </a:lnTo>
                <a:lnTo>
                  <a:pt x="917271" y="903673"/>
                </a:lnTo>
                <a:lnTo>
                  <a:pt x="907070" y="899283"/>
                </a:lnTo>
                <a:lnTo>
                  <a:pt x="882602" y="905514"/>
                </a:lnTo>
                <a:lnTo>
                  <a:pt x="864531" y="916535"/>
                </a:lnTo>
                <a:lnTo>
                  <a:pt x="858243" y="916105"/>
                </a:lnTo>
                <a:lnTo>
                  <a:pt x="853395" y="911495"/>
                </a:lnTo>
                <a:lnTo>
                  <a:pt x="851718" y="903473"/>
                </a:lnTo>
                <a:lnTo>
                  <a:pt x="849392" y="899549"/>
                </a:lnTo>
                <a:lnTo>
                  <a:pt x="843800" y="898304"/>
                </a:lnTo>
                <a:lnTo>
                  <a:pt x="836503" y="900209"/>
                </a:lnTo>
                <a:lnTo>
                  <a:pt x="832305" y="905554"/>
                </a:lnTo>
                <a:lnTo>
                  <a:pt x="830894" y="913390"/>
                </a:lnTo>
                <a:lnTo>
                  <a:pt x="827593" y="921954"/>
                </a:lnTo>
                <a:lnTo>
                  <a:pt x="829446" y="927995"/>
                </a:lnTo>
                <a:lnTo>
                  <a:pt x="825238" y="935071"/>
                </a:lnTo>
                <a:lnTo>
                  <a:pt x="817494" y="936214"/>
                </a:lnTo>
                <a:lnTo>
                  <a:pt x="807260" y="930858"/>
                </a:lnTo>
                <a:lnTo>
                  <a:pt x="784907" y="922040"/>
                </a:lnTo>
                <a:lnTo>
                  <a:pt x="765862" y="914983"/>
                </a:lnTo>
                <a:lnTo>
                  <a:pt x="759971" y="915824"/>
                </a:lnTo>
                <a:lnTo>
                  <a:pt x="754408" y="922937"/>
                </a:lnTo>
                <a:lnTo>
                  <a:pt x="749044" y="928342"/>
                </a:lnTo>
                <a:lnTo>
                  <a:pt x="745829" y="927569"/>
                </a:lnTo>
                <a:lnTo>
                  <a:pt x="741181" y="922519"/>
                </a:lnTo>
                <a:lnTo>
                  <a:pt x="739605" y="915539"/>
                </a:lnTo>
                <a:lnTo>
                  <a:pt x="742661" y="900833"/>
                </a:lnTo>
                <a:lnTo>
                  <a:pt x="741135" y="893655"/>
                </a:lnTo>
                <a:lnTo>
                  <a:pt x="738636" y="891174"/>
                </a:lnTo>
                <a:lnTo>
                  <a:pt x="734276" y="891128"/>
                </a:lnTo>
                <a:lnTo>
                  <a:pt x="730312" y="893218"/>
                </a:lnTo>
                <a:lnTo>
                  <a:pt x="723635" y="905642"/>
                </a:lnTo>
                <a:lnTo>
                  <a:pt x="713698" y="913765"/>
                </a:lnTo>
                <a:lnTo>
                  <a:pt x="707540" y="914469"/>
                </a:lnTo>
                <a:lnTo>
                  <a:pt x="702881" y="905864"/>
                </a:lnTo>
                <a:lnTo>
                  <a:pt x="689221" y="897959"/>
                </a:lnTo>
                <a:lnTo>
                  <a:pt x="680373" y="886834"/>
                </a:lnTo>
                <a:lnTo>
                  <a:pt x="673381" y="880000"/>
                </a:lnTo>
                <a:lnTo>
                  <a:pt x="666846" y="878842"/>
                </a:lnTo>
                <a:lnTo>
                  <a:pt x="666117" y="878535"/>
                </a:lnTo>
                <a:lnTo>
                  <a:pt x="661295" y="876540"/>
                </a:lnTo>
                <a:lnTo>
                  <a:pt x="659676" y="874071"/>
                </a:lnTo>
                <a:lnTo>
                  <a:pt x="659953" y="871674"/>
                </a:lnTo>
                <a:lnTo>
                  <a:pt x="665162" y="860531"/>
                </a:lnTo>
                <a:lnTo>
                  <a:pt x="669436" y="851170"/>
                </a:lnTo>
                <a:lnTo>
                  <a:pt x="673393" y="844286"/>
                </a:lnTo>
                <a:lnTo>
                  <a:pt x="673023" y="840746"/>
                </a:lnTo>
                <a:lnTo>
                  <a:pt x="668868" y="836724"/>
                </a:lnTo>
                <a:lnTo>
                  <a:pt x="660364" y="833458"/>
                </a:lnTo>
                <a:lnTo>
                  <a:pt x="649137" y="831630"/>
                </a:lnTo>
                <a:lnTo>
                  <a:pt x="640154" y="822752"/>
                </a:lnTo>
                <a:lnTo>
                  <a:pt x="637244" y="809048"/>
                </a:lnTo>
                <a:lnTo>
                  <a:pt x="635157" y="797869"/>
                </a:lnTo>
                <a:lnTo>
                  <a:pt x="637000" y="787077"/>
                </a:lnTo>
                <a:lnTo>
                  <a:pt x="637729" y="775591"/>
                </a:lnTo>
                <a:lnTo>
                  <a:pt x="630483" y="771501"/>
                </a:lnTo>
                <a:lnTo>
                  <a:pt x="620404" y="773194"/>
                </a:lnTo>
                <a:lnTo>
                  <a:pt x="611052" y="772359"/>
                </a:lnTo>
                <a:lnTo>
                  <a:pt x="601681" y="768690"/>
                </a:lnTo>
                <a:lnTo>
                  <a:pt x="594831" y="772359"/>
                </a:lnTo>
                <a:lnTo>
                  <a:pt x="588312" y="778291"/>
                </a:lnTo>
                <a:lnTo>
                  <a:pt x="584216" y="778636"/>
                </a:lnTo>
                <a:lnTo>
                  <a:pt x="579879" y="774717"/>
                </a:lnTo>
                <a:lnTo>
                  <a:pt x="575310" y="771847"/>
                </a:lnTo>
                <a:lnTo>
                  <a:pt x="571436" y="772865"/>
                </a:lnTo>
                <a:lnTo>
                  <a:pt x="570852" y="780674"/>
                </a:lnTo>
                <a:lnTo>
                  <a:pt x="568796" y="791832"/>
                </a:lnTo>
                <a:lnTo>
                  <a:pt x="563010" y="791819"/>
                </a:lnTo>
                <a:lnTo>
                  <a:pt x="557594" y="787809"/>
                </a:lnTo>
                <a:lnTo>
                  <a:pt x="553972" y="782337"/>
                </a:lnTo>
                <a:lnTo>
                  <a:pt x="551411" y="776500"/>
                </a:lnTo>
                <a:lnTo>
                  <a:pt x="547810" y="774602"/>
                </a:lnTo>
                <a:lnTo>
                  <a:pt x="545105" y="774201"/>
                </a:lnTo>
                <a:lnTo>
                  <a:pt x="538795" y="780395"/>
                </a:lnTo>
                <a:lnTo>
                  <a:pt x="531258" y="787823"/>
                </a:lnTo>
                <a:lnTo>
                  <a:pt x="528359" y="789293"/>
                </a:lnTo>
                <a:lnTo>
                  <a:pt x="524589" y="789339"/>
                </a:lnTo>
                <a:lnTo>
                  <a:pt x="521887" y="786742"/>
                </a:lnTo>
                <a:lnTo>
                  <a:pt x="520384" y="782927"/>
                </a:lnTo>
                <a:lnTo>
                  <a:pt x="520710" y="770845"/>
                </a:lnTo>
                <a:lnTo>
                  <a:pt x="520040" y="754427"/>
                </a:lnTo>
                <a:lnTo>
                  <a:pt x="521088" y="741731"/>
                </a:lnTo>
                <a:lnTo>
                  <a:pt x="524376" y="737112"/>
                </a:lnTo>
                <a:lnTo>
                  <a:pt x="528277" y="737198"/>
                </a:lnTo>
                <a:lnTo>
                  <a:pt x="534157" y="738271"/>
                </a:lnTo>
                <a:lnTo>
                  <a:pt x="541297" y="738430"/>
                </a:lnTo>
                <a:lnTo>
                  <a:pt x="544339" y="736118"/>
                </a:lnTo>
                <a:lnTo>
                  <a:pt x="543284" y="730960"/>
                </a:lnTo>
                <a:lnTo>
                  <a:pt x="538091" y="725964"/>
                </a:lnTo>
                <a:lnTo>
                  <a:pt x="533951" y="723255"/>
                </a:lnTo>
                <a:lnTo>
                  <a:pt x="527755" y="723028"/>
                </a:lnTo>
                <a:lnTo>
                  <a:pt x="522399" y="723977"/>
                </a:lnTo>
                <a:lnTo>
                  <a:pt x="519338" y="720748"/>
                </a:lnTo>
                <a:lnTo>
                  <a:pt x="516427" y="714006"/>
                </a:lnTo>
                <a:lnTo>
                  <a:pt x="513761" y="705022"/>
                </a:lnTo>
                <a:lnTo>
                  <a:pt x="511863" y="695516"/>
                </a:lnTo>
                <a:lnTo>
                  <a:pt x="507557" y="688582"/>
                </a:lnTo>
                <a:lnTo>
                  <a:pt x="500325" y="680983"/>
                </a:lnTo>
                <a:lnTo>
                  <a:pt x="496521" y="676244"/>
                </a:lnTo>
                <a:lnTo>
                  <a:pt x="496492" y="667430"/>
                </a:lnTo>
                <a:lnTo>
                  <a:pt x="498923" y="657925"/>
                </a:lnTo>
                <a:lnTo>
                  <a:pt x="502279" y="645480"/>
                </a:lnTo>
                <a:lnTo>
                  <a:pt x="508955" y="635352"/>
                </a:lnTo>
                <a:lnTo>
                  <a:pt x="514458" y="629696"/>
                </a:lnTo>
                <a:lnTo>
                  <a:pt x="513815" y="621837"/>
                </a:lnTo>
                <a:lnTo>
                  <a:pt x="488249" y="598273"/>
                </a:lnTo>
                <a:lnTo>
                  <a:pt x="468373" y="584935"/>
                </a:lnTo>
                <a:lnTo>
                  <a:pt x="456284" y="593039"/>
                </a:lnTo>
                <a:lnTo>
                  <a:pt x="452551" y="591656"/>
                </a:lnTo>
                <a:lnTo>
                  <a:pt x="446353" y="592285"/>
                </a:lnTo>
                <a:lnTo>
                  <a:pt x="438320" y="597983"/>
                </a:lnTo>
                <a:lnTo>
                  <a:pt x="426248" y="612020"/>
                </a:lnTo>
                <a:lnTo>
                  <a:pt x="408790" y="635636"/>
                </a:lnTo>
                <a:lnTo>
                  <a:pt x="398754" y="630085"/>
                </a:lnTo>
                <a:lnTo>
                  <a:pt x="395698" y="630729"/>
                </a:lnTo>
                <a:lnTo>
                  <a:pt x="394694" y="637913"/>
                </a:lnTo>
                <a:lnTo>
                  <a:pt x="391627" y="644207"/>
                </a:lnTo>
                <a:lnTo>
                  <a:pt x="384411" y="643079"/>
                </a:lnTo>
                <a:lnTo>
                  <a:pt x="380708" y="635199"/>
                </a:lnTo>
                <a:lnTo>
                  <a:pt x="375356" y="628648"/>
                </a:lnTo>
                <a:lnTo>
                  <a:pt x="369434" y="627992"/>
                </a:lnTo>
                <a:lnTo>
                  <a:pt x="362139" y="623435"/>
                </a:lnTo>
                <a:lnTo>
                  <a:pt x="352502" y="624914"/>
                </a:lnTo>
                <a:lnTo>
                  <a:pt x="345733" y="622790"/>
                </a:lnTo>
                <a:lnTo>
                  <a:pt x="343749" y="618595"/>
                </a:lnTo>
                <a:lnTo>
                  <a:pt x="343506" y="613055"/>
                </a:lnTo>
                <a:lnTo>
                  <a:pt x="344614" y="609565"/>
                </a:lnTo>
                <a:lnTo>
                  <a:pt x="344216" y="606699"/>
                </a:lnTo>
                <a:lnTo>
                  <a:pt x="341437" y="604919"/>
                </a:lnTo>
                <a:lnTo>
                  <a:pt x="330851" y="605373"/>
                </a:lnTo>
                <a:lnTo>
                  <a:pt x="327759" y="606134"/>
                </a:lnTo>
                <a:lnTo>
                  <a:pt x="323988" y="604777"/>
                </a:lnTo>
                <a:lnTo>
                  <a:pt x="317748" y="593593"/>
                </a:lnTo>
                <a:lnTo>
                  <a:pt x="315915" y="587325"/>
                </a:lnTo>
                <a:lnTo>
                  <a:pt x="317014" y="582478"/>
                </a:lnTo>
                <a:lnTo>
                  <a:pt x="320897" y="579410"/>
                </a:lnTo>
                <a:lnTo>
                  <a:pt x="325799" y="580779"/>
                </a:lnTo>
                <a:lnTo>
                  <a:pt x="337727" y="583405"/>
                </a:lnTo>
                <a:lnTo>
                  <a:pt x="346923" y="586122"/>
                </a:lnTo>
                <a:lnTo>
                  <a:pt x="352134" y="583965"/>
                </a:lnTo>
                <a:lnTo>
                  <a:pt x="352510" y="580250"/>
                </a:lnTo>
                <a:lnTo>
                  <a:pt x="348653" y="574807"/>
                </a:lnTo>
                <a:lnTo>
                  <a:pt x="341924" y="571827"/>
                </a:lnTo>
                <a:lnTo>
                  <a:pt x="334853" y="567706"/>
                </a:lnTo>
                <a:lnTo>
                  <a:pt x="331718" y="560720"/>
                </a:lnTo>
                <a:lnTo>
                  <a:pt x="328188" y="551897"/>
                </a:lnTo>
                <a:lnTo>
                  <a:pt x="322387" y="546087"/>
                </a:lnTo>
                <a:lnTo>
                  <a:pt x="327105" y="532431"/>
                </a:lnTo>
                <a:lnTo>
                  <a:pt x="330410" y="526354"/>
                </a:lnTo>
                <a:lnTo>
                  <a:pt x="332408" y="522585"/>
                </a:lnTo>
                <a:lnTo>
                  <a:pt x="335660" y="518065"/>
                </a:lnTo>
                <a:lnTo>
                  <a:pt x="332950" y="515550"/>
                </a:lnTo>
                <a:lnTo>
                  <a:pt x="327485" y="517161"/>
                </a:lnTo>
                <a:lnTo>
                  <a:pt x="322721" y="518968"/>
                </a:lnTo>
                <a:lnTo>
                  <a:pt x="318839" y="515246"/>
                </a:lnTo>
                <a:lnTo>
                  <a:pt x="317157" y="508710"/>
                </a:lnTo>
                <a:lnTo>
                  <a:pt x="318815" y="503890"/>
                </a:lnTo>
                <a:lnTo>
                  <a:pt x="325641" y="495299"/>
                </a:lnTo>
                <a:lnTo>
                  <a:pt x="327666" y="486701"/>
                </a:lnTo>
                <a:lnTo>
                  <a:pt x="317920" y="478534"/>
                </a:lnTo>
                <a:lnTo>
                  <a:pt x="313321" y="473849"/>
                </a:lnTo>
                <a:lnTo>
                  <a:pt x="305975" y="473692"/>
                </a:lnTo>
                <a:lnTo>
                  <a:pt x="300139" y="477450"/>
                </a:lnTo>
                <a:lnTo>
                  <a:pt x="295909" y="483067"/>
                </a:lnTo>
                <a:lnTo>
                  <a:pt x="288579" y="481935"/>
                </a:lnTo>
                <a:lnTo>
                  <a:pt x="279944" y="482765"/>
                </a:lnTo>
                <a:lnTo>
                  <a:pt x="273372" y="487692"/>
                </a:lnTo>
                <a:lnTo>
                  <a:pt x="270751" y="498147"/>
                </a:lnTo>
                <a:lnTo>
                  <a:pt x="269312" y="508552"/>
                </a:lnTo>
                <a:lnTo>
                  <a:pt x="275200" y="515166"/>
                </a:lnTo>
                <a:lnTo>
                  <a:pt x="283189" y="518034"/>
                </a:lnTo>
                <a:lnTo>
                  <a:pt x="285523" y="527982"/>
                </a:lnTo>
                <a:lnTo>
                  <a:pt x="279313" y="534589"/>
                </a:lnTo>
                <a:lnTo>
                  <a:pt x="273534" y="537602"/>
                </a:lnTo>
                <a:lnTo>
                  <a:pt x="268829" y="542966"/>
                </a:lnTo>
                <a:lnTo>
                  <a:pt x="263100" y="546773"/>
                </a:lnTo>
                <a:lnTo>
                  <a:pt x="253166" y="551732"/>
                </a:lnTo>
                <a:lnTo>
                  <a:pt x="245162" y="546267"/>
                </a:lnTo>
                <a:lnTo>
                  <a:pt x="240194" y="543793"/>
                </a:lnTo>
                <a:lnTo>
                  <a:pt x="236072" y="547828"/>
                </a:lnTo>
                <a:lnTo>
                  <a:pt x="235137" y="556180"/>
                </a:lnTo>
                <a:lnTo>
                  <a:pt x="231328" y="561565"/>
                </a:lnTo>
                <a:lnTo>
                  <a:pt x="222531" y="564749"/>
                </a:lnTo>
                <a:lnTo>
                  <a:pt x="215167" y="561429"/>
                </a:lnTo>
                <a:lnTo>
                  <a:pt x="208267" y="555937"/>
                </a:lnTo>
                <a:lnTo>
                  <a:pt x="199320" y="547971"/>
                </a:lnTo>
                <a:lnTo>
                  <a:pt x="189872" y="516073"/>
                </a:lnTo>
                <a:lnTo>
                  <a:pt x="192469" y="498417"/>
                </a:lnTo>
                <a:lnTo>
                  <a:pt x="196586" y="490218"/>
                </a:lnTo>
                <a:lnTo>
                  <a:pt x="204590" y="483462"/>
                </a:lnTo>
                <a:lnTo>
                  <a:pt x="215458" y="480913"/>
                </a:lnTo>
                <a:lnTo>
                  <a:pt x="217639" y="476567"/>
                </a:lnTo>
                <a:lnTo>
                  <a:pt x="214310" y="469692"/>
                </a:lnTo>
                <a:lnTo>
                  <a:pt x="208647" y="463158"/>
                </a:lnTo>
                <a:lnTo>
                  <a:pt x="206944" y="449995"/>
                </a:lnTo>
                <a:lnTo>
                  <a:pt x="203131" y="445237"/>
                </a:lnTo>
                <a:lnTo>
                  <a:pt x="199841" y="443631"/>
                </a:lnTo>
                <a:lnTo>
                  <a:pt x="197077" y="441414"/>
                </a:lnTo>
                <a:lnTo>
                  <a:pt x="196252" y="437686"/>
                </a:lnTo>
                <a:lnTo>
                  <a:pt x="193388" y="434090"/>
                </a:lnTo>
                <a:lnTo>
                  <a:pt x="189414" y="431504"/>
                </a:lnTo>
                <a:lnTo>
                  <a:pt x="186334" y="428529"/>
                </a:lnTo>
                <a:lnTo>
                  <a:pt x="180051" y="426202"/>
                </a:lnTo>
                <a:lnTo>
                  <a:pt x="177122" y="425812"/>
                </a:lnTo>
                <a:lnTo>
                  <a:pt x="174599" y="426948"/>
                </a:lnTo>
                <a:lnTo>
                  <a:pt x="171306" y="428969"/>
                </a:lnTo>
                <a:lnTo>
                  <a:pt x="164647" y="430849"/>
                </a:lnTo>
                <a:lnTo>
                  <a:pt x="154575" y="433488"/>
                </a:lnTo>
                <a:lnTo>
                  <a:pt x="145255" y="438486"/>
                </a:lnTo>
                <a:lnTo>
                  <a:pt x="142248" y="442823"/>
                </a:lnTo>
                <a:lnTo>
                  <a:pt x="138098" y="444140"/>
                </a:lnTo>
                <a:lnTo>
                  <a:pt x="133968" y="443909"/>
                </a:lnTo>
                <a:lnTo>
                  <a:pt x="124202" y="448108"/>
                </a:lnTo>
                <a:lnTo>
                  <a:pt x="117205" y="446468"/>
                </a:lnTo>
                <a:lnTo>
                  <a:pt x="113231" y="446443"/>
                </a:lnTo>
                <a:lnTo>
                  <a:pt x="110391" y="448908"/>
                </a:lnTo>
                <a:lnTo>
                  <a:pt x="104798" y="451079"/>
                </a:lnTo>
                <a:lnTo>
                  <a:pt x="102042" y="449956"/>
                </a:lnTo>
                <a:lnTo>
                  <a:pt x="101161" y="446427"/>
                </a:lnTo>
                <a:lnTo>
                  <a:pt x="100824" y="438860"/>
                </a:lnTo>
                <a:lnTo>
                  <a:pt x="101814" y="428568"/>
                </a:lnTo>
                <a:lnTo>
                  <a:pt x="107717" y="418971"/>
                </a:lnTo>
                <a:lnTo>
                  <a:pt x="113508" y="416397"/>
                </a:lnTo>
                <a:lnTo>
                  <a:pt x="123425" y="413369"/>
                </a:lnTo>
                <a:lnTo>
                  <a:pt x="134586" y="414221"/>
                </a:lnTo>
                <a:lnTo>
                  <a:pt x="140372" y="414225"/>
                </a:lnTo>
                <a:lnTo>
                  <a:pt x="146558" y="412967"/>
                </a:lnTo>
                <a:lnTo>
                  <a:pt x="150116" y="410198"/>
                </a:lnTo>
                <a:lnTo>
                  <a:pt x="150689" y="406117"/>
                </a:lnTo>
                <a:lnTo>
                  <a:pt x="150135" y="401915"/>
                </a:lnTo>
                <a:lnTo>
                  <a:pt x="142649" y="397196"/>
                </a:lnTo>
                <a:lnTo>
                  <a:pt x="142452" y="391940"/>
                </a:lnTo>
                <a:lnTo>
                  <a:pt x="148730" y="385099"/>
                </a:lnTo>
                <a:lnTo>
                  <a:pt x="157825" y="379346"/>
                </a:lnTo>
                <a:lnTo>
                  <a:pt x="161287" y="363797"/>
                </a:lnTo>
                <a:lnTo>
                  <a:pt x="161568" y="359369"/>
                </a:lnTo>
                <a:lnTo>
                  <a:pt x="159875" y="357644"/>
                </a:lnTo>
                <a:lnTo>
                  <a:pt x="152938" y="355851"/>
                </a:lnTo>
                <a:lnTo>
                  <a:pt x="148985" y="352801"/>
                </a:lnTo>
                <a:lnTo>
                  <a:pt x="145459" y="347241"/>
                </a:lnTo>
                <a:lnTo>
                  <a:pt x="146674" y="343172"/>
                </a:lnTo>
                <a:lnTo>
                  <a:pt x="144214" y="338887"/>
                </a:lnTo>
                <a:lnTo>
                  <a:pt x="141424" y="337143"/>
                </a:lnTo>
                <a:lnTo>
                  <a:pt x="135802" y="331986"/>
                </a:lnTo>
                <a:lnTo>
                  <a:pt x="133117" y="321989"/>
                </a:lnTo>
                <a:lnTo>
                  <a:pt x="129118" y="316769"/>
                </a:lnTo>
                <a:lnTo>
                  <a:pt x="121167" y="318441"/>
                </a:lnTo>
                <a:lnTo>
                  <a:pt x="114033" y="316842"/>
                </a:lnTo>
                <a:lnTo>
                  <a:pt x="108327" y="324450"/>
                </a:lnTo>
                <a:lnTo>
                  <a:pt x="104385" y="326531"/>
                </a:lnTo>
                <a:lnTo>
                  <a:pt x="101917" y="321225"/>
                </a:lnTo>
                <a:lnTo>
                  <a:pt x="103119" y="313510"/>
                </a:lnTo>
                <a:lnTo>
                  <a:pt x="101470" y="309846"/>
                </a:lnTo>
                <a:lnTo>
                  <a:pt x="88279" y="310028"/>
                </a:lnTo>
                <a:lnTo>
                  <a:pt x="83227" y="316938"/>
                </a:lnTo>
                <a:lnTo>
                  <a:pt x="79241" y="317924"/>
                </a:lnTo>
                <a:lnTo>
                  <a:pt x="76091" y="319440"/>
                </a:lnTo>
                <a:lnTo>
                  <a:pt x="71408" y="320266"/>
                </a:lnTo>
                <a:lnTo>
                  <a:pt x="67243" y="321720"/>
                </a:lnTo>
                <a:lnTo>
                  <a:pt x="63228" y="322276"/>
                </a:lnTo>
                <a:lnTo>
                  <a:pt x="60022" y="321083"/>
                </a:lnTo>
                <a:lnTo>
                  <a:pt x="58018" y="318126"/>
                </a:lnTo>
                <a:lnTo>
                  <a:pt x="58447" y="313493"/>
                </a:lnTo>
                <a:lnTo>
                  <a:pt x="56826" y="311260"/>
                </a:lnTo>
                <a:lnTo>
                  <a:pt x="51682" y="309992"/>
                </a:lnTo>
                <a:lnTo>
                  <a:pt x="48928" y="306536"/>
                </a:lnTo>
                <a:lnTo>
                  <a:pt x="50196" y="303599"/>
                </a:lnTo>
                <a:lnTo>
                  <a:pt x="52083" y="299918"/>
                </a:lnTo>
                <a:lnTo>
                  <a:pt x="53254" y="293733"/>
                </a:lnTo>
                <a:lnTo>
                  <a:pt x="49834" y="290701"/>
                </a:lnTo>
                <a:lnTo>
                  <a:pt x="45648" y="289702"/>
                </a:lnTo>
                <a:lnTo>
                  <a:pt x="42913" y="282957"/>
                </a:lnTo>
                <a:lnTo>
                  <a:pt x="44121" y="279717"/>
                </a:lnTo>
                <a:lnTo>
                  <a:pt x="46742" y="276179"/>
                </a:lnTo>
                <a:lnTo>
                  <a:pt x="50714" y="273543"/>
                </a:lnTo>
                <a:lnTo>
                  <a:pt x="50263" y="271103"/>
                </a:lnTo>
                <a:lnTo>
                  <a:pt x="46784" y="268999"/>
                </a:lnTo>
                <a:lnTo>
                  <a:pt x="47017" y="265963"/>
                </a:lnTo>
                <a:lnTo>
                  <a:pt x="49510" y="263167"/>
                </a:lnTo>
                <a:lnTo>
                  <a:pt x="54133" y="259897"/>
                </a:lnTo>
                <a:lnTo>
                  <a:pt x="61221" y="250176"/>
                </a:lnTo>
                <a:lnTo>
                  <a:pt x="60121" y="247487"/>
                </a:lnTo>
                <a:lnTo>
                  <a:pt x="56475" y="246607"/>
                </a:lnTo>
                <a:lnTo>
                  <a:pt x="52062" y="247196"/>
                </a:lnTo>
                <a:lnTo>
                  <a:pt x="47792" y="247106"/>
                </a:lnTo>
                <a:lnTo>
                  <a:pt x="42023" y="243256"/>
                </a:lnTo>
                <a:lnTo>
                  <a:pt x="35989" y="241767"/>
                </a:lnTo>
                <a:lnTo>
                  <a:pt x="28010" y="241050"/>
                </a:lnTo>
                <a:lnTo>
                  <a:pt x="25372" y="238655"/>
                </a:lnTo>
                <a:lnTo>
                  <a:pt x="25930" y="235667"/>
                </a:lnTo>
                <a:lnTo>
                  <a:pt x="28001" y="231663"/>
                </a:lnTo>
                <a:lnTo>
                  <a:pt x="29107" y="225677"/>
                </a:lnTo>
                <a:lnTo>
                  <a:pt x="36497" y="215191"/>
                </a:lnTo>
                <a:lnTo>
                  <a:pt x="44615" y="211985"/>
                </a:lnTo>
                <a:lnTo>
                  <a:pt x="47846" y="198105"/>
                </a:lnTo>
                <a:lnTo>
                  <a:pt x="51830" y="188361"/>
                </a:lnTo>
                <a:lnTo>
                  <a:pt x="49924" y="185736"/>
                </a:lnTo>
                <a:lnTo>
                  <a:pt x="38809" y="188503"/>
                </a:lnTo>
                <a:lnTo>
                  <a:pt x="32010" y="186961"/>
                </a:lnTo>
                <a:lnTo>
                  <a:pt x="31721" y="179597"/>
                </a:lnTo>
                <a:lnTo>
                  <a:pt x="35291" y="173256"/>
                </a:lnTo>
                <a:lnTo>
                  <a:pt x="44560" y="171674"/>
                </a:lnTo>
                <a:lnTo>
                  <a:pt x="50870" y="167240"/>
                </a:lnTo>
                <a:lnTo>
                  <a:pt x="53956" y="160892"/>
                </a:lnTo>
                <a:lnTo>
                  <a:pt x="59847" y="157446"/>
                </a:lnTo>
                <a:lnTo>
                  <a:pt x="65349" y="156475"/>
                </a:lnTo>
                <a:lnTo>
                  <a:pt x="69587" y="159608"/>
                </a:lnTo>
                <a:lnTo>
                  <a:pt x="75025" y="160876"/>
                </a:lnTo>
                <a:lnTo>
                  <a:pt x="78512" y="160192"/>
                </a:lnTo>
                <a:lnTo>
                  <a:pt x="81217" y="155764"/>
                </a:lnTo>
                <a:lnTo>
                  <a:pt x="82034" y="151052"/>
                </a:lnTo>
                <a:lnTo>
                  <a:pt x="85345" y="148494"/>
                </a:lnTo>
                <a:lnTo>
                  <a:pt x="92446" y="146875"/>
                </a:lnTo>
                <a:lnTo>
                  <a:pt x="96341" y="140063"/>
                </a:lnTo>
                <a:lnTo>
                  <a:pt x="98561" y="131025"/>
                </a:lnTo>
                <a:lnTo>
                  <a:pt x="105814" y="126832"/>
                </a:lnTo>
                <a:lnTo>
                  <a:pt x="115142" y="123210"/>
                </a:lnTo>
                <a:lnTo>
                  <a:pt x="117884" y="121061"/>
                </a:lnTo>
                <a:lnTo>
                  <a:pt x="119409" y="117777"/>
                </a:lnTo>
                <a:lnTo>
                  <a:pt x="120807" y="114845"/>
                </a:lnTo>
                <a:lnTo>
                  <a:pt x="122594" y="114276"/>
                </a:lnTo>
                <a:lnTo>
                  <a:pt x="125319" y="115043"/>
                </a:lnTo>
                <a:lnTo>
                  <a:pt x="126899" y="117338"/>
                </a:lnTo>
                <a:lnTo>
                  <a:pt x="130698" y="122379"/>
                </a:lnTo>
                <a:lnTo>
                  <a:pt x="133652" y="126835"/>
                </a:lnTo>
                <a:lnTo>
                  <a:pt x="136663" y="129580"/>
                </a:lnTo>
                <a:lnTo>
                  <a:pt x="142927" y="135679"/>
                </a:lnTo>
                <a:lnTo>
                  <a:pt x="146581" y="135511"/>
                </a:lnTo>
                <a:lnTo>
                  <a:pt x="149595" y="133371"/>
                </a:lnTo>
                <a:lnTo>
                  <a:pt x="161775" y="128497"/>
                </a:lnTo>
                <a:lnTo>
                  <a:pt x="170920" y="123840"/>
                </a:lnTo>
                <a:lnTo>
                  <a:pt x="173526" y="120100"/>
                </a:lnTo>
                <a:lnTo>
                  <a:pt x="174296" y="114029"/>
                </a:lnTo>
                <a:lnTo>
                  <a:pt x="169476" y="109638"/>
                </a:lnTo>
                <a:lnTo>
                  <a:pt x="158572" y="110344"/>
                </a:lnTo>
                <a:lnTo>
                  <a:pt x="149746" y="107512"/>
                </a:lnTo>
                <a:lnTo>
                  <a:pt x="143210" y="101905"/>
                </a:lnTo>
                <a:lnTo>
                  <a:pt x="143091" y="96916"/>
                </a:lnTo>
                <a:lnTo>
                  <a:pt x="152017" y="88269"/>
                </a:lnTo>
                <a:lnTo>
                  <a:pt x="162154" y="86926"/>
                </a:lnTo>
                <a:lnTo>
                  <a:pt x="174640" y="87321"/>
                </a:lnTo>
                <a:lnTo>
                  <a:pt x="177622" y="83366"/>
                </a:lnTo>
                <a:lnTo>
                  <a:pt x="174315" y="77485"/>
                </a:lnTo>
                <a:lnTo>
                  <a:pt x="165775" y="73897"/>
                </a:lnTo>
                <a:lnTo>
                  <a:pt x="157245" y="70346"/>
                </a:lnTo>
                <a:lnTo>
                  <a:pt x="154013" y="66245"/>
                </a:lnTo>
                <a:lnTo>
                  <a:pt x="151433" y="61346"/>
                </a:lnTo>
                <a:lnTo>
                  <a:pt x="146930" y="53502"/>
                </a:lnTo>
                <a:lnTo>
                  <a:pt x="145331" y="51589"/>
                </a:lnTo>
                <a:lnTo>
                  <a:pt x="143147" y="49948"/>
                </a:lnTo>
                <a:lnTo>
                  <a:pt x="141136" y="49269"/>
                </a:lnTo>
                <a:lnTo>
                  <a:pt x="139016" y="49899"/>
                </a:lnTo>
                <a:lnTo>
                  <a:pt x="137761" y="51178"/>
                </a:lnTo>
                <a:lnTo>
                  <a:pt x="135053" y="63563"/>
                </a:lnTo>
                <a:lnTo>
                  <a:pt x="131675" y="68916"/>
                </a:lnTo>
                <a:lnTo>
                  <a:pt x="125603" y="68547"/>
                </a:lnTo>
                <a:lnTo>
                  <a:pt x="123533" y="64831"/>
                </a:lnTo>
                <a:lnTo>
                  <a:pt x="125553" y="58147"/>
                </a:lnTo>
                <a:lnTo>
                  <a:pt x="126846" y="51893"/>
                </a:lnTo>
                <a:lnTo>
                  <a:pt x="123758" y="47068"/>
                </a:lnTo>
                <a:lnTo>
                  <a:pt x="118538" y="45825"/>
                </a:lnTo>
                <a:lnTo>
                  <a:pt x="111797" y="47711"/>
                </a:lnTo>
                <a:lnTo>
                  <a:pt x="108223" y="54845"/>
                </a:lnTo>
                <a:lnTo>
                  <a:pt x="98343" y="57627"/>
                </a:lnTo>
                <a:lnTo>
                  <a:pt x="87056" y="56653"/>
                </a:lnTo>
                <a:lnTo>
                  <a:pt x="80573" y="52068"/>
                </a:lnTo>
                <a:lnTo>
                  <a:pt x="78932" y="44631"/>
                </a:lnTo>
                <a:lnTo>
                  <a:pt x="80362" y="39174"/>
                </a:lnTo>
                <a:lnTo>
                  <a:pt x="76499" y="35736"/>
                </a:lnTo>
                <a:lnTo>
                  <a:pt x="71933" y="34578"/>
                </a:lnTo>
                <a:lnTo>
                  <a:pt x="66409" y="35221"/>
                </a:lnTo>
                <a:lnTo>
                  <a:pt x="59894" y="33980"/>
                </a:lnTo>
                <a:lnTo>
                  <a:pt x="44575" y="37298"/>
                </a:lnTo>
                <a:lnTo>
                  <a:pt x="38580" y="35154"/>
                </a:lnTo>
                <a:lnTo>
                  <a:pt x="40657" y="29701"/>
                </a:lnTo>
                <a:lnTo>
                  <a:pt x="43342" y="22018"/>
                </a:lnTo>
                <a:lnTo>
                  <a:pt x="39922" y="11723"/>
                </a:lnTo>
                <a:lnTo>
                  <a:pt x="32929" y="5836"/>
                </a:lnTo>
                <a:lnTo>
                  <a:pt x="25621" y="2180"/>
                </a:lnTo>
                <a:lnTo>
                  <a:pt x="19064" y="2641"/>
                </a:lnTo>
                <a:lnTo>
                  <a:pt x="9347" y="36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DA873610-8206-4AD3-95F4-B346C0EC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948" y="2426574"/>
            <a:ext cx="210451" cy="284725"/>
          </a:xfrm>
          <a:custGeom xmlns:a="http://schemas.openxmlformats.org/drawingml/2006/main">
            <a:pathLst>
              <a:path w="210451" h="284725">
                <a:moveTo>
                  <a:pt x="210451" y="277577"/>
                </a:moveTo>
                <a:lnTo>
                  <a:pt x="196305" y="284461"/>
                </a:lnTo>
                <a:lnTo>
                  <a:pt x="194442" y="284725"/>
                </a:lnTo>
                <a:lnTo>
                  <a:pt x="192595" y="284544"/>
                </a:lnTo>
                <a:lnTo>
                  <a:pt x="174196" y="281049"/>
                </a:lnTo>
                <a:lnTo>
                  <a:pt x="169767" y="278602"/>
                </a:lnTo>
                <a:lnTo>
                  <a:pt x="166688" y="277677"/>
                </a:lnTo>
                <a:lnTo>
                  <a:pt x="160221" y="276337"/>
                </a:lnTo>
                <a:lnTo>
                  <a:pt x="154294" y="273474"/>
                </a:lnTo>
                <a:lnTo>
                  <a:pt x="153015" y="272073"/>
                </a:lnTo>
                <a:lnTo>
                  <a:pt x="152320" y="270764"/>
                </a:lnTo>
                <a:lnTo>
                  <a:pt x="152050" y="269106"/>
                </a:lnTo>
                <a:lnTo>
                  <a:pt x="152398" y="267505"/>
                </a:lnTo>
                <a:lnTo>
                  <a:pt x="152988" y="266467"/>
                </a:lnTo>
                <a:lnTo>
                  <a:pt x="154650" y="265713"/>
                </a:lnTo>
                <a:lnTo>
                  <a:pt x="157182" y="265279"/>
                </a:lnTo>
                <a:lnTo>
                  <a:pt x="159151" y="265091"/>
                </a:lnTo>
                <a:lnTo>
                  <a:pt x="160368" y="264786"/>
                </a:lnTo>
                <a:lnTo>
                  <a:pt x="161537" y="263513"/>
                </a:lnTo>
                <a:lnTo>
                  <a:pt x="164917" y="254259"/>
                </a:lnTo>
                <a:lnTo>
                  <a:pt x="165199" y="252364"/>
                </a:lnTo>
                <a:lnTo>
                  <a:pt x="165229" y="251326"/>
                </a:lnTo>
                <a:lnTo>
                  <a:pt x="164947" y="250351"/>
                </a:lnTo>
                <a:lnTo>
                  <a:pt x="164038" y="249892"/>
                </a:lnTo>
                <a:lnTo>
                  <a:pt x="162778" y="249694"/>
                </a:lnTo>
                <a:lnTo>
                  <a:pt x="160811" y="249828"/>
                </a:lnTo>
                <a:lnTo>
                  <a:pt x="153874" y="249975"/>
                </a:lnTo>
                <a:lnTo>
                  <a:pt x="147142" y="248753"/>
                </a:lnTo>
                <a:lnTo>
                  <a:pt x="142182" y="247673"/>
                </a:lnTo>
                <a:lnTo>
                  <a:pt x="140464" y="246867"/>
                </a:lnTo>
                <a:lnTo>
                  <a:pt x="138086" y="245976"/>
                </a:lnTo>
                <a:lnTo>
                  <a:pt x="136193" y="245528"/>
                </a:lnTo>
                <a:lnTo>
                  <a:pt x="134066" y="245730"/>
                </a:lnTo>
                <a:lnTo>
                  <a:pt x="132261" y="246689"/>
                </a:lnTo>
                <a:lnTo>
                  <a:pt x="130582" y="248409"/>
                </a:lnTo>
                <a:lnTo>
                  <a:pt x="128076" y="251459"/>
                </a:lnTo>
                <a:lnTo>
                  <a:pt x="127272" y="252389"/>
                </a:lnTo>
                <a:lnTo>
                  <a:pt x="126568" y="252629"/>
                </a:lnTo>
                <a:lnTo>
                  <a:pt x="125406" y="252590"/>
                </a:lnTo>
                <a:lnTo>
                  <a:pt x="123877" y="251991"/>
                </a:lnTo>
                <a:lnTo>
                  <a:pt x="122340" y="250982"/>
                </a:lnTo>
                <a:lnTo>
                  <a:pt x="121616" y="249727"/>
                </a:lnTo>
                <a:lnTo>
                  <a:pt x="120986" y="246817"/>
                </a:lnTo>
                <a:lnTo>
                  <a:pt x="120099" y="243979"/>
                </a:lnTo>
                <a:lnTo>
                  <a:pt x="118673" y="241133"/>
                </a:lnTo>
                <a:lnTo>
                  <a:pt x="114930" y="236413"/>
                </a:lnTo>
                <a:lnTo>
                  <a:pt x="113988" y="235005"/>
                </a:lnTo>
                <a:lnTo>
                  <a:pt x="113769" y="233776"/>
                </a:lnTo>
                <a:lnTo>
                  <a:pt x="114063" y="231681"/>
                </a:lnTo>
                <a:lnTo>
                  <a:pt x="116101" y="228041"/>
                </a:lnTo>
                <a:lnTo>
                  <a:pt x="118597" y="224489"/>
                </a:lnTo>
                <a:lnTo>
                  <a:pt x="119662" y="222101"/>
                </a:lnTo>
                <a:lnTo>
                  <a:pt x="120104" y="220139"/>
                </a:lnTo>
                <a:lnTo>
                  <a:pt x="119571" y="218225"/>
                </a:lnTo>
                <a:lnTo>
                  <a:pt x="117946" y="217578"/>
                </a:lnTo>
                <a:lnTo>
                  <a:pt x="115419" y="217218"/>
                </a:lnTo>
                <a:lnTo>
                  <a:pt x="112788" y="217539"/>
                </a:lnTo>
                <a:lnTo>
                  <a:pt x="109749" y="218165"/>
                </a:lnTo>
                <a:lnTo>
                  <a:pt x="104794" y="220147"/>
                </a:lnTo>
                <a:lnTo>
                  <a:pt x="100787" y="222727"/>
                </a:lnTo>
                <a:lnTo>
                  <a:pt x="97750" y="225376"/>
                </a:lnTo>
                <a:lnTo>
                  <a:pt x="94583" y="227237"/>
                </a:lnTo>
                <a:lnTo>
                  <a:pt x="90222" y="229021"/>
                </a:lnTo>
                <a:lnTo>
                  <a:pt x="85897" y="230041"/>
                </a:lnTo>
                <a:lnTo>
                  <a:pt x="82209" y="229469"/>
                </a:lnTo>
                <a:lnTo>
                  <a:pt x="80653" y="228067"/>
                </a:lnTo>
                <a:lnTo>
                  <a:pt x="80259" y="225593"/>
                </a:lnTo>
                <a:lnTo>
                  <a:pt x="81103" y="222833"/>
                </a:lnTo>
                <a:lnTo>
                  <a:pt x="84269" y="218457"/>
                </a:lnTo>
                <a:lnTo>
                  <a:pt x="88228" y="214098"/>
                </a:lnTo>
                <a:lnTo>
                  <a:pt x="89587" y="212641"/>
                </a:lnTo>
                <a:lnTo>
                  <a:pt x="90142" y="210545"/>
                </a:lnTo>
                <a:lnTo>
                  <a:pt x="90209" y="209071"/>
                </a:lnTo>
                <a:lnTo>
                  <a:pt x="89677" y="207604"/>
                </a:lnTo>
                <a:lnTo>
                  <a:pt x="88356" y="206001"/>
                </a:lnTo>
                <a:lnTo>
                  <a:pt x="86717" y="205107"/>
                </a:lnTo>
                <a:lnTo>
                  <a:pt x="85717" y="204298"/>
                </a:lnTo>
                <a:lnTo>
                  <a:pt x="84770" y="202416"/>
                </a:lnTo>
                <a:lnTo>
                  <a:pt x="83575" y="200799"/>
                </a:lnTo>
                <a:lnTo>
                  <a:pt x="82449" y="200004"/>
                </a:lnTo>
                <a:lnTo>
                  <a:pt x="80920" y="199551"/>
                </a:lnTo>
                <a:lnTo>
                  <a:pt x="79588" y="199396"/>
                </a:lnTo>
                <a:lnTo>
                  <a:pt x="78361" y="199683"/>
                </a:lnTo>
                <a:lnTo>
                  <a:pt x="76433" y="200738"/>
                </a:lnTo>
                <a:lnTo>
                  <a:pt x="74551" y="202515"/>
                </a:lnTo>
                <a:lnTo>
                  <a:pt x="72096" y="205166"/>
                </a:lnTo>
                <a:lnTo>
                  <a:pt x="70036" y="206618"/>
                </a:lnTo>
                <a:lnTo>
                  <a:pt x="66496" y="207910"/>
                </a:lnTo>
                <a:lnTo>
                  <a:pt x="64592" y="208265"/>
                </a:lnTo>
                <a:lnTo>
                  <a:pt x="62177" y="208602"/>
                </a:lnTo>
                <a:lnTo>
                  <a:pt x="57122" y="208421"/>
                </a:lnTo>
                <a:lnTo>
                  <a:pt x="55021" y="207538"/>
                </a:lnTo>
                <a:lnTo>
                  <a:pt x="54072" y="206513"/>
                </a:lnTo>
                <a:lnTo>
                  <a:pt x="52365" y="204587"/>
                </a:lnTo>
                <a:lnTo>
                  <a:pt x="47808" y="197114"/>
                </a:lnTo>
                <a:lnTo>
                  <a:pt x="47606" y="195685"/>
                </a:lnTo>
                <a:lnTo>
                  <a:pt x="48257" y="194285"/>
                </a:lnTo>
                <a:lnTo>
                  <a:pt x="49534" y="193026"/>
                </a:lnTo>
                <a:lnTo>
                  <a:pt x="51343" y="192103"/>
                </a:lnTo>
                <a:lnTo>
                  <a:pt x="58338" y="188331"/>
                </a:lnTo>
                <a:lnTo>
                  <a:pt x="59623" y="187308"/>
                </a:lnTo>
                <a:lnTo>
                  <a:pt x="60372" y="185912"/>
                </a:lnTo>
                <a:lnTo>
                  <a:pt x="60341" y="184562"/>
                </a:lnTo>
                <a:lnTo>
                  <a:pt x="59909" y="182396"/>
                </a:lnTo>
                <a:lnTo>
                  <a:pt x="59476" y="180914"/>
                </a:lnTo>
                <a:lnTo>
                  <a:pt x="58222" y="179250"/>
                </a:lnTo>
                <a:lnTo>
                  <a:pt x="56438" y="177503"/>
                </a:lnTo>
                <a:lnTo>
                  <a:pt x="53870" y="175967"/>
                </a:lnTo>
                <a:lnTo>
                  <a:pt x="52060" y="175796"/>
                </a:lnTo>
                <a:lnTo>
                  <a:pt x="49120" y="176261"/>
                </a:lnTo>
                <a:lnTo>
                  <a:pt x="45965" y="177275"/>
                </a:lnTo>
                <a:lnTo>
                  <a:pt x="42461" y="177183"/>
                </a:lnTo>
                <a:lnTo>
                  <a:pt x="38671" y="176562"/>
                </a:lnTo>
                <a:lnTo>
                  <a:pt x="32421" y="174910"/>
                </a:lnTo>
                <a:lnTo>
                  <a:pt x="30702" y="173667"/>
                </a:lnTo>
                <a:lnTo>
                  <a:pt x="29862" y="172453"/>
                </a:lnTo>
                <a:lnTo>
                  <a:pt x="29044" y="170612"/>
                </a:lnTo>
                <a:lnTo>
                  <a:pt x="29181" y="168356"/>
                </a:lnTo>
                <a:lnTo>
                  <a:pt x="30543" y="164429"/>
                </a:lnTo>
                <a:lnTo>
                  <a:pt x="31967" y="161871"/>
                </a:lnTo>
                <a:lnTo>
                  <a:pt x="33451" y="160281"/>
                </a:lnTo>
                <a:lnTo>
                  <a:pt x="35722" y="159055"/>
                </a:lnTo>
                <a:lnTo>
                  <a:pt x="42372" y="156620"/>
                </a:lnTo>
                <a:lnTo>
                  <a:pt x="43679" y="155899"/>
                </a:lnTo>
                <a:lnTo>
                  <a:pt x="44266" y="154935"/>
                </a:lnTo>
                <a:lnTo>
                  <a:pt x="44084" y="153270"/>
                </a:lnTo>
                <a:lnTo>
                  <a:pt x="42663" y="149002"/>
                </a:lnTo>
                <a:lnTo>
                  <a:pt x="40794" y="144482"/>
                </a:lnTo>
                <a:lnTo>
                  <a:pt x="39011" y="140329"/>
                </a:lnTo>
                <a:lnTo>
                  <a:pt x="36323" y="135909"/>
                </a:lnTo>
                <a:lnTo>
                  <a:pt x="34567" y="133671"/>
                </a:lnTo>
                <a:lnTo>
                  <a:pt x="31870" y="132094"/>
                </a:lnTo>
                <a:lnTo>
                  <a:pt x="29243" y="131640"/>
                </a:lnTo>
                <a:lnTo>
                  <a:pt x="25413" y="132385"/>
                </a:lnTo>
                <a:lnTo>
                  <a:pt x="22011" y="134101"/>
                </a:lnTo>
                <a:lnTo>
                  <a:pt x="18650" y="134461"/>
                </a:lnTo>
                <a:lnTo>
                  <a:pt x="16239" y="134224"/>
                </a:lnTo>
                <a:lnTo>
                  <a:pt x="12150" y="132782"/>
                </a:lnTo>
                <a:lnTo>
                  <a:pt x="7880" y="132555"/>
                </a:lnTo>
                <a:lnTo>
                  <a:pt x="2515" y="132992"/>
                </a:lnTo>
                <a:lnTo>
                  <a:pt x="841" y="131860"/>
                </a:lnTo>
                <a:lnTo>
                  <a:pt x="0" y="130218"/>
                </a:lnTo>
                <a:lnTo>
                  <a:pt x="734" y="127026"/>
                </a:lnTo>
                <a:lnTo>
                  <a:pt x="2258" y="123432"/>
                </a:lnTo>
                <a:lnTo>
                  <a:pt x="4840" y="119629"/>
                </a:lnTo>
                <a:lnTo>
                  <a:pt x="5966" y="117206"/>
                </a:lnTo>
                <a:lnTo>
                  <a:pt x="9002" y="110411"/>
                </a:lnTo>
                <a:lnTo>
                  <a:pt x="10900" y="107668"/>
                </a:lnTo>
                <a:lnTo>
                  <a:pt x="12625" y="105221"/>
                </a:lnTo>
                <a:lnTo>
                  <a:pt x="13560" y="102509"/>
                </a:lnTo>
                <a:lnTo>
                  <a:pt x="16410" y="91588"/>
                </a:lnTo>
                <a:lnTo>
                  <a:pt x="17176" y="89864"/>
                </a:lnTo>
                <a:lnTo>
                  <a:pt x="18584" y="88581"/>
                </a:lnTo>
                <a:lnTo>
                  <a:pt x="24649" y="85744"/>
                </a:lnTo>
                <a:lnTo>
                  <a:pt x="26556" y="84815"/>
                </a:lnTo>
                <a:lnTo>
                  <a:pt x="27715" y="83679"/>
                </a:lnTo>
                <a:lnTo>
                  <a:pt x="28004" y="81255"/>
                </a:lnTo>
                <a:lnTo>
                  <a:pt x="26773" y="74451"/>
                </a:lnTo>
                <a:lnTo>
                  <a:pt x="26185" y="71588"/>
                </a:lnTo>
                <a:lnTo>
                  <a:pt x="25067" y="68351"/>
                </a:lnTo>
                <a:lnTo>
                  <a:pt x="21546" y="60603"/>
                </a:lnTo>
                <a:lnTo>
                  <a:pt x="17055" y="52148"/>
                </a:lnTo>
                <a:lnTo>
                  <a:pt x="15034" y="49719"/>
                </a:lnTo>
                <a:lnTo>
                  <a:pt x="14162" y="48168"/>
                </a:lnTo>
                <a:lnTo>
                  <a:pt x="13931" y="46510"/>
                </a:lnTo>
                <a:lnTo>
                  <a:pt x="14263" y="44899"/>
                </a:lnTo>
                <a:lnTo>
                  <a:pt x="16122" y="43304"/>
                </a:lnTo>
                <a:lnTo>
                  <a:pt x="20256" y="40829"/>
                </a:lnTo>
                <a:lnTo>
                  <a:pt x="22954" y="39490"/>
                </a:lnTo>
                <a:lnTo>
                  <a:pt x="24454" y="39359"/>
                </a:lnTo>
                <a:lnTo>
                  <a:pt x="26109" y="40080"/>
                </a:lnTo>
                <a:lnTo>
                  <a:pt x="27288" y="41861"/>
                </a:lnTo>
                <a:lnTo>
                  <a:pt x="27682" y="45137"/>
                </a:lnTo>
                <a:lnTo>
                  <a:pt x="28267" y="46806"/>
                </a:lnTo>
                <a:lnTo>
                  <a:pt x="29414" y="47292"/>
                </a:lnTo>
                <a:lnTo>
                  <a:pt x="30712" y="47154"/>
                </a:lnTo>
                <a:lnTo>
                  <a:pt x="32975" y="46018"/>
                </a:lnTo>
                <a:lnTo>
                  <a:pt x="39458" y="39048"/>
                </a:lnTo>
                <a:lnTo>
                  <a:pt x="40112" y="37385"/>
                </a:lnTo>
                <a:lnTo>
                  <a:pt x="40488" y="34636"/>
                </a:lnTo>
                <a:lnTo>
                  <a:pt x="39994" y="30482"/>
                </a:lnTo>
                <a:lnTo>
                  <a:pt x="39267" y="28024"/>
                </a:lnTo>
                <a:lnTo>
                  <a:pt x="37811" y="26079"/>
                </a:lnTo>
                <a:lnTo>
                  <a:pt x="36309" y="25162"/>
                </a:lnTo>
                <a:lnTo>
                  <a:pt x="35409" y="24931"/>
                </a:lnTo>
                <a:lnTo>
                  <a:pt x="34337" y="24976"/>
                </a:lnTo>
                <a:lnTo>
                  <a:pt x="33361" y="25371"/>
                </a:lnTo>
                <a:lnTo>
                  <a:pt x="31238" y="26730"/>
                </a:lnTo>
                <a:lnTo>
                  <a:pt x="27964" y="29808"/>
                </a:lnTo>
                <a:lnTo>
                  <a:pt x="26447" y="31097"/>
                </a:lnTo>
                <a:lnTo>
                  <a:pt x="24541" y="31825"/>
                </a:lnTo>
                <a:lnTo>
                  <a:pt x="23318" y="32002"/>
                </a:lnTo>
                <a:lnTo>
                  <a:pt x="22297" y="31311"/>
                </a:lnTo>
                <a:lnTo>
                  <a:pt x="21518" y="30555"/>
                </a:lnTo>
                <a:lnTo>
                  <a:pt x="21510" y="29352"/>
                </a:lnTo>
                <a:lnTo>
                  <a:pt x="21461" y="25997"/>
                </a:lnTo>
                <a:lnTo>
                  <a:pt x="20756" y="22264"/>
                </a:lnTo>
                <a:lnTo>
                  <a:pt x="20218" y="20523"/>
                </a:lnTo>
                <a:lnTo>
                  <a:pt x="19242" y="18831"/>
                </a:lnTo>
                <a:lnTo>
                  <a:pt x="16924" y="15380"/>
                </a:lnTo>
                <a:lnTo>
                  <a:pt x="16774" y="14509"/>
                </a:lnTo>
                <a:lnTo>
                  <a:pt x="17151" y="13656"/>
                </a:lnTo>
                <a:lnTo>
                  <a:pt x="18919" y="12997"/>
                </a:lnTo>
                <a:lnTo>
                  <a:pt x="24669" y="12080"/>
                </a:lnTo>
                <a:lnTo>
                  <a:pt x="27255" y="11494"/>
                </a:lnTo>
                <a:lnTo>
                  <a:pt x="29609" y="10216"/>
                </a:lnTo>
                <a:lnTo>
                  <a:pt x="30745" y="8605"/>
                </a:lnTo>
                <a:lnTo>
                  <a:pt x="31404" y="6650"/>
                </a:lnTo>
                <a:lnTo>
                  <a:pt x="31234" y="5259"/>
                </a:lnTo>
                <a:lnTo>
                  <a:pt x="30613" y="3223"/>
                </a:lnTo>
                <a:lnTo>
                  <a:pt x="298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BCA92B27-8BD6-4E73-ACA6-6ADDE002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10" y="1924290"/>
            <a:ext cx="131561" cy="215867"/>
          </a:xfrm>
          <a:custGeom xmlns:a="http://schemas.openxmlformats.org/drawingml/2006/main">
            <a:pathLst>
              <a:path w="131561" h="215867">
                <a:moveTo>
                  <a:pt x="128980" y="215867"/>
                </a:moveTo>
                <a:lnTo>
                  <a:pt x="127583" y="212356"/>
                </a:lnTo>
                <a:lnTo>
                  <a:pt x="127423" y="210027"/>
                </a:lnTo>
                <a:lnTo>
                  <a:pt x="128559" y="207486"/>
                </a:lnTo>
                <a:lnTo>
                  <a:pt x="131561" y="197545"/>
                </a:lnTo>
                <a:lnTo>
                  <a:pt x="107303" y="168249"/>
                </a:lnTo>
                <a:lnTo>
                  <a:pt x="101980" y="141301"/>
                </a:lnTo>
                <a:lnTo>
                  <a:pt x="120708" y="114279"/>
                </a:lnTo>
                <a:lnTo>
                  <a:pt x="122638" y="99116"/>
                </a:lnTo>
                <a:lnTo>
                  <a:pt x="96363" y="66179"/>
                </a:lnTo>
                <a:lnTo>
                  <a:pt x="56630" y="40410"/>
                </a:lnTo>
                <a:lnTo>
                  <a:pt x="55176" y="39532"/>
                </a:lnTo>
                <a:lnTo>
                  <a:pt x="52712" y="39265"/>
                </a:lnTo>
                <a:lnTo>
                  <a:pt x="50659" y="39715"/>
                </a:lnTo>
                <a:lnTo>
                  <a:pt x="46080" y="41518"/>
                </a:lnTo>
                <a:lnTo>
                  <a:pt x="41625" y="42888"/>
                </a:lnTo>
                <a:lnTo>
                  <a:pt x="35071" y="43950"/>
                </a:lnTo>
                <a:lnTo>
                  <a:pt x="32442" y="43906"/>
                </a:lnTo>
                <a:lnTo>
                  <a:pt x="29288" y="43298"/>
                </a:lnTo>
                <a:lnTo>
                  <a:pt x="23331" y="41536"/>
                </a:lnTo>
                <a:lnTo>
                  <a:pt x="18380" y="40082"/>
                </a:lnTo>
                <a:lnTo>
                  <a:pt x="16115" y="40352"/>
                </a:lnTo>
                <a:lnTo>
                  <a:pt x="14420" y="41105"/>
                </a:lnTo>
                <a:lnTo>
                  <a:pt x="11464" y="42836"/>
                </a:lnTo>
                <a:lnTo>
                  <a:pt x="10566" y="43188"/>
                </a:lnTo>
                <a:lnTo>
                  <a:pt x="9095" y="43138"/>
                </a:lnTo>
                <a:lnTo>
                  <a:pt x="7679" y="42251"/>
                </a:lnTo>
                <a:lnTo>
                  <a:pt x="6441" y="40769"/>
                </a:lnTo>
                <a:lnTo>
                  <a:pt x="5849" y="39318"/>
                </a:lnTo>
                <a:lnTo>
                  <a:pt x="876" y="24959"/>
                </a:lnTo>
                <a:lnTo>
                  <a:pt x="275" y="22651"/>
                </a:lnTo>
                <a:lnTo>
                  <a:pt x="0" y="20354"/>
                </a:lnTo>
                <a:lnTo>
                  <a:pt x="132" y="16012"/>
                </a:lnTo>
                <a:lnTo>
                  <a:pt x="542" y="13528"/>
                </a:lnTo>
                <a:lnTo>
                  <a:pt x="1161" y="11162"/>
                </a:lnTo>
                <a:lnTo>
                  <a:pt x="1753" y="8958"/>
                </a:lnTo>
                <a:lnTo>
                  <a:pt x="2034" y="6134"/>
                </a:lnTo>
                <a:lnTo>
                  <a:pt x="1585" y="3047"/>
                </a:lnTo>
                <a:lnTo>
                  <a:pt x="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C4B1EBD2-546E-4FFC-8DA6-24CFE9B2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558" y="2121066"/>
            <a:ext cx="14751" cy="4894"/>
          </a:xfrm>
          <a:custGeom xmlns:a="http://schemas.openxmlformats.org/drawingml/2006/main">
            <a:pathLst>
              <a:path w="14751" h="4894">
                <a:moveTo>
                  <a:pt x="0" y="4894"/>
                </a:moveTo>
                <a:lnTo>
                  <a:pt x="3035" y="3730"/>
                </a:lnTo>
                <a:lnTo>
                  <a:pt x="5646" y="2561"/>
                </a:lnTo>
                <a:lnTo>
                  <a:pt x="8370" y="1906"/>
                </a:lnTo>
                <a:lnTo>
                  <a:pt x="10970" y="1521"/>
                </a:lnTo>
                <a:lnTo>
                  <a:pt x="12318" y="728"/>
                </a:lnTo>
                <a:lnTo>
                  <a:pt x="147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224E0999-E4C0-463E-A4F6-06EDE5F1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876" y="2121794"/>
            <a:ext cx="3849" cy="14089"/>
          </a:xfrm>
          <a:custGeom xmlns:a="http://schemas.openxmlformats.org/drawingml/2006/main">
            <a:pathLst>
              <a:path w="3849" h="14089">
                <a:moveTo>
                  <a:pt x="0" y="0"/>
                </a:moveTo>
                <a:lnTo>
                  <a:pt x="1886" y="4484"/>
                </a:lnTo>
                <a:lnTo>
                  <a:pt x="3234" y="9296"/>
                </a:lnTo>
                <a:lnTo>
                  <a:pt x="3849" y="12142"/>
                </a:lnTo>
                <a:lnTo>
                  <a:pt x="3739" y="140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47295752-046A-4C58-8E82-7EA79A36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453" y="2101145"/>
            <a:ext cx="2070" cy="16191"/>
          </a:xfrm>
          <a:custGeom xmlns:a="http://schemas.openxmlformats.org/drawingml/2006/main">
            <a:pathLst>
              <a:path w="2070" h="16191">
                <a:moveTo>
                  <a:pt x="1461" y="16191"/>
                </a:moveTo>
                <a:lnTo>
                  <a:pt x="2070" y="11865"/>
                </a:lnTo>
                <a:lnTo>
                  <a:pt x="1710" y="7569"/>
                </a:lnTo>
                <a:lnTo>
                  <a:pt x="0" y="2553"/>
                </a:lnTo>
                <a:lnTo>
                  <a:pt x="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DD8753D3-20CF-42A8-9A38-153D4EB8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6653" y="2076528"/>
            <a:ext cx="71527" cy="19682"/>
          </a:xfrm>
          <a:custGeom xmlns:a="http://schemas.openxmlformats.org/drawingml/2006/main">
            <a:pathLst>
              <a:path w="71527" h="19682">
                <a:moveTo>
                  <a:pt x="71527" y="19682"/>
                </a:moveTo>
                <a:lnTo>
                  <a:pt x="68823" y="15289"/>
                </a:lnTo>
                <a:lnTo>
                  <a:pt x="66518" y="13041"/>
                </a:lnTo>
                <a:lnTo>
                  <a:pt x="62605" y="9974"/>
                </a:lnTo>
                <a:lnTo>
                  <a:pt x="60589" y="4537"/>
                </a:lnTo>
                <a:lnTo>
                  <a:pt x="58183" y="938"/>
                </a:lnTo>
                <a:lnTo>
                  <a:pt x="50176" y="0"/>
                </a:lnTo>
                <a:lnTo>
                  <a:pt x="41536" y="873"/>
                </a:lnTo>
                <a:lnTo>
                  <a:pt x="38830" y="1628"/>
                </a:lnTo>
                <a:lnTo>
                  <a:pt x="30027" y="2176"/>
                </a:lnTo>
                <a:lnTo>
                  <a:pt x="25153" y="2138"/>
                </a:lnTo>
                <a:lnTo>
                  <a:pt x="18550" y="1294"/>
                </a:lnTo>
                <a:lnTo>
                  <a:pt x="8455" y="5124"/>
                </a:lnTo>
                <a:lnTo>
                  <a:pt x="3317" y="8376"/>
                </a:lnTo>
                <a:lnTo>
                  <a:pt x="0" y="1047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88281653-EA2B-4068-80F1-CA11A63C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90" y="2065592"/>
            <a:ext cx="68023" cy="17590"/>
          </a:xfrm>
          <a:custGeom xmlns:a="http://schemas.openxmlformats.org/drawingml/2006/main">
            <a:pathLst>
              <a:path w="68023" h="17590">
                <a:moveTo>
                  <a:pt x="68023" y="17590"/>
                </a:moveTo>
                <a:lnTo>
                  <a:pt x="42240" y="15528"/>
                </a:lnTo>
                <a:lnTo>
                  <a:pt x="18125" y="98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A466F068-CD44-470A-AC5A-6276201D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770" y="2084900"/>
            <a:ext cx="10241" cy="1123"/>
          </a:xfrm>
          <a:custGeom xmlns:a="http://schemas.openxmlformats.org/drawingml/2006/main">
            <a:pathLst>
              <a:path w="10241" h="1123">
                <a:moveTo>
                  <a:pt x="10241" y="1123"/>
                </a:moveTo>
                <a:lnTo>
                  <a:pt x="7283" y="97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0824FF49-FA6F-46BF-A5C8-A60B638C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307" y="2146920"/>
            <a:ext cx="207765" cy="275655"/>
          </a:xfrm>
          <a:custGeom xmlns:a="http://schemas.openxmlformats.org/drawingml/2006/main">
            <a:pathLst>
              <a:path w="207765" h="275655">
                <a:moveTo>
                  <a:pt x="207765" y="275655"/>
                </a:moveTo>
                <a:lnTo>
                  <a:pt x="207200" y="274068"/>
                </a:lnTo>
                <a:lnTo>
                  <a:pt x="206498" y="272787"/>
                </a:lnTo>
                <a:lnTo>
                  <a:pt x="205205" y="271330"/>
                </a:lnTo>
                <a:lnTo>
                  <a:pt x="203871" y="270592"/>
                </a:lnTo>
                <a:lnTo>
                  <a:pt x="201805" y="269957"/>
                </a:lnTo>
                <a:lnTo>
                  <a:pt x="193994" y="268497"/>
                </a:lnTo>
                <a:lnTo>
                  <a:pt x="192202" y="267635"/>
                </a:lnTo>
                <a:lnTo>
                  <a:pt x="189854" y="266188"/>
                </a:lnTo>
                <a:lnTo>
                  <a:pt x="189134" y="264988"/>
                </a:lnTo>
                <a:lnTo>
                  <a:pt x="188910" y="263093"/>
                </a:lnTo>
                <a:lnTo>
                  <a:pt x="189095" y="260047"/>
                </a:lnTo>
                <a:lnTo>
                  <a:pt x="189947" y="256895"/>
                </a:lnTo>
                <a:lnTo>
                  <a:pt x="189950" y="253596"/>
                </a:lnTo>
                <a:lnTo>
                  <a:pt x="189460" y="248676"/>
                </a:lnTo>
                <a:lnTo>
                  <a:pt x="188934" y="244649"/>
                </a:lnTo>
                <a:lnTo>
                  <a:pt x="188222" y="242082"/>
                </a:lnTo>
                <a:lnTo>
                  <a:pt x="187430" y="240278"/>
                </a:lnTo>
                <a:lnTo>
                  <a:pt x="186803" y="238561"/>
                </a:lnTo>
                <a:lnTo>
                  <a:pt x="185305" y="237216"/>
                </a:lnTo>
                <a:lnTo>
                  <a:pt x="180759" y="234856"/>
                </a:lnTo>
                <a:lnTo>
                  <a:pt x="177831" y="233180"/>
                </a:lnTo>
                <a:lnTo>
                  <a:pt x="174415" y="231341"/>
                </a:lnTo>
                <a:lnTo>
                  <a:pt x="168631" y="228939"/>
                </a:lnTo>
                <a:lnTo>
                  <a:pt x="166788" y="228120"/>
                </a:lnTo>
                <a:lnTo>
                  <a:pt x="165365" y="226805"/>
                </a:lnTo>
                <a:lnTo>
                  <a:pt x="164954" y="225160"/>
                </a:lnTo>
                <a:lnTo>
                  <a:pt x="166107" y="221462"/>
                </a:lnTo>
                <a:lnTo>
                  <a:pt x="166625" y="218855"/>
                </a:lnTo>
                <a:lnTo>
                  <a:pt x="166436" y="217045"/>
                </a:lnTo>
                <a:lnTo>
                  <a:pt x="165880" y="215504"/>
                </a:lnTo>
                <a:lnTo>
                  <a:pt x="161960" y="211534"/>
                </a:lnTo>
                <a:lnTo>
                  <a:pt x="160619" y="208116"/>
                </a:lnTo>
                <a:lnTo>
                  <a:pt x="160321" y="206165"/>
                </a:lnTo>
                <a:lnTo>
                  <a:pt x="160333" y="204215"/>
                </a:lnTo>
                <a:lnTo>
                  <a:pt x="160808" y="200303"/>
                </a:lnTo>
                <a:lnTo>
                  <a:pt x="162006" y="196416"/>
                </a:lnTo>
                <a:lnTo>
                  <a:pt x="164388" y="191758"/>
                </a:lnTo>
                <a:lnTo>
                  <a:pt x="165300" y="190039"/>
                </a:lnTo>
                <a:lnTo>
                  <a:pt x="165792" y="188042"/>
                </a:lnTo>
                <a:lnTo>
                  <a:pt x="165250" y="185909"/>
                </a:lnTo>
                <a:lnTo>
                  <a:pt x="163756" y="183817"/>
                </a:lnTo>
                <a:lnTo>
                  <a:pt x="161393" y="182953"/>
                </a:lnTo>
                <a:lnTo>
                  <a:pt x="156615" y="182462"/>
                </a:lnTo>
                <a:lnTo>
                  <a:pt x="153131" y="182927"/>
                </a:lnTo>
                <a:lnTo>
                  <a:pt x="149836" y="183918"/>
                </a:lnTo>
                <a:lnTo>
                  <a:pt x="146848" y="185611"/>
                </a:lnTo>
                <a:lnTo>
                  <a:pt x="144982" y="187872"/>
                </a:lnTo>
                <a:lnTo>
                  <a:pt x="144130" y="190395"/>
                </a:lnTo>
                <a:lnTo>
                  <a:pt x="144686" y="193239"/>
                </a:lnTo>
                <a:lnTo>
                  <a:pt x="145868" y="196204"/>
                </a:lnTo>
                <a:lnTo>
                  <a:pt x="148347" y="201620"/>
                </a:lnTo>
                <a:lnTo>
                  <a:pt x="150928" y="205836"/>
                </a:lnTo>
                <a:lnTo>
                  <a:pt x="151442" y="207485"/>
                </a:lnTo>
                <a:lnTo>
                  <a:pt x="151133" y="208905"/>
                </a:lnTo>
                <a:lnTo>
                  <a:pt x="150148" y="210385"/>
                </a:lnTo>
                <a:lnTo>
                  <a:pt x="148557" y="211278"/>
                </a:lnTo>
                <a:lnTo>
                  <a:pt x="146006" y="210699"/>
                </a:lnTo>
                <a:lnTo>
                  <a:pt x="143191" y="209064"/>
                </a:lnTo>
                <a:lnTo>
                  <a:pt x="141398" y="206952"/>
                </a:lnTo>
                <a:lnTo>
                  <a:pt x="139499" y="203652"/>
                </a:lnTo>
                <a:lnTo>
                  <a:pt x="137851" y="201582"/>
                </a:lnTo>
                <a:lnTo>
                  <a:pt x="136760" y="200907"/>
                </a:lnTo>
                <a:lnTo>
                  <a:pt x="135420" y="200816"/>
                </a:lnTo>
                <a:lnTo>
                  <a:pt x="134492" y="201413"/>
                </a:lnTo>
                <a:lnTo>
                  <a:pt x="133637" y="203052"/>
                </a:lnTo>
                <a:lnTo>
                  <a:pt x="133272" y="205327"/>
                </a:lnTo>
                <a:lnTo>
                  <a:pt x="133679" y="207892"/>
                </a:lnTo>
                <a:lnTo>
                  <a:pt x="134509" y="209880"/>
                </a:lnTo>
                <a:lnTo>
                  <a:pt x="136340" y="212130"/>
                </a:lnTo>
                <a:lnTo>
                  <a:pt x="139625" y="214656"/>
                </a:lnTo>
                <a:lnTo>
                  <a:pt x="142032" y="216607"/>
                </a:lnTo>
                <a:lnTo>
                  <a:pt x="142425" y="218160"/>
                </a:lnTo>
                <a:lnTo>
                  <a:pt x="142165" y="219254"/>
                </a:lnTo>
                <a:lnTo>
                  <a:pt x="141544" y="219925"/>
                </a:lnTo>
                <a:lnTo>
                  <a:pt x="139889" y="220307"/>
                </a:lnTo>
                <a:lnTo>
                  <a:pt x="138241" y="220506"/>
                </a:lnTo>
                <a:lnTo>
                  <a:pt x="136225" y="220465"/>
                </a:lnTo>
                <a:lnTo>
                  <a:pt x="126472" y="218720"/>
                </a:lnTo>
                <a:lnTo>
                  <a:pt x="124664" y="218650"/>
                </a:lnTo>
                <a:lnTo>
                  <a:pt x="123075" y="219334"/>
                </a:lnTo>
                <a:lnTo>
                  <a:pt x="122292" y="220155"/>
                </a:lnTo>
                <a:lnTo>
                  <a:pt x="121371" y="221490"/>
                </a:lnTo>
                <a:lnTo>
                  <a:pt x="121064" y="223321"/>
                </a:lnTo>
                <a:lnTo>
                  <a:pt x="121100" y="225455"/>
                </a:lnTo>
                <a:lnTo>
                  <a:pt x="121477" y="227318"/>
                </a:lnTo>
                <a:lnTo>
                  <a:pt x="121915" y="229647"/>
                </a:lnTo>
                <a:lnTo>
                  <a:pt x="121743" y="231182"/>
                </a:lnTo>
                <a:lnTo>
                  <a:pt x="120717" y="232896"/>
                </a:lnTo>
                <a:lnTo>
                  <a:pt x="119141" y="234647"/>
                </a:lnTo>
                <a:lnTo>
                  <a:pt x="117167" y="238490"/>
                </a:lnTo>
                <a:lnTo>
                  <a:pt x="116106" y="240905"/>
                </a:lnTo>
                <a:lnTo>
                  <a:pt x="115830" y="243265"/>
                </a:lnTo>
                <a:lnTo>
                  <a:pt x="116547" y="244730"/>
                </a:lnTo>
                <a:lnTo>
                  <a:pt x="118026" y="245518"/>
                </a:lnTo>
                <a:lnTo>
                  <a:pt x="120563" y="245559"/>
                </a:lnTo>
                <a:lnTo>
                  <a:pt x="123559" y="244740"/>
                </a:lnTo>
                <a:lnTo>
                  <a:pt x="127645" y="241298"/>
                </a:lnTo>
                <a:lnTo>
                  <a:pt x="131264" y="236235"/>
                </a:lnTo>
                <a:lnTo>
                  <a:pt x="133471" y="234807"/>
                </a:lnTo>
                <a:lnTo>
                  <a:pt x="135765" y="234967"/>
                </a:lnTo>
                <a:lnTo>
                  <a:pt x="137218" y="236502"/>
                </a:lnTo>
                <a:lnTo>
                  <a:pt x="138062" y="239036"/>
                </a:lnTo>
                <a:lnTo>
                  <a:pt x="137818" y="249399"/>
                </a:lnTo>
                <a:lnTo>
                  <a:pt x="137015" y="254949"/>
                </a:lnTo>
                <a:lnTo>
                  <a:pt x="135653" y="259032"/>
                </a:lnTo>
                <a:lnTo>
                  <a:pt x="130697" y="268569"/>
                </a:lnTo>
                <a:lnTo>
                  <a:pt x="129386" y="269882"/>
                </a:lnTo>
                <a:lnTo>
                  <a:pt x="127617" y="270569"/>
                </a:lnTo>
                <a:lnTo>
                  <a:pt x="125707" y="270313"/>
                </a:lnTo>
                <a:lnTo>
                  <a:pt x="123504" y="268762"/>
                </a:lnTo>
                <a:lnTo>
                  <a:pt x="119610" y="264956"/>
                </a:lnTo>
                <a:lnTo>
                  <a:pt x="117241" y="263008"/>
                </a:lnTo>
                <a:lnTo>
                  <a:pt x="114492" y="261520"/>
                </a:lnTo>
                <a:lnTo>
                  <a:pt x="111790" y="261346"/>
                </a:lnTo>
                <a:lnTo>
                  <a:pt x="110041" y="261806"/>
                </a:lnTo>
                <a:lnTo>
                  <a:pt x="101230" y="264969"/>
                </a:lnTo>
                <a:lnTo>
                  <a:pt x="85503" y="274049"/>
                </a:lnTo>
                <a:lnTo>
                  <a:pt x="70726" y="272024"/>
                </a:lnTo>
                <a:lnTo>
                  <a:pt x="55317" y="265230"/>
                </a:lnTo>
                <a:lnTo>
                  <a:pt x="49742" y="255243"/>
                </a:lnTo>
                <a:lnTo>
                  <a:pt x="44330" y="238390"/>
                </a:lnTo>
                <a:lnTo>
                  <a:pt x="6451" y="223358"/>
                </a:lnTo>
                <a:lnTo>
                  <a:pt x="3709" y="222153"/>
                </a:lnTo>
                <a:lnTo>
                  <a:pt x="2439" y="220633"/>
                </a:lnTo>
                <a:lnTo>
                  <a:pt x="882" y="218785"/>
                </a:lnTo>
                <a:lnTo>
                  <a:pt x="0" y="216595"/>
                </a:lnTo>
                <a:lnTo>
                  <a:pt x="194" y="214733"/>
                </a:lnTo>
                <a:lnTo>
                  <a:pt x="823" y="214299"/>
                </a:lnTo>
                <a:lnTo>
                  <a:pt x="2828" y="214331"/>
                </a:lnTo>
                <a:lnTo>
                  <a:pt x="4239" y="213905"/>
                </a:lnTo>
                <a:lnTo>
                  <a:pt x="5360" y="212612"/>
                </a:lnTo>
                <a:lnTo>
                  <a:pt x="29679" y="180905"/>
                </a:lnTo>
                <a:lnTo>
                  <a:pt x="38089" y="176261"/>
                </a:lnTo>
                <a:lnTo>
                  <a:pt x="57969" y="138879"/>
                </a:lnTo>
                <a:lnTo>
                  <a:pt x="51502" y="115019"/>
                </a:lnTo>
                <a:lnTo>
                  <a:pt x="36106" y="113128"/>
                </a:lnTo>
                <a:lnTo>
                  <a:pt x="31226" y="49696"/>
                </a:lnTo>
                <a:lnTo>
                  <a:pt x="26527" y="47859"/>
                </a:lnTo>
                <a:lnTo>
                  <a:pt x="25385" y="29639"/>
                </a:lnTo>
                <a:lnTo>
                  <a:pt x="25740" y="25933"/>
                </a:lnTo>
                <a:lnTo>
                  <a:pt x="24930" y="23854"/>
                </a:lnTo>
                <a:lnTo>
                  <a:pt x="23376" y="21760"/>
                </a:lnTo>
                <a:lnTo>
                  <a:pt x="23120" y="19063"/>
                </a:lnTo>
                <a:lnTo>
                  <a:pt x="23956" y="17651"/>
                </a:lnTo>
                <a:lnTo>
                  <a:pt x="27362" y="13721"/>
                </a:lnTo>
                <a:lnTo>
                  <a:pt x="29732" y="12152"/>
                </a:lnTo>
                <a:lnTo>
                  <a:pt x="31295" y="10465"/>
                </a:lnTo>
                <a:lnTo>
                  <a:pt x="31700" y="8473"/>
                </a:lnTo>
                <a:lnTo>
                  <a:pt x="31430" y="5694"/>
                </a:lnTo>
                <a:lnTo>
                  <a:pt x="29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F1F73DB0-65CB-48B9-B89F-BD34F681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888" y="2102170"/>
            <a:ext cx="4216" cy="14135"/>
          </a:xfrm>
          <a:custGeom xmlns:a="http://schemas.openxmlformats.org/drawingml/2006/main">
            <a:pathLst>
              <a:path w="4216" h="14135">
                <a:moveTo>
                  <a:pt x="0" y="14135"/>
                </a:moveTo>
                <a:lnTo>
                  <a:pt x="3765" y="12440"/>
                </a:lnTo>
                <a:lnTo>
                  <a:pt x="4117" y="10703"/>
                </a:lnTo>
                <a:lnTo>
                  <a:pt x="4216" y="7799"/>
                </a:lnTo>
                <a:lnTo>
                  <a:pt x="37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F168AFFB-520B-4A25-BD74-B5CE7564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672" y="2125101"/>
            <a:ext cx="3382" cy="22708"/>
          </a:xfrm>
          <a:custGeom xmlns:a="http://schemas.openxmlformats.org/drawingml/2006/main">
            <a:pathLst>
              <a:path w="3382" h="22708">
                <a:moveTo>
                  <a:pt x="2340" y="22708"/>
                </a:moveTo>
                <a:lnTo>
                  <a:pt x="3122" y="20493"/>
                </a:lnTo>
                <a:lnTo>
                  <a:pt x="3382" y="19253"/>
                </a:lnTo>
                <a:lnTo>
                  <a:pt x="3374" y="17886"/>
                </a:lnTo>
                <a:lnTo>
                  <a:pt x="3093" y="16555"/>
                </a:lnTo>
                <a:lnTo>
                  <a:pt x="2549" y="14960"/>
                </a:lnTo>
                <a:lnTo>
                  <a:pt x="1573" y="13286"/>
                </a:lnTo>
                <a:lnTo>
                  <a:pt x="545" y="11556"/>
                </a:lnTo>
                <a:lnTo>
                  <a:pt x="0" y="9988"/>
                </a:lnTo>
                <a:lnTo>
                  <a:pt x="283" y="7264"/>
                </a:lnTo>
                <a:lnTo>
                  <a:pt x="996" y="4663"/>
                </a:lnTo>
                <a:lnTo>
                  <a:pt x="32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0C7954FE-245E-4AEB-B23C-47EF189B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4" y="2093857"/>
            <a:ext cx="6449" cy="13304"/>
          </a:xfrm>
          <a:custGeom xmlns:a="http://schemas.openxmlformats.org/drawingml/2006/main">
            <a:pathLst>
              <a:path w="6449" h="13304">
                <a:moveTo>
                  <a:pt x="1566" y="13304"/>
                </a:moveTo>
                <a:lnTo>
                  <a:pt x="0" y="8694"/>
                </a:lnTo>
                <a:lnTo>
                  <a:pt x="65" y="5351"/>
                </a:lnTo>
                <a:lnTo>
                  <a:pt x="392" y="2118"/>
                </a:lnTo>
                <a:lnTo>
                  <a:pt x="6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DF7304D0-C8BD-48C9-928B-6A5AACD9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805" y="2078666"/>
            <a:ext cx="17483" cy="11458"/>
          </a:xfrm>
          <a:custGeom xmlns:a="http://schemas.openxmlformats.org/drawingml/2006/main">
            <a:pathLst>
              <a:path w="17483" h="11458">
                <a:moveTo>
                  <a:pt x="17483" y="11458"/>
                </a:moveTo>
                <a:lnTo>
                  <a:pt x="14282" y="6984"/>
                </a:lnTo>
                <a:lnTo>
                  <a:pt x="11323" y="3976"/>
                </a:lnTo>
                <a:lnTo>
                  <a:pt x="7164" y="193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FAA9649E-E493-4E19-AA2E-BA42476F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39" y="2658118"/>
            <a:ext cx="210539" cy="173461"/>
          </a:xfrm>
          <a:custGeom xmlns:a="http://schemas.openxmlformats.org/drawingml/2006/main">
            <a:pathLst>
              <a:path w="210539" h="173461">
                <a:moveTo>
                  <a:pt x="210539" y="173461"/>
                </a:moveTo>
                <a:lnTo>
                  <a:pt x="187066" y="161010"/>
                </a:lnTo>
                <a:lnTo>
                  <a:pt x="176274" y="158293"/>
                </a:lnTo>
                <a:lnTo>
                  <a:pt x="169632" y="161295"/>
                </a:lnTo>
                <a:lnTo>
                  <a:pt x="165451" y="168179"/>
                </a:lnTo>
                <a:lnTo>
                  <a:pt x="161644" y="170301"/>
                </a:lnTo>
                <a:lnTo>
                  <a:pt x="157532" y="167310"/>
                </a:lnTo>
                <a:lnTo>
                  <a:pt x="157897" y="161353"/>
                </a:lnTo>
                <a:lnTo>
                  <a:pt x="159247" y="151210"/>
                </a:lnTo>
                <a:lnTo>
                  <a:pt x="160210" y="142029"/>
                </a:lnTo>
                <a:lnTo>
                  <a:pt x="154918" y="135525"/>
                </a:lnTo>
                <a:lnTo>
                  <a:pt x="157394" y="131261"/>
                </a:lnTo>
                <a:lnTo>
                  <a:pt x="165776" y="130187"/>
                </a:lnTo>
                <a:lnTo>
                  <a:pt x="173367" y="129351"/>
                </a:lnTo>
                <a:lnTo>
                  <a:pt x="175140" y="120990"/>
                </a:lnTo>
                <a:lnTo>
                  <a:pt x="165117" y="110325"/>
                </a:lnTo>
                <a:lnTo>
                  <a:pt x="151918" y="112211"/>
                </a:lnTo>
                <a:lnTo>
                  <a:pt x="131676" y="119618"/>
                </a:lnTo>
                <a:lnTo>
                  <a:pt x="122638" y="118892"/>
                </a:lnTo>
                <a:lnTo>
                  <a:pt x="115683" y="110755"/>
                </a:lnTo>
                <a:lnTo>
                  <a:pt x="104386" y="110081"/>
                </a:lnTo>
                <a:lnTo>
                  <a:pt x="77127" y="107325"/>
                </a:lnTo>
                <a:lnTo>
                  <a:pt x="52380" y="93052"/>
                </a:lnTo>
                <a:lnTo>
                  <a:pt x="51172" y="83114"/>
                </a:lnTo>
                <a:lnTo>
                  <a:pt x="45363" y="70541"/>
                </a:lnTo>
                <a:lnTo>
                  <a:pt x="40234" y="51694"/>
                </a:lnTo>
                <a:lnTo>
                  <a:pt x="41284" y="43163"/>
                </a:lnTo>
                <a:lnTo>
                  <a:pt x="41821" y="38233"/>
                </a:lnTo>
                <a:lnTo>
                  <a:pt x="38117" y="34908"/>
                </a:lnTo>
                <a:lnTo>
                  <a:pt x="32309" y="36242"/>
                </a:lnTo>
                <a:lnTo>
                  <a:pt x="28565" y="33627"/>
                </a:lnTo>
                <a:lnTo>
                  <a:pt x="27452" y="30865"/>
                </a:lnTo>
                <a:lnTo>
                  <a:pt x="30205" y="28242"/>
                </a:lnTo>
                <a:lnTo>
                  <a:pt x="35765" y="24284"/>
                </a:lnTo>
                <a:lnTo>
                  <a:pt x="36280" y="19034"/>
                </a:lnTo>
                <a:lnTo>
                  <a:pt x="34820" y="14628"/>
                </a:lnTo>
                <a:lnTo>
                  <a:pt x="32924" y="11857"/>
                </a:lnTo>
                <a:lnTo>
                  <a:pt x="33711" y="8220"/>
                </a:lnTo>
                <a:lnTo>
                  <a:pt x="33531" y="4077"/>
                </a:lnTo>
                <a:lnTo>
                  <a:pt x="29867" y="699"/>
                </a:lnTo>
                <a:lnTo>
                  <a:pt x="26455" y="0"/>
                </a:lnTo>
                <a:lnTo>
                  <a:pt x="22895" y="134"/>
                </a:lnTo>
                <a:lnTo>
                  <a:pt x="17990" y="2246"/>
                </a:lnTo>
                <a:lnTo>
                  <a:pt x="14028" y="4755"/>
                </a:lnTo>
                <a:lnTo>
                  <a:pt x="9404" y="6785"/>
                </a:lnTo>
                <a:lnTo>
                  <a:pt x="5059" y="9846"/>
                </a:lnTo>
                <a:lnTo>
                  <a:pt x="0" y="1394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D7C59BD7-6CE6-46BD-8F9E-9B753BEF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179" y="1942172"/>
            <a:ext cx="261482" cy="160066"/>
          </a:xfrm>
          <a:custGeom xmlns:a="http://schemas.openxmlformats.org/drawingml/2006/main">
            <a:pathLst>
              <a:path w="261482" h="160066">
                <a:moveTo>
                  <a:pt x="0" y="88326"/>
                </a:moveTo>
                <a:lnTo>
                  <a:pt x="491" y="73907"/>
                </a:lnTo>
                <a:lnTo>
                  <a:pt x="5964" y="63859"/>
                </a:lnTo>
                <a:lnTo>
                  <a:pt x="16552" y="54441"/>
                </a:lnTo>
                <a:lnTo>
                  <a:pt x="28095" y="44134"/>
                </a:lnTo>
                <a:lnTo>
                  <a:pt x="37860" y="31434"/>
                </a:lnTo>
                <a:lnTo>
                  <a:pt x="43056" y="15780"/>
                </a:lnTo>
                <a:lnTo>
                  <a:pt x="49463" y="5764"/>
                </a:lnTo>
                <a:lnTo>
                  <a:pt x="58943" y="1429"/>
                </a:lnTo>
                <a:lnTo>
                  <a:pt x="71586" y="0"/>
                </a:lnTo>
                <a:lnTo>
                  <a:pt x="84093" y="2749"/>
                </a:lnTo>
                <a:lnTo>
                  <a:pt x="100260" y="7491"/>
                </a:lnTo>
                <a:lnTo>
                  <a:pt x="113244" y="9792"/>
                </a:lnTo>
                <a:lnTo>
                  <a:pt x="127351" y="6544"/>
                </a:lnTo>
                <a:lnTo>
                  <a:pt x="141956" y="2392"/>
                </a:lnTo>
                <a:lnTo>
                  <a:pt x="154615" y="489"/>
                </a:lnTo>
                <a:lnTo>
                  <a:pt x="165348" y="389"/>
                </a:lnTo>
                <a:lnTo>
                  <a:pt x="177277" y="6381"/>
                </a:lnTo>
                <a:lnTo>
                  <a:pt x="184431" y="15473"/>
                </a:lnTo>
                <a:lnTo>
                  <a:pt x="192326" y="21793"/>
                </a:lnTo>
                <a:lnTo>
                  <a:pt x="193517" y="22763"/>
                </a:lnTo>
                <a:lnTo>
                  <a:pt x="209328" y="24230"/>
                </a:lnTo>
                <a:lnTo>
                  <a:pt x="227674" y="19731"/>
                </a:lnTo>
                <a:lnTo>
                  <a:pt x="241298" y="16931"/>
                </a:lnTo>
                <a:lnTo>
                  <a:pt x="251507" y="18681"/>
                </a:lnTo>
                <a:lnTo>
                  <a:pt x="257696" y="28661"/>
                </a:lnTo>
                <a:lnTo>
                  <a:pt x="261482" y="40892"/>
                </a:lnTo>
                <a:lnTo>
                  <a:pt x="259188" y="53382"/>
                </a:lnTo>
                <a:lnTo>
                  <a:pt x="252289" y="64321"/>
                </a:lnTo>
                <a:lnTo>
                  <a:pt x="240013" y="68552"/>
                </a:lnTo>
                <a:lnTo>
                  <a:pt x="229153" y="72375"/>
                </a:lnTo>
                <a:lnTo>
                  <a:pt x="216289" y="80313"/>
                </a:lnTo>
                <a:lnTo>
                  <a:pt x="209866" y="90804"/>
                </a:lnTo>
                <a:lnTo>
                  <a:pt x="208600" y="100539"/>
                </a:lnTo>
                <a:lnTo>
                  <a:pt x="210582" y="110841"/>
                </a:lnTo>
                <a:lnTo>
                  <a:pt x="215429" y="119381"/>
                </a:lnTo>
                <a:lnTo>
                  <a:pt x="210512" y="126669"/>
                </a:lnTo>
                <a:lnTo>
                  <a:pt x="203288" y="133404"/>
                </a:lnTo>
                <a:lnTo>
                  <a:pt x="194306" y="136818"/>
                </a:lnTo>
                <a:lnTo>
                  <a:pt x="185933" y="136068"/>
                </a:lnTo>
                <a:lnTo>
                  <a:pt x="175429" y="143157"/>
                </a:lnTo>
                <a:lnTo>
                  <a:pt x="165822" y="151215"/>
                </a:lnTo>
                <a:lnTo>
                  <a:pt x="157648" y="158383"/>
                </a:lnTo>
                <a:lnTo>
                  <a:pt x="152459" y="160066"/>
                </a:lnTo>
                <a:lnTo>
                  <a:pt x="150456" y="159998"/>
                </a:lnTo>
                <a:lnTo>
                  <a:pt x="145466" y="159828"/>
                </a:lnTo>
                <a:lnTo>
                  <a:pt x="134922" y="154348"/>
                </a:lnTo>
                <a:lnTo>
                  <a:pt x="124987" y="144706"/>
                </a:lnTo>
                <a:lnTo>
                  <a:pt x="117864" y="134685"/>
                </a:lnTo>
                <a:lnTo>
                  <a:pt x="109309" y="125554"/>
                </a:lnTo>
                <a:lnTo>
                  <a:pt x="98891" y="116360"/>
                </a:lnTo>
                <a:lnTo>
                  <a:pt x="86511" y="109887"/>
                </a:lnTo>
                <a:lnTo>
                  <a:pt x="70715" y="107947"/>
                </a:lnTo>
                <a:lnTo>
                  <a:pt x="56702" y="108409"/>
                </a:lnTo>
                <a:lnTo>
                  <a:pt x="44573" y="108461"/>
                </a:lnTo>
                <a:lnTo>
                  <a:pt x="31586" y="108813"/>
                </a:lnTo>
                <a:lnTo>
                  <a:pt x="28537" y="104170"/>
                </a:lnTo>
                <a:lnTo>
                  <a:pt x="22531" y="103037"/>
                </a:lnTo>
                <a:lnTo>
                  <a:pt x="18433" y="106041"/>
                </a:lnTo>
                <a:lnTo>
                  <a:pt x="13412" y="105533"/>
                </a:lnTo>
                <a:lnTo>
                  <a:pt x="5664" y="100157"/>
                </a:lnTo>
                <a:lnTo>
                  <a:pt x="0" y="883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423E281-9B21-47FE-A9C5-72570284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249" y="3763431"/>
            <a:ext cx="75684" cy="77420"/>
          </a:xfrm>
          <a:custGeom xmlns:a="http://schemas.openxmlformats.org/drawingml/2006/main">
            <a:pathLst>
              <a:path w="75684" h="77420">
                <a:moveTo>
                  <a:pt x="75684" y="77420"/>
                </a:moveTo>
                <a:lnTo>
                  <a:pt x="64889" y="76620"/>
                </a:lnTo>
                <a:lnTo>
                  <a:pt x="57206" y="74958"/>
                </a:lnTo>
                <a:lnTo>
                  <a:pt x="46340" y="69480"/>
                </a:lnTo>
                <a:lnTo>
                  <a:pt x="39471" y="59954"/>
                </a:lnTo>
                <a:lnTo>
                  <a:pt x="32154" y="56637"/>
                </a:lnTo>
                <a:lnTo>
                  <a:pt x="21441" y="54700"/>
                </a:lnTo>
                <a:lnTo>
                  <a:pt x="5390" y="50096"/>
                </a:lnTo>
                <a:lnTo>
                  <a:pt x="73" y="41961"/>
                </a:lnTo>
                <a:lnTo>
                  <a:pt x="0" y="35407"/>
                </a:lnTo>
                <a:lnTo>
                  <a:pt x="7742" y="26736"/>
                </a:lnTo>
                <a:lnTo>
                  <a:pt x="10913" y="16991"/>
                </a:lnTo>
                <a:lnTo>
                  <a:pt x="7420" y="5883"/>
                </a:lnTo>
                <a:lnTo>
                  <a:pt x="5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681CFD37-CF65-4091-8795-B64E37BC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287" y="3732415"/>
            <a:ext cx="25892" cy="31017"/>
          </a:xfrm>
          <a:custGeom xmlns:a="http://schemas.openxmlformats.org/drawingml/2006/main">
            <a:pathLst>
              <a:path w="25892" h="31017">
                <a:moveTo>
                  <a:pt x="25892" y="31017"/>
                </a:moveTo>
                <a:lnTo>
                  <a:pt x="19149" y="4389"/>
                </a:lnTo>
                <a:lnTo>
                  <a:pt x="8948" y="0"/>
                </a:lnTo>
                <a:lnTo>
                  <a:pt x="0" y="227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0EA0FD4F-1E22-4852-9647-ACED8CC0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537" y="2920057"/>
            <a:ext cx="872750" cy="849289"/>
          </a:xfrm>
          <a:custGeom xmlns:a="http://schemas.openxmlformats.org/drawingml/2006/main">
            <a:pathLst>
              <a:path w="872750" h="849289">
                <a:moveTo>
                  <a:pt x="872750" y="814636"/>
                </a:moveTo>
                <a:lnTo>
                  <a:pt x="857230" y="818589"/>
                </a:lnTo>
                <a:lnTo>
                  <a:pt x="839159" y="829610"/>
                </a:lnTo>
                <a:lnTo>
                  <a:pt x="832871" y="829179"/>
                </a:lnTo>
                <a:lnTo>
                  <a:pt x="828023" y="824569"/>
                </a:lnTo>
                <a:lnTo>
                  <a:pt x="826346" y="816548"/>
                </a:lnTo>
                <a:lnTo>
                  <a:pt x="824020" y="812624"/>
                </a:lnTo>
                <a:lnTo>
                  <a:pt x="818428" y="811378"/>
                </a:lnTo>
                <a:lnTo>
                  <a:pt x="811131" y="813284"/>
                </a:lnTo>
                <a:lnTo>
                  <a:pt x="806933" y="818629"/>
                </a:lnTo>
                <a:lnTo>
                  <a:pt x="805522" y="826464"/>
                </a:lnTo>
                <a:lnTo>
                  <a:pt x="802221" y="835029"/>
                </a:lnTo>
                <a:lnTo>
                  <a:pt x="804073" y="841070"/>
                </a:lnTo>
                <a:lnTo>
                  <a:pt x="799866" y="848146"/>
                </a:lnTo>
                <a:lnTo>
                  <a:pt x="792121" y="849289"/>
                </a:lnTo>
                <a:lnTo>
                  <a:pt x="781888" y="843932"/>
                </a:lnTo>
                <a:lnTo>
                  <a:pt x="759535" y="835115"/>
                </a:lnTo>
                <a:lnTo>
                  <a:pt x="740490" y="828058"/>
                </a:lnTo>
                <a:lnTo>
                  <a:pt x="734599" y="828898"/>
                </a:lnTo>
                <a:lnTo>
                  <a:pt x="729036" y="836011"/>
                </a:lnTo>
                <a:lnTo>
                  <a:pt x="723672" y="841417"/>
                </a:lnTo>
                <a:lnTo>
                  <a:pt x="720456" y="840643"/>
                </a:lnTo>
                <a:lnTo>
                  <a:pt x="715808" y="835593"/>
                </a:lnTo>
                <a:lnTo>
                  <a:pt x="714233" y="828614"/>
                </a:lnTo>
                <a:lnTo>
                  <a:pt x="717289" y="813908"/>
                </a:lnTo>
                <a:lnTo>
                  <a:pt x="715763" y="806730"/>
                </a:lnTo>
                <a:lnTo>
                  <a:pt x="713264" y="804249"/>
                </a:lnTo>
                <a:lnTo>
                  <a:pt x="708904" y="804202"/>
                </a:lnTo>
                <a:lnTo>
                  <a:pt x="704940" y="806292"/>
                </a:lnTo>
                <a:lnTo>
                  <a:pt x="698263" y="818717"/>
                </a:lnTo>
                <a:lnTo>
                  <a:pt x="688326" y="826839"/>
                </a:lnTo>
                <a:lnTo>
                  <a:pt x="682168" y="827543"/>
                </a:lnTo>
                <a:lnTo>
                  <a:pt x="677509" y="818939"/>
                </a:lnTo>
                <a:lnTo>
                  <a:pt x="663849" y="811033"/>
                </a:lnTo>
                <a:lnTo>
                  <a:pt x="655001" y="799908"/>
                </a:lnTo>
                <a:lnTo>
                  <a:pt x="648009" y="793075"/>
                </a:lnTo>
                <a:lnTo>
                  <a:pt x="641474" y="791916"/>
                </a:lnTo>
                <a:lnTo>
                  <a:pt x="640744" y="791609"/>
                </a:lnTo>
                <a:lnTo>
                  <a:pt x="635923" y="789615"/>
                </a:lnTo>
                <a:lnTo>
                  <a:pt x="634304" y="787145"/>
                </a:lnTo>
                <a:lnTo>
                  <a:pt x="634580" y="784749"/>
                </a:lnTo>
                <a:lnTo>
                  <a:pt x="639790" y="773605"/>
                </a:lnTo>
                <a:lnTo>
                  <a:pt x="644064" y="764244"/>
                </a:lnTo>
                <a:lnTo>
                  <a:pt x="648021" y="757360"/>
                </a:lnTo>
                <a:lnTo>
                  <a:pt x="647651" y="753821"/>
                </a:lnTo>
                <a:lnTo>
                  <a:pt x="643496" y="749799"/>
                </a:lnTo>
                <a:lnTo>
                  <a:pt x="634992" y="746532"/>
                </a:lnTo>
                <a:lnTo>
                  <a:pt x="623765" y="744705"/>
                </a:lnTo>
                <a:lnTo>
                  <a:pt x="614781" y="735827"/>
                </a:lnTo>
                <a:lnTo>
                  <a:pt x="611872" y="722122"/>
                </a:lnTo>
                <a:lnTo>
                  <a:pt x="609785" y="710943"/>
                </a:lnTo>
                <a:lnTo>
                  <a:pt x="611628" y="700151"/>
                </a:lnTo>
                <a:lnTo>
                  <a:pt x="612357" y="688666"/>
                </a:lnTo>
                <a:lnTo>
                  <a:pt x="605110" y="684576"/>
                </a:lnTo>
                <a:lnTo>
                  <a:pt x="595032" y="686268"/>
                </a:lnTo>
                <a:lnTo>
                  <a:pt x="585679" y="685434"/>
                </a:lnTo>
                <a:lnTo>
                  <a:pt x="576309" y="681764"/>
                </a:lnTo>
                <a:lnTo>
                  <a:pt x="569458" y="685434"/>
                </a:lnTo>
                <a:lnTo>
                  <a:pt x="562940" y="691366"/>
                </a:lnTo>
                <a:lnTo>
                  <a:pt x="558844" y="691710"/>
                </a:lnTo>
                <a:lnTo>
                  <a:pt x="554506" y="687791"/>
                </a:lnTo>
                <a:lnTo>
                  <a:pt x="549938" y="684922"/>
                </a:lnTo>
                <a:lnTo>
                  <a:pt x="546064" y="685939"/>
                </a:lnTo>
                <a:lnTo>
                  <a:pt x="545480" y="693748"/>
                </a:lnTo>
                <a:lnTo>
                  <a:pt x="543424" y="704906"/>
                </a:lnTo>
                <a:lnTo>
                  <a:pt x="537638" y="704893"/>
                </a:lnTo>
                <a:lnTo>
                  <a:pt x="532221" y="700883"/>
                </a:lnTo>
                <a:lnTo>
                  <a:pt x="528599" y="695412"/>
                </a:lnTo>
                <a:lnTo>
                  <a:pt x="526039" y="689575"/>
                </a:lnTo>
                <a:lnTo>
                  <a:pt x="522438" y="687676"/>
                </a:lnTo>
                <a:lnTo>
                  <a:pt x="519733" y="687275"/>
                </a:lnTo>
                <a:lnTo>
                  <a:pt x="513423" y="693469"/>
                </a:lnTo>
                <a:lnTo>
                  <a:pt x="505885" y="700898"/>
                </a:lnTo>
                <a:lnTo>
                  <a:pt x="502986" y="702367"/>
                </a:lnTo>
                <a:lnTo>
                  <a:pt x="499216" y="702413"/>
                </a:lnTo>
                <a:lnTo>
                  <a:pt x="496514" y="699816"/>
                </a:lnTo>
                <a:lnTo>
                  <a:pt x="495012" y="696002"/>
                </a:lnTo>
                <a:lnTo>
                  <a:pt x="495338" y="683919"/>
                </a:lnTo>
                <a:lnTo>
                  <a:pt x="494668" y="667502"/>
                </a:lnTo>
                <a:lnTo>
                  <a:pt x="495716" y="654806"/>
                </a:lnTo>
                <a:lnTo>
                  <a:pt x="499004" y="650187"/>
                </a:lnTo>
                <a:lnTo>
                  <a:pt x="502905" y="650273"/>
                </a:lnTo>
                <a:lnTo>
                  <a:pt x="508785" y="651346"/>
                </a:lnTo>
                <a:lnTo>
                  <a:pt x="515925" y="651505"/>
                </a:lnTo>
                <a:lnTo>
                  <a:pt x="518967" y="649192"/>
                </a:lnTo>
                <a:lnTo>
                  <a:pt x="517912" y="644035"/>
                </a:lnTo>
                <a:lnTo>
                  <a:pt x="512718" y="639039"/>
                </a:lnTo>
                <a:lnTo>
                  <a:pt x="508579" y="636329"/>
                </a:lnTo>
                <a:lnTo>
                  <a:pt x="502382" y="636102"/>
                </a:lnTo>
                <a:lnTo>
                  <a:pt x="497027" y="637052"/>
                </a:lnTo>
                <a:lnTo>
                  <a:pt x="493965" y="633822"/>
                </a:lnTo>
                <a:lnTo>
                  <a:pt x="491055" y="627081"/>
                </a:lnTo>
                <a:lnTo>
                  <a:pt x="488389" y="618096"/>
                </a:lnTo>
                <a:lnTo>
                  <a:pt x="486491" y="608591"/>
                </a:lnTo>
                <a:lnTo>
                  <a:pt x="482185" y="601656"/>
                </a:lnTo>
                <a:lnTo>
                  <a:pt x="474953" y="594058"/>
                </a:lnTo>
                <a:lnTo>
                  <a:pt x="471149" y="589318"/>
                </a:lnTo>
                <a:lnTo>
                  <a:pt x="471120" y="580504"/>
                </a:lnTo>
                <a:lnTo>
                  <a:pt x="473550" y="570999"/>
                </a:lnTo>
                <a:lnTo>
                  <a:pt x="476907" y="558554"/>
                </a:lnTo>
                <a:lnTo>
                  <a:pt x="483583" y="548427"/>
                </a:lnTo>
                <a:lnTo>
                  <a:pt x="489086" y="542771"/>
                </a:lnTo>
                <a:lnTo>
                  <a:pt x="488443" y="534911"/>
                </a:lnTo>
                <a:lnTo>
                  <a:pt x="462877" y="511348"/>
                </a:lnTo>
                <a:lnTo>
                  <a:pt x="443001" y="498010"/>
                </a:lnTo>
                <a:lnTo>
                  <a:pt x="430912" y="506114"/>
                </a:lnTo>
                <a:lnTo>
                  <a:pt x="427179" y="504730"/>
                </a:lnTo>
                <a:lnTo>
                  <a:pt x="420981" y="505359"/>
                </a:lnTo>
                <a:lnTo>
                  <a:pt x="412948" y="511058"/>
                </a:lnTo>
                <a:lnTo>
                  <a:pt x="400875" y="525095"/>
                </a:lnTo>
                <a:lnTo>
                  <a:pt x="383417" y="548711"/>
                </a:lnTo>
                <a:lnTo>
                  <a:pt x="373382" y="543159"/>
                </a:lnTo>
                <a:lnTo>
                  <a:pt x="370326" y="543803"/>
                </a:lnTo>
                <a:lnTo>
                  <a:pt x="369322" y="550987"/>
                </a:lnTo>
                <a:lnTo>
                  <a:pt x="366255" y="557281"/>
                </a:lnTo>
                <a:lnTo>
                  <a:pt x="359039" y="556153"/>
                </a:lnTo>
                <a:lnTo>
                  <a:pt x="355336" y="548273"/>
                </a:lnTo>
                <a:lnTo>
                  <a:pt x="349983" y="541722"/>
                </a:lnTo>
                <a:lnTo>
                  <a:pt x="344062" y="541066"/>
                </a:lnTo>
                <a:lnTo>
                  <a:pt x="336766" y="536510"/>
                </a:lnTo>
                <a:lnTo>
                  <a:pt x="327130" y="537989"/>
                </a:lnTo>
                <a:lnTo>
                  <a:pt x="320361" y="535864"/>
                </a:lnTo>
                <a:lnTo>
                  <a:pt x="318377" y="531669"/>
                </a:lnTo>
                <a:lnTo>
                  <a:pt x="318134" y="526129"/>
                </a:lnTo>
                <a:lnTo>
                  <a:pt x="319242" y="522640"/>
                </a:lnTo>
                <a:lnTo>
                  <a:pt x="318844" y="519774"/>
                </a:lnTo>
                <a:lnTo>
                  <a:pt x="316065" y="517994"/>
                </a:lnTo>
                <a:lnTo>
                  <a:pt x="305479" y="518447"/>
                </a:lnTo>
                <a:lnTo>
                  <a:pt x="302387" y="519209"/>
                </a:lnTo>
                <a:lnTo>
                  <a:pt x="298615" y="517851"/>
                </a:lnTo>
                <a:lnTo>
                  <a:pt x="292376" y="506668"/>
                </a:lnTo>
                <a:lnTo>
                  <a:pt x="290543" y="500400"/>
                </a:lnTo>
                <a:lnTo>
                  <a:pt x="291642" y="495552"/>
                </a:lnTo>
                <a:lnTo>
                  <a:pt x="295524" y="492484"/>
                </a:lnTo>
                <a:lnTo>
                  <a:pt x="300426" y="493853"/>
                </a:lnTo>
                <a:lnTo>
                  <a:pt x="312355" y="496480"/>
                </a:lnTo>
                <a:lnTo>
                  <a:pt x="321550" y="499196"/>
                </a:lnTo>
                <a:lnTo>
                  <a:pt x="326762" y="497039"/>
                </a:lnTo>
                <a:lnTo>
                  <a:pt x="327137" y="493324"/>
                </a:lnTo>
                <a:lnTo>
                  <a:pt x="323281" y="487881"/>
                </a:lnTo>
                <a:lnTo>
                  <a:pt x="316552" y="484901"/>
                </a:lnTo>
                <a:lnTo>
                  <a:pt x="309481" y="480780"/>
                </a:lnTo>
                <a:lnTo>
                  <a:pt x="306346" y="473794"/>
                </a:lnTo>
                <a:lnTo>
                  <a:pt x="302816" y="464971"/>
                </a:lnTo>
                <a:lnTo>
                  <a:pt x="297014" y="459162"/>
                </a:lnTo>
                <a:lnTo>
                  <a:pt x="301733" y="445505"/>
                </a:lnTo>
                <a:lnTo>
                  <a:pt x="305038" y="439429"/>
                </a:lnTo>
                <a:lnTo>
                  <a:pt x="307036" y="435660"/>
                </a:lnTo>
                <a:lnTo>
                  <a:pt x="310288" y="431140"/>
                </a:lnTo>
                <a:lnTo>
                  <a:pt x="307578" y="428624"/>
                </a:lnTo>
                <a:lnTo>
                  <a:pt x="302113" y="430235"/>
                </a:lnTo>
                <a:lnTo>
                  <a:pt x="297349" y="432042"/>
                </a:lnTo>
                <a:lnTo>
                  <a:pt x="293467" y="428321"/>
                </a:lnTo>
                <a:lnTo>
                  <a:pt x="291784" y="421784"/>
                </a:lnTo>
                <a:lnTo>
                  <a:pt x="293443" y="416965"/>
                </a:lnTo>
                <a:lnTo>
                  <a:pt x="300269" y="408373"/>
                </a:lnTo>
                <a:lnTo>
                  <a:pt x="302294" y="399775"/>
                </a:lnTo>
                <a:lnTo>
                  <a:pt x="292548" y="391608"/>
                </a:lnTo>
                <a:lnTo>
                  <a:pt x="287949" y="386924"/>
                </a:lnTo>
                <a:lnTo>
                  <a:pt x="280603" y="386767"/>
                </a:lnTo>
                <a:lnTo>
                  <a:pt x="274766" y="390525"/>
                </a:lnTo>
                <a:lnTo>
                  <a:pt x="270537" y="396141"/>
                </a:lnTo>
                <a:lnTo>
                  <a:pt x="263207" y="395010"/>
                </a:lnTo>
                <a:lnTo>
                  <a:pt x="254572" y="395839"/>
                </a:lnTo>
                <a:lnTo>
                  <a:pt x="248000" y="400766"/>
                </a:lnTo>
                <a:lnTo>
                  <a:pt x="245379" y="411222"/>
                </a:lnTo>
                <a:lnTo>
                  <a:pt x="243940" y="421626"/>
                </a:lnTo>
                <a:lnTo>
                  <a:pt x="249828" y="428241"/>
                </a:lnTo>
                <a:lnTo>
                  <a:pt x="257817" y="431108"/>
                </a:lnTo>
                <a:lnTo>
                  <a:pt x="260151" y="441057"/>
                </a:lnTo>
                <a:lnTo>
                  <a:pt x="253941" y="447664"/>
                </a:lnTo>
                <a:lnTo>
                  <a:pt x="248162" y="450676"/>
                </a:lnTo>
                <a:lnTo>
                  <a:pt x="243457" y="456040"/>
                </a:lnTo>
                <a:lnTo>
                  <a:pt x="237727" y="459847"/>
                </a:lnTo>
                <a:lnTo>
                  <a:pt x="227794" y="464806"/>
                </a:lnTo>
                <a:lnTo>
                  <a:pt x="219790" y="459341"/>
                </a:lnTo>
                <a:lnTo>
                  <a:pt x="214822" y="456868"/>
                </a:lnTo>
                <a:lnTo>
                  <a:pt x="210700" y="460902"/>
                </a:lnTo>
                <a:lnTo>
                  <a:pt x="209765" y="469255"/>
                </a:lnTo>
                <a:lnTo>
                  <a:pt x="205956" y="474640"/>
                </a:lnTo>
                <a:lnTo>
                  <a:pt x="197159" y="477824"/>
                </a:lnTo>
                <a:lnTo>
                  <a:pt x="189795" y="474504"/>
                </a:lnTo>
                <a:lnTo>
                  <a:pt x="182895" y="469012"/>
                </a:lnTo>
                <a:lnTo>
                  <a:pt x="173948" y="461045"/>
                </a:lnTo>
                <a:lnTo>
                  <a:pt x="164499" y="429148"/>
                </a:lnTo>
                <a:lnTo>
                  <a:pt x="167097" y="411492"/>
                </a:lnTo>
                <a:lnTo>
                  <a:pt x="171213" y="403292"/>
                </a:lnTo>
                <a:lnTo>
                  <a:pt x="179217" y="396536"/>
                </a:lnTo>
                <a:lnTo>
                  <a:pt x="190086" y="393988"/>
                </a:lnTo>
                <a:lnTo>
                  <a:pt x="192267" y="389641"/>
                </a:lnTo>
                <a:lnTo>
                  <a:pt x="188937" y="382767"/>
                </a:lnTo>
                <a:lnTo>
                  <a:pt x="183275" y="376232"/>
                </a:lnTo>
                <a:lnTo>
                  <a:pt x="181572" y="363070"/>
                </a:lnTo>
                <a:lnTo>
                  <a:pt x="177758" y="358311"/>
                </a:lnTo>
                <a:lnTo>
                  <a:pt x="174469" y="356705"/>
                </a:lnTo>
                <a:lnTo>
                  <a:pt x="171705" y="354489"/>
                </a:lnTo>
                <a:lnTo>
                  <a:pt x="170880" y="350761"/>
                </a:lnTo>
                <a:lnTo>
                  <a:pt x="168016" y="347164"/>
                </a:lnTo>
                <a:lnTo>
                  <a:pt x="164042" y="344578"/>
                </a:lnTo>
                <a:lnTo>
                  <a:pt x="160962" y="341604"/>
                </a:lnTo>
                <a:lnTo>
                  <a:pt x="154679" y="339277"/>
                </a:lnTo>
                <a:lnTo>
                  <a:pt x="151750" y="338886"/>
                </a:lnTo>
                <a:lnTo>
                  <a:pt x="149227" y="340022"/>
                </a:lnTo>
                <a:lnTo>
                  <a:pt x="145934" y="342043"/>
                </a:lnTo>
                <a:lnTo>
                  <a:pt x="139275" y="343923"/>
                </a:lnTo>
                <a:lnTo>
                  <a:pt x="129203" y="346563"/>
                </a:lnTo>
                <a:lnTo>
                  <a:pt x="119883" y="351560"/>
                </a:lnTo>
                <a:lnTo>
                  <a:pt x="116876" y="355897"/>
                </a:lnTo>
                <a:lnTo>
                  <a:pt x="112726" y="357215"/>
                </a:lnTo>
                <a:lnTo>
                  <a:pt x="108596" y="356984"/>
                </a:lnTo>
                <a:lnTo>
                  <a:pt x="98830" y="361183"/>
                </a:lnTo>
                <a:lnTo>
                  <a:pt x="91833" y="359543"/>
                </a:lnTo>
                <a:lnTo>
                  <a:pt x="87859" y="359518"/>
                </a:lnTo>
                <a:lnTo>
                  <a:pt x="85019" y="361982"/>
                </a:lnTo>
                <a:lnTo>
                  <a:pt x="79426" y="364154"/>
                </a:lnTo>
                <a:lnTo>
                  <a:pt x="76669" y="363030"/>
                </a:lnTo>
                <a:lnTo>
                  <a:pt x="75788" y="359501"/>
                </a:lnTo>
                <a:lnTo>
                  <a:pt x="75452" y="351935"/>
                </a:lnTo>
                <a:lnTo>
                  <a:pt x="76442" y="341643"/>
                </a:lnTo>
                <a:lnTo>
                  <a:pt x="82345" y="332046"/>
                </a:lnTo>
                <a:lnTo>
                  <a:pt x="88136" y="329471"/>
                </a:lnTo>
                <a:lnTo>
                  <a:pt x="98053" y="326444"/>
                </a:lnTo>
                <a:lnTo>
                  <a:pt x="109214" y="327295"/>
                </a:lnTo>
                <a:lnTo>
                  <a:pt x="114999" y="327299"/>
                </a:lnTo>
                <a:lnTo>
                  <a:pt x="121186" y="326041"/>
                </a:lnTo>
                <a:lnTo>
                  <a:pt x="124743" y="323273"/>
                </a:lnTo>
                <a:lnTo>
                  <a:pt x="125316" y="319191"/>
                </a:lnTo>
                <a:lnTo>
                  <a:pt x="124763" y="314989"/>
                </a:lnTo>
                <a:lnTo>
                  <a:pt x="117277" y="310271"/>
                </a:lnTo>
                <a:lnTo>
                  <a:pt x="117080" y="305015"/>
                </a:lnTo>
                <a:lnTo>
                  <a:pt x="123358" y="298173"/>
                </a:lnTo>
                <a:lnTo>
                  <a:pt x="132453" y="292421"/>
                </a:lnTo>
                <a:lnTo>
                  <a:pt x="135915" y="276872"/>
                </a:lnTo>
                <a:lnTo>
                  <a:pt x="136195" y="272443"/>
                </a:lnTo>
                <a:lnTo>
                  <a:pt x="134503" y="270718"/>
                </a:lnTo>
                <a:lnTo>
                  <a:pt x="127566" y="268925"/>
                </a:lnTo>
                <a:lnTo>
                  <a:pt x="123613" y="265875"/>
                </a:lnTo>
                <a:lnTo>
                  <a:pt x="120087" y="260315"/>
                </a:lnTo>
                <a:lnTo>
                  <a:pt x="121301" y="256246"/>
                </a:lnTo>
                <a:lnTo>
                  <a:pt x="118842" y="251962"/>
                </a:lnTo>
                <a:lnTo>
                  <a:pt x="116052" y="250218"/>
                </a:lnTo>
                <a:lnTo>
                  <a:pt x="110430" y="245061"/>
                </a:lnTo>
                <a:lnTo>
                  <a:pt x="107745" y="235064"/>
                </a:lnTo>
                <a:lnTo>
                  <a:pt x="103746" y="229843"/>
                </a:lnTo>
                <a:lnTo>
                  <a:pt x="95794" y="231515"/>
                </a:lnTo>
                <a:lnTo>
                  <a:pt x="88660" y="229916"/>
                </a:lnTo>
                <a:lnTo>
                  <a:pt x="82955" y="237524"/>
                </a:lnTo>
                <a:lnTo>
                  <a:pt x="79013" y="239605"/>
                </a:lnTo>
                <a:lnTo>
                  <a:pt x="76545" y="234300"/>
                </a:lnTo>
                <a:lnTo>
                  <a:pt x="77746" y="226585"/>
                </a:lnTo>
                <a:lnTo>
                  <a:pt x="76098" y="222920"/>
                </a:lnTo>
                <a:lnTo>
                  <a:pt x="62906" y="223103"/>
                </a:lnTo>
                <a:lnTo>
                  <a:pt x="57855" y="230013"/>
                </a:lnTo>
                <a:lnTo>
                  <a:pt x="53869" y="230999"/>
                </a:lnTo>
                <a:lnTo>
                  <a:pt x="50718" y="232514"/>
                </a:lnTo>
                <a:lnTo>
                  <a:pt x="46036" y="233340"/>
                </a:lnTo>
                <a:lnTo>
                  <a:pt x="41871" y="234794"/>
                </a:lnTo>
                <a:lnTo>
                  <a:pt x="37856" y="235351"/>
                </a:lnTo>
                <a:lnTo>
                  <a:pt x="34650" y="234158"/>
                </a:lnTo>
                <a:lnTo>
                  <a:pt x="32646" y="231201"/>
                </a:lnTo>
                <a:lnTo>
                  <a:pt x="33075" y="226568"/>
                </a:lnTo>
                <a:lnTo>
                  <a:pt x="31454" y="224335"/>
                </a:lnTo>
                <a:lnTo>
                  <a:pt x="26310" y="223067"/>
                </a:lnTo>
                <a:lnTo>
                  <a:pt x="23556" y="219611"/>
                </a:lnTo>
                <a:lnTo>
                  <a:pt x="24824" y="216674"/>
                </a:lnTo>
                <a:lnTo>
                  <a:pt x="26710" y="212992"/>
                </a:lnTo>
                <a:lnTo>
                  <a:pt x="27882" y="206807"/>
                </a:lnTo>
                <a:lnTo>
                  <a:pt x="24462" y="203775"/>
                </a:lnTo>
                <a:lnTo>
                  <a:pt x="20276" y="202777"/>
                </a:lnTo>
                <a:lnTo>
                  <a:pt x="17541" y="196031"/>
                </a:lnTo>
                <a:lnTo>
                  <a:pt x="18749" y="192791"/>
                </a:lnTo>
                <a:lnTo>
                  <a:pt x="21370" y="189253"/>
                </a:lnTo>
                <a:lnTo>
                  <a:pt x="25341" y="186617"/>
                </a:lnTo>
                <a:lnTo>
                  <a:pt x="24891" y="184178"/>
                </a:lnTo>
                <a:lnTo>
                  <a:pt x="21412" y="182073"/>
                </a:lnTo>
                <a:lnTo>
                  <a:pt x="21645" y="179037"/>
                </a:lnTo>
                <a:lnTo>
                  <a:pt x="24138" y="176242"/>
                </a:lnTo>
                <a:lnTo>
                  <a:pt x="28761" y="172971"/>
                </a:lnTo>
                <a:lnTo>
                  <a:pt x="35849" y="163250"/>
                </a:lnTo>
                <a:lnTo>
                  <a:pt x="34749" y="160561"/>
                </a:lnTo>
                <a:lnTo>
                  <a:pt x="31103" y="159681"/>
                </a:lnTo>
                <a:lnTo>
                  <a:pt x="26690" y="160270"/>
                </a:lnTo>
                <a:lnTo>
                  <a:pt x="22419" y="160180"/>
                </a:lnTo>
                <a:lnTo>
                  <a:pt x="16650" y="156331"/>
                </a:lnTo>
                <a:lnTo>
                  <a:pt x="10617" y="154841"/>
                </a:lnTo>
                <a:lnTo>
                  <a:pt x="2637" y="154125"/>
                </a:lnTo>
                <a:lnTo>
                  <a:pt x="0" y="151730"/>
                </a:lnTo>
                <a:lnTo>
                  <a:pt x="558" y="148741"/>
                </a:lnTo>
                <a:lnTo>
                  <a:pt x="2629" y="144738"/>
                </a:lnTo>
                <a:lnTo>
                  <a:pt x="3734" y="138751"/>
                </a:lnTo>
                <a:lnTo>
                  <a:pt x="11125" y="128266"/>
                </a:lnTo>
                <a:lnTo>
                  <a:pt x="19242" y="125059"/>
                </a:lnTo>
                <a:lnTo>
                  <a:pt x="22474" y="111179"/>
                </a:lnTo>
                <a:lnTo>
                  <a:pt x="26458" y="101435"/>
                </a:lnTo>
                <a:lnTo>
                  <a:pt x="24551" y="98810"/>
                </a:lnTo>
                <a:lnTo>
                  <a:pt x="13437" y="101578"/>
                </a:lnTo>
                <a:lnTo>
                  <a:pt x="6638" y="100035"/>
                </a:lnTo>
                <a:lnTo>
                  <a:pt x="6349" y="92671"/>
                </a:lnTo>
                <a:lnTo>
                  <a:pt x="9919" y="86330"/>
                </a:lnTo>
                <a:lnTo>
                  <a:pt x="19188" y="84749"/>
                </a:lnTo>
                <a:lnTo>
                  <a:pt x="25498" y="80314"/>
                </a:lnTo>
                <a:lnTo>
                  <a:pt x="28584" y="73967"/>
                </a:lnTo>
                <a:lnTo>
                  <a:pt x="34475" y="70521"/>
                </a:lnTo>
                <a:lnTo>
                  <a:pt x="39977" y="69550"/>
                </a:lnTo>
                <a:lnTo>
                  <a:pt x="44215" y="72682"/>
                </a:lnTo>
                <a:lnTo>
                  <a:pt x="49653" y="73951"/>
                </a:lnTo>
                <a:lnTo>
                  <a:pt x="53139" y="73267"/>
                </a:lnTo>
                <a:lnTo>
                  <a:pt x="55845" y="68838"/>
                </a:lnTo>
                <a:lnTo>
                  <a:pt x="56662" y="64127"/>
                </a:lnTo>
                <a:lnTo>
                  <a:pt x="59973" y="61569"/>
                </a:lnTo>
                <a:lnTo>
                  <a:pt x="67074" y="59950"/>
                </a:lnTo>
                <a:lnTo>
                  <a:pt x="70969" y="53137"/>
                </a:lnTo>
                <a:lnTo>
                  <a:pt x="73189" y="44099"/>
                </a:lnTo>
                <a:lnTo>
                  <a:pt x="80442" y="39906"/>
                </a:lnTo>
                <a:lnTo>
                  <a:pt x="89769" y="36285"/>
                </a:lnTo>
                <a:lnTo>
                  <a:pt x="92512" y="34136"/>
                </a:lnTo>
                <a:lnTo>
                  <a:pt x="94036" y="30852"/>
                </a:lnTo>
                <a:lnTo>
                  <a:pt x="95435" y="27919"/>
                </a:lnTo>
                <a:lnTo>
                  <a:pt x="97221" y="27351"/>
                </a:lnTo>
                <a:lnTo>
                  <a:pt x="99947" y="28117"/>
                </a:lnTo>
                <a:lnTo>
                  <a:pt x="101527" y="30413"/>
                </a:lnTo>
                <a:lnTo>
                  <a:pt x="105326" y="35453"/>
                </a:lnTo>
                <a:lnTo>
                  <a:pt x="108279" y="39909"/>
                </a:lnTo>
                <a:lnTo>
                  <a:pt x="111291" y="42654"/>
                </a:lnTo>
                <a:lnTo>
                  <a:pt x="117555" y="48753"/>
                </a:lnTo>
                <a:lnTo>
                  <a:pt x="121209" y="48585"/>
                </a:lnTo>
                <a:lnTo>
                  <a:pt x="124222" y="46445"/>
                </a:lnTo>
                <a:lnTo>
                  <a:pt x="136403" y="41572"/>
                </a:lnTo>
                <a:lnTo>
                  <a:pt x="145548" y="36914"/>
                </a:lnTo>
                <a:lnTo>
                  <a:pt x="148154" y="33175"/>
                </a:lnTo>
                <a:lnTo>
                  <a:pt x="148924" y="27104"/>
                </a:lnTo>
                <a:lnTo>
                  <a:pt x="144103" y="22712"/>
                </a:lnTo>
                <a:lnTo>
                  <a:pt x="133200" y="23419"/>
                </a:lnTo>
                <a:lnTo>
                  <a:pt x="124374" y="20587"/>
                </a:lnTo>
                <a:lnTo>
                  <a:pt x="117838" y="14980"/>
                </a:lnTo>
                <a:lnTo>
                  <a:pt x="117719" y="9990"/>
                </a:lnTo>
                <a:lnTo>
                  <a:pt x="126645" y="1343"/>
                </a:lnTo>
                <a:lnTo>
                  <a:pt x="136782" y="0"/>
                </a:lnTo>
                <a:lnTo>
                  <a:pt x="138841" y="6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9A2012B-61CA-4FD8-A0DB-AF50BD7C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790" y="2882400"/>
            <a:ext cx="40997" cy="38052"/>
          </a:xfrm>
          <a:custGeom xmlns:a="http://schemas.openxmlformats.org/drawingml/2006/main">
            <a:pathLst>
              <a:path w="40997" h="38052">
                <a:moveTo>
                  <a:pt x="27588" y="37722"/>
                </a:moveTo>
                <a:lnTo>
                  <a:pt x="38015" y="38052"/>
                </a:lnTo>
                <a:lnTo>
                  <a:pt x="40997" y="34097"/>
                </a:lnTo>
                <a:lnTo>
                  <a:pt x="37689" y="28216"/>
                </a:lnTo>
                <a:lnTo>
                  <a:pt x="29150" y="24629"/>
                </a:lnTo>
                <a:lnTo>
                  <a:pt x="20620" y="21077"/>
                </a:lnTo>
                <a:lnTo>
                  <a:pt x="17388" y="16976"/>
                </a:lnTo>
                <a:lnTo>
                  <a:pt x="14808" y="12077"/>
                </a:lnTo>
                <a:lnTo>
                  <a:pt x="10305" y="4233"/>
                </a:lnTo>
                <a:lnTo>
                  <a:pt x="8706" y="2320"/>
                </a:lnTo>
                <a:lnTo>
                  <a:pt x="6521" y="679"/>
                </a:lnTo>
                <a:lnTo>
                  <a:pt x="4511" y="0"/>
                </a:lnTo>
                <a:lnTo>
                  <a:pt x="2391" y="630"/>
                </a:lnTo>
                <a:lnTo>
                  <a:pt x="1135" y="1909"/>
                </a:lnTo>
                <a:lnTo>
                  <a:pt x="0" y="710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2E92FE09-5786-4330-81CA-3A4F1E27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90" y="2018449"/>
            <a:ext cx="801500" cy="883598"/>
          </a:xfrm>
          <a:custGeom xmlns:a="http://schemas.openxmlformats.org/drawingml/2006/main">
            <a:pathLst>
              <a:path w="801500" h="883598">
                <a:moveTo>
                  <a:pt x="801500" y="871053"/>
                </a:moveTo>
                <a:lnTo>
                  <a:pt x="799927" y="878245"/>
                </a:lnTo>
                <a:lnTo>
                  <a:pt x="796549" y="883598"/>
                </a:lnTo>
                <a:lnTo>
                  <a:pt x="790478" y="883229"/>
                </a:lnTo>
                <a:lnTo>
                  <a:pt x="788407" y="879514"/>
                </a:lnTo>
                <a:lnTo>
                  <a:pt x="790427" y="872829"/>
                </a:lnTo>
                <a:lnTo>
                  <a:pt x="791721" y="866575"/>
                </a:lnTo>
                <a:lnTo>
                  <a:pt x="788633" y="861750"/>
                </a:lnTo>
                <a:lnTo>
                  <a:pt x="783412" y="860507"/>
                </a:lnTo>
                <a:lnTo>
                  <a:pt x="776672" y="862393"/>
                </a:lnTo>
                <a:lnTo>
                  <a:pt x="773098" y="869527"/>
                </a:lnTo>
                <a:lnTo>
                  <a:pt x="763217" y="872309"/>
                </a:lnTo>
                <a:lnTo>
                  <a:pt x="751931" y="871335"/>
                </a:lnTo>
                <a:lnTo>
                  <a:pt x="745447" y="866750"/>
                </a:lnTo>
                <a:lnTo>
                  <a:pt x="743807" y="859313"/>
                </a:lnTo>
                <a:lnTo>
                  <a:pt x="745237" y="853857"/>
                </a:lnTo>
                <a:lnTo>
                  <a:pt x="741373" y="850418"/>
                </a:lnTo>
                <a:lnTo>
                  <a:pt x="736808" y="849261"/>
                </a:lnTo>
                <a:lnTo>
                  <a:pt x="731284" y="849903"/>
                </a:lnTo>
                <a:lnTo>
                  <a:pt x="724769" y="848662"/>
                </a:lnTo>
                <a:lnTo>
                  <a:pt x="709450" y="851980"/>
                </a:lnTo>
                <a:lnTo>
                  <a:pt x="703455" y="849836"/>
                </a:lnTo>
                <a:lnTo>
                  <a:pt x="705531" y="844383"/>
                </a:lnTo>
                <a:lnTo>
                  <a:pt x="708216" y="836701"/>
                </a:lnTo>
                <a:lnTo>
                  <a:pt x="704797" y="826405"/>
                </a:lnTo>
                <a:lnTo>
                  <a:pt x="697804" y="820518"/>
                </a:lnTo>
                <a:lnTo>
                  <a:pt x="690495" y="816862"/>
                </a:lnTo>
                <a:lnTo>
                  <a:pt x="683939" y="817324"/>
                </a:lnTo>
                <a:lnTo>
                  <a:pt x="674222" y="818343"/>
                </a:lnTo>
                <a:lnTo>
                  <a:pt x="664875" y="814682"/>
                </a:lnTo>
                <a:lnTo>
                  <a:pt x="662388" y="813131"/>
                </a:lnTo>
                <a:lnTo>
                  <a:pt x="638915" y="800680"/>
                </a:lnTo>
                <a:lnTo>
                  <a:pt x="628123" y="797963"/>
                </a:lnTo>
                <a:lnTo>
                  <a:pt x="621481" y="800964"/>
                </a:lnTo>
                <a:lnTo>
                  <a:pt x="617300" y="807849"/>
                </a:lnTo>
                <a:lnTo>
                  <a:pt x="613493" y="809971"/>
                </a:lnTo>
                <a:lnTo>
                  <a:pt x="609381" y="806979"/>
                </a:lnTo>
                <a:lnTo>
                  <a:pt x="609746" y="801022"/>
                </a:lnTo>
                <a:lnTo>
                  <a:pt x="611095" y="790879"/>
                </a:lnTo>
                <a:lnTo>
                  <a:pt x="612059" y="781698"/>
                </a:lnTo>
                <a:lnTo>
                  <a:pt x="606766" y="775194"/>
                </a:lnTo>
                <a:lnTo>
                  <a:pt x="609243" y="770931"/>
                </a:lnTo>
                <a:lnTo>
                  <a:pt x="617625" y="769857"/>
                </a:lnTo>
                <a:lnTo>
                  <a:pt x="625216" y="769020"/>
                </a:lnTo>
                <a:lnTo>
                  <a:pt x="626989" y="760660"/>
                </a:lnTo>
                <a:lnTo>
                  <a:pt x="616966" y="749995"/>
                </a:lnTo>
                <a:lnTo>
                  <a:pt x="603767" y="751880"/>
                </a:lnTo>
                <a:lnTo>
                  <a:pt x="583525" y="759287"/>
                </a:lnTo>
                <a:lnTo>
                  <a:pt x="574487" y="758562"/>
                </a:lnTo>
                <a:lnTo>
                  <a:pt x="567532" y="750425"/>
                </a:lnTo>
                <a:lnTo>
                  <a:pt x="556235" y="749750"/>
                </a:lnTo>
                <a:lnTo>
                  <a:pt x="528976" y="746994"/>
                </a:lnTo>
                <a:lnTo>
                  <a:pt x="504228" y="732722"/>
                </a:lnTo>
                <a:lnTo>
                  <a:pt x="503021" y="722784"/>
                </a:lnTo>
                <a:lnTo>
                  <a:pt x="497212" y="710211"/>
                </a:lnTo>
                <a:lnTo>
                  <a:pt x="492083" y="691363"/>
                </a:lnTo>
                <a:lnTo>
                  <a:pt x="493133" y="682832"/>
                </a:lnTo>
                <a:lnTo>
                  <a:pt x="493670" y="677902"/>
                </a:lnTo>
                <a:lnTo>
                  <a:pt x="489966" y="674577"/>
                </a:lnTo>
                <a:lnTo>
                  <a:pt x="484158" y="675912"/>
                </a:lnTo>
                <a:lnTo>
                  <a:pt x="480414" y="673297"/>
                </a:lnTo>
                <a:lnTo>
                  <a:pt x="479301" y="670534"/>
                </a:lnTo>
                <a:lnTo>
                  <a:pt x="482054" y="667911"/>
                </a:lnTo>
                <a:lnTo>
                  <a:pt x="487614" y="663953"/>
                </a:lnTo>
                <a:lnTo>
                  <a:pt x="488129" y="658703"/>
                </a:lnTo>
                <a:lnTo>
                  <a:pt x="486669" y="654298"/>
                </a:lnTo>
                <a:lnTo>
                  <a:pt x="484773" y="651527"/>
                </a:lnTo>
                <a:lnTo>
                  <a:pt x="485560" y="647890"/>
                </a:lnTo>
                <a:lnTo>
                  <a:pt x="485380" y="643746"/>
                </a:lnTo>
                <a:lnTo>
                  <a:pt x="481716" y="640368"/>
                </a:lnTo>
                <a:lnTo>
                  <a:pt x="478304" y="639669"/>
                </a:lnTo>
                <a:lnTo>
                  <a:pt x="474744" y="639804"/>
                </a:lnTo>
                <a:lnTo>
                  <a:pt x="469839" y="641916"/>
                </a:lnTo>
                <a:lnTo>
                  <a:pt x="465877" y="644424"/>
                </a:lnTo>
                <a:lnTo>
                  <a:pt x="461253" y="646455"/>
                </a:lnTo>
                <a:lnTo>
                  <a:pt x="456908" y="649515"/>
                </a:lnTo>
                <a:lnTo>
                  <a:pt x="451849" y="653618"/>
                </a:lnTo>
                <a:lnTo>
                  <a:pt x="392110" y="685702"/>
                </a:lnTo>
                <a:lnTo>
                  <a:pt x="377964" y="692586"/>
                </a:lnTo>
                <a:lnTo>
                  <a:pt x="376101" y="692851"/>
                </a:lnTo>
                <a:lnTo>
                  <a:pt x="374253" y="692669"/>
                </a:lnTo>
                <a:lnTo>
                  <a:pt x="355854" y="689174"/>
                </a:lnTo>
                <a:lnTo>
                  <a:pt x="351425" y="686727"/>
                </a:lnTo>
                <a:lnTo>
                  <a:pt x="348347" y="685802"/>
                </a:lnTo>
                <a:lnTo>
                  <a:pt x="341879" y="684462"/>
                </a:lnTo>
                <a:lnTo>
                  <a:pt x="335952" y="681600"/>
                </a:lnTo>
                <a:lnTo>
                  <a:pt x="334673" y="680198"/>
                </a:lnTo>
                <a:lnTo>
                  <a:pt x="333978" y="678890"/>
                </a:lnTo>
                <a:lnTo>
                  <a:pt x="333709" y="677231"/>
                </a:lnTo>
                <a:lnTo>
                  <a:pt x="334057" y="675630"/>
                </a:lnTo>
                <a:lnTo>
                  <a:pt x="334646" y="674592"/>
                </a:lnTo>
                <a:lnTo>
                  <a:pt x="336308" y="673838"/>
                </a:lnTo>
                <a:lnTo>
                  <a:pt x="338840" y="673404"/>
                </a:lnTo>
                <a:lnTo>
                  <a:pt x="340809" y="673216"/>
                </a:lnTo>
                <a:lnTo>
                  <a:pt x="342027" y="672911"/>
                </a:lnTo>
                <a:lnTo>
                  <a:pt x="343195" y="671638"/>
                </a:lnTo>
                <a:lnTo>
                  <a:pt x="346576" y="662385"/>
                </a:lnTo>
                <a:lnTo>
                  <a:pt x="346857" y="660489"/>
                </a:lnTo>
                <a:lnTo>
                  <a:pt x="346887" y="659451"/>
                </a:lnTo>
                <a:lnTo>
                  <a:pt x="346605" y="658476"/>
                </a:lnTo>
                <a:lnTo>
                  <a:pt x="345696" y="658017"/>
                </a:lnTo>
                <a:lnTo>
                  <a:pt x="344436" y="657819"/>
                </a:lnTo>
                <a:lnTo>
                  <a:pt x="342469" y="657953"/>
                </a:lnTo>
                <a:lnTo>
                  <a:pt x="335533" y="658100"/>
                </a:lnTo>
                <a:lnTo>
                  <a:pt x="328800" y="656878"/>
                </a:lnTo>
                <a:lnTo>
                  <a:pt x="323840" y="655798"/>
                </a:lnTo>
                <a:lnTo>
                  <a:pt x="322123" y="654993"/>
                </a:lnTo>
                <a:lnTo>
                  <a:pt x="319744" y="654101"/>
                </a:lnTo>
                <a:lnTo>
                  <a:pt x="317851" y="653654"/>
                </a:lnTo>
                <a:lnTo>
                  <a:pt x="315724" y="653855"/>
                </a:lnTo>
                <a:lnTo>
                  <a:pt x="313919" y="654814"/>
                </a:lnTo>
                <a:lnTo>
                  <a:pt x="312241" y="656534"/>
                </a:lnTo>
                <a:lnTo>
                  <a:pt x="309734" y="659584"/>
                </a:lnTo>
                <a:lnTo>
                  <a:pt x="308931" y="660514"/>
                </a:lnTo>
                <a:lnTo>
                  <a:pt x="308227" y="660754"/>
                </a:lnTo>
                <a:lnTo>
                  <a:pt x="307064" y="660715"/>
                </a:lnTo>
                <a:lnTo>
                  <a:pt x="305535" y="660116"/>
                </a:lnTo>
                <a:lnTo>
                  <a:pt x="303998" y="659107"/>
                </a:lnTo>
                <a:lnTo>
                  <a:pt x="303275" y="657852"/>
                </a:lnTo>
                <a:lnTo>
                  <a:pt x="302645" y="654942"/>
                </a:lnTo>
                <a:lnTo>
                  <a:pt x="301757" y="652105"/>
                </a:lnTo>
                <a:lnTo>
                  <a:pt x="300332" y="649258"/>
                </a:lnTo>
                <a:lnTo>
                  <a:pt x="296588" y="644538"/>
                </a:lnTo>
                <a:lnTo>
                  <a:pt x="295647" y="643130"/>
                </a:lnTo>
                <a:lnTo>
                  <a:pt x="295428" y="641901"/>
                </a:lnTo>
                <a:lnTo>
                  <a:pt x="295722" y="639806"/>
                </a:lnTo>
                <a:lnTo>
                  <a:pt x="297759" y="636166"/>
                </a:lnTo>
                <a:lnTo>
                  <a:pt x="300255" y="632615"/>
                </a:lnTo>
                <a:lnTo>
                  <a:pt x="301320" y="630227"/>
                </a:lnTo>
                <a:lnTo>
                  <a:pt x="301762" y="628264"/>
                </a:lnTo>
                <a:lnTo>
                  <a:pt x="301229" y="626350"/>
                </a:lnTo>
                <a:lnTo>
                  <a:pt x="299604" y="625703"/>
                </a:lnTo>
                <a:lnTo>
                  <a:pt x="297077" y="625343"/>
                </a:lnTo>
                <a:lnTo>
                  <a:pt x="294446" y="625664"/>
                </a:lnTo>
                <a:lnTo>
                  <a:pt x="291407" y="626290"/>
                </a:lnTo>
                <a:lnTo>
                  <a:pt x="286453" y="628272"/>
                </a:lnTo>
                <a:lnTo>
                  <a:pt x="282445" y="630852"/>
                </a:lnTo>
                <a:lnTo>
                  <a:pt x="279408" y="633501"/>
                </a:lnTo>
                <a:lnTo>
                  <a:pt x="276241" y="635362"/>
                </a:lnTo>
                <a:lnTo>
                  <a:pt x="271880" y="637146"/>
                </a:lnTo>
                <a:lnTo>
                  <a:pt x="267556" y="638166"/>
                </a:lnTo>
                <a:lnTo>
                  <a:pt x="263868" y="637594"/>
                </a:lnTo>
                <a:lnTo>
                  <a:pt x="262311" y="636192"/>
                </a:lnTo>
                <a:lnTo>
                  <a:pt x="261917" y="633718"/>
                </a:lnTo>
                <a:lnTo>
                  <a:pt x="262761" y="630958"/>
                </a:lnTo>
                <a:lnTo>
                  <a:pt x="265927" y="626582"/>
                </a:lnTo>
                <a:lnTo>
                  <a:pt x="269886" y="622223"/>
                </a:lnTo>
                <a:lnTo>
                  <a:pt x="271246" y="620766"/>
                </a:lnTo>
                <a:lnTo>
                  <a:pt x="271801" y="618670"/>
                </a:lnTo>
                <a:lnTo>
                  <a:pt x="271867" y="617196"/>
                </a:lnTo>
                <a:lnTo>
                  <a:pt x="271335" y="615729"/>
                </a:lnTo>
                <a:lnTo>
                  <a:pt x="270014" y="614126"/>
                </a:lnTo>
                <a:lnTo>
                  <a:pt x="268376" y="613232"/>
                </a:lnTo>
                <a:lnTo>
                  <a:pt x="267376" y="612423"/>
                </a:lnTo>
                <a:lnTo>
                  <a:pt x="266428" y="610541"/>
                </a:lnTo>
                <a:lnTo>
                  <a:pt x="265233" y="608924"/>
                </a:lnTo>
                <a:lnTo>
                  <a:pt x="264107" y="608129"/>
                </a:lnTo>
                <a:lnTo>
                  <a:pt x="262579" y="607676"/>
                </a:lnTo>
                <a:lnTo>
                  <a:pt x="261247" y="607522"/>
                </a:lnTo>
                <a:lnTo>
                  <a:pt x="260019" y="607808"/>
                </a:lnTo>
                <a:lnTo>
                  <a:pt x="258091" y="608863"/>
                </a:lnTo>
                <a:lnTo>
                  <a:pt x="256210" y="610640"/>
                </a:lnTo>
                <a:lnTo>
                  <a:pt x="253755" y="613291"/>
                </a:lnTo>
                <a:lnTo>
                  <a:pt x="251694" y="614743"/>
                </a:lnTo>
                <a:lnTo>
                  <a:pt x="248154" y="616035"/>
                </a:lnTo>
                <a:lnTo>
                  <a:pt x="246250" y="616390"/>
                </a:lnTo>
                <a:lnTo>
                  <a:pt x="243836" y="616727"/>
                </a:lnTo>
                <a:lnTo>
                  <a:pt x="238781" y="616546"/>
                </a:lnTo>
                <a:lnTo>
                  <a:pt x="236679" y="615664"/>
                </a:lnTo>
                <a:lnTo>
                  <a:pt x="235730" y="614638"/>
                </a:lnTo>
                <a:lnTo>
                  <a:pt x="234023" y="612712"/>
                </a:lnTo>
                <a:lnTo>
                  <a:pt x="229466" y="605239"/>
                </a:lnTo>
                <a:lnTo>
                  <a:pt x="229264" y="603810"/>
                </a:lnTo>
                <a:lnTo>
                  <a:pt x="229915" y="602411"/>
                </a:lnTo>
                <a:lnTo>
                  <a:pt x="231192" y="601151"/>
                </a:lnTo>
                <a:lnTo>
                  <a:pt x="233001" y="600228"/>
                </a:lnTo>
                <a:lnTo>
                  <a:pt x="239996" y="596456"/>
                </a:lnTo>
                <a:lnTo>
                  <a:pt x="241281" y="595433"/>
                </a:lnTo>
                <a:lnTo>
                  <a:pt x="242030" y="594037"/>
                </a:lnTo>
                <a:lnTo>
                  <a:pt x="242000" y="592687"/>
                </a:lnTo>
                <a:lnTo>
                  <a:pt x="241568" y="590522"/>
                </a:lnTo>
                <a:lnTo>
                  <a:pt x="241134" y="589040"/>
                </a:lnTo>
                <a:lnTo>
                  <a:pt x="239881" y="587375"/>
                </a:lnTo>
                <a:lnTo>
                  <a:pt x="238097" y="585628"/>
                </a:lnTo>
                <a:lnTo>
                  <a:pt x="235529" y="584092"/>
                </a:lnTo>
                <a:lnTo>
                  <a:pt x="233719" y="583921"/>
                </a:lnTo>
                <a:lnTo>
                  <a:pt x="230778" y="584386"/>
                </a:lnTo>
                <a:lnTo>
                  <a:pt x="227623" y="585400"/>
                </a:lnTo>
                <a:lnTo>
                  <a:pt x="224120" y="585308"/>
                </a:lnTo>
                <a:lnTo>
                  <a:pt x="220330" y="584687"/>
                </a:lnTo>
                <a:lnTo>
                  <a:pt x="214079" y="583035"/>
                </a:lnTo>
                <a:lnTo>
                  <a:pt x="212360" y="581792"/>
                </a:lnTo>
                <a:lnTo>
                  <a:pt x="211521" y="580578"/>
                </a:lnTo>
                <a:lnTo>
                  <a:pt x="210703" y="578737"/>
                </a:lnTo>
                <a:lnTo>
                  <a:pt x="210839" y="576481"/>
                </a:lnTo>
                <a:lnTo>
                  <a:pt x="212201" y="572554"/>
                </a:lnTo>
                <a:lnTo>
                  <a:pt x="213626" y="569996"/>
                </a:lnTo>
                <a:lnTo>
                  <a:pt x="215109" y="568406"/>
                </a:lnTo>
                <a:lnTo>
                  <a:pt x="217380" y="567180"/>
                </a:lnTo>
                <a:lnTo>
                  <a:pt x="224030" y="564745"/>
                </a:lnTo>
                <a:lnTo>
                  <a:pt x="225338" y="564024"/>
                </a:lnTo>
                <a:lnTo>
                  <a:pt x="225925" y="563060"/>
                </a:lnTo>
                <a:lnTo>
                  <a:pt x="225742" y="561395"/>
                </a:lnTo>
                <a:lnTo>
                  <a:pt x="224322" y="557127"/>
                </a:lnTo>
                <a:lnTo>
                  <a:pt x="222453" y="552607"/>
                </a:lnTo>
                <a:lnTo>
                  <a:pt x="220669" y="548454"/>
                </a:lnTo>
                <a:lnTo>
                  <a:pt x="217982" y="544034"/>
                </a:lnTo>
                <a:lnTo>
                  <a:pt x="216226" y="541796"/>
                </a:lnTo>
                <a:lnTo>
                  <a:pt x="213529" y="540219"/>
                </a:lnTo>
                <a:lnTo>
                  <a:pt x="210902" y="539765"/>
                </a:lnTo>
                <a:lnTo>
                  <a:pt x="207071" y="540510"/>
                </a:lnTo>
                <a:lnTo>
                  <a:pt x="203669" y="542226"/>
                </a:lnTo>
                <a:lnTo>
                  <a:pt x="200308" y="542586"/>
                </a:lnTo>
                <a:lnTo>
                  <a:pt x="197897" y="542349"/>
                </a:lnTo>
                <a:lnTo>
                  <a:pt x="193809" y="540907"/>
                </a:lnTo>
                <a:lnTo>
                  <a:pt x="189538" y="540680"/>
                </a:lnTo>
                <a:lnTo>
                  <a:pt x="184174" y="541117"/>
                </a:lnTo>
                <a:lnTo>
                  <a:pt x="182500" y="539985"/>
                </a:lnTo>
                <a:lnTo>
                  <a:pt x="181658" y="538343"/>
                </a:lnTo>
                <a:lnTo>
                  <a:pt x="182392" y="535151"/>
                </a:lnTo>
                <a:lnTo>
                  <a:pt x="183917" y="531557"/>
                </a:lnTo>
                <a:lnTo>
                  <a:pt x="186498" y="527754"/>
                </a:lnTo>
                <a:lnTo>
                  <a:pt x="187624" y="525331"/>
                </a:lnTo>
                <a:lnTo>
                  <a:pt x="190660" y="518536"/>
                </a:lnTo>
                <a:lnTo>
                  <a:pt x="192559" y="515793"/>
                </a:lnTo>
                <a:lnTo>
                  <a:pt x="194284" y="513346"/>
                </a:lnTo>
                <a:lnTo>
                  <a:pt x="195218" y="510634"/>
                </a:lnTo>
                <a:lnTo>
                  <a:pt x="198069" y="499713"/>
                </a:lnTo>
                <a:lnTo>
                  <a:pt x="198834" y="497989"/>
                </a:lnTo>
                <a:lnTo>
                  <a:pt x="200242" y="496706"/>
                </a:lnTo>
                <a:lnTo>
                  <a:pt x="206308" y="493869"/>
                </a:lnTo>
                <a:lnTo>
                  <a:pt x="208215" y="492940"/>
                </a:lnTo>
                <a:lnTo>
                  <a:pt x="209373" y="491804"/>
                </a:lnTo>
                <a:lnTo>
                  <a:pt x="209662" y="489380"/>
                </a:lnTo>
                <a:lnTo>
                  <a:pt x="208431" y="482576"/>
                </a:lnTo>
                <a:lnTo>
                  <a:pt x="207844" y="479713"/>
                </a:lnTo>
                <a:lnTo>
                  <a:pt x="206725" y="476476"/>
                </a:lnTo>
                <a:lnTo>
                  <a:pt x="203205" y="468729"/>
                </a:lnTo>
                <a:lnTo>
                  <a:pt x="198713" y="460274"/>
                </a:lnTo>
                <a:lnTo>
                  <a:pt x="196692" y="457844"/>
                </a:lnTo>
                <a:lnTo>
                  <a:pt x="195821" y="456293"/>
                </a:lnTo>
                <a:lnTo>
                  <a:pt x="195589" y="454635"/>
                </a:lnTo>
                <a:lnTo>
                  <a:pt x="195921" y="453025"/>
                </a:lnTo>
                <a:lnTo>
                  <a:pt x="197780" y="451429"/>
                </a:lnTo>
                <a:lnTo>
                  <a:pt x="201914" y="448954"/>
                </a:lnTo>
                <a:lnTo>
                  <a:pt x="204613" y="447615"/>
                </a:lnTo>
                <a:lnTo>
                  <a:pt x="206112" y="447484"/>
                </a:lnTo>
                <a:lnTo>
                  <a:pt x="207768" y="448205"/>
                </a:lnTo>
                <a:lnTo>
                  <a:pt x="208946" y="449986"/>
                </a:lnTo>
                <a:lnTo>
                  <a:pt x="209341" y="453262"/>
                </a:lnTo>
                <a:lnTo>
                  <a:pt x="209925" y="454931"/>
                </a:lnTo>
                <a:lnTo>
                  <a:pt x="211072" y="455417"/>
                </a:lnTo>
                <a:lnTo>
                  <a:pt x="212371" y="455279"/>
                </a:lnTo>
                <a:lnTo>
                  <a:pt x="214633" y="454144"/>
                </a:lnTo>
                <a:lnTo>
                  <a:pt x="221116" y="447173"/>
                </a:lnTo>
                <a:lnTo>
                  <a:pt x="221771" y="445510"/>
                </a:lnTo>
                <a:lnTo>
                  <a:pt x="222147" y="442761"/>
                </a:lnTo>
                <a:lnTo>
                  <a:pt x="221652" y="438607"/>
                </a:lnTo>
                <a:lnTo>
                  <a:pt x="220926" y="436149"/>
                </a:lnTo>
                <a:lnTo>
                  <a:pt x="219469" y="434204"/>
                </a:lnTo>
                <a:lnTo>
                  <a:pt x="217968" y="433287"/>
                </a:lnTo>
                <a:lnTo>
                  <a:pt x="217068" y="433056"/>
                </a:lnTo>
                <a:lnTo>
                  <a:pt x="215995" y="433101"/>
                </a:lnTo>
                <a:lnTo>
                  <a:pt x="215019" y="433497"/>
                </a:lnTo>
                <a:lnTo>
                  <a:pt x="212897" y="434855"/>
                </a:lnTo>
                <a:lnTo>
                  <a:pt x="209623" y="437934"/>
                </a:lnTo>
                <a:lnTo>
                  <a:pt x="208105" y="439222"/>
                </a:lnTo>
                <a:lnTo>
                  <a:pt x="206200" y="439950"/>
                </a:lnTo>
                <a:lnTo>
                  <a:pt x="204976" y="440127"/>
                </a:lnTo>
                <a:lnTo>
                  <a:pt x="203956" y="439436"/>
                </a:lnTo>
                <a:lnTo>
                  <a:pt x="203177" y="438681"/>
                </a:lnTo>
                <a:lnTo>
                  <a:pt x="203169" y="437477"/>
                </a:lnTo>
                <a:lnTo>
                  <a:pt x="203120" y="434122"/>
                </a:lnTo>
                <a:lnTo>
                  <a:pt x="202415" y="430389"/>
                </a:lnTo>
                <a:lnTo>
                  <a:pt x="201876" y="428648"/>
                </a:lnTo>
                <a:lnTo>
                  <a:pt x="200901" y="426956"/>
                </a:lnTo>
                <a:lnTo>
                  <a:pt x="198583" y="423505"/>
                </a:lnTo>
                <a:lnTo>
                  <a:pt x="198433" y="422634"/>
                </a:lnTo>
                <a:lnTo>
                  <a:pt x="198810" y="421782"/>
                </a:lnTo>
                <a:lnTo>
                  <a:pt x="200577" y="421122"/>
                </a:lnTo>
                <a:lnTo>
                  <a:pt x="206327" y="420205"/>
                </a:lnTo>
                <a:lnTo>
                  <a:pt x="208913" y="419619"/>
                </a:lnTo>
                <a:lnTo>
                  <a:pt x="211267" y="418341"/>
                </a:lnTo>
                <a:lnTo>
                  <a:pt x="212404" y="416730"/>
                </a:lnTo>
                <a:lnTo>
                  <a:pt x="213063" y="414775"/>
                </a:lnTo>
                <a:lnTo>
                  <a:pt x="212892" y="413384"/>
                </a:lnTo>
                <a:lnTo>
                  <a:pt x="212271" y="411348"/>
                </a:lnTo>
                <a:lnTo>
                  <a:pt x="211549" y="408125"/>
                </a:lnTo>
                <a:lnTo>
                  <a:pt x="210783" y="404126"/>
                </a:lnTo>
                <a:lnTo>
                  <a:pt x="210217" y="402539"/>
                </a:lnTo>
                <a:lnTo>
                  <a:pt x="209516" y="401257"/>
                </a:lnTo>
                <a:lnTo>
                  <a:pt x="208222" y="399801"/>
                </a:lnTo>
                <a:lnTo>
                  <a:pt x="206888" y="399063"/>
                </a:lnTo>
                <a:lnTo>
                  <a:pt x="204822" y="398428"/>
                </a:lnTo>
                <a:lnTo>
                  <a:pt x="197011" y="396968"/>
                </a:lnTo>
                <a:lnTo>
                  <a:pt x="195219" y="396105"/>
                </a:lnTo>
                <a:lnTo>
                  <a:pt x="192871" y="394658"/>
                </a:lnTo>
                <a:lnTo>
                  <a:pt x="192151" y="393458"/>
                </a:lnTo>
                <a:lnTo>
                  <a:pt x="191927" y="391564"/>
                </a:lnTo>
                <a:lnTo>
                  <a:pt x="192112" y="388517"/>
                </a:lnTo>
                <a:lnTo>
                  <a:pt x="192964" y="385366"/>
                </a:lnTo>
                <a:lnTo>
                  <a:pt x="192967" y="382067"/>
                </a:lnTo>
                <a:lnTo>
                  <a:pt x="192477" y="377147"/>
                </a:lnTo>
                <a:lnTo>
                  <a:pt x="191951" y="373119"/>
                </a:lnTo>
                <a:lnTo>
                  <a:pt x="191239" y="370552"/>
                </a:lnTo>
                <a:lnTo>
                  <a:pt x="190447" y="368748"/>
                </a:lnTo>
                <a:lnTo>
                  <a:pt x="189820" y="367032"/>
                </a:lnTo>
                <a:lnTo>
                  <a:pt x="188322" y="365687"/>
                </a:lnTo>
                <a:lnTo>
                  <a:pt x="183776" y="363327"/>
                </a:lnTo>
                <a:lnTo>
                  <a:pt x="180848" y="361651"/>
                </a:lnTo>
                <a:lnTo>
                  <a:pt x="177432" y="359812"/>
                </a:lnTo>
                <a:lnTo>
                  <a:pt x="171648" y="357410"/>
                </a:lnTo>
                <a:lnTo>
                  <a:pt x="169805" y="356591"/>
                </a:lnTo>
                <a:lnTo>
                  <a:pt x="168382" y="355276"/>
                </a:lnTo>
                <a:lnTo>
                  <a:pt x="167971" y="353631"/>
                </a:lnTo>
                <a:lnTo>
                  <a:pt x="169124" y="349933"/>
                </a:lnTo>
                <a:lnTo>
                  <a:pt x="169642" y="347326"/>
                </a:lnTo>
                <a:lnTo>
                  <a:pt x="169454" y="345515"/>
                </a:lnTo>
                <a:lnTo>
                  <a:pt x="168897" y="343974"/>
                </a:lnTo>
                <a:lnTo>
                  <a:pt x="164977" y="340004"/>
                </a:lnTo>
                <a:lnTo>
                  <a:pt x="163636" y="336587"/>
                </a:lnTo>
                <a:lnTo>
                  <a:pt x="163338" y="334635"/>
                </a:lnTo>
                <a:lnTo>
                  <a:pt x="163350" y="332686"/>
                </a:lnTo>
                <a:lnTo>
                  <a:pt x="163826" y="328774"/>
                </a:lnTo>
                <a:lnTo>
                  <a:pt x="165023" y="324887"/>
                </a:lnTo>
                <a:lnTo>
                  <a:pt x="167405" y="320229"/>
                </a:lnTo>
                <a:lnTo>
                  <a:pt x="168317" y="318510"/>
                </a:lnTo>
                <a:lnTo>
                  <a:pt x="168809" y="316512"/>
                </a:lnTo>
                <a:lnTo>
                  <a:pt x="168267" y="314380"/>
                </a:lnTo>
                <a:lnTo>
                  <a:pt x="166773" y="312288"/>
                </a:lnTo>
                <a:lnTo>
                  <a:pt x="164410" y="311423"/>
                </a:lnTo>
                <a:lnTo>
                  <a:pt x="159632" y="310933"/>
                </a:lnTo>
                <a:lnTo>
                  <a:pt x="156148" y="311398"/>
                </a:lnTo>
                <a:lnTo>
                  <a:pt x="152853" y="312388"/>
                </a:lnTo>
                <a:lnTo>
                  <a:pt x="149865" y="314082"/>
                </a:lnTo>
                <a:lnTo>
                  <a:pt x="148000" y="316343"/>
                </a:lnTo>
                <a:lnTo>
                  <a:pt x="147147" y="318865"/>
                </a:lnTo>
                <a:lnTo>
                  <a:pt x="147703" y="321709"/>
                </a:lnTo>
                <a:lnTo>
                  <a:pt x="148885" y="324675"/>
                </a:lnTo>
                <a:lnTo>
                  <a:pt x="151365" y="330091"/>
                </a:lnTo>
                <a:lnTo>
                  <a:pt x="153945" y="334307"/>
                </a:lnTo>
                <a:lnTo>
                  <a:pt x="154459" y="335956"/>
                </a:lnTo>
                <a:lnTo>
                  <a:pt x="154150" y="337376"/>
                </a:lnTo>
                <a:lnTo>
                  <a:pt x="153165" y="338855"/>
                </a:lnTo>
                <a:lnTo>
                  <a:pt x="151574" y="339749"/>
                </a:lnTo>
                <a:lnTo>
                  <a:pt x="149023" y="339170"/>
                </a:lnTo>
                <a:lnTo>
                  <a:pt x="146208" y="337534"/>
                </a:lnTo>
                <a:lnTo>
                  <a:pt x="144415" y="335423"/>
                </a:lnTo>
                <a:lnTo>
                  <a:pt x="142516" y="332123"/>
                </a:lnTo>
                <a:lnTo>
                  <a:pt x="140869" y="330053"/>
                </a:lnTo>
                <a:lnTo>
                  <a:pt x="139777" y="329378"/>
                </a:lnTo>
                <a:lnTo>
                  <a:pt x="138437" y="329287"/>
                </a:lnTo>
                <a:lnTo>
                  <a:pt x="137509" y="329884"/>
                </a:lnTo>
                <a:lnTo>
                  <a:pt x="136654" y="331523"/>
                </a:lnTo>
                <a:lnTo>
                  <a:pt x="136289" y="333798"/>
                </a:lnTo>
                <a:lnTo>
                  <a:pt x="136696" y="336363"/>
                </a:lnTo>
                <a:lnTo>
                  <a:pt x="137526" y="338351"/>
                </a:lnTo>
                <a:lnTo>
                  <a:pt x="139357" y="340600"/>
                </a:lnTo>
                <a:lnTo>
                  <a:pt x="142642" y="343127"/>
                </a:lnTo>
                <a:lnTo>
                  <a:pt x="145049" y="345077"/>
                </a:lnTo>
                <a:lnTo>
                  <a:pt x="145442" y="346631"/>
                </a:lnTo>
                <a:lnTo>
                  <a:pt x="145182" y="347725"/>
                </a:lnTo>
                <a:lnTo>
                  <a:pt x="144561" y="348396"/>
                </a:lnTo>
                <a:lnTo>
                  <a:pt x="142906" y="348777"/>
                </a:lnTo>
                <a:lnTo>
                  <a:pt x="141258" y="348976"/>
                </a:lnTo>
                <a:lnTo>
                  <a:pt x="139242" y="348935"/>
                </a:lnTo>
                <a:lnTo>
                  <a:pt x="129489" y="347191"/>
                </a:lnTo>
                <a:lnTo>
                  <a:pt x="127681" y="347120"/>
                </a:lnTo>
                <a:lnTo>
                  <a:pt x="126093" y="347805"/>
                </a:lnTo>
                <a:lnTo>
                  <a:pt x="125309" y="348625"/>
                </a:lnTo>
                <a:lnTo>
                  <a:pt x="124388" y="349961"/>
                </a:lnTo>
                <a:lnTo>
                  <a:pt x="124081" y="351792"/>
                </a:lnTo>
                <a:lnTo>
                  <a:pt x="124118" y="353925"/>
                </a:lnTo>
                <a:lnTo>
                  <a:pt x="124495" y="355788"/>
                </a:lnTo>
                <a:lnTo>
                  <a:pt x="124932" y="358118"/>
                </a:lnTo>
                <a:lnTo>
                  <a:pt x="124760" y="359652"/>
                </a:lnTo>
                <a:lnTo>
                  <a:pt x="123734" y="361367"/>
                </a:lnTo>
                <a:lnTo>
                  <a:pt x="122158" y="363118"/>
                </a:lnTo>
                <a:lnTo>
                  <a:pt x="120184" y="366961"/>
                </a:lnTo>
                <a:lnTo>
                  <a:pt x="119123" y="369376"/>
                </a:lnTo>
                <a:lnTo>
                  <a:pt x="118847" y="371736"/>
                </a:lnTo>
                <a:lnTo>
                  <a:pt x="119564" y="373200"/>
                </a:lnTo>
                <a:lnTo>
                  <a:pt x="121043" y="373989"/>
                </a:lnTo>
                <a:lnTo>
                  <a:pt x="123581" y="374030"/>
                </a:lnTo>
                <a:lnTo>
                  <a:pt x="126577" y="373211"/>
                </a:lnTo>
                <a:lnTo>
                  <a:pt x="130662" y="369769"/>
                </a:lnTo>
                <a:lnTo>
                  <a:pt x="134281" y="364706"/>
                </a:lnTo>
                <a:lnTo>
                  <a:pt x="136488" y="363277"/>
                </a:lnTo>
                <a:lnTo>
                  <a:pt x="138782" y="363437"/>
                </a:lnTo>
                <a:lnTo>
                  <a:pt x="140235" y="364972"/>
                </a:lnTo>
                <a:lnTo>
                  <a:pt x="141079" y="367507"/>
                </a:lnTo>
                <a:lnTo>
                  <a:pt x="140835" y="377870"/>
                </a:lnTo>
                <a:lnTo>
                  <a:pt x="140032" y="383420"/>
                </a:lnTo>
                <a:lnTo>
                  <a:pt x="138670" y="387502"/>
                </a:lnTo>
                <a:lnTo>
                  <a:pt x="133714" y="397040"/>
                </a:lnTo>
                <a:lnTo>
                  <a:pt x="132403" y="398353"/>
                </a:lnTo>
                <a:lnTo>
                  <a:pt x="130634" y="399040"/>
                </a:lnTo>
                <a:lnTo>
                  <a:pt x="128724" y="398784"/>
                </a:lnTo>
                <a:lnTo>
                  <a:pt x="126521" y="397232"/>
                </a:lnTo>
                <a:lnTo>
                  <a:pt x="122627" y="393427"/>
                </a:lnTo>
                <a:lnTo>
                  <a:pt x="120258" y="391478"/>
                </a:lnTo>
                <a:lnTo>
                  <a:pt x="117509" y="389991"/>
                </a:lnTo>
                <a:lnTo>
                  <a:pt x="114808" y="389817"/>
                </a:lnTo>
                <a:lnTo>
                  <a:pt x="113058" y="390277"/>
                </a:lnTo>
                <a:lnTo>
                  <a:pt x="104247" y="393440"/>
                </a:lnTo>
                <a:lnTo>
                  <a:pt x="88520" y="402520"/>
                </a:lnTo>
                <a:lnTo>
                  <a:pt x="73743" y="400495"/>
                </a:lnTo>
                <a:lnTo>
                  <a:pt x="58334" y="393700"/>
                </a:lnTo>
                <a:lnTo>
                  <a:pt x="52759" y="383714"/>
                </a:lnTo>
                <a:lnTo>
                  <a:pt x="47347" y="366861"/>
                </a:lnTo>
                <a:lnTo>
                  <a:pt x="9468" y="351829"/>
                </a:lnTo>
                <a:lnTo>
                  <a:pt x="6726" y="350623"/>
                </a:lnTo>
                <a:lnTo>
                  <a:pt x="5456" y="349104"/>
                </a:lnTo>
                <a:lnTo>
                  <a:pt x="3899" y="347255"/>
                </a:lnTo>
                <a:lnTo>
                  <a:pt x="3017" y="345065"/>
                </a:lnTo>
                <a:lnTo>
                  <a:pt x="3211" y="343204"/>
                </a:lnTo>
                <a:lnTo>
                  <a:pt x="3840" y="342769"/>
                </a:lnTo>
                <a:lnTo>
                  <a:pt x="5845" y="342801"/>
                </a:lnTo>
                <a:lnTo>
                  <a:pt x="7257" y="342375"/>
                </a:lnTo>
                <a:lnTo>
                  <a:pt x="8377" y="341083"/>
                </a:lnTo>
                <a:lnTo>
                  <a:pt x="32696" y="309376"/>
                </a:lnTo>
                <a:lnTo>
                  <a:pt x="41106" y="304732"/>
                </a:lnTo>
                <a:lnTo>
                  <a:pt x="60986" y="267350"/>
                </a:lnTo>
                <a:lnTo>
                  <a:pt x="54519" y="243490"/>
                </a:lnTo>
                <a:lnTo>
                  <a:pt x="39124" y="241599"/>
                </a:lnTo>
                <a:lnTo>
                  <a:pt x="34243" y="178167"/>
                </a:lnTo>
                <a:lnTo>
                  <a:pt x="29544" y="176330"/>
                </a:lnTo>
                <a:lnTo>
                  <a:pt x="28403" y="158110"/>
                </a:lnTo>
                <a:lnTo>
                  <a:pt x="28757" y="154403"/>
                </a:lnTo>
                <a:lnTo>
                  <a:pt x="27947" y="152325"/>
                </a:lnTo>
                <a:lnTo>
                  <a:pt x="26393" y="150231"/>
                </a:lnTo>
                <a:lnTo>
                  <a:pt x="26137" y="147534"/>
                </a:lnTo>
                <a:lnTo>
                  <a:pt x="26973" y="146122"/>
                </a:lnTo>
                <a:lnTo>
                  <a:pt x="30380" y="142192"/>
                </a:lnTo>
                <a:lnTo>
                  <a:pt x="32749" y="140623"/>
                </a:lnTo>
                <a:lnTo>
                  <a:pt x="34312" y="138935"/>
                </a:lnTo>
                <a:lnTo>
                  <a:pt x="34717" y="136944"/>
                </a:lnTo>
                <a:lnTo>
                  <a:pt x="34447" y="134164"/>
                </a:lnTo>
                <a:lnTo>
                  <a:pt x="32102" y="128471"/>
                </a:lnTo>
                <a:lnTo>
                  <a:pt x="27000" y="121708"/>
                </a:lnTo>
                <a:lnTo>
                  <a:pt x="25603" y="118197"/>
                </a:lnTo>
                <a:lnTo>
                  <a:pt x="25443" y="115868"/>
                </a:lnTo>
                <a:lnTo>
                  <a:pt x="26578" y="113327"/>
                </a:lnTo>
                <a:lnTo>
                  <a:pt x="29580" y="103387"/>
                </a:lnTo>
                <a:lnTo>
                  <a:pt x="5323" y="74090"/>
                </a:lnTo>
                <a:lnTo>
                  <a:pt x="0" y="47143"/>
                </a:lnTo>
                <a:lnTo>
                  <a:pt x="18728" y="20121"/>
                </a:lnTo>
                <a:lnTo>
                  <a:pt x="20657" y="4958"/>
                </a:lnTo>
                <a:lnTo>
                  <a:pt x="16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E20F8DC-E46A-4158-BDBA-CB7529D1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21" y="1985961"/>
            <a:ext cx="29271" cy="32488"/>
          </a:xfrm>
          <a:custGeom xmlns:a="http://schemas.openxmlformats.org/drawingml/2006/main">
            <a:pathLst>
              <a:path w="29271" h="32488">
                <a:moveTo>
                  <a:pt x="29271" y="32488"/>
                </a:moveTo>
                <a:lnTo>
                  <a:pt x="6951" y="45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5E9A9EEA-8B3A-43C0-BC1B-0062B0D3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674" y="1878248"/>
            <a:ext cx="97047" cy="107713"/>
          </a:xfrm>
          <a:custGeom xmlns:a="http://schemas.openxmlformats.org/drawingml/2006/main">
            <a:pathLst>
              <a:path w="97047" h="107713">
                <a:moveTo>
                  <a:pt x="97047" y="107713"/>
                </a:moveTo>
                <a:lnTo>
                  <a:pt x="64266" y="86453"/>
                </a:lnTo>
                <a:lnTo>
                  <a:pt x="62812" y="85574"/>
                </a:lnTo>
                <a:lnTo>
                  <a:pt x="60348" y="85308"/>
                </a:lnTo>
                <a:lnTo>
                  <a:pt x="58294" y="85758"/>
                </a:lnTo>
                <a:lnTo>
                  <a:pt x="53716" y="87561"/>
                </a:lnTo>
                <a:lnTo>
                  <a:pt x="49261" y="88931"/>
                </a:lnTo>
                <a:lnTo>
                  <a:pt x="42707" y="89993"/>
                </a:lnTo>
                <a:lnTo>
                  <a:pt x="40078" y="89949"/>
                </a:lnTo>
                <a:lnTo>
                  <a:pt x="36924" y="89340"/>
                </a:lnTo>
                <a:lnTo>
                  <a:pt x="30967" y="87579"/>
                </a:lnTo>
                <a:lnTo>
                  <a:pt x="26015" y="86125"/>
                </a:lnTo>
                <a:lnTo>
                  <a:pt x="23750" y="86394"/>
                </a:lnTo>
                <a:lnTo>
                  <a:pt x="22056" y="87148"/>
                </a:lnTo>
                <a:lnTo>
                  <a:pt x="19100" y="88879"/>
                </a:lnTo>
                <a:lnTo>
                  <a:pt x="18202" y="89231"/>
                </a:lnTo>
                <a:lnTo>
                  <a:pt x="16730" y="89181"/>
                </a:lnTo>
                <a:lnTo>
                  <a:pt x="15315" y="88294"/>
                </a:lnTo>
                <a:lnTo>
                  <a:pt x="14077" y="86812"/>
                </a:lnTo>
                <a:lnTo>
                  <a:pt x="13485" y="85361"/>
                </a:lnTo>
                <a:lnTo>
                  <a:pt x="8511" y="71002"/>
                </a:lnTo>
                <a:lnTo>
                  <a:pt x="7911" y="68694"/>
                </a:lnTo>
                <a:lnTo>
                  <a:pt x="7635" y="66397"/>
                </a:lnTo>
                <a:lnTo>
                  <a:pt x="7767" y="62054"/>
                </a:lnTo>
                <a:lnTo>
                  <a:pt x="8178" y="59571"/>
                </a:lnTo>
                <a:lnTo>
                  <a:pt x="8797" y="57205"/>
                </a:lnTo>
                <a:lnTo>
                  <a:pt x="9388" y="55001"/>
                </a:lnTo>
                <a:lnTo>
                  <a:pt x="9669" y="52176"/>
                </a:lnTo>
                <a:lnTo>
                  <a:pt x="9220" y="49090"/>
                </a:lnTo>
                <a:lnTo>
                  <a:pt x="8329" y="46043"/>
                </a:lnTo>
                <a:lnTo>
                  <a:pt x="0" y="0"/>
                </a:lnTo>
                <a:lnTo>
                  <a:pt x="97047" y="10771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E4FA9150-BAA5-4B49-9DA1-D13B6187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21" y="1985961"/>
            <a:ext cx="29271" cy="32488"/>
          </a:xfrm>
          <a:custGeom xmlns:a="http://schemas.openxmlformats.org/drawingml/2006/main">
            <a:pathLst>
              <a:path w="29271" h="32488">
                <a:moveTo>
                  <a:pt x="0" y="0"/>
                </a:moveTo>
                <a:lnTo>
                  <a:pt x="29271" y="32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93CA7F91-D241-4480-84C7-9F2D6F7F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992" y="2018449"/>
            <a:ext cx="784797" cy="871053"/>
          </a:xfrm>
          <a:custGeom xmlns:a="http://schemas.openxmlformats.org/drawingml/2006/main">
            <a:pathLst>
              <a:path w="784797" h="871053">
                <a:moveTo>
                  <a:pt x="0" y="0"/>
                </a:moveTo>
                <a:lnTo>
                  <a:pt x="784797" y="8710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3DB79E75-7D9D-4823-9EC2-34C72276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790" y="2889502"/>
            <a:ext cx="27588" cy="30620"/>
          </a:xfrm>
          <a:custGeom xmlns:a="http://schemas.openxmlformats.org/drawingml/2006/main">
            <a:pathLst>
              <a:path w="27588" h="30620">
                <a:moveTo>
                  <a:pt x="0" y="0"/>
                </a:moveTo>
                <a:lnTo>
                  <a:pt x="27588" y="306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7587D41B-7486-40DC-A9A4-E58E94CA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378" y="2920122"/>
            <a:ext cx="733909" cy="814571"/>
          </a:xfrm>
          <a:custGeom xmlns:a="http://schemas.openxmlformats.org/drawingml/2006/main">
            <a:pathLst>
              <a:path w="733909" h="814571">
                <a:moveTo>
                  <a:pt x="0" y="0"/>
                </a:moveTo>
                <a:lnTo>
                  <a:pt x="733909" y="81457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7E04B4CB-283A-4FEE-925A-7D9DC033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287" y="3734693"/>
            <a:ext cx="25892" cy="28738"/>
          </a:xfrm>
          <a:custGeom xmlns:a="http://schemas.openxmlformats.org/drawingml/2006/main">
            <a:pathLst>
              <a:path w="25892" h="28738">
                <a:moveTo>
                  <a:pt x="0" y="0"/>
                </a:moveTo>
                <a:lnTo>
                  <a:pt x="25892" y="287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55F6FD05-06B3-4E88-902D-46EAA014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179" y="3763431"/>
            <a:ext cx="69753" cy="77420"/>
          </a:xfrm>
          <a:custGeom xmlns:a="http://schemas.openxmlformats.org/drawingml/2006/main">
            <a:pathLst>
              <a:path w="69753" h="77420">
                <a:moveTo>
                  <a:pt x="0" y="0"/>
                </a:moveTo>
                <a:lnTo>
                  <a:pt x="69753" y="774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AFFF393F-0986-43C9-A389-B0BC3C59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291" y="1820142"/>
            <a:ext cx="3715691" cy="3008231"/>
          </a:xfrm>
          <a:custGeom xmlns:a="http://schemas.openxmlformats.org/drawingml/2006/main">
            <a:pathLst>
              <a:path w="3715691" h="3008231">
                <a:moveTo>
                  <a:pt x="2036632" y="1939302"/>
                </a:moveTo>
                <a:lnTo>
                  <a:pt x="2030772" y="1946791"/>
                </a:lnTo>
                <a:lnTo>
                  <a:pt x="2028906" y="1954263"/>
                </a:lnTo>
                <a:lnTo>
                  <a:pt x="2033980" y="1960361"/>
                </a:lnTo>
                <a:lnTo>
                  <a:pt x="2045136" y="1956661"/>
                </a:lnTo>
                <a:lnTo>
                  <a:pt x="2049645" y="1949164"/>
                </a:lnTo>
                <a:moveTo>
                  <a:pt x="1026067" y="1855861"/>
                </a:moveTo>
                <a:lnTo>
                  <a:pt x="1022523" y="1881388"/>
                </a:lnTo>
                <a:lnTo>
                  <a:pt x="1010942" y="1900213"/>
                </a:lnTo>
                <a:moveTo>
                  <a:pt x="2788690" y="454289"/>
                </a:moveTo>
                <a:lnTo>
                  <a:pt x="2753775" y="518038"/>
                </a:lnTo>
                <a:moveTo>
                  <a:pt x="2825553" y="394690"/>
                </a:moveTo>
                <a:lnTo>
                  <a:pt x="2812277" y="414103"/>
                </a:lnTo>
                <a:lnTo>
                  <a:pt x="2794648" y="443846"/>
                </a:lnTo>
                <a:moveTo>
                  <a:pt x="3302497" y="507603"/>
                </a:moveTo>
                <a:lnTo>
                  <a:pt x="3347225" y="584791"/>
                </a:lnTo>
                <a:lnTo>
                  <a:pt x="3385577" y="650267"/>
                </a:lnTo>
                <a:lnTo>
                  <a:pt x="3408854" y="700594"/>
                </a:lnTo>
                <a:moveTo>
                  <a:pt x="3247832" y="415928"/>
                </a:moveTo>
                <a:lnTo>
                  <a:pt x="3271199" y="456859"/>
                </a:lnTo>
                <a:lnTo>
                  <a:pt x="3279253" y="469782"/>
                </a:lnTo>
                <a:lnTo>
                  <a:pt x="3295908" y="496611"/>
                </a:lnTo>
                <a:moveTo>
                  <a:pt x="981412" y="1547231"/>
                </a:moveTo>
                <a:lnTo>
                  <a:pt x="981314" y="1547935"/>
                </a:lnTo>
                <a:lnTo>
                  <a:pt x="979423" y="1561873"/>
                </a:lnTo>
                <a:lnTo>
                  <a:pt x="976976" y="1576589"/>
                </a:lnTo>
                <a:lnTo>
                  <a:pt x="974128" y="1586402"/>
                </a:lnTo>
                <a:lnTo>
                  <a:pt x="968170" y="1602731"/>
                </a:lnTo>
                <a:lnTo>
                  <a:pt x="948068" y="1625025"/>
                </a:lnTo>
                <a:lnTo>
                  <a:pt x="932796" y="1638562"/>
                </a:lnTo>
                <a:lnTo>
                  <a:pt x="895876" y="1655185"/>
                </a:lnTo>
                <a:moveTo>
                  <a:pt x="1273132" y="1496021"/>
                </a:moveTo>
                <a:lnTo>
                  <a:pt x="1269253" y="1496987"/>
                </a:lnTo>
                <a:lnTo>
                  <a:pt x="1265496" y="1497887"/>
                </a:lnTo>
                <a:lnTo>
                  <a:pt x="1263851" y="1498223"/>
                </a:lnTo>
                <a:moveTo>
                  <a:pt x="1384278" y="1468816"/>
                </a:moveTo>
                <a:lnTo>
                  <a:pt x="1273378" y="1495964"/>
                </a:lnTo>
                <a:moveTo>
                  <a:pt x="1519568" y="1444565"/>
                </a:moveTo>
                <a:lnTo>
                  <a:pt x="1510524" y="1445015"/>
                </a:lnTo>
                <a:lnTo>
                  <a:pt x="1479906" y="1448715"/>
                </a:lnTo>
                <a:lnTo>
                  <a:pt x="1445899" y="1453642"/>
                </a:lnTo>
                <a:lnTo>
                  <a:pt x="1395720" y="1466008"/>
                </a:lnTo>
                <a:moveTo>
                  <a:pt x="2488163" y="1992509"/>
                </a:moveTo>
                <a:lnTo>
                  <a:pt x="2480011" y="2041788"/>
                </a:lnTo>
                <a:lnTo>
                  <a:pt x="2475894" y="2076049"/>
                </a:lnTo>
                <a:moveTo>
                  <a:pt x="2382108" y="2648907"/>
                </a:moveTo>
                <a:lnTo>
                  <a:pt x="2383197" y="2655937"/>
                </a:lnTo>
                <a:lnTo>
                  <a:pt x="2389351" y="2676341"/>
                </a:lnTo>
                <a:lnTo>
                  <a:pt x="2397380" y="2692080"/>
                </a:lnTo>
                <a:lnTo>
                  <a:pt x="2404075" y="2701451"/>
                </a:lnTo>
                <a:lnTo>
                  <a:pt x="2413831" y="2713523"/>
                </a:lnTo>
                <a:lnTo>
                  <a:pt x="2424635" y="2723034"/>
                </a:lnTo>
                <a:lnTo>
                  <a:pt x="2434767" y="2729827"/>
                </a:lnTo>
                <a:lnTo>
                  <a:pt x="2444736" y="2734721"/>
                </a:lnTo>
                <a:lnTo>
                  <a:pt x="2448182" y="2736391"/>
                </a:lnTo>
                <a:moveTo>
                  <a:pt x="2383058" y="2573986"/>
                </a:moveTo>
                <a:lnTo>
                  <a:pt x="2380995" y="2611282"/>
                </a:lnTo>
                <a:lnTo>
                  <a:pt x="2380046" y="2631343"/>
                </a:lnTo>
                <a:lnTo>
                  <a:pt x="2380659" y="2636695"/>
                </a:lnTo>
                <a:moveTo>
                  <a:pt x="1390916" y="1163444"/>
                </a:moveTo>
                <a:lnTo>
                  <a:pt x="1442020" y="1164238"/>
                </a:lnTo>
                <a:lnTo>
                  <a:pt x="1494949" y="1167151"/>
                </a:lnTo>
                <a:lnTo>
                  <a:pt x="1519298" y="1169255"/>
                </a:lnTo>
                <a:moveTo>
                  <a:pt x="2303766" y="1049384"/>
                </a:moveTo>
                <a:lnTo>
                  <a:pt x="2279654" y="1050506"/>
                </a:lnTo>
                <a:lnTo>
                  <a:pt x="2243414" y="1053076"/>
                </a:lnTo>
                <a:moveTo>
                  <a:pt x="2403715" y="1042239"/>
                </a:moveTo>
                <a:lnTo>
                  <a:pt x="2385496" y="1043565"/>
                </a:lnTo>
                <a:lnTo>
                  <a:pt x="2315576" y="1048681"/>
                </a:lnTo>
                <a:moveTo>
                  <a:pt x="2259341" y="1527769"/>
                </a:moveTo>
                <a:lnTo>
                  <a:pt x="2424602" y="1581254"/>
                </a:lnTo>
                <a:moveTo>
                  <a:pt x="2152623" y="1483302"/>
                </a:moveTo>
                <a:lnTo>
                  <a:pt x="2153351" y="1483605"/>
                </a:lnTo>
                <a:lnTo>
                  <a:pt x="2168926" y="1490169"/>
                </a:lnTo>
                <a:lnTo>
                  <a:pt x="2189527" y="1498836"/>
                </a:lnTo>
                <a:lnTo>
                  <a:pt x="2248324" y="1523627"/>
                </a:lnTo>
                <a:moveTo>
                  <a:pt x="695053" y="2453231"/>
                </a:moveTo>
                <a:lnTo>
                  <a:pt x="696493" y="2453182"/>
                </a:lnTo>
                <a:lnTo>
                  <a:pt x="729378" y="2451243"/>
                </a:lnTo>
                <a:lnTo>
                  <a:pt x="753866" y="2447682"/>
                </a:lnTo>
                <a:lnTo>
                  <a:pt x="772061" y="2447339"/>
                </a:lnTo>
                <a:lnTo>
                  <a:pt x="791998" y="2446831"/>
                </a:lnTo>
                <a:lnTo>
                  <a:pt x="807107" y="2448263"/>
                </a:lnTo>
                <a:lnTo>
                  <a:pt x="840000" y="2453240"/>
                </a:lnTo>
                <a:lnTo>
                  <a:pt x="849576" y="2455114"/>
                </a:lnTo>
                <a:lnTo>
                  <a:pt x="852719" y="2455572"/>
                </a:lnTo>
                <a:lnTo>
                  <a:pt x="860167" y="2456685"/>
                </a:lnTo>
                <a:lnTo>
                  <a:pt x="867926" y="2457512"/>
                </a:lnTo>
                <a:lnTo>
                  <a:pt x="875177" y="2458298"/>
                </a:lnTo>
                <a:lnTo>
                  <a:pt x="902284" y="2458781"/>
                </a:lnTo>
                <a:lnTo>
                  <a:pt x="916206" y="2458249"/>
                </a:lnTo>
                <a:lnTo>
                  <a:pt x="928565" y="2457888"/>
                </a:lnTo>
                <a:lnTo>
                  <a:pt x="958455" y="2455720"/>
                </a:lnTo>
                <a:lnTo>
                  <a:pt x="967891" y="2455908"/>
                </a:lnTo>
                <a:lnTo>
                  <a:pt x="990611" y="2456358"/>
                </a:lnTo>
                <a:lnTo>
                  <a:pt x="1058363" y="2467276"/>
                </a:lnTo>
                <a:lnTo>
                  <a:pt x="1058772" y="2467350"/>
                </a:lnTo>
                <a:moveTo>
                  <a:pt x="850673" y="2197408"/>
                </a:moveTo>
                <a:lnTo>
                  <a:pt x="815537" y="2201157"/>
                </a:lnTo>
                <a:lnTo>
                  <a:pt x="800428" y="2202941"/>
                </a:lnTo>
                <a:lnTo>
                  <a:pt x="780131" y="2206059"/>
                </a:lnTo>
                <a:moveTo>
                  <a:pt x="922181" y="2197809"/>
                </a:moveTo>
                <a:lnTo>
                  <a:pt x="862303" y="2196901"/>
                </a:lnTo>
                <a:moveTo>
                  <a:pt x="992363" y="2207205"/>
                </a:moveTo>
                <a:lnTo>
                  <a:pt x="981134" y="2204717"/>
                </a:lnTo>
                <a:lnTo>
                  <a:pt x="961376" y="2201550"/>
                </a:lnTo>
                <a:lnTo>
                  <a:pt x="942708" y="2199283"/>
                </a:lnTo>
                <a:lnTo>
                  <a:pt x="933754" y="2198448"/>
                </a:lnTo>
                <a:moveTo>
                  <a:pt x="2425306" y="1040512"/>
                </a:moveTo>
                <a:lnTo>
                  <a:pt x="2421296" y="1040954"/>
                </a:lnTo>
                <a:lnTo>
                  <a:pt x="2410238" y="1041765"/>
                </a:lnTo>
                <a:moveTo>
                  <a:pt x="1741892" y="2602615"/>
                </a:moveTo>
                <a:lnTo>
                  <a:pt x="1748096" y="2620416"/>
                </a:lnTo>
                <a:moveTo>
                  <a:pt x="2943205" y="2105488"/>
                </a:moveTo>
                <a:lnTo>
                  <a:pt x="2945513" y="2125213"/>
                </a:lnTo>
                <a:lnTo>
                  <a:pt x="2947596" y="2146358"/>
                </a:lnTo>
                <a:lnTo>
                  <a:pt x="2948026" y="2149239"/>
                </a:lnTo>
                <a:moveTo>
                  <a:pt x="1584193" y="2617732"/>
                </a:moveTo>
                <a:lnTo>
                  <a:pt x="1562864" y="2619831"/>
                </a:lnTo>
                <a:lnTo>
                  <a:pt x="1549838" y="2621002"/>
                </a:lnTo>
                <a:lnTo>
                  <a:pt x="1538527" y="2621517"/>
                </a:lnTo>
                <a:lnTo>
                  <a:pt x="1531554" y="2621857"/>
                </a:lnTo>
                <a:moveTo>
                  <a:pt x="1594562" y="2616635"/>
                </a:moveTo>
                <a:lnTo>
                  <a:pt x="1584397" y="2617707"/>
                </a:lnTo>
                <a:moveTo>
                  <a:pt x="1551569" y="2263588"/>
                </a:moveTo>
                <a:lnTo>
                  <a:pt x="1547387" y="2264235"/>
                </a:lnTo>
                <a:lnTo>
                  <a:pt x="1500465" y="2271396"/>
                </a:lnTo>
                <a:lnTo>
                  <a:pt x="1487075" y="2273434"/>
                </a:lnTo>
                <a:moveTo>
                  <a:pt x="1449746" y="2277805"/>
                </a:moveTo>
                <a:lnTo>
                  <a:pt x="1449586" y="2277825"/>
                </a:lnTo>
                <a:moveTo>
                  <a:pt x="1480409" y="2273115"/>
                </a:moveTo>
                <a:lnTo>
                  <a:pt x="1470318" y="2274605"/>
                </a:lnTo>
                <a:lnTo>
                  <a:pt x="1454624" y="2277191"/>
                </a:lnTo>
                <a:moveTo>
                  <a:pt x="1416099" y="2284500"/>
                </a:moveTo>
                <a:lnTo>
                  <a:pt x="1399943" y="2287021"/>
                </a:lnTo>
                <a:moveTo>
                  <a:pt x="1728678" y="2565863"/>
                </a:moveTo>
                <a:lnTo>
                  <a:pt x="1733048" y="2579567"/>
                </a:lnTo>
                <a:moveTo>
                  <a:pt x="823304" y="623978"/>
                </a:moveTo>
                <a:lnTo>
                  <a:pt x="824270" y="624592"/>
                </a:lnTo>
                <a:lnTo>
                  <a:pt x="828436" y="627072"/>
                </a:lnTo>
                <a:lnTo>
                  <a:pt x="832700" y="628848"/>
                </a:lnTo>
                <a:lnTo>
                  <a:pt x="858522" y="626155"/>
                </a:lnTo>
                <a:lnTo>
                  <a:pt x="859406" y="626033"/>
                </a:lnTo>
                <a:moveTo>
                  <a:pt x="818778" y="594956"/>
                </a:moveTo>
                <a:lnTo>
                  <a:pt x="820202" y="613437"/>
                </a:lnTo>
                <a:moveTo>
                  <a:pt x="817951" y="581411"/>
                </a:moveTo>
                <a:lnTo>
                  <a:pt x="818041" y="583228"/>
                </a:lnTo>
                <a:moveTo>
                  <a:pt x="756674" y="616449"/>
                </a:moveTo>
                <a:lnTo>
                  <a:pt x="756093" y="592959"/>
                </a:lnTo>
                <a:lnTo>
                  <a:pt x="813777" y="590618"/>
                </a:lnTo>
                <a:moveTo>
                  <a:pt x="756993" y="634381"/>
                </a:moveTo>
                <a:lnTo>
                  <a:pt x="756903" y="628218"/>
                </a:lnTo>
                <a:moveTo>
                  <a:pt x="815946" y="618266"/>
                </a:moveTo>
                <a:lnTo>
                  <a:pt x="761396" y="620844"/>
                </a:lnTo>
                <a:moveTo>
                  <a:pt x="2747284" y="521230"/>
                </a:moveTo>
                <a:lnTo>
                  <a:pt x="2738781" y="519029"/>
                </a:lnTo>
                <a:lnTo>
                  <a:pt x="2722649" y="515779"/>
                </a:lnTo>
                <a:lnTo>
                  <a:pt x="2708964" y="514257"/>
                </a:lnTo>
                <a:lnTo>
                  <a:pt x="2692260" y="513692"/>
                </a:lnTo>
                <a:lnTo>
                  <a:pt x="2653269" y="513594"/>
                </a:lnTo>
                <a:lnTo>
                  <a:pt x="2585297" y="513332"/>
                </a:lnTo>
                <a:lnTo>
                  <a:pt x="2549931" y="513463"/>
                </a:lnTo>
                <a:lnTo>
                  <a:pt x="2542713" y="513668"/>
                </a:lnTo>
                <a:moveTo>
                  <a:pt x="2524715" y="574446"/>
                </a:moveTo>
                <a:lnTo>
                  <a:pt x="2507454" y="573562"/>
                </a:lnTo>
                <a:lnTo>
                  <a:pt x="2505179" y="571909"/>
                </a:lnTo>
                <a:lnTo>
                  <a:pt x="2504507" y="569044"/>
                </a:lnTo>
                <a:lnTo>
                  <a:pt x="2505097" y="566343"/>
                </a:lnTo>
                <a:lnTo>
                  <a:pt x="2506815" y="564559"/>
                </a:lnTo>
                <a:lnTo>
                  <a:pt x="2510122" y="563274"/>
                </a:lnTo>
                <a:lnTo>
                  <a:pt x="2519853" y="563519"/>
                </a:lnTo>
                <a:moveTo>
                  <a:pt x="1531304" y="1170752"/>
                </a:moveTo>
                <a:lnTo>
                  <a:pt x="1577367" y="1178151"/>
                </a:lnTo>
                <a:lnTo>
                  <a:pt x="1621105" y="1188865"/>
                </a:lnTo>
                <a:lnTo>
                  <a:pt x="1650479" y="1198539"/>
                </a:lnTo>
                <a:lnTo>
                  <a:pt x="1653294" y="1199464"/>
                </a:lnTo>
                <a:moveTo>
                  <a:pt x="1934047" y="1358268"/>
                </a:moveTo>
                <a:lnTo>
                  <a:pt x="1966434" y="1380227"/>
                </a:lnTo>
                <a:lnTo>
                  <a:pt x="1984407" y="1392413"/>
                </a:lnTo>
                <a:lnTo>
                  <a:pt x="2034095" y="1422180"/>
                </a:lnTo>
                <a:lnTo>
                  <a:pt x="2127701" y="1470993"/>
                </a:lnTo>
                <a:lnTo>
                  <a:pt x="2141230" y="1477958"/>
                </a:lnTo>
                <a:moveTo>
                  <a:pt x="1866042" y="1308727"/>
                </a:moveTo>
                <a:lnTo>
                  <a:pt x="1893755" y="1328934"/>
                </a:lnTo>
                <a:lnTo>
                  <a:pt x="1924300" y="1351384"/>
                </a:lnTo>
                <a:moveTo>
                  <a:pt x="1804683" y="1268164"/>
                </a:moveTo>
                <a:lnTo>
                  <a:pt x="1821993" y="1278526"/>
                </a:lnTo>
                <a:lnTo>
                  <a:pt x="1837724" y="1289231"/>
                </a:lnTo>
                <a:lnTo>
                  <a:pt x="1856368" y="1301909"/>
                </a:lnTo>
                <a:moveTo>
                  <a:pt x="2004827" y="1700437"/>
                </a:moveTo>
                <a:lnTo>
                  <a:pt x="1937346" y="1773869"/>
                </a:lnTo>
                <a:lnTo>
                  <a:pt x="1911074" y="1795386"/>
                </a:lnTo>
                <a:lnTo>
                  <a:pt x="1909870" y="1796179"/>
                </a:lnTo>
                <a:moveTo>
                  <a:pt x="2108181" y="1572063"/>
                </a:moveTo>
                <a:lnTo>
                  <a:pt x="2103254" y="1581213"/>
                </a:lnTo>
                <a:lnTo>
                  <a:pt x="2081573" y="1613681"/>
                </a:lnTo>
                <a:lnTo>
                  <a:pt x="2062209" y="1637490"/>
                </a:lnTo>
                <a:lnTo>
                  <a:pt x="2037320" y="1665792"/>
                </a:lnTo>
                <a:lnTo>
                  <a:pt x="2012930" y="1691721"/>
                </a:lnTo>
                <a:moveTo>
                  <a:pt x="2144266" y="1484906"/>
                </a:moveTo>
                <a:lnTo>
                  <a:pt x="2134371" y="1510917"/>
                </a:lnTo>
                <a:lnTo>
                  <a:pt x="2131163" y="1519363"/>
                </a:lnTo>
                <a:lnTo>
                  <a:pt x="2128348" y="1527441"/>
                </a:lnTo>
                <a:lnTo>
                  <a:pt x="2113394" y="1561358"/>
                </a:lnTo>
                <a:moveTo>
                  <a:pt x="1664425" y="1203204"/>
                </a:moveTo>
                <a:lnTo>
                  <a:pt x="1697818" y="1214670"/>
                </a:lnTo>
                <a:lnTo>
                  <a:pt x="1724704" y="1226423"/>
                </a:lnTo>
                <a:lnTo>
                  <a:pt x="1750215" y="1238307"/>
                </a:lnTo>
                <a:lnTo>
                  <a:pt x="1774319" y="1250551"/>
                </a:lnTo>
                <a:lnTo>
                  <a:pt x="1793945" y="1261527"/>
                </a:lnTo>
                <a:lnTo>
                  <a:pt x="1794682" y="1262001"/>
                </a:lnTo>
                <a:moveTo>
                  <a:pt x="1651977" y="2606724"/>
                </a:moveTo>
                <a:lnTo>
                  <a:pt x="1621850" y="2611667"/>
                </a:lnTo>
                <a:lnTo>
                  <a:pt x="1602608" y="2614556"/>
                </a:lnTo>
                <a:moveTo>
                  <a:pt x="2999138" y="2019641"/>
                </a:moveTo>
                <a:lnTo>
                  <a:pt x="2999572" y="1980396"/>
                </a:lnTo>
                <a:lnTo>
                  <a:pt x="3002649" y="1919553"/>
                </a:lnTo>
                <a:lnTo>
                  <a:pt x="2996584" y="1887011"/>
                </a:lnTo>
                <a:lnTo>
                  <a:pt x="2987090" y="1854895"/>
                </a:lnTo>
                <a:moveTo>
                  <a:pt x="3165234" y="981903"/>
                </a:moveTo>
                <a:lnTo>
                  <a:pt x="3152475" y="980561"/>
                </a:lnTo>
                <a:lnTo>
                  <a:pt x="3098981" y="976960"/>
                </a:lnTo>
                <a:lnTo>
                  <a:pt x="3096877" y="976968"/>
                </a:lnTo>
                <a:lnTo>
                  <a:pt x="3073854" y="977328"/>
                </a:lnTo>
                <a:lnTo>
                  <a:pt x="3050176" y="977704"/>
                </a:lnTo>
                <a:moveTo>
                  <a:pt x="3379832" y="1022850"/>
                </a:moveTo>
                <a:lnTo>
                  <a:pt x="3364036" y="1017538"/>
                </a:lnTo>
                <a:lnTo>
                  <a:pt x="3342429" y="1009436"/>
                </a:lnTo>
                <a:lnTo>
                  <a:pt x="3325307" y="1004951"/>
                </a:lnTo>
                <a:lnTo>
                  <a:pt x="3319463" y="1003420"/>
                </a:lnTo>
                <a:lnTo>
                  <a:pt x="3306171" y="1000654"/>
                </a:lnTo>
                <a:lnTo>
                  <a:pt x="3286201" y="997249"/>
                </a:lnTo>
                <a:lnTo>
                  <a:pt x="3273859" y="995506"/>
                </a:lnTo>
                <a:lnTo>
                  <a:pt x="3202940" y="986544"/>
                </a:lnTo>
                <a:lnTo>
                  <a:pt x="3176930" y="983262"/>
                </a:lnTo>
                <a:moveTo>
                  <a:pt x="2449319" y="2734034"/>
                </a:moveTo>
                <a:lnTo>
                  <a:pt x="2445882" y="2732364"/>
                </a:lnTo>
                <a:lnTo>
                  <a:pt x="2436077" y="2727551"/>
                </a:lnTo>
                <a:lnTo>
                  <a:pt x="2426239" y="2720955"/>
                </a:lnTo>
                <a:lnTo>
                  <a:pt x="2415730" y="2711706"/>
                </a:lnTo>
                <a:lnTo>
                  <a:pt x="2406154" y="2699863"/>
                </a:lnTo>
                <a:lnTo>
                  <a:pt x="2399623" y="2690721"/>
                </a:lnTo>
                <a:lnTo>
                  <a:pt x="2391790" y="2675359"/>
                </a:lnTo>
                <a:lnTo>
                  <a:pt x="2385750" y="2655348"/>
                </a:lnTo>
                <a:lnTo>
                  <a:pt x="2384694" y="2648506"/>
                </a:lnTo>
                <a:moveTo>
                  <a:pt x="2755223" y="2721135"/>
                </a:moveTo>
                <a:lnTo>
                  <a:pt x="2711845" y="2719653"/>
                </a:lnTo>
                <a:lnTo>
                  <a:pt x="2698120" y="2718753"/>
                </a:lnTo>
                <a:lnTo>
                  <a:pt x="2680916" y="2719195"/>
                </a:lnTo>
                <a:lnTo>
                  <a:pt x="2663328" y="2721061"/>
                </a:lnTo>
                <a:lnTo>
                  <a:pt x="2625311" y="2726201"/>
                </a:lnTo>
                <a:lnTo>
                  <a:pt x="2549334" y="2736072"/>
                </a:lnTo>
                <a:lnTo>
                  <a:pt x="2521949" y="2740172"/>
                </a:lnTo>
                <a:lnTo>
                  <a:pt x="2507904" y="2742455"/>
                </a:lnTo>
                <a:lnTo>
                  <a:pt x="2492091" y="2743773"/>
                </a:lnTo>
                <a:lnTo>
                  <a:pt x="2474978" y="2744813"/>
                </a:lnTo>
                <a:lnTo>
                  <a:pt x="2460188" y="2738862"/>
                </a:lnTo>
                <a:moveTo>
                  <a:pt x="2832780" y="2732691"/>
                </a:moveTo>
                <a:lnTo>
                  <a:pt x="2800647" y="2726864"/>
                </a:lnTo>
                <a:lnTo>
                  <a:pt x="2791808" y="2725415"/>
                </a:lnTo>
                <a:lnTo>
                  <a:pt x="2782871" y="2723958"/>
                </a:lnTo>
                <a:lnTo>
                  <a:pt x="2767484" y="2722092"/>
                </a:lnTo>
                <a:moveTo>
                  <a:pt x="2707712" y="2304977"/>
                </a:moveTo>
                <a:lnTo>
                  <a:pt x="2692489" y="2332060"/>
                </a:lnTo>
                <a:moveTo>
                  <a:pt x="2389712" y="2132342"/>
                </a:moveTo>
                <a:lnTo>
                  <a:pt x="2379465" y="2207025"/>
                </a:lnTo>
                <a:moveTo>
                  <a:pt x="2929439" y="2375299"/>
                </a:moveTo>
                <a:lnTo>
                  <a:pt x="2964657" y="2375700"/>
                </a:lnTo>
                <a:moveTo>
                  <a:pt x="2856097" y="2370077"/>
                </a:moveTo>
                <a:lnTo>
                  <a:pt x="2917751" y="2374783"/>
                </a:lnTo>
                <a:moveTo>
                  <a:pt x="2461817" y="2221324"/>
                </a:moveTo>
                <a:lnTo>
                  <a:pt x="2494899" y="2222936"/>
                </a:lnTo>
                <a:lnTo>
                  <a:pt x="2524248" y="2224802"/>
                </a:lnTo>
                <a:moveTo>
                  <a:pt x="2385726" y="2215071"/>
                </a:moveTo>
                <a:lnTo>
                  <a:pt x="2392666" y="2215856"/>
                </a:lnTo>
                <a:lnTo>
                  <a:pt x="2416360" y="2218426"/>
                </a:lnTo>
                <a:lnTo>
                  <a:pt x="2427573" y="2219793"/>
                </a:lnTo>
                <a:lnTo>
                  <a:pt x="2449172" y="2220742"/>
                </a:lnTo>
                <a:moveTo>
                  <a:pt x="2775791" y="2364266"/>
                </a:moveTo>
                <a:lnTo>
                  <a:pt x="2844344" y="2369209"/>
                </a:lnTo>
                <a:moveTo>
                  <a:pt x="2695002" y="2341979"/>
                </a:moveTo>
                <a:lnTo>
                  <a:pt x="2709284" y="2350729"/>
                </a:lnTo>
                <a:lnTo>
                  <a:pt x="2718622" y="2354395"/>
                </a:lnTo>
                <a:lnTo>
                  <a:pt x="2729246" y="2358569"/>
                </a:lnTo>
                <a:lnTo>
                  <a:pt x="2763842" y="2363063"/>
                </a:lnTo>
                <a:moveTo>
                  <a:pt x="2635476" y="2290196"/>
                </a:moveTo>
                <a:lnTo>
                  <a:pt x="2655782" y="2313432"/>
                </a:lnTo>
                <a:lnTo>
                  <a:pt x="2657345" y="2315224"/>
                </a:lnTo>
                <a:lnTo>
                  <a:pt x="2666503" y="2325709"/>
                </a:lnTo>
                <a:lnTo>
                  <a:pt x="2684968" y="2336095"/>
                </a:lnTo>
                <a:moveTo>
                  <a:pt x="2590183" y="2247653"/>
                </a:moveTo>
                <a:lnTo>
                  <a:pt x="2615375" y="2263711"/>
                </a:lnTo>
                <a:lnTo>
                  <a:pt x="2627872" y="2280661"/>
                </a:lnTo>
                <a:moveTo>
                  <a:pt x="2535338" y="2226177"/>
                </a:moveTo>
                <a:lnTo>
                  <a:pt x="2546764" y="2228272"/>
                </a:lnTo>
                <a:lnTo>
                  <a:pt x="2561120" y="2233608"/>
                </a:lnTo>
                <a:lnTo>
                  <a:pt x="2580525" y="2242423"/>
                </a:lnTo>
                <a:moveTo>
                  <a:pt x="2393305" y="2438016"/>
                </a:moveTo>
                <a:lnTo>
                  <a:pt x="2388467" y="2471827"/>
                </a:lnTo>
                <a:lnTo>
                  <a:pt x="2384359" y="2520222"/>
                </a:lnTo>
                <a:lnTo>
                  <a:pt x="2383434" y="2558681"/>
                </a:lnTo>
                <a:lnTo>
                  <a:pt x="2383409" y="2562143"/>
                </a:lnTo>
                <a:moveTo>
                  <a:pt x="2408618" y="2368563"/>
                </a:moveTo>
                <a:lnTo>
                  <a:pt x="2395408" y="2426468"/>
                </a:lnTo>
                <a:moveTo>
                  <a:pt x="2452863" y="2225686"/>
                </a:moveTo>
                <a:lnTo>
                  <a:pt x="2445137" y="2256386"/>
                </a:lnTo>
                <a:lnTo>
                  <a:pt x="2437173" y="2288846"/>
                </a:lnTo>
                <a:lnTo>
                  <a:pt x="2424340" y="2323589"/>
                </a:lnTo>
                <a:lnTo>
                  <a:pt x="2411892" y="2357276"/>
                </a:lnTo>
                <a:moveTo>
                  <a:pt x="2473243" y="2096453"/>
                </a:moveTo>
                <a:lnTo>
                  <a:pt x="2472809" y="2099284"/>
                </a:lnTo>
                <a:lnTo>
                  <a:pt x="2455351" y="2213417"/>
                </a:lnTo>
                <a:moveTo>
                  <a:pt x="2307416" y="2356654"/>
                </a:moveTo>
                <a:lnTo>
                  <a:pt x="2238257" y="2348118"/>
                </a:lnTo>
                <a:lnTo>
                  <a:pt x="2244829" y="2206321"/>
                </a:lnTo>
                <a:lnTo>
                  <a:pt x="2337699" y="2211502"/>
                </a:lnTo>
                <a:lnTo>
                  <a:pt x="2359953" y="2212861"/>
                </a:lnTo>
                <a:lnTo>
                  <a:pt x="2374128" y="2213966"/>
                </a:lnTo>
                <a:moveTo>
                  <a:pt x="2404959" y="2361025"/>
                </a:moveTo>
                <a:lnTo>
                  <a:pt x="2353290" y="2358979"/>
                </a:lnTo>
                <a:lnTo>
                  <a:pt x="2319267" y="2357636"/>
                </a:lnTo>
                <a:moveTo>
                  <a:pt x="2314504" y="2286423"/>
                </a:moveTo>
                <a:lnTo>
                  <a:pt x="2312245" y="2352529"/>
                </a:lnTo>
                <a:moveTo>
                  <a:pt x="3321575" y="1444508"/>
                </a:moveTo>
                <a:lnTo>
                  <a:pt x="3351538" y="1436855"/>
                </a:lnTo>
                <a:moveTo>
                  <a:pt x="3370346" y="1580223"/>
                </a:moveTo>
                <a:lnTo>
                  <a:pt x="3424618" y="1569935"/>
                </a:lnTo>
                <a:moveTo>
                  <a:pt x="3107345" y="1478269"/>
                </a:moveTo>
                <a:lnTo>
                  <a:pt x="3106052" y="1479758"/>
                </a:lnTo>
                <a:lnTo>
                  <a:pt x="3057845" y="1523398"/>
                </a:lnTo>
                <a:lnTo>
                  <a:pt x="3052836" y="1526827"/>
                </a:lnTo>
                <a:lnTo>
                  <a:pt x="3044226" y="1532688"/>
                </a:lnTo>
                <a:moveTo>
                  <a:pt x="3111585" y="1463242"/>
                </a:moveTo>
                <a:lnTo>
                  <a:pt x="3131809" y="1447127"/>
                </a:lnTo>
                <a:lnTo>
                  <a:pt x="3133568" y="1446046"/>
                </a:lnTo>
                <a:lnTo>
                  <a:pt x="3135402" y="1445433"/>
                </a:lnTo>
                <a:lnTo>
                  <a:pt x="3136548" y="1445441"/>
                </a:lnTo>
                <a:lnTo>
                  <a:pt x="3137603" y="1445858"/>
                </a:lnTo>
                <a:lnTo>
                  <a:pt x="3138373" y="1446513"/>
                </a:lnTo>
                <a:lnTo>
                  <a:pt x="3139126" y="1447585"/>
                </a:lnTo>
                <a:lnTo>
                  <a:pt x="3139510" y="1448526"/>
                </a:lnTo>
                <a:lnTo>
                  <a:pt x="3139576" y="1449418"/>
                </a:lnTo>
                <a:lnTo>
                  <a:pt x="3139314" y="1450793"/>
                </a:lnTo>
                <a:lnTo>
                  <a:pt x="3138536" y="1452013"/>
                </a:lnTo>
                <a:lnTo>
                  <a:pt x="3136539" y="1453756"/>
                </a:lnTo>
                <a:lnTo>
                  <a:pt x="3116414" y="1469601"/>
                </a:lnTo>
                <a:moveTo>
                  <a:pt x="3068698" y="1406319"/>
                </a:moveTo>
                <a:lnTo>
                  <a:pt x="3131743" y="1359053"/>
                </a:lnTo>
                <a:moveTo>
                  <a:pt x="2797856" y="975724"/>
                </a:moveTo>
                <a:lnTo>
                  <a:pt x="2790883" y="987239"/>
                </a:lnTo>
                <a:moveTo>
                  <a:pt x="2864094" y="906074"/>
                </a:moveTo>
                <a:lnTo>
                  <a:pt x="2824546" y="946358"/>
                </a:lnTo>
                <a:lnTo>
                  <a:pt x="2805583" y="965616"/>
                </a:lnTo>
                <a:moveTo>
                  <a:pt x="2853928" y="1015607"/>
                </a:moveTo>
                <a:lnTo>
                  <a:pt x="2876133" y="998027"/>
                </a:lnTo>
                <a:moveTo>
                  <a:pt x="2900965" y="1071630"/>
                </a:moveTo>
                <a:lnTo>
                  <a:pt x="2924086" y="1055073"/>
                </a:lnTo>
                <a:moveTo>
                  <a:pt x="2890407" y="1139619"/>
                </a:moveTo>
                <a:lnTo>
                  <a:pt x="2913986" y="1142254"/>
                </a:lnTo>
                <a:lnTo>
                  <a:pt x="2921532" y="1141763"/>
                </a:lnTo>
                <a:lnTo>
                  <a:pt x="2928481" y="1139095"/>
                </a:lnTo>
                <a:lnTo>
                  <a:pt x="2939391" y="1131115"/>
                </a:lnTo>
                <a:moveTo>
                  <a:pt x="2925297" y="1222438"/>
                </a:moveTo>
                <a:lnTo>
                  <a:pt x="2867155" y="1218329"/>
                </a:lnTo>
                <a:moveTo>
                  <a:pt x="2932884" y="1217175"/>
                </a:moveTo>
                <a:lnTo>
                  <a:pt x="2933588" y="1207255"/>
                </a:lnTo>
                <a:moveTo>
                  <a:pt x="2931444" y="1239298"/>
                </a:moveTo>
                <a:lnTo>
                  <a:pt x="2931984" y="1230655"/>
                </a:lnTo>
                <a:moveTo>
                  <a:pt x="2852684" y="1259571"/>
                </a:moveTo>
                <a:lnTo>
                  <a:pt x="2851980" y="1259481"/>
                </a:lnTo>
                <a:lnTo>
                  <a:pt x="2822140" y="1255806"/>
                </a:lnTo>
                <a:lnTo>
                  <a:pt x="2813685" y="1254251"/>
                </a:lnTo>
                <a:lnTo>
                  <a:pt x="2805198" y="1252696"/>
                </a:lnTo>
                <a:lnTo>
                  <a:pt x="2789696" y="1247679"/>
                </a:lnTo>
                <a:moveTo>
                  <a:pt x="2786758" y="1241908"/>
                </a:moveTo>
                <a:lnTo>
                  <a:pt x="2788551" y="1236466"/>
                </a:lnTo>
                <a:lnTo>
                  <a:pt x="2795205" y="1216275"/>
                </a:lnTo>
                <a:moveTo>
                  <a:pt x="2777747" y="1269253"/>
                </a:moveTo>
                <a:lnTo>
                  <a:pt x="2781995" y="1256362"/>
                </a:lnTo>
                <a:lnTo>
                  <a:pt x="2783075" y="1253097"/>
                </a:lnTo>
                <a:moveTo>
                  <a:pt x="2975657" y="1376715"/>
                </a:moveTo>
                <a:lnTo>
                  <a:pt x="3021539" y="1431134"/>
                </a:lnTo>
                <a:moveTo>
                  <a:pt x="2860468" y="1304692"/>
                </a:moveTo>
                <a:lnTo>
                  <a:pt x="2934947" y="1309218"/>
                </a:lnTo>
                <a:lnTo>
                  <a:pt x="2939047" y="1310765"/>
                </a:lnTo>
                <a:lnTo>
                  <a:pt x="2942894" y="1315135"/>
                </a:lnTo>
                <a:lnTo>
                  <a:pt x="2954868" y="1341931"/>
                </a:lnTo>
                <a:lnTo>
                  <a:pt x="2969109" y="1367140"/>
                </a:lnTo>
                <a:moveTo>
                  <a:pt x="2967087" y="1373131"/>
                </a:moveTo>
                <a:lnTo>
                  <a:pt x="2965753" y="1373704"/>
                </a:lnTo>
                <a:lnTo>
                  <a:pt x="2955907" y="1375300"/>
                </a:lnTo>
                <a:lnTo>
                  <a:pt x="2931845" y="1377076"/>
                </a:lnTo>
                <a:moveTo>
                  <a:pt x="3013215" y="1450212"/>
                </a:moveTo>
                <a:lnTo>
                  <a:pt x="3013215" y="1450417"/>
                </a:lnTo>
                <a:lnTo>
                  <a:pt x="3013223" y="1456212"/>
                </a:lnTo>
                <a:moveTo>
                  <a:pt x="3223974" y="1436953"/>
                </a:moveTo>
                <a:lnTo>
                  <a:pt x="3196564" y="1399157"/>
                </a:lnTo>
                <a:moveTo>
                  <a:pt x="3142244" y="1267436"/>
                </a:moveTo>
                <a:lnTo>
                  <a:pt x="3114695" y="1278853"/>
                </a:lnTo>
                <a:lnTo>
                  <a:pt x="3075802" y="1305175"/>
                </a:lnTo>
                <a:lnTo>
                  <a:pt x="3022128" y="1347947"/>
                </a:lnTo>
                <a:moveTo>
                  <a:pt x="3240122" y="1300280"/>
                </a:moveTo>
                <a:lnTo>
                  <a:pt x="3210437" y="1315454"/>
                </a:lnTo>
                <a:lnTo>
                  <a:pt x="3196859" y="1327207"/>
                </a:lnTo>
                <a:moveTo>
                  <a:pt x="3293371" y="1270112"/>
                </a:moveTo>
                <a:lnTo>
                  <a:pt x="3251499" y="1294117"/>
                </a:lnTo>
                <a:moveTo>
                  <a:pt x="3147850" y="1260864"/>
                </a:moveTo>
                <a:lnTo>
                  <a:pt x="3143578" y="1237964"/>
                </a:lnTo>
                <a:lnTo>
                  <a:pt x="3145460" y="1219131"/>
                </a:lnTo>
                <a:lnTo>
                  <a:pt x="3150576" y="1196697"/>
                </a:lnTo>
                <a:lnTo>
                  <a:pt x="3149782" y="1181089"/>
                </a:lnTo>
                <a:lnTo>
                  <a:pt x="3148399" y="1157674"/>
                </a:lnTo>
                <a:lnTo>
                  <a:pt x="3148718" y="1137703"/>
                </a:lnTo>
                <a:moveTo>
                  <a:pt x="3183281" y="830776"/>
                </a:moveTo>
                <a:lnTo>
                  <a:pt x="3179009" y="849568"/>
                </a:lnTo>
                <a:lnTo>
                  <a:pt x="3175686" y="864447"/>
                </a:lnTo>
                <a:lnTo>
                  <a:pt x="3170104" y="977745"/>
                </a:lnTo>
                <a:moveTo>
                  <a:pt x="3247538" y="848913"/>
                </a:moveTo>
                <a:lnTo>
                  <a:pt x="3246294" y="876961"/>
                </a:lnTo>
                <a:lnTo>
                  <a:pt x="3244681" y="916853"/>
                </a:lnTo>
                <a:moveTo>
                  <a:pt x="3289630" y="834877"/>
                </a:moveTo>
                <a:lnTo>
                  <a:pt x="3288485" y="814170"/>
                </a:lnTo>
                <a:moveTo>
                  <a:pt x="3329538" y="707567"/>
                </a:moveTo>
                <a:lnTo>
                  <a:pt x="3317098" y="673683"/>
                </a:lnTo>
                <a:lnTo>
                  <a:pt x="3244984" y="560958"/>
                </a:lnTo>
                <a:moveTo>
                  <a:pt x="3342069" y="755168"/>
                </a:moveTo>
                <a:lnTo>
                  <a:pt x="3339106" y="743251"/>
                </a:lnTo>
                <a:lnTo>
                  <a:pt x="3333139" y="719238"/>
                </a:lnTo>
                <a:moveTo>
                  <a:pt x="3186334" y="611955"/>
                </a:moveTo>
                <a:lnTo>
                  <a:pt x="3204995" y="639709"/>
                </a:lnTo>
                <a:lnTo>
                  <a:pt x="3228337" y="674436"/>
                </a:lnTo>
                <a:lnTo>
                  <a:pt x="3183903" y="714966"/>
                </a:lnTo>
                <a:lnTo>
                  <a:pt x="3204626" y="737088"/>
                </a:lnTo>
                <a:lnTo>
                  <a:pt x="3235686" y="770235"/>
                </a:lnTo>
                <a:lnTo>
                  <a:pt x="3271183" y="738046"/>
                </a:lnTo>
                <a:lnTo>
                  <a:pt x="3298011" y="722831"/>
                </a:lnTo>
                <a:lnTo>
                  <a:pt x="3324685" y="716570"/>
                </a:lnTo>
                <a:moveTo>
                  <a:pt x="3306073" y="351238"/>
                </a:moveTo>
                <a:lnTo>
                  <a:pt x="3249224" y="404527"/>
                </a:lnTo>
                <a:moveTo>
                  <a:pt x="3318825" y="179102"/>
                </a:moveTo>
                <a:lnTo>
                  <a:pt x="3344671" y="186124"/>
                </a:lnTo>
                <a:lnTo>
                  <a:pt x="3371860" y="197942"/>
                </a:lnTo>
                <a:lnTo>
                  <a:pt x="3384784" y="213427"/>
                </a:lnTo>
                <a:lnTo>
                  <a:pt x="3390243" y="222308"/>
                </a:lnTo>
                <a:lnTo>
                  <a:pt x="3392723" y="230926"/>
                </a:lnTo>
                <a:lnTo>
                  <a:pt x="3394695" y="248940"/>
                </a:lnTo>
                <a:lnTo>
                  <a:pt x="3390439" y="265145"/>
                </a:lnTo>
                <a:lnTo>
                  <a:pt x="3386600" y="273330"/>
                </a:lnTo>
                <a:lnTo>
                  <a:pt x="3374487" y="288676"/>
                </a:lnTo>
                <a:lnTo>
                  <a:pt x="3314724" y="343234"/>
                </a:lnTo>
                <a:moveTo>
                  <a:pt x="3241604" y="170712"/>
                </a:moveTo>
                <a:lnTo>
                  <a:pt x="3308381" y="177186"/>
                </a:lnTo>
                <a:moveTo>
                  <a:pt x="3123681" y="175934"/>
                </a:moveTo>
                <a:lnTo>
                  <a:pt x="3138602" y="168593"/>
                </a:lnTo>
                <a:lnTo>
                  <a:pt x="3150739" y="163977"/>
                </a:lnTo>
                <a:lnTo>
                  <a:pt x="3169924" y="162176"/>
                </a:lnTo>
                <a:lnTo>
                  <a:pt x="3229867" y="169444"/>
                </a:lnTo>
                <a:moveTo>
                  <a:pt x="3080001" y="291728"/>
                </a:moveTo>
                <a:lnTo>
                  <a:pt x="3095404" y="222037"/>
                </a:lnTo>
                <a:lnTo>
                  <a:pt x="3097475" y="214066"/>
                </a:lnTo>
                <a:lnTo>
                  <a:pt x="3101092" y="204973"/>
                </a:lnTo>
                <a:lnTo>
                  <a:pt x="3105479" y="197222"/>
                </a:lnTo>
                <a:lnTo>
                  <a:pt x="3111388" y="188203"/>
                </a:lnTo>
                <a:lnTo>
                  <a:pt x="3116512" y="181631"/>
                </a:lnTo>
                <a:moveTo>
                  <a:pt x="3146852" y="313025"/>
                </a:moveTo>
                <a:lnTo>
                  <a:pt x="3156755" y="283749"/>
                </a:lnTo>
                <a:lnTo>
                  <a:pt x="3161870" y="260472"/>
                </a:lnTo>
                <a:lnTo>
                  <a:pt x="3165472" y="243481"/>
                </a:lnTo>
                <a:moveTo>
                  <a:pt x="3238723" y="234232"/>
                </a:moveTo>
                <a:lnTo>
                  <a:pt x="3237004" y="175009"/>
                </a:lnTo>
                <a:moveTo>
                  <a:pt x="3207245" y="354397"/>
                </a:moveTo>
                <a:lnTo>
                  <a:pt x="3218335" y="337922"/>
                </a:lnTo>
                <a:lnTo>
                  <a:pt x="3224032" y="325416"/>
                </a:lnTo>
                <a:lnTo>
                  <a:pt x="3226413" y="314138"/>
                </a:lnTo>
                <a:lnTo>
                  <a:pt x="3237880" y="245723"/>
                </a:lnTo>
                <a:moveTo>
                  <a:pt x="3243167" y="241983"/>
                </a:moveTo>
                <a:lnTo>
                  <a:pt x="3310656" y="253662"/>
                </a:lnTo>
                <a:moveTo>
                  <a:pt x="3308348" y="342751"/>
                </a:moveTo>
                <a:lnTo>
                  <a:pt x="3297799" y="329639"/>
                </a:lnTo>
                <a:moveTo>
                  <a:pt x="3327574" y="97273"/>
                </a:moveTo>
                <a:lnTo>
                  <a:pt x="3313636" y="170811"/>
                </a:lnTo>
                <a:moveTo>
                  <a:pt x="3116659" y="171965"/>
                </a:moveTo>
                <a:lnTo>
                  <a:pt x="3106543" y="156414"/>
                </a:lnTo>
                <a:lnTo>
                  <a:pt x="3104505" y="152657"/>
                </a:lnTo>
                <a:lnTo>
                  <a:pt x="3103187" y="148516"/>
                </a:lnTo>
                <a:lnTo>
                  <a:pt x="3101927" y="143237"/>
                </a:lnTo>
                <a:lnTo>
                  <a:pt x="3101141" y="138220"/>
                </a:lnTo>
                <a:lnTo>
                  <a:pt x="3100708" y="127834"/>
                </a:lnTo>
                <a:lnTo>
                  <a:pt x="3101076" y="82508"/>
                </a:lnTo>
                <a:lnTo>
                  <a:pt x="3234655" y="88679"/>
                </a:lnTo>
                <a:moveTo>
                  <a:pt x="2931035" y="220908"/>
                </a:moveTo>
                <a:lnTo>
                  <a:pt x="2936731" y="259187"/>
                </a:lnTo>
                <a:lnTo>
                  <a:pt x="2948918" y="300494"/>
                </a:lnTo>
                <a:moveTo>
                  <a:pt x="2930527" y="149645"/>
                </a:moveTo>
                <a:lnTo>
                  <a:pt x="2927630" y="199661"/>
                </a:lnTo>
                <a:moveTo>
                  <a:pt x="2931493" y="80937"/>
                </a:moveTo>
                <a:lnTo>
                  <a:pt x="2930928" y="138056"/>
                </a:lnTo>
                <a:moveTo>
                  <a:pt x="2926877" y="73775"/>
                </a:moveTo>
                <a:lnTo>
                  <a:pt x="2863144" y="74855"/>
                </a:lnTo>
                <a:lnTo>
                  <a:pt x="2863038" y="80724"/>
                </a:lnTo>
                <a:lnTo>
                  <a:pt x="2858708" y="203319"/>
                </a:lnTo>
                <a:lnTo>
                  <a:pt x="2922662" y="206610"/>
                </a:lnTo>
                <a:moveTo>
                  <a:pt x="2937795" y="216030"/>
                </a:moveTo>
                <a:lnTo>
                  <a:pt x="3014566" y="221604"/>
                </a:lnTo>
                <a:moveTo>
                  <a:pt x="2937991" y="145512"/>
                </a:moveTo>
                <a:lnTo>
                  <a:pt x="2957716" y="146814"/>
                </a:lnTo>
                <a:moveTo>
                  <a:pt x="2826150" y="385637"/>
                </a:moveTo>
                <a:lnTo>
                  <a:pt x="2803864" y="364194"/>
                </a:lnTo>
                <a:lnTo>
                  <a:pt x="2772059" y="335295"/>
                </a:lnTo>
                <a:lnTo>
                  <a:pt x="2727993" y="293505"/>
                </a:lnTo>
                <a:moveTo>
                  <a:pt x="2519919" y="244086"/>
                </a:moveTo>
                <a:lnTo>
                  <a:pt x="2512929" y="245380"/>
                </a:lnTo>
                <a:lnTo>
                  <a:pt x="2489235" y="247598"/>
                </a:lnTo>
                <a:lnTo>
                  <a:pt x="2463888" y="247614"/>
                </a:lnTo>
                <a:lnTo>
                  <a:pt x="2432582" y="246558"/>
                </a:lnTo>
                <a:moveTo>
                  <a:pt x="2594431" y="237236"/>
                </a:moveTo>
                <a:lnTo>
                  <a:pt x="2573429" y="238456"/>
                </a:lnTo>
                <a:lnTo>
                  <a:pt x="2561889" y="239740"/>
                </a:lnTo>
                <a:lnTo>
                  <a:pt x="2531549" y="242523"/>
                </a:lnTo>
                <a:moveTo>
                  <a:pt x="2666020" y="252165"/>
                </a:moveTo>
                <a:lnTo>
                  <a:pt x="2653793" y="247409"/>
                </a:lnTo>
                <a:lnTo>
                  <a:pt x="2635844" y="240903"/>
                </a:lnTo>
                <a:lnTo>
                  <a:pt x="2624222" y="239421"/>
                </a:lnTo>
                <a:lnTo>
                  <a:pt x="2605586" y="237490"/>
                </a:lnTo>
                <a:moveTo>
                  <a:pt x="2719351" y="285827"/>
                </a:moveTo>
                <a:lnTo>
                  <a:pt x="2702474" y="271783"/>
                </a:lnTo>
                <a:lnTo>
                  <a:pt x="2686809" y="261724"/>
                </a:lnTo>
                <a:lnTo>
                  <a:pt x="2676758" y="256830"/>
                </a:lnTo>
                <a:moveTo>
                  <a:pt x="2601477" y="232751"/>
                </a:moveTo>
                <a:lnTo>
                  <a:pt x="2606224" y="115622"/>
                </a:lnTo>
                <a:lnTo>
                  <a:pt x="2605913" y="111203"/>
                </a:lnTo>
                <a:lnTo>
                  <a:pt x="2604080" y="107201"/>
                </a:lnTo>
                <a:lnTo>
                  <a:pt x="2603163" y="105171"/>
                </a:lnTo>
                <a:lnTo>
                  <a:pt x="2596436" y="103288"/>
                </a:lnTo>
                <a:lnTo>
                  <a:pt x="2563845" y="108887"/>
                </a:lnTo>
                <a:lnTo>
                  <a:pt x="2537311" y="113986"/>
                </a:lnTo>
                <a:lnTo>
                  <a:pt x="2532196" y="117055"/>
                </a:lnTo>
                <a:lnTo>
                  <a:pt x="2530010" y="120402"/>
                </a:lnTo>
                <a:lnTo>
                  <a:pt x="2529036" y="121925"/>
                </a:lnTo>
                <a:lnTo>
                  <a:pt x="2524379" y="238087"/>
                </a:lnTo>
                <a:moveTo>
                  <a:pt x="2677479" y="165564"/>
                </a:moveTo>
                <a:lnTo>
                  <a:pt x="2676619" y="190961"/>
                </a:lnTo>
                <a:lnTo>
                  <a:pt x="2675032" y="237940"/>
                </a:lnTo>
                <a:lnTo>
                  <a:pt x="2673108" y="244618"/>
                </a:lnTo>
                <a:lnTo>
                  <a:pt x="2671725" y="249357"/>
                </a:lnTo>
                <a:moveTo>
                  <a:pt x="2766927" y="242392"/>
                </a:moveTo>
                <a:lnTo>
                  <a:pt x="2778860" y="229968"/>
                </a:lnTo>
                <a:lnTo>
                  <a:pt x="2784835" y="218346"/>
                </a:lnTo>
                <a:lnTo>
                  <a:pt x="2789451" y="203238"/>
                </a:lnTo>
                <a:lnTo>
                  <a:pt x="2791513" y="196019"/>
                </a:lnTo>
                <a:lnTo>
                  <a:pt x="2791284" y="78637"/>
                </a:lnTo>
                <a:lnTo>
                  <a:pt x="2755060" y="80896"/>
                </a:lnTo>
                <a:lnTo>
                  <a:pt x="2688274" y="85078"/>
                </a:lnTo>
                <a:lnTo>
                  <a:pt x="2684296" y="88041"/>
                </a:lnTo>
                <a:lnTo>
                  <a:pt x="2681137" y="92002"/>
                </a:lnTo>
                <a:lnTo>
                  <a:pt x="2679451" y="95693"/>
                </a:lnTo>
                <a:lnTo>
                  <a:pt x="2679345" y="99368"/>
                </a:lnTo>
                <a:lnTo>
                  <a:pt x="2678755" y="120648"/>
                </a:lnTo>
                <a:lnTo>
                  <a:pt x="2677839" y="153828"/>
                </a:lnTo>
                <a:moveTo>
                  <a:pt x="2727715" y="287039"/>
                </a:moveTo>
                <a:lnTo>
                  <a:pt x="2737708" y="275556"/>
                </a:lnTo>
                <a:lnTo>
                  <a:pt x="2759103" y="250953"/>
                </a:lnTo>
                <a:moveTo>
                  <a:pt x="2684820" y="161227"/>
                </a:moveTo>
                <a:lnTo>
                  <a:pt x="2716682" y="162209"/>
                </a:lnTo>
                <a:moveTo>
                  <a:pt x="2758620" y="240583"/>
                </a:moveTo>
                <a:lnTo>
                  <a:pt x="2752653" y="234347"/>
                </a:lnTo>
                <a:moveTo>
                  <a:pt x="2673648" y="403938"/>
                </a:moveTo>
                <a:lnTo>
                  <a:pt x="2640493" y="401147"/>
                </a:lnTo>
                <a:lnTo>
                  <a:pt x="2637064" y="400541"/>
                </a:lnTo>
                <a:lnTo>
                  <a:pt x="2543466" y="395361"/>
                </a:lnTo>
                <a:lnTo>
                  <a:pt x="2538309" y="403750"/>
                </a:lnTo>
                <a:lnTo>
                  <a:pt x="2532392" y="461189"/>
                </a:lnTo>
                <a:moveTo>
                  <a:pt x="2748651" y="422787"/>
                </a:moveTo>
                <a:lnTo>
                  <a:pt x="2686269" y="405976"/>
                </a:lnTo>
                <a:moveTo>
                  <a:pt x="2788379" y="445368"/>
                </a:moveTo>
                <a:lnTo>
                  <a:pt x="2760494" y="427886"/>
                </a:lnTo>
                <a:moveTo>
                  <a:pt x="2676226" y="411631"/>
                </a:moveTo>
                <a:lnTo>
                  <a:pt x="2649897" y="461892"/>
                </a:lnTo>
                <a:lnTo>
                  <a:pt x="2637456" y="466893"/>
                </a:lnTo>
                <a:moveTo>
                  <a:pt x="2758931" y="421477"/>
                </a:moveTo>
                <a:lnTo>
                  <a:pt x="2773892" y="398250"/>
                </a:lnTo>
                <a:moveTo>
                  <a:pt x="2730040" y="475462"/>
                </a:moveTo>
                <a:lnTo>
                  <a:pt x="2752743" y="432150"/>
                </a:lnTo>
                <a:moveTo>
                  <a:pt x="2526434" y="466443"/>
                </a:moveTo>
                <a:lnTo>
                  <a:pt x="2517856" y="466787"/>
                </a:lnTo>
                <a:moveTo>
                  <a:pt x="2567733" y="465854"/>
                </a:moveTo>
                <a:lnTo>
                  <a:pt x="2541681" y="466099"/>
                </a:lnTo>
                <a:moveTo>
                  <a:pt x="2827820" y="478335"/>
                </a:moveTo>
                <a:lnTo>
                  <a:pt x="2815879" y="501677"/>
                </a:lnTo>
                <a:moveTo>
                  <a:pt x="2837600" y="459241"/>
                </a:moveTo>
                <a:lnTo>
                  <a:pt x="2833385" y="467466"/>
                </a:lnTo>
                <a:moveTo>
                  <a:pt x="2889875" y="506154"/>
                </a:moveTo>
                <a:lnTo>
                  <a:pt x="2875961" y="566073"/>
                </a:lnTo>
                <a:moveTo>
                  <a:pt x="2945235" y="520002"/>
                </a:moveTo>
                <a:lnTo>
                  <a:pt x="2949024" y="515665"/>
                </a:lnTo>
                <a:moveTo>
                  <a:pt x="2938990" y="637696"/>
                </a:moveTo>
                <a:lnTo>
                  <a:pt x="2899983" y="636967"/>
                </a:lnTo>
                <a:moveTo>
                  <a:pt x="2949253" y="668404"/>
                </a:moveTo>
                <a:lnTo>
                  <a:pt x="2951807" y="668658"/>
                </a:lnTo>
                <a:moveTo>
                  <a:pt x="2902553" y="713517"/>
                </a:moveTo>
                <a:lnTo>
                  <a:pt x="2898133" y="708950"/>
                </a:lnTo>
                <a:moveTo>
                  <a:pt x="3009049" y="588515"/>
                </a:moveTo>
                <a:lnTo>
                  <a:pt x="2952764" y="583621"/>
                </a:lnTo>
                <a:moveTo>
                  <a:pt x="3110128" y="532770"/>
                </a:moveTo>
                <a:lnTo>
                  <a:pt x="3055816" y="579872"/>
                </a:lnTo>
                <a:lnTo>
                  <a:pt x="3044251" y="585814"/>
                </a:lnTo>
                <a:lnTo>
                  <a:pt x="3021072" y="588335"/>
                </a:lnTo>
                <a:moveTo>
                  <a:pt x="3180302" y="461802"/>
                </a:moveTo>
                <a:lnTo>
                  <a:pt x="3136302" y="508454"/>
                </a:lnTo>
                <a:lnTo>
                  <a:pt x="3118926" y="524815"/>
                </a:lnTo>
                <a:moveTo>
                  <a:pt x="3240008" y="413031"/>
                </a:moveTo>
                <a:lnTo>
                  <a:pt x="3215102" y="435661"/>
                </a:lnTo>
                <a:lnTo>
                  <a:pt x="3188977" y="454150"/>
                </a:lnTo>
                <a:moveTo>
                  <a:pt x="3181472" y="453405"/>
                </a:moveTo>
                <a:lnTo>
                  <a:pt x="3173173" y="446825"/>
                </a:lnTo>
                <a:lnTo>
                  <a:pt x="3152835" y="432093"/>
                </a:lnTo>
                <a:lnTo>
                  <a:pt x="3099627" y="427779"/>
                </a:lnTo>
                <a:moveTo>
                  <a:pt x="3112632" y="524267"/>
                </a:moveTo>
                <a:lnTo>
                  <a:pt x="3101461" y="509322"/>
                </a:lnTo>
                <a:moveTo>
                  <a:pt x="3016587" y="584038"/>
                </a:moveTo>
                <a:lnTo>
                  <a:pt x="3018093" y="561064"/>
                </a:lnTo>
                <a:lnTo>
                  <a:pt x="3020598" y="521451"/>
                </a:lnTo>
                <a:moveTo>
                  <a:pt x="3016088" y="611980"/>
                </a:moveTo>
                <a:lnTo>
                  <a:pt x="3016145" y="596020"/>
                </a:lnTo>
                <a:moveTo>
                  <a:pt x="2628380" y="683766"/>
                </a:moveTo>
                <a:lnTo>
                  <a:pt x="2633716" y="747188"/>
                </a:lnTo>
                <a:moveTo>
                  <a:pt x="2610636" y="609066"/>
                </a:moveTo>
                <a:lnTo>
                  <a:pt x="2622954" y="652608"/>
                </a:lnTo>
                <a:lnTo>
                  <a:pt x="2626727" y="671956"/>
                </a:lnTo>
                <a:moveTo>
                  <a:pt x="2596149" y="909650"/>
                </a:moveTo>
                <a:lnTo>
                  <a:pt x="2638349" y="835441"/>
                </a:lnTo>
                <a:moveTo>
                  <a:pt x="2735883" y="841285"/>
                </a:moveTo>
                <a:lnTo>
                  <a:pt x="2730768" y="833076"/>
                </a:lnTo>
                <a:moveTo>
                  <a:pt x="2749830" y="858751"/>
                </a:moveTo>
                <a:lnTo>
                  <a:pt x="2743176" y="851148"/>
                </a:lnTo>
                <a:moveTo>
                  <a:pt x="2777469" y="795837"/>
                </a:moveTo>
                <a:lnTo>
                  <a:pt x="2794452" y="797203"/>
                </a:lnTo>
                <a:lnTo>
                  <a:pt x="2797472" y="798292"/>
                </a:lnTo>
                <a:lnTo>
                  <a:pt x="2798994" y="800436"/>
                </a:lnTo>
                <a:lnTo>
                  <a:pt x="2799068" y="810953"/>
                </a:lnTo>
                <a:moveTo>
                  <a:pt x="2698840" y="752901"/>
                </a:moveTo>
                <a:lnTo>
                  <a:pt x="2698611" y="767101"/>
                </a:lnTo>
                <a:moveTo>
                  <a:pt x="2510678" y="643957"/>
                </a:moveTo>
                <a:lnTo>
                  <a:pt x="2440030" y="642516"/>
                </a:lnTo>
                <a:moveTo>
                  <a:pt x="2622937" y="677039"/>
                </a:moveTo>
                <a:lnTo>
                  <a:pt x="2591713" y="680067"/>
                </a:lnTo>
                <a:moveTo>
                  <a:pt x="2658065" y="674035"/>
                </a:moveTo>
                <a:lnTo>
                  <a:pt x="2634952" y="675958"/>
                </a:lnTo>
                <a:moveTo>
                  <a:pt x="2605823" y="603124"/>
                </a:moveTo>
                <a:lnTo>
                  <a:pt x="2603974" y="603223"/>
                </a:lnTo>
                <a:moveTo>
                  <a:pt x="2689395" y="570108"/>
                </a:moveTo>
                <a:lnTo>
                  <a:pt x="2688192" y="596339"/>
                </a:lnTo>
                <a:moveTo>
                  <a:pt x="2761894" y="673675"/>
                </a:moveTo>
                <a:lnTo>
                  <a:pt x="2733592" y="672120"/>
                </a:lnTo>
                <a:moveTo>
                  <a:pt x="2770201" y="629028"/>
                </a:moveTo>
                <a:lnTo>
                  <a:pt x="2795720" y="628594"/>
                </a:lnTo>
                <a:moveTo>
                  <a:pt x="2779335" y="703556"/>
                </a:moveTo>
                <a:lnTo>
                  <a:pt x="2800934" y="703196"/>
                </a:lnTo>
                <a:moveTo>
                  <a:pt x="2158835" y="1411287"/>
                </a:moveTo>
                <a:lnTo>
                  <a:pt x="2156461" y="1430119"/>
                </a:lnTo>
                <a:lnTo>
                  <a:pt x="2153605" y="1452831"/>
                </a:lnTo>
                <a:lnTo>
                  <a:pt x="2152590" y="1456539"/>
                </a:lnTo>
                <a:lnTo>
                  <a:pt x="2148064" y="1473153"/>
                </a:lnTo>
                <a:moveTo>
                  <a:pt x="2161544" y="1355755"/>
                </a:moveTo>
                <a:lnTo>
                  <a:pt x="2160210" y="1389279"/>
                </a:lnTo>
                <a:lnTo>
                  <a:pt x="2159792" y="1399869"/>
                </a:lnTo>
                <a:moveTo>
                  <a:pt x="2170629" y="1277347"/>
                </a:moveTo>
                <a:lnTo>
                  <a:pt x="2165669" y="1310290"/>
                </a:lnTo>
                <a:lnTo>
                  <a:pt x="2162411" y="1343789"/>
                </a:lnTo>
                <a:moveTo>
                  <a:pt x="2194380" y="1201854"/>
                </a:moveTo>
                <a:lnTo>
                  <a:pt x="2173567" y="1264923"/>
                </a:lnTo>
                <a:moveTo>
                  <a:pt x="2235687" y="1060540"/>
                </a:moveTo>
                <a:lnTo>
                  <a:pt x="2226995" y="1100505"/>
                </a:lnTo>
                <a:lnTo>
                  <a:pt x="2198014" y="1190690"/>
                </a:lnTo>
                <a:moveTo>
                  <a:pt x="2561823" y="1219573"/>
                </a:moveTo>
                <a:lnTo>
                  <a:pt x="2552714" y="1218042"/>
                </a:lnTo>
                <a:moveTo>
                  <a:pt x="2623862" y="1336145"/>
                </a:moveTo>
                <a:lnTo>
                  <a:pt x="2564254" y="1337184"/>
                </a:lnTo>
                <a:moveTo>
                  <a:pt x="2617805" y="1417638"/>
                </a:moveTo>
                <a:lnTo>
                  <a:pt x="2576687" y="1418227"/>
                </a:lnTo>
                <a:lnTo>
                  <a:pt x="2566448" y="1418014"/>
                </a:lnTo>
                <a:moveTo>
                  <a:pt x="2524289" y="1055768"/>
                </a:moveTo>
                <a:lnTo>
                  <a:pt x="2516359" y="1087311"/>
                </a:lnTo>
                <a:moveTo>
                  <a:pt x="2698914" y="1912923"/>
                </a:moveTo>
                <a:lnTo>
                  <a:pt x="2697261" y="1946422"/>
                </a:lnTo>
                <a:lnTo>
                  <a:pt x="2696639" y="1967268"/>
                </a:lnTo>
                <a:lnTo>
                  <a:pt x="2698808" y="1975911"/>
                </a:lnTo>
                <a:lnTo>
                  <a:pt x="2724769" y="1993549"/>
                </a:lnTo>
                <a:lnTo>
                  <a:pt x="2757008" y="2005310"/>
                </a:lnTo>
                <a:lnTo>
                  <a:pt x="2862489" y="2020509"/>
                </a:lnTo>
                <a:lnTo>
                  <a:pt x="2866246" y="2023103"/>
                </a:lnTo>
                <a:lnTo>
                  <a:pt x="2869684" y="2026450"/>
                </a:lnTo>
                <a:lnTo>
                  <a:pt x="2874840" y="2037565"/>
                </a:lnTo>
                <a:lnTo>
                  <a:pt x="2879841" y="2059974"/>
                </a:lnTo>
                <a:lnTo>
                  <a:pt x="2885275" y="2088931"/>
                </a:lnTo>
                <a:lnTo>
                  <a:pt x="2884939" y="2092819"/>
                </a:lnTo>
                <a:lnTo>
                  <a:pt x="2881535" y="2094496"/>
                </a:lnTo>
                <a:lnTo>
                  <a:pt x="2873301" y="2094586"/>
                </a:lnTo>
                <a:lnTo>
                  <a:pt x="2745140" y="2073741"/>
                </a:lnTo>
                <a:lnTo>
                  <a:pt x="2728493" y="2069206"/>
                </a:lnTo>
                <a:lnTo>
                  <a:pt x="2691548" y="2054261"/>
                </a:lnTo>
                <a:moveTo>
                  <a:pt x="2700739" y="1835211"/>
                </a:moveTo>
                <a:lnTo>
                  <a:pt x="2701533" y="1867164"/>
                </a:lnTo>
                <a:lnTo>
                  <a:pt x="2699552" y="1901048"/>
                </a:lnTo>
                <a:moveTo>
                  <a:pt x="2560309" y="1747629"/>
                </a:moveTo>
                <a:lnTo>
                  <a:pt x="2557379" y="1734616"/>
                </a:lnTo>
                <a:moveTo>
                  <a:pt x="2409493" y="1953682"/>
                </a:moveTo>
                <a:lnTo>
                  <a:pt x="2358954" y="1945375"/>
                </a:lnTo>
                <a:lnTo>
                  <a:pt x="2323139" y="1932983"/>
                </a:lnTo>
                <a:moveTo>
                  <a:pt x="2485167" y="1983105"/>
                </a:moveTo>
                <a:lnTo>
                  <a:pt x="2453330" y="1971181"/>
                </a:lnTo>
                <a:lnTo>
                  <a:pt x="2421705" y="1957390"/>
                </a:lnTo>
                <a:moveTo>
                  <a:pt x="2608205" y="2013601"/>
                </a:moveTo>
                <a:lnTo>
                  <a:pt x="2594897" y="2009517"/>
                </a:lnTo>
                <a:lnTo>
                  <a:pt x="2576482" y="2006382"/>
                </a:lnTo>
                <a:lnTo>
                  <a:pt x="2557183" y="2003444"/>
                </a:lnTo>
                <a:lnTo>
                  <a:pt x="2526204" y="1996643"/>
                </a:lnTo>
                <a:lnTo>
                  <a:pt x="2496896" y="1987189"/>
                </a:lnTo>
                <a:moveTo>
                  <a:pt x="2681677" y="2049179"/>
                </a:moveTo>
                <a:lnTo>
                  <a:pt x="2649275" y="2028881"/>
                </a:lnTo>
                <a:lnTo>
                  <a:pt x="2627938" y="2019682"/>
                </a:lnTo>
                <a:lnTo>
                  <a:pt x="2619475" y="2017071"/>
                </a:lnTo>
                <a:moveTo>
                  <a:pt x="2681677" y="2057699"/>
                </a:moveTo>
                <a:lnTo>
                  <a:pt x="2677176" y="2064574"/>
                </a:lnTo>
                <a:moveTo>
                  <a:pt x="2616349" y="2011137"/>
                </a:moveTo>
                <a:lnTo>
                  <a:pt x="2623633" y="1983105"/>
                </a:lnTo>
                <a:moveTo>
                  <a:pt x="2365821" y="1869095"/>
                </a:moveTo>
                <a:lnTo>
                  <a:pt x="2376404" y="1876420"/>
                </a:lnTo>
                <a:moveTo>
                  <a:pt x="2631228" y="1684510"/>
                </a:moveTo>
                <a:lnTo>
                  <a:pt x="2630696" y="1689404"/>
                </a:lnTo>
                <a:moveTo>
                  <a:pt x="3216101" y="1992837"/>
                </a:moveTo>
                <a:lnTo>
                  <a:pt x="3218835" y="1983809"/>
                </a:lnTo>
                <a:lnTo>
                  <a:pt x="3225006" y="1969134"/>
                </a:lnTo>
                <a:lnTo>
                  <a:pt x="3237520" y="1949410"/>
                </a:lnTo>
                <a:lnTo>
                  <a:pt x="3240237" y="1945645"/>
                </a:lnTo>
                <a:lnTo>
                  <a:pt x="3261607" y="1929382"/>
                </a:lnTo>
                <a:moveTo>
                  <a:pt x="2991706" y="2024273"/>
                </a:moveTo>
                <a:lnTo>
                  <a:pt x="2975599" y="2024699"/>
                </a:lnTo>
                <a:moveTo>
                  <a:pt x="2773377" y="2302923"/>
                </a:moveTo>
                <a:lnTo>
                  <a:pt x="2769153" y="2356425"/>
                </a:lnTo>
                <a:moveTo>
                  <a:pt x="2849304" y="2296907"/>
                </a:moveTo>
                <a:lnTo>
                  <a:pt x="2852062" y="2263425"/>
                </a:lnTo>
                <a:moveTo>
                  <a:pt x="2298462" y="2430315"/>
                </a:moveTo>
                <a:lnTo>
                  <a:pt x="2351015" y="2432295"/>
                </a:lnTo>
                <a:lnTo>
                  <a:pt x="2389229" y="2433204"/>
                </a:lnTo>
                <a:moveTo>
                  <a:pt x="2688438" y="2614785"/>
                </a:moveTo>
                <a:lnTo>
                  <a:pt x="2687808" y="2640959"/>
                </a:lnTo>
                <a:moveTo>
                  <a:pt x="2609564" y="2606429"/>
                </a:moveTo>
                <a:lnTo>
                  <a:pt x="2557846" y="2604678"/>
                </a:lnTo>
                <a:lnTo>
                  <a:pt x="2535036" y="2607616"/>
                </a:lnTo>
                <a:moveTo>
                  <a:pt x="2683985" y="2607518"/>
                </a:moveTo>
                <a:lnTo>
                  <a:pt x="2621235" y="2606699"/>
                </a:lnTo>
                <a:moveTo>
                  <a:pt x="2376633" y="2642261"/>
                </a:moveTo>
                <a:lnTo>
                  <a:pt x="2361491" y="2643619"/>
                </a:lnTo>
                <a:lnTo>
                  <a:pt x="2341701" y="2645846"/>
                </a:lnTo>
                <a:lnTo>
                  <a:pt x="2333950" y="2646509"/>
                </a:lnTo>
                <a:lnTo>
                  <a:pt x="2304110" y="2646574"/>
                </a:lnTo>
                <a:moveTo>
                  <a:pt x="2442076" y="2628028"/>
                </a:moveTo>
                <a:lnTo>
                  <a:pt x="2422613" y="2631719"/>
                </a:lnTo>
                <a:lnTo>
                  <a:pt x="2388459" y="2640223"/>
                </a:lnTo>
                <a:moveTo>
                  <a:pt x="2462979" y="2622315"/>
                </a:moveTo>
                <a:lnTo>
                  <a:pt x="2452970" y="2625360"/>
                </a:lnTo>
                <a:moveTo>
                  <a:pt x="2523324" y="2609163"/>
                </a:moveTo>
                <a:lnTo>
                  <a:pt x="2513142" y="2610529"/>
                </a:lnTo>
                <a:lnTo>
                  <a:pt x="2487214" y="2616349"/>
                </a:lnTo>
                <a:lnTo>
                  <a:pt x="2474331" y="2619311"/>
                </a:lnTo>
                <a:moveTo>
                  <a:pt x="2457618" y="2732462"/>
                </a:moveTo>
                <a:lnTo>
                  <a:pt x="2461391" y="2721528"/>
                </a:lnTo>
                <a:moveTo>
                  <a:pt x="2447903" y="2634150"/>
                </a:moveTo>
                <a:lnTo>
                  <a:pt x="2451202" y="2649725"/>
                </a:lnTo>
                <a:moveTo>
                  <a:pt x="2469158" y="2615677"/>
                </a:moveTo>
                <a:lnTo>
                  <a:pt x="2467784" y="2604170"/>
                </a:lnTo>
                <a:moveTo>
                  <a:pt x="2528873" y="2615743"/>
                </a:moveTo>
                <a:lnTo>
                  <a:pt x="2532040" y="2637497"/>
                </a:lnTo>
                <a:lnTo>
                  <a:pt x="2535036" y="2658221"/>
                </a:lnTo>
                <a:moveTo>
                  <a:pt x="2613901" y="2613762"/>
                </a:moveTo>
                <a:lnTo>
                  <a:pt x="2612895" y="2648121"/>
                </a:lnTo>
                <a:moveTo>
                  <a:pt x="3008869" y="2311844"/>
                </a:moveTo>
                <a:lnTo>
                  <a:pt x="2973291" y="2310232"/>
                </a:lnTo>
                <a:moveTo>
                  <a:pt x="3082112" y="2314848"/>
                </a:moveTo>
                <a:lnTo>
                  <a:pt x="3020671" y="2312352"/>
                </a:lnTo>
                <a:moveTo>
                  <a:pt x="3125408" y="2531631"/>
                </a:moveTo>
                <a:lnTo>
                  <a:pt x="3151861" y="2537990"/>
                </a:lnTo>
                <a:moveTo>
                  <a:pt x="2951782" y="2524068"/>
                </a:moveTo>
                <a:lnTo>
                  <a:pt x="2964771" y="2524347"/>
                </a:lnTo>
                <a:lnTo>
                  <a:pt x="2969641" y="2524838"/>
                </a:lnTo>
                <a:lnTo>
                  <a:pt x="3114687" y="2530199"/>
                </a:lnTo>
                <a:moveTo>
                  <a:pt x="3130450" y="2465099"/>
                </a:moveTo>
                <a:lnTo>
                  <a:pt x="3187210" y="2468978"/>
                </a:lnTo>
                <a:moveTo>
                  <a:pt x="3098882" y="2252482"/>
                </a:moveTo>
                <a:lnTo>
                  <a:pt x="3102868" y="2252130"/>
                </a:lnTo>
                <a:lnTo>
                  <a:pt x="3126227" y="2250068"/>
                </a:lnTo>
                <a:lnTo>
                  <a:pt x="3136989" y="2239739"/>
                </a:lnTo>
                <a:moveTo>
                  <a:pt x="3267974" y="1930356"/>
                </a:moveTo>
                <a:lnTo>
                  <a:pt x="3330250" y="2018086"/>
                </a:lnTo>
                <a:lnTo>
                  <a:pt x="3334375" y="2023921"/>
                </a:lnTo>
                <a:moveTo>
                  <a:pt x="3244837" y="2646517"/>
                </a:moveTo>
                <a:lnTo>
                  <a:pt x="3254797" y="2653048"/>
                </a:lnTo>
                <a:lnTo>
                  <a:pt x="3328425" y="2699732"/>
                </a:lnTo>
                <a:lnTo>
                  <a:pt x="3333982" y="2703203"/>
                </a:lnTo>
                <a:lnTo>
                  <a:pt x="3339752" y="2706485"/>
                </a:lnTo>
                <a:lnTo>
                  <a:pt x="3345334" y="2709456"/>
                </a:lnTo>
                <a:lnTo>
                  <a:pt x="3351137" y="2712246"/>
                </a:lnTo>
                <a:lnTo>
                  <a:pt x="3365534" y="2718090"/>
                </a:lnTo>
                <a:lnTo>
                  <a:pt x="3375429" y="2721372"/>
                </a:lnTo>
                <a:lnTo>
                  <a:pt x="3385635" y="2723934"/>
                </a:lnTo>
                <a:lnTo>
                  <a:pt x="3393459" y="2725644"/>
                </a:lnTo>
                <a:lnTo>
                  <a:pt x="3401226" y="2726717"/>
                </a:lnTo>
                <a:lnTo>
                  <a:pt x="3411932" y="2727396"/>
                </a:lnTo>
                <a:lnTo>
                  <a:pt x="3424732" y="2728034"/>
                </a:lnTo>
                <a:moveTo>
                  <a:pt x="3107844" y="2620482"/>
                </a:moveTo>
                <a:lnTo>
                  <a:pt x="3195001" y="2623363"/>
                </a:lnTo>
                <a:lnTo>
                  <a:pt x="3200722" y="2623862"/>
                </a:lnTo>
                <a:lnTo>
                  <a:pt x="3205396" y="2624959"/>
                </a:lnTo>
                <a:lnTo>
                  <a:pt x="3209963" y="2626252"/>
                </a:lnTo>
                <a:lnTo>
                  <a:pt x="3215438" y="2628724"/>
                </a:lnTo>
                <a:lnTo>
                  <a:pt x="3221871" y="2631940"/>
                </a:lnTo>
                <a:lnTo>
                  <a:pt x="3227870" y="2635566"/>
                </a:lnTo>
                <a:lnTo>
                  <a:pt x="3234729" y="2639969"/>
                </a:lnTo>
                <a:moveTo>
                  <a:pt x="3035142" y="2617306"/>
                </a:moveTo>
                <a:lnTo>
                  <a:pt x="3095952" y="2620015"/>
                </a:lnTo>
                <a:moveTo>
                  <a:pt x="2928538" y="2672151"/>
                </a:moveTo>
                <a:lnTo>
                  <a:pt x="2924626" y="2670964"/>
                </a:lnTo>
                <a:moveTo>
                  <a:pt x="3099578" y="2624975"/>
                </a:moveTo>
                <a:lnTo>
                  <a:pt x="3089830" y="2661453"/>
                </a:lnTo>
                <a:moveTo>
                  <a:pt x="3096689" y="2761648"/>
                </a:moveTo>
                <a:lnTo>
                  <a:pt x="3072389" y="2782756"/>
                </a:lnTo>
                <a:lnTo>
                  <a:pt x="3049022" y="2804412"/>
                </a:lnTo>
                <a:moveTo>
                  <a:pt x="3167861" y="2701959"/>
                </a:moveTo>
                <a:lnTo>
                  <a:pt x="3105676" y="2753979"/>
                </a:lnTo>
                <a:moveTo>
                  <a:pt x="3235097" y="2645936"/>
                </a:moveTo>
                <a:lnTo>
                  <a:pt x="3176905" y="2694404"/>
                </a:lnTo>
                <a:moveTo>
                  <a:pt x="3170276" y="2693799"/>
                </a:moveTo>
                <a:lnTo>
                  <a:pt x="3169097" y="2692481"/>
                </a:lnTo>
                <a:moveTo>
                  <a:pt x="2302858" y="1005884"/>
                </a:moveTo>
                <a:lnTo>
                  <a:pt x="2302956" y="1006563"/>
                </a:lnTo>
                <a:lnTo>
                  <a:pt x="2307858" y="1044506"/>
                </a:lnTo>
                <a:moveTo>
                  <a:pt x="2037639" y="791990"/>
                </a:moveTo>
                <a:lnTo>
                  <a:pt x="2038154" y="788585"/>
                </a:lnTo>
                <a:lnTo>
                  <a:pt x="2038433" y="776227"/>
                </a:lnTo>
                <a:lnTo>
                  <a:pt x="2038416" y="764850"/>
                </a:lnTo>
                <a:lnTo>
                  <a:pt x="2041469" y="747818"/>
                </a:lnTo>
                <a:lnTo>
                  <a:pt x="2048090" y="733086"/>
                </a:lnTo>
                <a:lnTo>
                  <a:pt x="2060490" y="723346"/>
                </a:lnTo>
                <a:lnTo>
                  <a:pt x="2070982" y="718910"/>
                </a:lnTo>
                <a:moveTo>
                  <a:pt x="2033023" y="810814"/>
                </a:moveTo>
                <a:lnTo>
                  <a:pt x="2033080" y="810659"/>
                </a:lnTo>
                <a:moveTo>
                  <a:pt x="1997248" y="871249"/>
                </a:moveTo>
                <a:lnTo>
                  <a:pt x="2009050" y="856279"/>
                </a:lnTo>
                <a:lnTo>
                  <a:pt x="2023398" y="833927"/>
                </a:lnTo>
                <a:lnTo>
                  <a:pt x="2029274" y="820570"/>
                </a:lnTo>
                <a:moveTo>
                  <a:pt x="1950433" y="940301"/>
                </a:moveTo>
                <a:lnTo>
                  <a:pt x="1970845" y="907850"/>
                </a:lnTo>
                <a:lnTo>
                  <a:pt x="1989841" y="881144"/>
                </a:lnTo>
                <a:moveTo>
                  <a:pt x="2276397" y="934490"/>
                </a:moveTo>
                <a:lnTo>
                  <a:pt x="2284009" y="942077"/>
                </a:lnTo>
                <a:lnTo>
                  <a:pt x="2291923" y="955173"/>
                </a:lnTo>
                <a:lnTo>
                  <a:pt x="2296629" y="962670"/>
                </a:lnTo>
                <a:lnTo>
                  <a:pt x="2301163" y="994204"/>
                </a:lnTo>
                <a:moveTo>
                  <a:pt x="2221070" y="883894"/>
                </a:moveTo>
                <a:lnTo>
                  <a:pt x="2267812" y="926314"/>
                </a:lnTo>
                <a:moveTo>
                  <a:pt x="2165644" y="836276"/>
                </a:moveTo>
                <a:lnTo>
                  <a:pt x="2212198" y="876078"/>
                </a:lnTo>
                <a:moveTo>
                  <a:pt x="2135149" y="771029"/>
                </a:moveTo>
                <a:lnTo>
                  <a:pt x="2144275" y="792252"/>
                </a:lnTo>
                <a:lnTo>
                  <a:pt x="2154497" y="822035"/>
                </a:lnTo>
                <a:lnTo>
                  <a:pt x="2158426" y="828018"/>
                </a:lnTo>
                <a:moveTo>
                  <a:pt x="2099293" y="718886"/>
                </a:moveTo>
                <a:lnTo>
                  <a:pt x="2113370" y="725065"/>
                </a:lnTo>
                <a:lnTo>
                  <a:pt x="2122970" y="735255"/>
                </a:lnTo>
                <a:lnTo>
                  <a:pt x="2127824" y="746001"/>
                </a:lnTo>
                <a:lnTo>
                  <a:pt x="2131302" y="759948"/>
                </a:lnTo>
                <a:moveTo>
                  <a:pt x="2081369" y="716308"/>
                </a:moveTo>
                <a:lnTo>
                  <a:pt x="2085747" y="715792"/>
                </a:lnTo>
                <a:lnTo>
                  <a:pt x="2089438" y="716242"/>
                </a:lnTo>
                <a:moveTo>
                  <a:pt x="1987492" y="871191"/>
                </a:moveTo>
                <a:lnTo>
                  <a:pt x="1949467" y="850967"/>
                </a:lnTo>
                <a:moveTo>
                  <a:pt x="2032548" y="899362"/>
                </a:moveTo>
                <a:lnTo>
                  <a:pt x="1998304" y="877502"/>
                </a:lnTo>
                <a:moveTo>
                  <a:pt x="2041248" y="800494"/>
                </a:moveTo>
                <a:lnTo>
                  <a:pt x="2049613" y="803268"/>
                </a:lnTo>
                <a:lnTo>
                  <a:pt x="2050276" y="805707"/>
                </a:lnTo>
                <a:lnTo>
                  <a:pt x="2049629" y="810937"/>
                </a:lnTo>
                <a:lnTo>
                  <a:pt x="2048254" y="813425"/>
                </a:lnTo>
                <a:lnTo>
                  <a:pt x="2048017" y="813720"/>
                </a:lnTo>
                <a:lnTo>
                  <a:pt x="2045700" y="816388"/>
                </a:lnTo>
                <a:lnTo>
                  <a:pt x="2036673" y="814915"/>
                </a:lnTo>
                <a:moveTo>
                  <a:pt x="2027588" y="803031"/>
                </a:moveTo>
                <a:lnTo>
                  <a:pt x="2014018" y="800109"/>
                </a:lnTo>
                <a:moveTo>
                  <a:pt x="2097394" y="710390"/>
                </a:moveTo>
                <a:lnTo>
                  <a:pt x="2099194" y="700553"/>
                </a:lnTo>
                <a:lnTo>
                  <a:pt x="2098916" y="690674"/>
                </a:lnTo>
                <a:lnTo>
                  <a:pt x="2094415" y="684912"/>
                </a:lnTo>
                <a:lnTo>
                  <a:pt x="2089242" y="682735"/>
                </a:lnTo>
                <a:lnTo>
                  <a:pt x="2083668" y="682596"/>
                </a:lnTo>
                <a:lnTo>
                  <a:pt x="2076908" y="686205"/>
                </a:lnTo>
                <a:lnTo>
                  <a:pt x="2073741" y="693890"/>
                </a:lnTo>
                <a:lnTo>
                  <a:pt x="2073233" y="701617"/>
                </a:lnTo>
                <a:lnTo>
                  <a:pt x="2073585" y="709695"/>
                </a:lnTo>
                <a:moveTo>
                  <a:pt x="2127726" y="767174"/>
                </a:moveTo>
                <a:lnTo>
                  <a:pt x="2121710" y="771332"/>
                </a:lnTo>
                <a:moveTo>
                  <a:pt x="2157345" y="834197"/>
                </a:moveTo>
                <a:lnTo>
                  <a:pt x="2134936" y="851008"/>
                </a:lnTo>
                <a:lnTo>
                  <a:pt x="2113002" y="856296"/>
                </a:lnTo>
                <a:moveTo>
                  <a:pt x="2175744" y="944745"/>
                </a:moveTo>
                <a:lnTo>
                  <a:pt x="2182283" y="922770"/>
                </a:lnTo>
                <a:lnTo>
                  <a:pt x="2192399" y="907506"/>
                </a:lnTo>
                <a:lnTo>
                  <a:pt x="2214432" y="884278"/>
                </a:lnTo>
                <a:moveTo>
                  <a:pt x="2268032" y="933025"/>
                </a:moveTo>
                <a:lnTo>
                  <a:pt x="2247399" y="957039"/>
                </a:lnTo>
                <a:lnTo>
                  <a:pt x="2245059" y="967179"/>
                </a:lnTo>
                <a:moveTo>
                  <a:pt x="2309364" y="1000384"/>
                </a:moveTo>
                <a:lnTo>
                  <a:pt x="2318441" y="999287"/>
                </a:lnTo>
                <a:moveTo>
                  <a:pt x="2301622" y="1478752"/>
                </a:moveTo>
                <a:lnTo>
                  <a:pt x="2294681" y="1488368"/>
                </a:lnTo>
                <a:moveTo>
                  <a:pt x="2353798" y="1495710"/>
                </a:moveTo>
                <a:lnTo>
                  <a:pt x="2365796" y="1443223"/>
                </a:lnTo>
                <a:lnTo>
                  <a:pt x="2366860" y="1434539"/>
                </a:lnTo>
                <a:lnTo>
                  <a:pt x="2365706" y="1427918"/>
                </a:lnTo>
                <a:lnTo>
                  <a:pt x="2362040" y="1416729"/>
                </a:lnTo>
                <a:moveTo>
                  <a:pt x="2420485" y="1356688"/>
                </a:moveTo>
                <a:lnTo>
                  <a:pt x="2446406" y="1330031"/>
                </a:lnTo>
                <a:moveTo>
                  <a:pt x="2269620" y="1218779"/>
                </a:moveTo>
                <a:lnTo>
                  <a:pt x="2235270" y="1207705"/>
                </a:lnTo>
                <a:lnTo>
                  <a:pt x="2203465" y="1197270"/>
                </a:lnTo>
                <a:moveTo>
                  <a:pt x="2350459" y="1244241"/>
                </a:moveTo>
                <a:lnTo>
                  <a:pt x="2316215" y="1233789"/>
                </a:lnTo>
                <a:lnTo>
                  <a:pt x="2280849" y="1222397"/>
                </a:lnTo>
                <a:moveTo>
                  <a:pt x="2395784" y="1209359"/>
                </a:moveTo>
                <a:lnTo>
                  <a:pt x="2375053" y="1212772"/>
                </a:lnTo>
                <a:lnTo>
                  <a:pt x="2366615" y="1216275"/>
                </a:lnTo>
                <a:lnTo>
                  <a:pt x="2363079" y="1222454"/>
                </a:lnTo>
                <a:lnTo>
                  <a:pt x="2356597" y="1240493"/>
                </a:lnTo>
                <a:moveTo>
                  <a:pt x="2052395" y="1310110"/>
                </a:moveTo>
                <a:lnTo>
                  <a:pt x="2024298" y="1356393"/>
                </a:lnTo>
                <a:moveTo>
                  <a:pt x="1951841" y="1853569"/>
                </a:moveTo>
                <a:lnTo>
                  <a:pt x="1928613" y="1831512"/>
                </a:lnTo>
                <a:lnTo>
                  <a:pt x="1910100" y="1804700"/>
                </a:lnTo>
                <a:moveTo>
                  <a:pt x="2199757" y="1639062"/>
                </a:moveTo>
                <a:lnTo>
                  <a:pt x="2203489" y="1670343"/>
                </a:lnTo>
                <a:lnTo>
                  <a:pt x="2203620" y="1674550"/>
                </a:lnTo>
                <a:lnTo>
                  <a:pt x="2204594" y="1705773"/>
                </a:lnTo>
                <a:moveTo>
                  <a:pt x="2223853" y="1570631"/>
                </a:moveTo>
                <a:lnTo>
                  <a:pt x="2212967" y="1583194"/>
                </a:lnTo>
                <a:lnTo>
                  <a:pt x="2204218" y="1600537"/>
                </a:lnTo>
                <a:lnTo>
                  <a:pt x="2199954" y="1612233"/>
                </a:lnTo>
                <a:lnTo>
                  <a:pt x="2199324" y="1627955"/>
                </a:lnTo>
                <a:moveTo>
                  <a:pt x="2250223" y="1529577"/>
                </a:moveTo>
                <a:lnTo>
                  <a:pt x="2230457" y="1561497"/>
                </a:lnTo>
                <a:moveTo>
                  <a:pt x="2009459" y="1909117"/>
                </a:moveTo>
                <a:lnTo>
                  <a:pt x="1994719" y="1896333"/>
                </a:lnTo>
                <a:lnTo>
                  <a:pt x="1961089" y="1862842"/>
                </a:lnTo>
                <a:lnTo>
                  <a:pt x="1960140" y="1861844"/>
                </a:lnTo>
                <a:moveTo>
                  <a:pt x="2037393" y="1930806"/>
                </a:moveTo>
                <a:lnTo>
                  <a:pt x="2018683" y="1916598"/>
                </a:lnTo>
                <a:moveTo>
                  <a:pt x="2047959" y="1938852"/>
                </a:moveTo>
                <a:lnTo>
                  <a:pt x="2046773" y="1937943"/>
                </a:lnTo>
                <a:moveTo>
                  <a:pt x="2189641" y="1915845"/>
                </a:moveTo>
                <a:lnTo>
                  <a:pt x="2180565" y="1938827"/>
                </a:lnTo>
                <a:lnTo>
                  <a:pt x="2176129" y="1948010"/>
                </a:lnTo>
                <a:lnTo>
                  <a:pt x="2169704" y="1956792"/>
                </a:lnTo>
                <a:lnTo>
                  <a:pt x="2163516" y="1962022"/>
                </a:lnTo>
                <a:lnTo>
                  <a:pt x="2156011" y="1965116"/>
                </a:lnTo>
                <a:lnTo>
                  <a:pt x="2148432" y="1967244"/>
                </a:lnTo>
                <a:lnTo>
                  <a:pt x="2140420" y="1968529"/>
                </a:lnTo>
                <a:lnTo>
                  <a:pt x="2130156" y="1967547"/>
                </a:lnTo>
                <a:lnTo>
                  <a:pt x="2121096" y="1965877"/>
                </a:lnTo>
                <a:lnTo>
                  <a:pt x="2086034" y="1954541"/>
                </a:lnTo>
                <a:lnTo>
                  <a:pt x="2057674" y="1945064"/>
                </a:lnTo>
                <a:moveTo>
                  <a:pt x="2200248" y="1868309"/>
                </a:moveTo>
                <a:lnTo>
                  <a:pt x="2199021" y="1879252"/>
                </a:lnTo>
                <a:lnTo>
                  <a:pt x="2195714" y="1895678"/>
                </a:lnTo>
                <a:lnTo>
                  <a:pt x="2193578" y="1904297"/>
                </a:lnTo>
                <a:lnTo>
                  <a:pt x="2193496" y="1904591"/>
                </a:lnTo>
                <a:moveTo>
                  <a:pt x="2204185" y="1793781"/>
                </a:moveTo>
                <a:lnTo>
                  <a:pt x="2201157" y="1856802"/>
                </a:lnTo>
                <a:moveTo>
                  <a:pt x="2204774" y="1718181"/>
                </a:moveTo>
                <a:lnTo>
                  <a:pt x="2204496" y="1781938"/>
                </a:lnTo>
                <a:moveTo>
                  <a:pt x="2194888" y="1632358"/>
                </a:moveTo>
                <a:lnTo>
                  <a:pt x="2161994" y="1633357"/>
                </a:lnTo>
                <a:moveTo>
                  <a:pt x="2200085" y="1710864"/>
                </a:moveTo>
                <a:lnTo>
                  <a:pt x="2157763" y="1709465"/>
                </a:lnTo>
                <a:lnTo>
                  <a:pt x="2133856" y="1709555"/>
                </a:lnTo>
                <a:lnTo>
                  <a:pt x="2108173" y="1687874"/>
                </a:lnTo>
                <a:moveTo>
                  <a:pt x="2241981" y="1700707"/>
                </a:moveTo>
                <a:lnTo>
                  <a:pt x="2212132" y="1709276"/>
                </a:lnTo>
                <a:moveTo>
                  <a:pt x="2311590" y="1608370"/>
                </a:moveTo>
                <a:lnTo>
                  <a:pt x="2296187" y="1633463"/>
                </a:lnTo>
                <a:lnTo>
                  <a:pt x="2288600" y="1645838"/>
                </a:lnTo>
                <a:moveTo>
                  <a:pt x="2115686" y="1800034"/>
                </a:moveTo>
                <a:lnTo>
                  <a:pt x="2119770" y="1788363"/>
                </a:lnTo>
                <a:moveTo>
                  <a:pt x="2018012" y="1910239"/>
                </a:moveTo>
                <a:lnTo>
                  <a:pt x="2051462" y="1871501"/>
                </a:lnTo>
                <a:moveTo>
                  <a:pt x="2187800" y="1907521"/>
                </a:moveTo>
                <a:lnTo>
                  <a:pt x="2130852" y="1887633"/>
                </a:lnTo>
                <a:lnTo>
                  <a:pt x="2124206" y="1887396"/>
                </a:lnTo>
                <a:lnTo>
                  <a:pt x="2116415" y="1888288"/>
                </a:lnTo>
                <a:moveTo>
                  <a:pt x="2208056" y="1864307"/>
                </a:moveTo>
                <a:lnTo>
                  <a:pt x="2225277" y="1864921"/>
                </a:lnTo>
                <a:moveTo>
                  <a:pt x="1697900" y="1804691"/>
                </a:moveTo>
                <a:lnTo>
                  <a:pt x="1699332" y="1771601"/>
                </a:lnTo>
                <a:lnTo>
                  <a:pt x="1700200" y="1761158"/>
                </a:lnTo>
                <a:lnTo>
                  <a:pt x="1702491" y="1752458"/>
                </a:lnTo>
                <a:lnTo>
                  <a:pt x="1705176" y="1747965"/>
                </a:lnTo>
                <a:lnTo>
                  <a:pt x="1707901" y="1743258"/>
                </a:lnTo>
                <a:lnTo>
                  <a:pt x="1714465" y="1737136"/>
                </a:lnTo>
                <a:lnTo>
                  <a:pt x="1724221" y="1730982"/>
                </a:lnTo>
                <a:moveTo>
                  <a:pt x="1491569" y="1908332"/>
                </a:moveTo>
                <a:lnTo>
                  <a:pt x="1493083" y="1873384"/>
                </a:lnTo>
                <a:lnTo>
                  <a:pt x="1493615" y="1855067"/>
                </a:lnTo>
                <a:lnTo>
                  <a:pt x="1494441" y="1850983"/>
                </a:lnTo>
                <a:lnTo>
                  <a:pt x="1497813" y="1848028"/>
                </a:lnTo>
                <a:lnTo>
                  <a:pt x="1521720" y="1836889"/>
                </a:lnTo>
                <a:moveTo>
                  <a:pt x="1606716" y="1915534"/>
                </a:moveTo>
                <a:lnTo>
                  <a:pt x="1608730" y="1880087"/>
                </a:lnTo>
                <a:moveTo>
                  <a:pt x="1446562" y="1700167"/>
                </a:moveTo>
                <a:lnTo>
                  <a:pt x="1476927" y="1685058"/>
                </a:lnTo>
                <a:lnTo>
                  <a:pt x="1515345" y="1671652"/>
                </a:lnTo>
                <a:moveTo>
                  <a:pt x="1439777" y="1695281"/>
                </a:moveTo>
                <a:lnTo>
                  <a:pt x="1421190" y="1624960"/>
                </a:lnTo>
                <a:moveTo>
                  <a:pt x="1569166" y="1593580"/>
                </a:moveTo>
                <a:lnTo>
                  <a:pt x="1536256" y="1593834"/>
                </a:lnTo>
                <a:lnTo>
                  <a:pt x="1503493" y="1600071"/>
                </a:lnTo>
                <a:moveTo>
                  <a:pt x="1604875" y="1517292"/>
                </a:moveTo>
                <a:lnTo>
                  <a:pt x="1639037" y="1519339"/>
                </a:lnTo>
                <a:lnTo>
                  <a:pt x="1662821" y="1520206"/>
                </a:lnTo>
                <a:moveTo>
                  <a:pt x="1604040" y="1342275"/>
                </a:moveTo>
                <a:lnTo>
                  <a:pt x="1602747" y="1357498"/>
                </a:lnTo>
                <a:moveTo>
                  <a:pt x="1057004" y="1537394"/>
                </a:moveTo>
                <a:lnTo>
                  <a:pt x="1021770" y="1539088"/>
                </a:lnTo>
                <a:lnTo>
                  <a:pt x="989531" y="1540643"/>
                </a:lnTo>
                <a:lnTo>
                  <a:pt x="988786" y="1540676"/>
                </a:lnTo>
                <a:moveTo>
                  <a:pt x="1238291" y="1503600"/>
                </a:moveTo>
                <a:lnTo>
                  <a:pt x="1236474" y="1503952"/>
                </a:lnTo>
                <a:lnTo>
                  <a:pt x="1199087" y="1511752"/>
                </a:lnTo>
                <a:lnTo>
                  <a:pt x="1156159" y="1522064"/>
                </a:lnTo>
                <a:lnTo>
                  <a:pt x="1136517" y="1526746"/>
                </a:lnTo>
                <a:lnTo>
                  <a:pt x="1114337" y="1532025"/>
                </a:lnTo>
                <a:lnTo>
                  <a:pt x="1103631" y="1533089"/>
                </a:lnTo>
                <a:lnTo>
                  <a:pt x="1068978" y="1536518"/>
                </a:lnTo>
                <a:moveTo>
                  <a:pt x="1371633" y="1394410"/>
                </a:moveTo>
                <a:lnTo>
                  <a:pt x="1379236" y="1427860"/>
                </a:lnTo>
                <a:lnTo>
                  <a:pt x="1387650" y="1463242"/>
                </a:lnTo>
                <a:moveTo>
                  <a:pt x="1366485" y="1225646"/>
                </a:moveTo>
                <a:lnTo>
                  <a:pt x="1365896" y="1265815"/>
                </a:lnTo>
                <a:moveTo>
                  <a:pt x="1458446" y="1077392"/>
                </a:moveTo>
                <a:lnTo>
                  <a:pt x="1487575" y="1079258"/>
                </a:lnTo>
                <a:lnTo>
                  <a:pt x="1525829" y="1081697"/>
                </a:lnTo>
                <a:moveTo>
                  <a:pt x="1360486" y="908848"/>
                </a:moveTo>
                <a:lnTo>
                  <a:pt x="1346948" y="910673"/>
                </a:lnTo>
                <a:lnTo>
                  <a:pt x="1334827" y="914708"/>
                </a:lnTo>
                <a:lnTo>
                  <a:pt x="1325579" y="920519"/>
                </a:lnTo>
                <a:lnTo>
                  <a:pt x="1315594" y="936414"/>
                </a:lnTo>
                <a:lnTo>
                  <a:pt x="1311583" y="943493"/>
                </a:lnTo>
                <a:moveTo>
                  <a:pt x="1404805" y="906303"/>
                </a:moveTo>
                <a:lnTo>
                  <a:pt x="1372574" y="907752"/>
                </a:lnTo>
                <a:moveTo>
                  <a:pt x="1452651" y="905010"/>
                </a:moveTo>
                <a:lnTo>
                  <a:pt x="1416566" y="905902"/>
                </a:lnTo>
                <a:moveTo>
                  <a:pt x="1475020" y="906221"/>
                </a:moveTo>
                <a:lnTo>
                  <a:pt x="1464871" y="905353"/>
                </a:lnTo>
                <a:moveTo>
                  <a:pt x="1549040" y="930398"/>
                </a:moveTo>
                <a:lnTo>
                  <a:pt x="1528669" y="922647"/>
                </a:lnTo>
                <a:lnTo>
                  <a:pt x="1511973" y="916255"/>
                </a:lnTo>
                <a:lnTo>
                  <a:pt x="1486314" y="908464"/>
                </a:lnTo>
                <a:moveTo>
                  <a:pt x="1618297" y="963586"/>
                </a:moveTo>
                <a:lnTo>
                  <a:pt x="1591059" y="949591"/>
                </a:lnTo>
                <a:lnTo>
                  <a:pt x="1560564" y="935309"/>
                </a:lnTo>
                <a:moveTo>
                  <a:pt x="1635755" y="974398"/>
                </a:moveTo>
                <a:lnTo>
                  <a:pt x="1628855" y="969815"/>
                </a:lnTo>
                <a:moveTo>
                  <a:pt x="1685239" y="1062848"/>
                </a:moveTo>
                <a:lnTo>
                  <a:pt x="1673306" y="1022908"/>
                </a:lnTo>
                <a:lnTo>
                  <a:pt x="1661692" y="998460"/>
                </a:lnTo>
                <a:lnTo>
                  <a:pt x="1651608" y="986748"/>
                </a:lnTo>
                <a:lnTo>
                  <a:pt x="1645699" y="981756"/>
                </a:lnTo>
                <a:moveTo>
                  <a:pt x="1662330" y="1194733"/>
                </a:moveTo>
                <a:lnTo>
                  <a:pt x="1679157" y="1138129"/>
                </a:lnTo>
                <a:lnTo>
                  <a:pt x="1682570" y="1125721"/>
                </a:lnTo>
                <a:lnTo>
                  <a:pt x="1688840" y="1094129"/>
                </a:lnTo>
                <a:lnTo>
                  <a:pt x="1689241" y="1086927"/>
                </a:lnTo>
                <a:lnTo>
                  <a:pt x="1687792" y="1075010"/>
                </a:lnTo>
                <a:moveTo>
                  <a:pt x="1387699" y="1092582"/>
                </a:moveTo>
                <a:lnTo>
                  <a:pt x="1407006" y="1085167"/>
                </a:lnTo>
                <a:lnTo>
                  <a:pt x="1444066" y="1078407"/>
                </a:lnTo>
                <a:moveTo>
                  <a:pt x="1321004" y="1082491"/>
                </a:moveTo>
                <a:lnTo>
                  <a:pt x="1325906" y="1086730"/>
                </a:lnTo>
                <a:lnTo>
                  <a:pt x="1334737" y="1092288"/>
                </a:lnTo>
                <a:lnTo>
                  <a:pt x="1345041" y="1096789"/>
                </a:lnTo>
                <a:lnTo>
                  <a:pt x="1353791" y="1099940"/>
                </a:lnTo>
                <a:lnTo>
                  <a:pt x="1360608" y="1100439"/>
                </a:lnTo>
                <a:moveTo>
                  <a:pt x="1306451" y="1029537"/>
                </a:moveTo>
                <a:lnTo>
                  <a:pt x="1304798" y="1048140"/>
                </a:lnTo>
                <a:lnTo>
                  <a:pt x="1308923" y="1067349"/>
                </a:lnTo>
                <a:lnTo>
                  <a:pt x="1313597" y="1074143"/>
                </a:lnTo>
                <a:moveTo>
                  <a:pt x="1307622" y="953511"/>
                </a:moveTo>
                <a:lnTo>
                  <a:pt x="1306386" y="958495"/>
                </a:lnTo>
                <a:lnTo>
                  <a:pt x="1306877" y="971353"/>
                </a:lnTo>
                <a:lnTo>
                  <a:pt x="1308432" y="983949"/>
                </a:lnTo>
                <a:lnTo>
                  <a:pt x="1308948" y="998068"/>
                </a:lnTo>
                <a:lnTo>
                  <a:pt x="1308465" y="1009911"/>
                </a:lnTo>
                <a:lnTo>
                  <a:pt x="1307605" y="1017825"/>
                </a:lnTo>
                <a:moveTo>
                  <a:pt x="1679395" y="1068929"/>
                </a:moveTo>
                <a:lnTo>
                  <a:pt x="1645838" y="1074470"/>
                </a:lnTo>
                <a:lnTo>
                  <a:pt x="1637687" y="1075468"/>
                </a:lnTo>
                <a:lnTo>
                  <a:pt x="1628815" y="1075076"/>
                </a:lnTo>
                <a:lnTo>
                  <a:pt x="1616996" y="1072416"/>
                </a:lnTo>
                <a:moveTo>
                  <a:pt x="1634683" y="982607"/>
                </a:moveTo>
                <a:lnTo>
                  <a:pt x="1631949" y="984940"/>
                </a:lnTo>
                <a:lnTo>
                  <a:pt x="1626171" y="988508"/>
                </a:lnTo>
                <a:lnTo>
                  <a:pt x="1621489" y="989916"/>
                </a:lnTo>
                <a:lnTo>
                  <a:pt x="1618355" y="986233"/>
                </a:lnTo>
                <a:lnTo>
                  <a:pt x="1619321" y="978842"/>
                </a:lnTo>
                <a:lnTo>
                  <a:pt x="1621465" y="973784"/>
                </a:lnTo>
                <a:moveTo>
                  <a:pt x="1664237" y="877624"/>
                </a:moveTo>
                <a:lnTo>
                  <a:pt x="1666201" y="908996"/>
                </a:lnTo>
                <a:moveTo>
                  <a:pt x="1790319" y="961704"/>
                </a:moveTo>
                <a:lnTo>
                  <a:pt x="1794338" y="971926"/>
                </a:lnTo>
                <a:lnTo>
                  <a:pt x="1794698" y="983524"/>
                </a:lnTo>
                <a:lnTo>
                  <a:pt x="1776700" y="1015099"/>
                </a:lnTo>
                <a:lnTo>
                  <a:pt x="1770014" y="1021279"/>
                </a:lnTo>
                <a:lnTo>
                  <a:pt x="1760642" y="1024905"/>
                </a:lnTo>
                <a:moveTo>
                  <a:pt x="1799723" y="885252"/>
                </a:moveTo>
                <a:lnTo>
                  <a:pt x="1793274" y="917344"/>
                </a:lnTo>
                <a:lnTo>
                  <a:pt x="1789182" y="950810"/>
                </a:lnTo>
                <a:moveTo>
                  <a:pt x="1784132" y="954812"/>
                </a:moveTo>
                <a:lnTo>
                  <a:pt x="1743201" y="950327"/>
                </a:lnTo>
                <a:moveTo>
                  <a:pt x="1448813" y="1082392"/>
                </a:moveTo>
                <a:lnTo>
                  <a:pt x="1448698" y="1106741"/>
                </a:lnTo>
                <a:moveTo>
                  <a:pt x="1453568" y="1069510"/>
                </a:moveTo>
                <a:lnTo>
                  <a:pt x="1449615" y="1041953"/>
                </a:lnTo>
                <a:moveTo>
                  <a:pt x="1381528" y="1087000"/>
                </a:moveTo>
                <a:lnTo>
                  <a:pt x="1375619" y="1040169"/>
                </a:lnTo>
                <a:lnTo>
                  <a:pt x="1370446" y="1034865"/>
                </a:lnTo>
                <a:lnTo>
                  <a:pt x="1360420" y="1034890"/>
                </a:lnTo>
                <a:lnTo>
                  <a:pt x="1357670" y="1035520"/>
                </a:lnTo>
                <a:moveTo>
                  <a:pt x="1366174" y="1105424"/>
                </a:moveTo>
                <a:lnTo>
                  <a:pt x="1368498" y="1113224"/>
                </a:lnTo>
                <a:moveTo>
                  <a:pt x="1312565" y="1080404"/>
                </a:moveTo>
                <a:lnTo>
                  <a:pt x="1286571" y="1099858"/>
                </a:lnTo>
                <a:moveTo>
                  <a:pt x="1302400" y="1022040"/>
                </a:moveTo>
                <a:lnTo>
                  <a:pt x="1280400" y="1020747"/>
                </a:lnTo>
                <a:moveTo>
                  <a:pt x="1305568" y="945621"/>
                </a:moveTo>
                <a:lnTo>
                  <a:pt x="1274720" y="934744"/>
                </a:lnTo>
                <a:lnTo>
                  <a:pt x="1264129" y="930734"/>
                </a:lnTo>
                <a:moveTo>
                  <a:pt x="1365675" y="915535"/>
                </a:moveTo>
                <a:lnTo>
                  <a:pt x="1366395" y="936209"/>
                </a:lnTo>
                <a:lnTo>
                  <a:pt x="1365241" y="951858"/>
                </a:lnTo>
                <a:moveTo>
                  <a:pt x="1412056" y="901359"/>
                </a:moveTo>
                <a:lnTo>
                  <a:pt x="1413104" y="867607"/>
                </a:lnTo>
                <a:moveTo>
                  <a:pt x="1456973" y="912253"/>
                </a:moveTo>
                <a:lnTo>
                  <a:pt x="1452087" y="957407"/>
                </a:lnTo>
                <a:moveTo>
                  <a:pt x="1483360" y="902734"/>
                </a:moveTo>
                <a:lnTo>
                  <a:pt x="1499508" y="854413"/>
                </a:lnTo>
                <a:moveTo>
                  <a:pt x="1648285" y="787963"/>
                </a:moveTo>
                <a:lnTo>
                  <a:pt x="1641836" y="811453"/>
                </a:lnTo>
                <a:lnTo>
                  <a:pt x="1642335" y="834181"/>
                </a:lnTo>
                <a:lnTo>
                  <a:pt x="1645298" y="867508"/>
                </a:lnTo>
                <a:moveTo>
                  <a:pt x="1829842" y="796172"/>
                </a:moveTo>
                <a:lnTo>
                  <a:pt x="1838698" y="784640"/>
                </a:lnTo>
                <a:lnTo>
                  <a:pt x="1854805" y="768926"/>
                </a:lnTo>
                <a:lnTo>
                  <a:pt x="1856655" y="765619"/>
                </a:lnTo>
                <a:lnTo>
                  <a:pt x="1864438" y="751591"/>
                </a:lnTo>
                <a:lnTo>
                  <a:pt x="1868138" y="736106"/>
                </a:lnTo>
                <a:moveTo>
                  <a:pt x="1804700" y="873999"/>
                </a:moveTo>
                <a:lnTo>
                  <a:pt x="1811894" y="839493"/>
                </a:lnTo>
                <a:lnTo>
                  <a:pt x="1812859" y="836841"/>
                </a:lnTo>
                <a:lnTo>
                  <a:pt x="1823589" y="807319"/>
                </a:lnTo>
                <a:moveTo>
                  <a:pt x="1679804" y="739781"/>
                </a:moveTo>
                <a:lnTo>
                  <a:pt x="1678003" y="743677"/>
                </a:lnTo>
                <a:lnTo>
                  <a:pt x="1669762" y="755217"/>
                </a:lnTo>
                <a:lnTo>
                  <a:pt x="1657346" y="772118"/>
                </a:lnTo>
                <a:lnTo>
                  <a:pt x="1654522" y="775973"/>
                </a:lnTo>
                <a:moveTo>
                  <a:pt x="1686139" y="724689"/>
                </a:moveTo>
                <a:lnTo>
                  <a:pt x="1684494" y="728928"/>
                </a:lnTo>
                <a:moveTo>
                  <a:pt x="1692179" y="709179"/>
                </a:moveTo>
                <a:lnTo>
                  <a:pt x="1690419" y="713697"/>
                </a:lnTo>
                <a:moveTo>
                  <a:pt x="1709923" y="630043"/>
                </a:moveTo>
                <a:lnTo>
                  <a:pt x="1702197" y="639807"/>
                </a:lnTo>
                <a:lnTo>
                  <a:pt x="1695764" y="649555"/>
                </a:lnTo>
                <a:lnTo>
                  <a:pt x="1692883" y="669263"/>
                </a:lnTo>
                <a:lnTo>
                  <a:pt x="1693857" y="699882"/>
                </a:lnTo>
                <a:moveTo>
                  <a:pt x="1731293" y="614673"/>
                </a:moveTo>
                <a:lnTo>
                  <a:pt x="1725326" y="616801"/>
                </a:lnTo>
                <a:lnTo>
                  <a:pt x="1719016" y="621719"/>
                </a:lnTo>
                <a:moveTo>
                  <a:pt x="1862032" y="644440"/>
                </a:moveTo>
                <a:lnTo>
                  <a:pt x="1861778" y="637270"/>
                </a:lnTo>
                <a:lnTo>
                  <a:pt x="1854625" y="623013"/>
                </a:lnTo>
                <a:lnTo>
                  <a:pt x="1840908" y="609844"/>
                </a:lnTo>
                <a:lnTo>
                  <a:pt x="1829163" y="605383"/>
                </a:lnTo>
                <a:lnTo>
                  <a:pt x="1816084" y="605441"/>
                </a:lnTo>
                <a:lnTo>
                  <a:pt x="1791310" y="611914"/>
                </a:lnTo>
                <a:lnTo>
                  <a:pt x="1769212" y="614525"/>
                </a:lnTo>
                <a:lnTo>
                  <a:pt x="1754005" y="610891"/>
                </a:lnTo>
                <a:lnTo>
                  <a:pt x="1743774" y="611808"/>
                </a:lnTo>
                <a:moveTo>
                  <a:pt x="1868048" y="722659"/>
                </a:moveTo>
                <a:lnTo>
                  <a:pt x="1865756" y="713206"/>
                </a:lnTo>
                <a:lnTo>
                  <a:pt x="1860174" y="692000"/>
                </a:lnTo>
                <a:lnTo>
                  <a:pt x="1861934" y="656594"/>
                </a:lnTo>
                <a:moveTo>
                  <a:pt x="1818679" y="798357"/>
                </a:moveTo>
                <a:lnTo>
                  <a:pt x="1775162" y="788585"/>
                </a:lnTo>
                <a:moveTo>
                  <a:pt x="1877599" y="815299"/>
                </a:moveTo>
                <a:lnTo>
                  <a:pt x="1831659" y="801754"/>
                </a:lnTo>
                <a:moveTo>
                  <a:pt x="1861680" y="727946"/>
                </a:moveTo>
                <a:lnTo>
                  <a:pt x="1828328" y="726637"/>
                </a:lnTo>
                <a:moveTo>
                  <a:pt x="1658483" y="785262"/>
                </a:moveTo>
                <a:lnTo>
                  <a:pt x="1689879" y="789412"/>
                </a:lnTo>
                <a:moveTo>
                  <a:pt x="1684281" y="716390"/>
                </a:moveTo>
                <a:lnTo>
                  <a:pt x="1668378" y="710972"/>
                </a:lnTo>
                <a:lnTo>
                  <a:pt x="1662919" y="714925"/>
                </a:lnTo>
                <a:lnTo>
                  <a:pt x="1661487" y="720212"/>
                </a:lnTo>
                <a:lnTo>
                  <a:pt x="1664131" y="725483"/>
                </a:lnTo>
                <a:lnTo>
                  <a:pt x="1677300" y="733176"/>
                </a:lnTo>
                <a:moveTo>
                  <a:pt x="1700093" y="707370"/>
                </a:moveTo>
                <a:lnTo>
                  <a:pt x="1712869" y="710832"/>
                </a:lnTo>
                <a:lnTo>
                  <a:pt x="1736351" y="713042"/>
                </a:lnTo>
                <a:moveTo>
                  <a:pt x="1737218" y="620451"/>
                </a:moveTo>
                <a:lnTo>
                  <a:pt x="1737783" y="629159"/>
                </a:lnTo>
                <a:lnTo>
                  <a:pt x="1736449" y="634144"/>
                </a:lnTo>
                <a:lnTo>
                  <a:pt x="1733331" y="636452"/>
                </a:lnTo>
                <a:lnTo>
                  <a:pt x="1724557" y="634037"/>
                </a:lnTo>
                <a:lnTo>
                  <a:pt x="1720325" y="630035"/>
                </a:lnTo>
                <a:moveTo>
                  <a:pt x="1854519" y="649547"/>
                </a:moveTo>
                <a:lnTo>
                  <a:pt x="1814415" y="653557"/>
                </a:lnTo>
                <a:moveTo>
                  <a:pt x="1802367" y="1824064"/>
                </a:moveTo>
                <a:lnTo>
                  <a:pt x="1800681" y="1856647"/>
                </a:lnTo>
                <a:lnTo>
                  <a:pt x="1804724" y="1880365"/>
                </a:lnTo>
                <a:lnTo>
                  <a:pt x="1808685" y="1897806"/>
                </a:lnTo>
                <a:lnTo>
                  <a:pt x="1811836" y="1909993"/>
                </a:lnTo>
                <a:lnTo>
                  <a:pt x="1815217" y="1929145"/>
                </a:lnTo>
                <a:lnTo>
                  <a:pt x="1816755" y="1947675"/>
                </a:lnTo>
                <a:lnTo>
                  <a:pt x="1816682" y="1954132"/>
                </a:lnTo>
                <a:lnTo>
                  <a:pt x="1816011" y="1971459"/>
                </a:lnTo>
                <a:lnTo>
                  <a:pt x="1814971" y="1985389"/>
                </a:lnTo>
                <a:moveTo>
                  <a:pt x="1919176" y="2535797"/>
                </a:moveTo>
                <a:lnTo>
                  <a:pt x="1915068" y="2505514"/>
                </a:lnTo>
                <a:lnTo>
                  <a:pt x="1914969" y="2498484"/>
                </a:lnTo>
                <a:lnTo>
                  <a:pt x="1914797" y="2484963"/>
                </a:lnTo>
                <a:lnTo>
                  <a:pt x="1915837" y="2467080"/>
                </a:lnTo>
                <a:lnTo>
                  <a:pt x="1916631" y="2465459"/>
                </a:lnTo>
                <a:lnTo>
                  <a:pt x="1923735" y="2450948"/>
                </a:lnTo>
                <a:lnTo>
                  <a:pt x="1926739" y="2446684"/>
                </a:lnTo>
                <a:lnTo>
                  <a:pt x="1936167" y="2433302"/>
                </a:lnTo>
                <a:lnTo>
                  <a:pt x="1944802" y="2428007"/>
                </a:lnTo>
                <a:lnTo>
                  <a:pt x="1988131" y="2401522"/>
                </a:lnTo>
                <a:lnTo>
                  <a:pt x="2007610" y="2390096"/>
                </a:lnTo>
                <a:lnTo>
                  <a:pt x="2018274" y="2381069"/>
                </a:lnTo>
                <a:lnTo>
                  <a:pt x="2026753" y="2371534"/>
                </a:lnTo>
                <a:lnTo>
                  <a:pt x="2033465" y="2356548"/>
                </a:lnTo>
                <a:lnTo>
                  <a:pt x="2044784" y="2305264"/>
                </a:lnTo>
                <a:moveTo>
                  <a:pt x="2047640" y="2293756"/>
                </a:moveTo>
                <a:lnTo>
                  <a:pt x="2053869" y="2271257"/>
                </a:lnTo>
                <a:lnTo>
                  <a:pt x="2057633" y="2245771"/>
                </a:lnTo>
                <a:lnTo>
                  <a:pt x="2055145" y="2226562"/>
                </a:lnTo>
                <a:lnTo>
                  <a:pt x="2045790" y="2207721"/>
                </a:lnTo>
                <a:lnTo>
                  <a:pt x="2026172" y="2186237"/>
                </a:lnTo>
                <a:lnTo>
                  <a:pt x="2016654" y="2179419"/>
                </a:lnTo>
                <a:lnTo>
                  <a:pt x="2000088" y="2172503"/>
                </a:lnTo>
                <a:lnTo>
                  <a:pt x="1987713" y="2168067"/>
                </a:lnTo>
                <a:lnTo>
                  <a:pt x="1958593" y="2159269"/>
                </a:lnTo>
                <a:lnTo>
                  <a:pt x="1933859" y="2150429"/>
                </a:lnTo>
                <a:lnTo>
                  <a:pt x="1889090" y="2138275"/>
                </a:lnTo>
                <a:lnTo>
                  <a:pt x="1868522" y="2134019"/>
                </a:lnTo>
                <a:lnTo>
                  <a:pt x="1849117" y="2130950"/>
                </a:lnTo>
                <a:lnTo>
                  <a:pt x="1811321" y="2126408"/>
                </a:lnTo>
                <a:moveTo>
                  <a:pt x="1919806" y="2571416"/>
                </a:moveTo>
                <a:lnTo>
                  <a:pt x="1921059" y="2585157"/>
                </a:lnTo>
                <a:lnTo>
                  <a:pt x="1924185" y="2605300"/>
                </a:lnTo>
                <a:lnTo>
                  <a:pt x="1925683" y="2609318"/>
                </a:lnTo>
                <a:lnTo>
                  <a:pt x="1930774" y="2623125"/>
                </a:lnTo>
                <a:lnTo>
                  <a:pt x="1938663" y="2633528"/>
                </a:lnTo>
                <a:lnTo>
                  <a:pt x="1953674" y="2642097"/>
                </a:lnTo>
                <a:lnTo>
                  <a:pt x="1964682" y="2646001"/>
                </a:lnTo>
                <a:moveTo>
                  <a:pt x="2163786" y="2316829"/>
                </a:moveTo>
                <a:lnTo>
                  <a:pt x="2158540" y="2316485"/>
                </a:lnTo>
                <a:lnTo>
                  <a:pt x="2155479" y="2316288"/>
                </a:lnTo>
                <a:lnTo>
                  <a:pt x="2132677" y="2314676"/>
                </a:lnTo>
                <a:lnTo>
                  <a:pt x="2105177" y="2312892"/>
                </a:lnTo>
                <a:lnTo>
                  <a:pt x="2081778" y="2307768"/>
                </a:lnTo>
                <a:lnTo>
                  <a:pt x="2053369" y="2300067"/>
                </a:lnTo>
                <a:lnTo>
                  <a:pt x="2050955" y="2299412"/>
                </a:lnTo>
                <a:moveTo>
                  <a:pt x="2378630" y="2566734"/>
                </a:moveTo>
                <a:lnTo>
                  <a:pt x="2355803" y="2566857"/>
                </a:lnTo>
                <a:lnTo>
                  <a:pt x="2343805" y="2566939"/>
                </a:lnTo>
                <a:lnTo>
                  <a:pt x="2341505" y="2566718"/>
                </a:lnTo>
                <a:moveTo>
                  <a:pt x="764490" y="2129944"/>
                </a:moveTo>
                <a:lnTo>
                  <a:pt x="694177" y="2142793"/>
                </a:lnTo>
                <a:lnTo>
                  <a:pt x="630150" y="2158999"/>
                </a:lnTo>
                <a:lnTo>
                  <a:pt x="583449" y="2171374"/>
                </a:lnTo>
                <a:moveTo>
                  <a:pt x="1006498" y="2168771"/>
                </a:moveTo>
                <a:lnTo>
                  <a:pt x="997806" y="2203841"/>
                </a:lnTo>
                <a:moveTo>
                  <a:pt x="1015009" y="2134281"/>
                </a:moveTo>
                <a:lnTo>
                  <a:pt x="1009329" y="2157337"/>
                </a:lnTo>
                <a:moveTo>
                  <a:pt x="891530" y="1664515"/>
                </a:moveTo>
                <a:lnTo>
                  <a:pt x="904191" y="1720391"/>
                </a:lnTo>
                <a:lnTo>
                  <a:pt x="908251" y="1739101"/>
                </a:lnTo>
                <a:lnTo>
                  <a:pt x="923081" y="1774556"/>
                </a:lnTo>
                <a:moveTo>
                  <a:pt x="1016876" y="2011596"/>
                </a:moveTo>
                <a:lnTo>
                  <a:pt x="1016843" y="2014788"/>
                </a:lnTo>
                <a:lnTo>
                  <a:pt x="1020681" y="2092524"/>
                </a:lnTo>
                <a:lnTo>
                  <a:pt x="1017080" y="2123142"/>
                </a:lnTo>
                <a:moveTo>
                  <a:pt x="1007283" y="1912301"/>
                </a:moveTo>
                <a:lnTo>
                  <a:pt x="1013585" y="1945964"/>
                </a:lnTo>
                <a:lnTo>
                  <a:pt x="1015893" y="1986068"/>
                </a:lnTo>
                <a:moveTo>
                  <a:pt x="988966" y="1870192"/>
                </a:moveTo>
                <a:lnTo>
                  <a:pt x="1003175" y="1900982"/>
                </a:lnTo>
                <a:moveTo>
                  <a:pt x="928467" y="1783706"/>
                </a:moveTo>
                <a:lnTo>
                  <a:pt x="932485" y="1788813"/>
                </a:lnTo>
                <a:lnTo>
                  <a:pt x="948813" y="1807801"/>
                </a:lnTo>
                <a:lnTo>
                  <a:pt x="967220" y="1834565"/>
                </a:lnTo>
                <a:lnTo>
                  <a:pt x="983196" y="1859642"/>
                </a:lnTo>
                <a:moveTo>
                  <a:pt x="1314104" y="2394475"/>
                </a:moveTo>
                <a:lnTo>
                  <a:pt x="1307229" y="2388795"/>
                </a:lnTo>
                <a:moveTo>
                  <a:pt x="1092304" y="2146206"/>
                </a:moveTo>
                <a:lnTo>
                  <a:pt x="1057937" y="2140853"/>
                </a:lnTo>
                <a:lnTo>
                  <a:pt x="1023971" y="2129371"/>
                </a:lnTo>
                <a:moveTo>
                  <a:pt x="1312385" y="2141672"/>
                </a:moveTo>
                <a:lnTo>
                  <a:pt x="1304995" y="2139953"/>
                </a:lnTo>
                <a:lnTo>
                  <a:pt x="1295329" y="2138324"/>
                </a:lnTo>
                <a:lnTo>
                  <a:pt x="1282234" y="2137187"/>
                </a:lnTo>
                <a:lnTo>
                  <a:pt x="1273452" y="2137195"/>
                </a:lnTo>
                <a:lnTo>
                  <a:pt x="1138227" y="2148441"/>
                </a:lnTo>
                <a:lnTo>
                  <a:pt x="1109737" y="2149324"/>
                </a:lnTo>
                <a:lnTo>
                  <a:pt x="1104466" y="2148301"/>
                </a:lnTo>
                <a:moveTo>
                  <a:pt x="1204104" y="2323884"/>
                </a:moveTo>
                <a:lnTo>
                  <a:pt x="1211258" y="2360640"/>
                </a:lnTo>
                <a:lnTo>
                  <a:pt x="1217682" y="2393616"/>
                </a:lnTo>
                <a:lnTo>
                  <a:pt x="1224656" y="2423464"/>
                </a:lnTo>
                <a:lnTo>
                  <a:pt x="1235647" y="2439056"/>
                </a:lnTo>
                <a:lnTo>
                  <a:pt x="1241376" y="2447191"/>
                </a:lnTo>
                <a:lnTo>
                  <a:pt x="1255838" y="2459534"/>
                </a:lnTo>
                <a:moveTo>
                  <a:pt x="1198351" y="2317451"/>
                </a:moveTo>
                <a:lnTo>
                  <a:pt x="1166251" y="2322402"/>
                </a:lnTo>
                <a:lnTo>
                  <a:pt x="1138988" y="2326609"/>
                </a:lnTo>
                <a:lnTo>
                  <a:pt x="1105579" y="2330709"/>
                </a:lnTo>
                <a:moveTo>
                  <a:pt x="1232153" y="2311018"/>
                </a:moveTo>
                <a:lnTo>
                  <a:pt x="1209784" y="2315437"/>
                </a:lnTo>
                <a:moveTo>
                  <a:pt x="1360125" y="2292995"/>
                </a:moveTo>
                <a:lnTo>
                  <a:pt x="1323917" y="2298012"/>
                </a:lnTo>
                <a:lnTo>
                  <a:pt x="1243644" y="2309094"/>
                </a:lnTo>
                <a:moveTo>
                  <a:pt x="1393469" y="2288035"/>
                </a:moveTo>
                <a:lnTo>
                  <a:pt x="1382977" y="2289672"/>
                </a:lnTo>
                <a:lnTo>
                  <a:pt x="1371968" y="2291301"/>
                </a:lnTo>
                <a:moveTo>
                  <a:pt x="1219802" y="2229852"/>
                </a:moveTo>
                <a:lnTo>
                  <a:pt x="1184617" y="2235450"/>
                </a:lnTo>
                <a:moveTo>
                  <a:pt x="1271978" y="2222543"/>
                </a:moveTo>
                <a:lnTo>
                  <a:pt x="1234845" y="2227658"/>
                </a:lnTo>
                <a:lnTo>
                  <a:pt x="1231547" y="2228117"/>
                </a:lnTo>
                <a:moveTo>
                  <a:pt x="1225441" y="2236277"/>
                </a:moveTo>
                <a:lnTo>
                  <a:pt x="1230532" y="2270079"/>
                </a:lnTo>
                <a:lnTo>
                  <a:pt x="1235893" y="2305599"/>
                </a:lnTo>
                <a:moveTo>
                  <a:pt x="1105661" y="1426772"/>
                </a:moveTo>
                <a:lnTo>
                  <a:pt x="1145028" y="1408750"/>
                </a:lnTo>
                <a:lnTo>
                  <a:pt x="1156364" y="1399051"/>
                </a:lnTo>
                <a:lnTo>
                  <a:pt x="1166120" y="1386201"/>
                </a:lnTo>
                <a:lnTo>
                  <a:pt x="1168281" y="1371821"/>
                </a:lnTo>
                <a:lnTo>
                  <a:pt x="1166537" y="1358399"/>
                </a:lnTo>
                <a:lnTo>
                  <a:pt x="1166005" y="1350034"/>
                </a:lnTo>
                <a:lnTo>
                  <a:pt x="1164164" y="1329147"/>
                </a:lnTo>
                <a:lnTo>
                  <a:pt x="1161799" y="1304569"/>
                </a:lnTo>
                <a:lnTo>
                  <a:pt x="1150578" y="1285221"/>
                </a:lnTo>
                <a:lnTo>
                  <a:pt x="1136598" y="1268705"/>
                </a:lnTo>
                <a:moveTo>
                  <a:pt x="1064051" y="1532368"/>
                </a:moveTo>
                <a:lnTo>
                  <a:pt x="1063936" y="1530740"/>
                </a:lnTo>
                <a:lnTo>
                  <a:pt x="1060286" y="1481330"/>
                </a:lnTo>
                <a:lnTo>
                  <a:pt x="1060319" y="1470043"/>
                </a:lnTo>
                <a:lnTo>
                  <a:pt x="1061424" y="1462309"/>
                </a:lnTo>
                <a:lnTo>
                  <a:pt x="1063576" y="1454787"/>
                </a:lnTo>
                <a:lnTo>
                  <a:pt x="1070443" y="1446840"/>
                </a:lnTo>
                <a:lnTo>
                  <a:pt x="1095553" y="1432018"/>
                </a:lnTo>
                <a:moveTo>
                  <a:pt x="1118928" y="1688218"/>
                </a:moveTo>
                <a:lnTo>
                  <a:pt x="1096462" y="1684207"/>
                </a:lnTo>
                <a:lnTo>
                  <a:pt x="1079266" y="1678183"/>
                </a:lnTo>
                <a:lnTo>
                  <a:pt x="1067816" y="1669189"/>
                </a:lnTo>
                <a:lnTo>
                  <a:pt x="1055032" y="1647344"/>
                </a:lnTo>
                <a:lnTo>
                  <a:pt x="1054541" y="1629698"/>
                </a:lnTo>
                <a:lnTo>
                  <a:pt x="1057037" y="1610228"/>
                </a:lnTo>
                <a:lnTo>
                  <a:pt x="1062872" y="1584013"/>
                </a:lnTo>
                <a:lnTo>
                  <a:pt x="1064280" y="1544727"/>
                </a:lnTo>
                <a:lnTo>
                  <a:pt x="1064288" y="1544555"/>
                </a:lnTo>
                <a:moveTo>
                  <a:pt x="1161234" y="1697597"/>
                </a:moveTo>
                <a:lnTo>
                  <a:pt x="1160325" y="1697564"/>
                </a:lnTo>
                <a:lnTo>
                  <a:pt x="1130345" y="1690567"/>
                </a:lnTo>
                <a:moveTo>
                  <a:pt x="1193456" y="1710128"/>
                </a:moveTo>
                <a:lnTo>
                  <a:pt x="1174100" y="1700781"/>
                </a:lnTo>
                <a:moveTo>
                  <a:pt x="924800" y="1295623"/>
                </a:moveTo>
                <a:lnTo>
                  <a:pt x="904371" y="1311403"/>
                </a:lnTo>
                <a:lnTo>
                  <a:pt x="900934" y="1314652"/>
                </a:lnTo>
                <a:lnTo>
                  <a:pt x="876675" y="1334050"/>
                </a:lnTo>
                <a:lnTo>
                  <a:pt x="872926" y="1337143"/>
                </a:lnTo>
                <a:moveTo>
                  <a:pt x="1230229" y="1764833"/>
                </a:moveTo>
                <a:lnTo>
                  <a:pt x="1229067" y="1758277"/>
                </a:lnTo>
                <a:lnTo>
                  <a:pt x="1220907" y="1740197"/>
                </a:lnTo>
                <a:lnTo>
                  <a:pt x="1217420" y="1736727"/>
                </a:lnTo>
                <a:lnTo>
                  <a:pt x="1201084" y="1716225"/>
                </a:lnTo>
                <a:moveTo>
                  <a:pt x="1132580" y="1902897"/>
                </a:moveTo>
                <a:lnTo>
                  <a:pt x="1145896" y="1916533"/>
                </a:lnTo>
                <a:lnTo>
                  <a:pt x="1162478" y="1922425"/>
                </a:lnTo>
                <a:lnTo>
                  <a:pt x="1180746" y="1924038"/>
                </a:lnTo>
                <a:lnTo>
                  <a:pt x="1198678" y="1918996"/>
                </a:lnTo>
                <a:lnTo>
                  <a:pt x="1208082" y="1913046"/>
                </a:lnTo>
                <a:lnTo>
                  <a:pt x="1216708" y="1907276"/>
                </a:lnTo>
                <a:lnTo>
                  <a:pt x="1226972" y="1894623"/>
                </a:lnTo>
                <a:lnTo>
                  <a:pt x="1232946" y="1883590"/>
                </a:lnTo>
                <a:lnTo>
                  <a:pt x="1236466" y="1868465"/>
                </a:lnTo>
                <a:lnTo>
                  <a:pt x="1235967" y="1860592"/>
                </a:lnTo>
                <a:lnTo>
                  <a:pt x="1234231" y="1810715"/>
                </a:lnTo>
                <a:lnTo>
                  <a:pt x="1231661" y="1776348"/>
                </a:lnTo>
                <a:moveTo>
                  <a:pt x="1103770" y="1875315"/>
                </a:moveTo>
                <a:lnTo>
                  <a:pt x="1124142" y="1894598"/>
                </a:lnTo>
                <a:moveTo>
                  <a:pt x="1063945" y="1852841"/>
                </a:moveTo>
                <a:lnTo>
                  <a:pt x="1086149" y="1861214"/>
                </a:lnTo>
                <a:lnTo>
                  <a:pt x="1095119" y="1867974"/>
                </a:lnTo>
                <a:moveTo>
                  <a:pt x="1034014" y="1849968"/>
                </a:moveTo>
                <a:lnTo>
                  <a:pt x="1054393" y="1850901"/>
                </a:lnTo>
                <a:moveTo>
                  <a:pt x="993754" y="1863178"/>
                </a:moveTo>
                <a:lnTo>
                  <a:pt x="997225" y="1861844"/>
                </a:lnTo>
                <a:lnTo>
                  <a:pt x="1021696" y="1852399"/>
                </a:lnTo>
                <a:moveTo>
                  <a:pt x="922074" y="1898551"/>
                </a:moveTo>
                <a:lnTo>
                  <a:pt x="952635" y="1883189"/>
                </a:lnTo>
                <a:lnTo>
                  <a:pt x="982705" y="1868080"/>
                </a:lnTo>
                <a:moveTo>
                  <a:pt x="849478" y="1929939"/>
                </a:moveTo>
                <a:lnTo>
                  <a:pt x="881291" y="1916369"/>
                </a:lnTo>
                <a:lnTo>
                  <a:pt x="910993" y="1903699"/>
                </a:lnTo>
                <a:moveTo>
                  <a:pt x="755806" y="1945948"/>
                </a:moveTo>
                <a:lnTo>
                  <a:pt x="794200" y="1946512"/>
                </a:lnTo>
                <a:lnTo>
                  <a:pt x="800420" y="1947143"/>
                </a:lnTo>
                <a:lnTo>
                  <a:pt x="824491" y="1941332"/>
                </a:lnTo>
                <a:lnTo>
                  <a:pt x="837250" y="1935390"/>
                </a:lnTo>
                <a:moveTo>
                  <a:pt x="709916" y="1766388"/>
                </a:moveTo>
                <a:lnTo>
                  <a:pt x="698507" y="1776987"/>
                </a:lnTo>
                <a:lnTo>
                  <a:pt x="690772" y="1781194"/>
                </a:lnTo>
                <a:lnTo>
                  <a:pt x="676899" y="1788748"/>
                </a:lnTo>
                <a:lnTo>
                  <a:pt x="655612" y="1801450"/>
                </a:lnTo>
                <a:lnTo>
                  <a:pt x="648696" y="1808604"/>
                </a:lnTo>
                <a:lnTo>
                  <a:pt x="638113" y="1828271"/>
                </a:lnTo>
                <a:lnTo>
                  <a:pt x="633317" y="1845622"/>
                </a:lnTo>
                <a:lnTo>
                  <a:pt x="631655" y="1888394"/>
                </a:lnTo>
                <a:lnTo>
                  <a:pt x="633775" y="1894074"/>
                </a:lnTo>
                <a:lnTo>
                  <a:pt x="641354" y="1914470"/>
                </a:lnTo>
                <a:lnTo>
                  <a:pt x="648286" y="1927827"/>
                </a:lnTo>
                <a:lnTo>
                  <a:pt x="668167" y="1939752"/>
                </a:lnTo>
                <a:lnTo>
                  <a:pt x="677440" y="1942944"/>
                </a:lnTo>
                <a:lnTo>
                  <a:pt x="685043" y="1945588"/>
                </a:lnTo>
                <a:lnTo>
                  <a:pt x="744070" y="1945833"/>
                </a:lnTo>
                <a:moveTo>
                  <a:pt x="719320" y="1697998"/>
                </a:moveTo>
                <a:lnTo>
                  <a:pt x="719655" y="1700617"/>
                </a:lnTo>
                <a:lnTo>
                  <a:pt x="723232" y="1729566"/>
                </a:lnTo>
                <a:lnTo>
                  <a:pt x="722806" y="1731080"/>
                </a:lnTo>
                <a:lnTo>
                  <a:pt x="721996" y="1733969"/>
                </a:lnTo>
                <a:lnTo>
                  <a:pt x="718321" y="1747007"/>
                </a:lnTo>
                <a:lnTo>
                  <a:pt x="714540" y="1758842"/>
                </a:lnTo>
                <a:moveTo>
                  <a:pt x="1028285" y="1221357"/>
                </a:moveTo>
                <a:lnTo>
                  <a:pt x="1000245" y="1218845"/>
                </a:lnTo>
                <a:lnTo>
                  <a:pt x="968628" y="1218501"/>
                </a:lnTo>
                <a:lnTo>
                  <a:pt x="960607" y="1219966"/>
                </a:lnTo>
                <a:lnTo>
                  <a:pt x="955770" y="1221963"/>
                </a:lnTo>
                <a:lnTo>
                  <a:pt x="951367" y="1224958"/>
                </a:lnTo>
                <a:lnTo>
                  <a:pt x="948199" y="1235827"/>
                </a:lnTo>
                <a:lnTo>
                  <a:pt x="946792" y="1246999"/>
                </a:lnTo>
                <a:lnTo>
                  <a:pt x="944533" y="1260127"/>
                </a:lnTo>
                <a:lnTo>
                  <a:pt x="939851" y="1275629"/>
                </a:lnTo>
                <a:lnTo>
                  <a:pt x="931282" y="1288617"/>
                </a:lnTo>
                <a:moveTo>
                  <a:pt x="1054803" y="1223657"/>
                </a:moveTo>
                <a:lnTo>
                  <a:pt x="1040013" y="1222388"/>
                </a:lnTo>
                <a:moveTo>
                  <a:pt x="1127628" y="1261969"/>
                </a:moveTo>
                <a:lnTo>
                  <a:pt x="1103345" y="1250019"/>
                </a:lnTo>
                <a:lnTo>
                  <a:pt x="1099523" y="1247736"/>
                </a:lnTo>
                <a:lnTo>
                  <a:pt x="1065442" y="1227479"/>
                </a:lnTo>
                <a:moveTo>
                  <a:pt x="681483" y="1592132"/>
                </a:moveTo>
                <a:lnTo>
                  <a:pt x="640437" y="1611111"/>
                </a:lnTo>
                <a:moveTo>
                  <a:pt x="807598" y="1669819"/>
                </a:moveTo>
                <a:lnTo>
                  <a:pt x="807352" y="1668927"/>
                </a:lnTo>
                <a:lnTo>
                  <a:pt x="799593" y="1633922"/>
                </a:lnTo>
                <a:lnTo>
                  <a:pt x="790991" y="1599498"/>
                </a:lnTo>
                <a:lnTo>
                  <a:pt x="791065" y="1598614"/>
                </a:lnTo>
                <a:lnTo>
                  <a:pt x="791392" y="1597640"/>
                </a:lnTo>
                <a:lnTo>
                  <a:pt x="791843" y="1596879"/>
                </a:lnTo>
                <a:lnTo>
                  <a:pt x="792718" y="1596273"/>
                </a:lnTo>
                <a:lnTo>
                  <a:pt x="852498" y="1579830"/>
                </a:lnTo>
                <a:lnTo>
                  <a:pt x="854904" y="1578202"/>
                </a:lnTo>
                <a:lnTo>
                  <a:pt x="857842" y="1575239"/>
                </a:lnTo>
                <a:moveTo>
                  <a:pt x="718362" y="1767566"/>
                </a:moveTo>
                <a:lnTo>
                  <a:pt x="750421" y="1782462"/>
                </a:lnTo>
                <a:moveTo>
                  <a:pt x="751329" y="1938672"/>
                </a:moveTo>
                <a:lnTo>
                  <a:pt x="751714" y="1906408"/>
                </a:lnTo>
                <a:lnTo>
                  <a:pt x="752099" y="1863006"/>
                </a:lnTo>
                <a:lnTo>
                  <a:pt x="717658" y="1862392"/>
                </a:lnTo>
                <a:moveTo>
                  <a:pt x="843135" y="1924562"/>
                </a:moveTo>
                <a:lnTo>
                  <a:pt x="838543" y="1894893"/>
                </a:lnTo>
                <a:moveTo>
                  <a:pt x="846409" y="1946128"/>
                </a:moveTo>
                <a:lnTo>
                  <a:pt x="845148" y="1937837"/>
                </a:lnTo>
                <a:moveTo>
                  <a:pt x="1124248" y="1901105"/>
                </a:moveTo>
                <a:lnTo>
                  <a:pt x="1102494" y="1923539"/>
                </a:lnTo>
                <a:lnTo>
                  <a:pt x="1099727" y="1926370"/>
                </a:lnTo>
                <a:moveTo>
                  <a:pt x="1105399" y="1866935"/>
                </a:moveTo>
                <a:lnTo>
                  <a:pt x="1128872" y="1842316"/>
                </a:lnTo>
                <a:lnTo>
                  <a:pt x="1134781" y="1840335"/>
                </a:lnTo>
                <a:lnTo>
                  <a:pt x="1152501" y="1841473"/>
                </a:lnTo>
                <a:moveTo>
                  <a:pt x="1061825" y="1844894"/>
                </a:moveTo>
                <a:lnTo>
                  <a:pt x="1068250" y="1806508"/>
                </a:lnTo>
                <a:lnTo>
                  <a:pt x="1072096" y="1777470"/>
                </a:lnTo>
                <a:lnTo>
                  <a:pt x="1070795" y="1771724"/>
                </a:lnTo>
                <a:lnTo>
                  <a:pt x="1066433" y="1768369"/>
                </a:lnTo>
                <a:lnTo>
                  <a:pt x="1054745" y="1765848"/>
                </a:lnTo>
                <a:lnTo>
                  <a:pt x="1046471" y="1763990"/>
                </a:lnTo>
                <a:moveTo>
                  <a:pt x="1235795" y="1771094"/>
                </a:moveTo>
                <a:lnTo>
                  <a:pt x="1253612" y="1766470"/>
                </a:lnTo>
                <a:moveTo>
                  <a:pt x="1201076" y="1710480"/>
                </a:moveTo>
                <a:lnTo>
                  <a:pt x="1216602" y="1690673"/>
                </a:lnTo>
                <a:lnTo>
                  <a:pt x="1227897" y="1681793"/>
                </a:lnTo>
                <a:moveTo>
                  <a:pt x="1164753" y="1705160"/>
                </a:moveTo>
                <a:lnTo>
                  <a:pt x="1155218" y="1740222"/>
                </a:lnTo>
                <a:lnTo>
                  <a:pt x="1151895" y="1750084"/>
                </a:lnTo>
                <a:moveTo>
                  <a:pt x="1126908" y="1685108"/>
                </a:moveTo>
                <a:lnTo>
                  <a:pt x="1134438" y="1651314"/>
                </a:lnTo>
                <a:lnTo>
                  <a:pt x="1138530" y="1632956"/>
                </a:lnTo>
                <a:lnTo>
                  <a:pt x="1147648" y="1616407"/>
                </a:lnTo>
                <a:lnTo>
                  <a:pt x="1168690" y="1604719"/>
                </a:lnTo>
                <a:lnTo>
                  <a:pt x="1208156" y="1599489"/>
                </a:lnTo>
                <a:moveTo>
                  <a:pt x="1098647" y="1421984"/>
                </a:moveTo>
                <a:lnTo>
                  <a:pt x="1085576" y="1388485"/>
                </a:lnTo>
                <a:lnTo>
                  <a:pt x="1070410" y="1347063"/>
                </a:lnTo>
                <a:lnTo>
                  <a:pt x="1083465" y="1339795"/>
                </a:lnTo>
                <a:moveTo>
                  <a:pt x="1136066" y="1260888"/>
                </a:moveTo>
                <a:lnTo>
                  <a:pt x="1152493" y="1224189"/>
                </a:lnTo>
                <a:moveTo>
                  <a:pt x="1032123" y="1228961"/>
                </a:moveTo>
                <a:lnTo>
                  <a:pt x="1028538" y="1260209"/>
                </a:lnTo>
                <a:lnTo>
                  <a:pt x="1025838" y="1276742"/>
                </a:lnTo>
                <a:moveTo>
                  <a:pt x="932510" y="1297972"/>
                </a:moveTo>
                <a:lnTo>
                  <a:pt x="958135" y="1320742"/>
                </a:lnTo>
                <a:moveTo>
                  <a:pt x="839444" y="1041462"/>
                </a:moveTo>
                <a:lnTo>
                  <a:pt x="837512" y="1040668"/>
                </a:lnTo>
                <a:lnTo>
                  <a:pt x="803334" y="1026746"/>
                </a:lnTo>
                <a:lnTo>
                  <a:pt x="801427" y="1025960"/>
                </a:lnTo>
                <a:lnTo>
                  <a:pt x="777413" y="1011916"/>
                </a:lnTo>
                <a:lnTo>
                  <a:pt x="762035" y="1000482"/>
                </a:lnTo>
                <a:lnTo>
                  <a:pt x="742621" y="975838"/>
                </a:lnTo>
                <a:lnTo>
                  <a:pt x="727725" y="943190"/>
                </a:lnTo>
                <a:lnTo>
                  <a:pt x="752647" y="919496"/>
                </a:lnTo>
                <a:lnTo>
                  <a:pt x="776480" y="897996"/>
                </a:lnTo>
                <a:moveTo>
                  <a:pt x="922402" y="1074544"/>
                </a:moveTo>
                <a:lnTo>
                  <a:pt x="886791" y="1060368"/>
                </a:lnTo>
                <a:lnTo>
                  <a:pt x="852138" y="1046569"/>
                </a:lnTo>
                <a:lnTo>
                  <a:pt x="850673" y="1045988"/>
                </a:lnTo>
                <a:moveTo>
                  <a:pt x="1041003" y="1104311"/>
                </a:moveTo>
                <a:lnTo>
                  <a:pt x="1027442" y="1104720"/>
                </a:lnTo>
                <a:lnTo>
                  <a:pt x="1002430" y="1101536"/>
                </a:lnTo>
                <a:lnTo>
                  <a:pt x="971157" y="1091125"/>
                </a:lnTo>
                <a:lnTo>
                  <a:pt x="933173" y="1078480"/>
                </a:lnTo>
                <a:moveTo>
                  <a:pt x="783126" y="898266"/>
                </a:moveTo>
                <a:lnTo>
                  <a:pt x="784149" y="899297"/>
                </a:lnTo>
                <a:lnTo>
                  <a:pt x="808825" y="921862"/>
                </a:lnTo>
                <a:lnTo>
                  <a:pt x="814800" y="933066"/>
                </a:lnTo>
                <a:moveTo>
                  <a:pt x="924096" y="1082941"/>
                </a:moveTo>
                <a:lnTo>
                  <a:pt x="916820" y="1103811"/>
                </a:lnTo>
                <a:moveTo>
                  <a:pt x="1048255" y="1099514"/>
                </a:moveTo>
                <a:lnTo>
                  <a:pt x="1048312" y="1097460"/>
                </a:lnTo>
                <a:lnTo>
                  <a:pt x="1048951" y="1068512"/>
                </a:lnTo>
                <a:lnTo>
                  <a:pt x="1049614" y="1039784"/>
                </a:lnTo>
                <a:lnTo>
                  <a:pt x="1047109" y="1034137"/>
                </a:lnTo>
                <a:lnTo>
                  <a:pt x="1044539" y="1029611"/>
                </a:lnTo>
                <a:lnTo>
                  <a:pt x="971402" y="1006678"/>
                </a:lnTo>
                <a:moveTo>
                  <a:pt x="1146273" y="1024553"/>
                </a:moveTo>
                <a:lnTo>
                  <a:pt x="1130624" y="1029463"/>
                </a:lnTo>
                <a:lnTo>
                  <a:pt x="1124543" y="1020616"/>
                </a:lnTo>
                <a:lnTo>
                  <a:pt x="1128218" y="1013880"/>
                </a:lnTo>
                <a:lnTo>
                  <a:pt x="1139160" y="999295"/>
                </a:lnTo>
                <a:moveTo>
                  <a:pt x="1107061" y="959903"/>
                </a:moveTo>
                <a:lnTo>
                  <a:pt x="1117389" y="939696"/>
                </a:lnTo>
                <a:moveTo>
                  <a:pt x="1024585" y="934073"/>
                </a:moveTo>
                <a:lnTo>
                  <a:pt x="1032000" y="907031"/>
                </a:lnTo>
                <a:lnTo>
                  <a:pt x="1036052" y="897251"/>
                </a:lnTo>
                <a:lnTo>
                  <a:pt x="1044965" y="887110"/>
                </a:lnTo>
                <a:lnTo>
                  <a:pt x="1072988" y="871527"/>
                </a:lnTo>
                <a:moveTo>
                  <a:pt x="1074601" y="781088"/>
                </a:moveTo>
                <a:lnTo>
                  <a:pt x="994024" y="813736"/>
                </a:lnTo>
                <a:lnTo>
                  <a:pt x="967400" y="822264"/>
                </a:lnTo>
                <a:lnTo>
                  <a:pt x="955508" y="824957"/>
                </a:lnTo>
                <a:moveTo>
                  <a:pt x="929179" y="755127"/>
                </a:moveTo>
                <a:lnTo>
                  <a:pt x="926158" y="756846"/>
                </a:lnTo>
                <a:lnTo>
                  <a:pt x="925577" y="757173"/>
                </a:lnTo>
                <a:moveTo>
                  <a:pt x="741066" y="296615"/>
                </a:moveTo>
                <a:lnTo>
                  <a:pt x="741025" y="297859"/>
                </a:lnTo>
                <a:lnTo>
                  <a:pt x="740853" y="309865"/>
                </a:lnTo>
                <a:moveTo>
                  <a:pt x="675148" y="379327"/>
                </a:moveTo>
                <a:lnTo>
                  <a:pt x="692622" y="389042"/>
                </a:lnTo>
                <a:lnTo>
                  <a:pt x="713320" y="392169"/>
                </a:lnTo>
                <a:lnTo>
                  <a:pt x="785500" y="393961"/>
                </a:lnTo>
                <a:lnTo>
                  <a:pt x="818303" y="395303"/>
                </a:lnTo>
                <a:moveTo>
                  <a:pt x="907097" y="351844"/>
                </a:moveTo>
                <a:lnTo>
                  <a:pt x="908946" y="293554"/>
                </a:lnTo>
                <a:moveTo>
                  <a:pt x="905026" y="416624"/>
                </a:moveTo>
                <a:lnTo>
                  <a:pt x="905722" y="394788"/>
                </a:lnTo>
                <a:lnTo>
                  <a:pt x="906720" y="363629"/>
                </a:lnTo>
                <a:moveTo>
                  <a:pt x="899723" y="356222"/>
                </a:moveTo>
                <a:lnTo>
                  <a:pt x="897881" y="356173"/>
                </a:lnTo>
                <a:lnTo>
                  <a:pt x="866011" y="355355"/>
                </a:lnTo>
                <a:lnTo>
                  <a:pt x="832307" y="354430"/>
                </a:lnTo>
                <a:moveTo>
                  <a:pt x="2903240" y="2748815"/>
                </a:moveTo>
                <a:lnTo>
                  <a:pt x="2874177" y="2741702"/>
                </a:lnTo>
                <a:lnTo>
                  <a:pt x="2845417" y="2735253"/>
                </a:lnTo>
                <a:moveTo>
                  <a:pt x="3041157" y="2806229"/>
                </a:moveTo>
                <a:lnTo>
                  <a:pt x="3027055" y="2798364"/>
                </a:lnTo>
                <a:lnTo>
                  <a:pt x="3008681" y="2788878"/>
                </a:lnTo>
                <a:lnTo>
                  <a:pt x="2991780" y="2780955"/>
                </a:lnTo>
                <a:lnTo>
                  <a:pt x="2975084" y="2773327"/>
                </a:lnTo>
                <a:lnTo>
                  <a:pt x="2952421" y="2764406"/>
                </a:lnTo>
                <a:lnTo>
                  <a:pt x="2928915" y="2756083"/>
                </a:lnTo>
                <a:lnTo>
                  <a:pt x="2915206" y="2752040"/>
                </a:lnTo>
                <a:moveTo>
                  <a:pt x="3368603" y="2860959"/>
                </a:moveTo>
                <a:lnTo>
                  <a:pt x="3359444" y="2869160"/>
                </a:lnTo>
                <a:lnTo>
                  <a:pt x="3348420" y="2877115"/>
                </a:lnTo>
                <a:lnTo>
                  <a:pt x="3337829" y="2883777"/>
                </a:lnTo>
                <a:lnTo>
                  <a:pt x="3325847" y="2890464"/>
                </a:lnTo>
                <a:lnTo>
                  <a:pt x="3315330" y="2895399"/>
                </a:lnTo>
                <a:lnTo>
                  <a:pt x="3302996" y="2900375"/>
                </a:lnTo>
                <a:lnTo>
                  <a:pt x="3290310" y="2904173"/>
                </a:lnTo>
                <a:lnTo>
                  <a:pt x="3277968" y="2906571"/>
                </a:lnTo>
                <a:lnTo>
                  <a:pt x="3262605" y="2908642"/>
                </a:lnTo>
                <a:lnTo>
                  <a:pt x="3248782" y="2909583"/>
                </a:lnTo>
                <a:lnTo>
                  <a:pt x="3236464" y="2909247"/>
                </a:lnTo>
                <a:lnTo>
                  <a:pt x="3226356" y="2908478"/>
                </a:lnTo>
                <a:lnTo>
                  <a:pt x="3216371" y="2907111"/>
                </a:lnTo>
                <a:lnTo>
                  <a:pt x="3204307" y="2904828"/>
                </a:lnTo>
                <a:lnTo>
                  <a:pt x="3191105" y="2900957"/>
                </a:lnTo>
                <a:lnTo>
                  <a:pt x="3179623" y="2896750"/>
                </a:lnTo>
                <a:lnTo>
                  <a:pt x="3167927" y="2891569"/>
                </a:lnTo>
                <a:lnTo>
                  <a:pt x="3157312" y="2885938"/>
                </a:lnTo>
                <a:lnTo>
                  <a:pt x="3147924" y="2880045"/>
                </a:lnTo>
                <a:lnTo>
                  <a:pt x="3093186" y="2840735"/>
                </a:lnTo>
                <a:lnTo>
                  <a:pt x="3083487" y="2834007"/>
                </a:lnTo>
                <a:lnTo>
                  <a:pt x="3066635" y="2822230"/>
                </a:lnTo>
                <a:lnTo>
                  <a:pt x="3051339" y="2812392"/>
                </a:lnTo>
                <a:moveTo>
                  <a:pt x="825784" y="1173060"/>
                </a:moveTo>
                <a:lnTo>
                  <a:pt x="825776" y="1176040"/>
                </a:lnTo>
                <a:lnTo>
                  <a:pt x="825636" y="1218214"/>
                </a:lnTo>
                <a:lnTo>
                  <a:pt x="825874" y="1221022"/>
                </a:lnTo>
                <a:lnTo>
                  <a:pt x="826561" y="1229517"/>
                </a:lnTo>
                <a:lnTo>
                  <a:pt x="833379" y="1268099"/>
                </a:lnTo>
                <a:lnTo>
                  <a:pt x="846744" y="1301639"/>
                </a:lnTo>
                <a:lnTo>
                  <a:pt x="848488" y="1306018"/>
                </a:lnTo>
                <a:lnTo>
                  <a:pt x="850386" y="1310036"/>
                </a:lnTo>
                <a:lnTo>
                  <a:pt x="864570" y="1337135"/>
                </a:lnTo>
                <a:moveTo>
                  <a:pt x="841064" y="1050129"/>
                </a:moveTo>
                <a:lnTo>
                  <a:pt x="830907" y="1079806"/>
                </a:lnTo>
                <a:lnTo>
                  <a:pt x="827699" y="1103517"/>
                </a:lnTo>
                <a:lnTo>
                  <a:pt x="826619" y="1128177"/>
                </a:lnTo>
                <a:lnTo>
                  <a:pt x="825890" y="1150725"/>
                </a:lnTo>
                <a:lnTo>
                  <a:pt x="825857" y="1155881"/>
                </a:lnTo>
                <a:moveTo>
                  <a:pt x="929751" y="916697"/>
                </a:moveTo>
                <a:lnTo>
                  <a:pt x="866182" y="1006309"/>
                </a:lnTo>
                <a:lnTo>
                  <a:pt x="846458" y="1038728"/>
                </a:lnTo>
                <a:moveTo>
                  <a:pt x="949157" y="832119"/>
                </a:moveTo>
                <a:lnTo>
                  <a:pt x="947201" y="863547"/>
                </a:lnTo>
                <a:lnTo>
                  <a:pt x="941259" y="888763"/>
                </a:lnTo>
                <a:lnTo>
                  <a:pt x="935235" y="905845"/>
                </a:lnTo>
                <a:moveTo>
                  <a:pt x="922680" y="766643"/>
                </a:moveTo>
                <a:lnTo>
                  <a:pt x="924595" y="770506"/>
                </a:lnTo>
                <a:lnTo>
                  <a:pt x="935235" y="792833"/>
                </a:lnTo>
                <a:lnTo>
                  <a:pt x="940408" y="803121"/>
                </a:lnTo>
                <a:lnTo>
                  <a:pt x="947741" y="822985"/>
                </a:lnTo>
                <a:moveTo>
                  <a:pt x="864791" y="629879"/>
                </a:moveTo>
                <a:lnTo>
                  <a:pt x="865839" y="636239"/>
                </a:lnTo>
                <a:lnTo>
                  <a:pt x="866567" y="640642"/>
                </a:lnTo>
                <a:lnTo>
                  <a:pt x="875996" y="679772"/>
                </a:lnTo>
                <a:lnTo>
                  <a:pt x="878942" y="686287"/>
                </a:lnTo>
                <a:lnTo>
                  <a:pt x="888264" y="705578"/>
                </a:lnTo>
                <a:lnTo>
                  <a:pt x="900549" y="729256"/>
                </a:lnTo>
                <a:lnTo>
                  <a:pt x="911590" y="748457"/>
                </a:lnTo>
                <a:lnTo>
                  <a:pt x="917237" y="757116"/>
                </a:lnTo>
                <a:moveTo>
                  <a:pt x="805666" y="483205"/>
                </a:moveTo>
                <a:lnTo>
                  <a:pt x="816052" y="488656"/>
                </a:lnTo>
                <a:lnTo>
                  <a:pt x="822264" y="492994"/>
                </a:lnTo>
                <a:lnTo>
                  <a:pt x="825620" y="495343"/>
                </a:lnTo>
                <a:lnTo>
                  <a:pt x="833985" y="505189"/>
                </a:lnTo>
                <a:lnTo>
                  <a:pt x="844592" y="522401"/>
                </a:lnTo>
                <a:lnTo>
                  <a:pt x="847211" y="531076"/>
                </a:lnTo>
                <a:lnTo>
                  <a:pt x="851630" y="545661"/>
                </a:lnTo>
                <a:lnTo>
                  <a:pt x="853513" y="559935"/>
                </a:lnTo>
                <a:lnTo>
                  <a:pt x="854479" y="567268"/>
                </a:lnTo>
                <a:lnTo>
                  <a:pt x="862876" y="618249"/>
                </a:lnTo>
                <a:moveTo>
                  <a:pt x="525003" y="511261"/>
                </a:moveTo>
                <a:lnTo>
                  <a:pt x="535193" y="509461"/>
                </a:lnTo>
                <a:lnTo>
                  <a:pt x="627260" y="494418"/>
                </a:lnTo>
                <a:lnTo>
                  <a:pt x="637327" y="492658"/>
                </a:lnTo>
                <a:lnTo>
                  <a:pt x="678896" y="486986"/>
                </a:lnTo>
                <a:lnTo>
                  <a:pt x="763835" y="474930"/>
                </a:lnTo>
                <a:lnTo>
                  <a:pt x="769818" y="474849"/>
                </a:lnTo>
                <a:lnTo>
                  <a:pt x="788250" y="477533"/>
                </a:lnTo>
                <a:lnTo>
                  <a:pt x="795534" y="479260"/>
                </a:lnTo>
                <a:moveTo>
                  <a:pt x="871732" y="1347644"/>
                </a:moveTo>
                <a:lnTo>
                  <a:pt x="894321" y="1373131"/>
                </a:lnTo>
                <a:lnTo>
                  <a:pt x="900418" y="1379318"/>
                </a:lnTo>
                <a:lnTo>
                  <a:pt x="923679" y="1402955"/>
                </a:lnTo>
                <a:lnTo>
                  <a:pt x="946235" y="1431527"/>
                </a:lnTo>
                <a:lnTo>
                  <a:pt x="948314" y="1433999"/>
                </a:lnTo>
                <a:lnTo>
                  <a:pt x="959658" y="1452684"/>
                </a:lnTo>
                <a:lnTo>
                  <a:pt x="963193" y="1458511"/>
                </a:lnTo>
                <a:lnTo>
                  <a:pt x="969831" y="1479136"/>
                </a:lnTo>
                <a:lnTo>
                  <a:pt x="977140" y="1498288"/>
                </a:lnTo>
                <a:lnTo>
                  <a:pt x="977565" y="1504819"/>
                </a:lnTo>
                <a:lnTo>
                  <a:pt x="980986" y="1533228"/>
                </a:lnTo>
                <a:lnTo>
                  <a:pt x="981437" y="1536960"/>
                </a:lnTo>
                <a:moveTo>
                  <a:pt x="736728" y="289257"/>
                </a:moveTo>
                <a:lnTo>
                  <a:pt x="696370" y="287931"/>
                </a:lnTo>
                <a:lnTo>
                  <a:pt x="655210" y="286752"/>
                </a:lnTo>
                <a:lnTo>
                  <a:pt x="611546" y="285435"/>
                </a:lnTo>
                <a:lnTo>
                  <a:pt x="596749" y="293095"/>
                </a:lnTo>
                <a:lnTo>
                  <a:pt x="583080" y="304103"/>
                </a:lnTo>
                <a:moveTo>
                  <a:pt x="827854" y="349740"/>
                </a:moveTo>
                <a:lnTo>
                  <a:pt x="829049" y="299283"/>
                </a:lnTo>
                <a:lnTo>
                  <a:pt x="827126" y="294249"/>
                </a:lnTo>
                <a:lnTo>
                  <a:pt x="822093" y="291802"/>
                </a:lnTo>
                <a:lnTo>
                  <a:pt x="788307" y="290779"/>
                </a:lnTo>
                <a:lnTo>
                  <a:pt x="748497" y="289625"/>
                </a:lnTo>
                <a:moveTo>
                  <a:pt x="825939" y="388469"/>
                </a:moveTo>
                <a:lnTo>
                  <a:pt x="827298" y="364137"/>
                </a:lnTo>
                <a:lnTo>
                  <a:pt x="827429" y="361460"/>
                </a:lnTo>
                <a:moveTo>
                  <a:pt x="805372" y="474767"/>
                </a:moveTo>
                <a:lnTo>
                  <a:pt x="805552" y="474513"/>
                </a:lnTo>
                <a:lnTo>
                  <a:pt x="813335" y="458496"/>
                </a:lnTo>
                <a:lnTo>
                  <a:pt x="821724" y="434769"/>
                </a:lnTo>
                <a:lnTo>
                  <a:pt x="824229" y="416747"/>
                </a:lnTo>
                <a:lnTo>
                  <a:pt x="825244" y="400255"/>
                </a:lnTo>
                <a:moveTo>
                  <a:pt x="784984" y="889934"/>
                </a:moveTo>
                <a:lnTo>
                  <a:pt x="808989" y="866035"/>
                </a:lnTo>
                <a:lnTo>
                  <a:pt x="838683" y="842267"/>
                </a:lnTo>
                <a:lnTo>
                  <a:pt x="899469" y="889345"/>
                </a:lnTo>
                <a:lnTo>
                  <a:pt x="926453" y="908685"/>
                </a:lnTo>
                <a:lnTo>
                  <a:pt x="927959" y="909773"/>
                </a:lnTo>
                <a:moveTo>
                  <a:pt x="1108427" y="968227"/>
                </a:moveTo>
                <a:lnTo>
                  <a:pt x="1130992" y="975789"/>
                </a:lnTo>
                <a:lnTo>
                  <a:pt x="1133627" y="977328"/>
                </a:lnTo>
                <a:lnTo>
                  <a:pt x="1135788" y="979350"/>
                </a:lnTo>
                <a:lnTo>
                  <a:pt x="1138440" y="984735"/>
                </a:lnTo>
                <a:lnTo>
                  <a:pt x="1139954" y="987853"/>
                </a:lnTo>
                <a:moveTo>
                  <a:pt x="1026983" y="942347"/>
                </a:moveTo>
                <a:lnTo>
                  <a:pt x="1061645" y="952611"/>
                </a:lnTo>
                <a:lnTo>
                  <a:pt x="1097427" y="964356"/>
                </a:lnTo>
                <a:moveTo>
                  <a:pt x="939491" y="915748"/>
                </a:moveTo>
                <a:lnTo>
                  <a:pt x="976297" y="927664"/>
                </a:lnTo>
                <a:lnTo>
                  <a:pt x="980831" y="929138"/>
                </a:lnTo>
                <a:lnTo>
                  <a:pt x="1015705" y="939074"/>
                </a:lnTo>
                <a:moveTo>
                  <a:pt x="1152665" y="1030159"/>
                </a:moveTo>
                <a:lnTo>
                  <a:pt x="1155398" y="1040684"/>
                </a:lnTo>
                <a:lnTo>
                  <a:pt x="1156610" y="1064984"/>
                </a:lnTo>
                <a:lnTo>
                  <a:pt x="1157395" y="1092820"/>
                </a:lnTo>
                <a:lnTo>
                  <a:pt x="1154850" y="1099932"/>
                </a:lnTo>
                <a:lnTo>
                  <a:pt x="1149587" y="1103836"/>
                </a:lnTo>
                <a:lnTo>
                  <a:pt x="1085085" y="1104024"/>
                </a:lnTo>
                <a:lnTo>
                  <a:pt x="1052756" y="1104122"/>
                </a:lnTo>
                <a:moveTo>
                  <a:pt x="1144325" y="1000261"/>
                </a:moveTo>
                <a:lnTo>
                  <a:pt x="1149571" y="1018750"/>
                </a:lnTo>
                <a:moveTo>
                  <a:pt x="1433704" y="1332896"/>
                </a:moveTo>
                <a:lnTo>
                  <a:pt x="1430578" y="1372664"/>
                </a:lnTo>
                <a:lnTo>
                  <a:pt x="1377067" y="1385661"/>
                </a:lnTo>
                <a:moveTo>
                  <a:pt x="1365519" y="1388460"/>
                </a:moveTo>
                <a:lnTo>
                  <a:pt x="1303202" y="1403536"/>
                </a:lnTo>
                <a:lnTo>
                  <a:pt x="1301033" y="1400205"/>
                </a:lnTo>
                <a:lnTo>
                  <a:pt x="1296139" y="1340114"/>
                </a:lnTo>
                <a:lnTo>
                  <a:pt x="1296638" y="1230753"/>
                </a:lnTo>
                <a:lnTo>
                  <a:pt x="1298071" y="1222855"/>
                </a:lnTo>
                <a:lnTo>
                  <a:pt x="1304389" y="1220170"/>
                </a:lnTo>
                <a:lnTo>
                  <a:pt x="1361967" y="1220997"/>
                </a:lnTo>
                <a:moveTo>
                  <a:pt x="1363735" y="1358759"/>
                </a:moveTo>
                <a:lnTo>
                  <a:pt x="1369030" y="1382813"/>
                </a:lnTo>
                <a:moveTo>
                  <a:pt x="1373646" y="1220735"/>
                </a:moveTo>
                <a:lnTo>
                  <a:pt x="1399116" y="1219221"/>
                </a:lnTo>
                <a:lnTo>
                  <a:pt x="1431462" y="1219663"/>
                </a:lnTo>
                <a:lnTo>
                  <a:pt x="1437633" y="1222454"/>
                </a:lnTo>
                <a:lnTo>
                  <a:pt x="1439679" y="1229877"/>
                </a:lnTo>
                <a:lnTo>
                  <a:pt x="1435292" y="1277241"/>
                </a:lnTo>
                <a:lnTo>
                  <a:pt x="1434277" y="1321323"/>
                </a:lnTo>
                <a:moveTo>
                  <a:pt x="1530077" y="1086575"/>
                </a:moveTo>
                <a:lnTo>
                  <a:pt x="1524446" y="1162453"/>
                </a:lnTo>
                <a:moveTo>
                  <a:pt x="1550628" y="938779"/>
                </a:moveTo>
                <a:lnTo>
                  <a:pt x="1541879" y="959584"/>
                </a:lnTo>
                <a:lnTo>
                  <a:pt x="1538720" y="984228"/>
                </a:lnTo>
                <a:lnTo>
                  <a:pt x="1537164" y="1004460"/>
                </a:lnTo>
                <a:lnTo>
                  <a:pt x="1531026" y="1074838"/>
                </a:lnTo>
                <a:moveTo>
                  <a:pt x="1611570" y="1338813"/>
                </a:moveTo>
                <a:lnTo>
                  <a:pt x="1644242" y="1346752"/>
                </a:lnTo>
                <a:lnTo>
                  <a:pt x="1688553" y="1360412"/>
                </a:lnTo>
                <a:lnTo>
                  <a:pt x="1736973" y="1383795"/>
                </a:lnTo>
                <a:lnTo>
                  <a:pt x="1791375" y="1414372"/>
                </a:lnTo>
                <a:lnTo>
                  <a:pt x="1779499" y="1442093"/>
                </a:lnTo>
                <a:lnTo>
                  <a:pt x="1758678" y="1462972"/>
                </a:lnTo>
                <a:lnTo>
                  <a:pt x="1743537" y="1471607"/>
                </a:lnTo>
                <a:moveTo>
                  <a:pt x="1525796" y="1329425"/>
                </a:moveTo>
                <a:lnTo>
                  <a:pt x="1562766" y="1332806"/>
                </a:lnTo>
                <a:lnTo>
                  <a:pt x="1599931" y="1337062"/>
                </a:lnTo>
                <a:moveTo>
                  <a:pt x="1441537" y="1328501"/>
                </a:moveTo>
                <a:lnTo>
                  <a:pt x="1475110" y="1327330"/>
                </a:lnTo>
                <a:lnTo>
                  <a:pt x="1513667" y="1328648"/>
                </a:lnTo>
                <a:moveTo>
                  <a:pt x="1738585" y="1480912"/>
                </a:moveTo>
                <a:lnTo>
                  <a:pt x="1739755" y="1488139"/>
                </a:lnTo>
                <a:lnTo>
                  <a:pt x="1739788" y="1498525"/>
                </a:lnTo>
                <a:lnTo>
                  <a:pt x="1735663" y="1586181"/>
                </a:lnTo>
                <a:lnTo>
                  <a:pt x="1735434" y="1591051"/>
                </a:lnTo>
                <a:lnTo>
                  <a:pt x="1734067" y="1593711"/>
                </a:lnTo>
                <a:lnTo>
                  <a:pt x="1732962" y="1595856"/>
                </a:lnTo>
                <a:lnTo>
                  <a:pt x="1729811" y="1597697"/>
                </a:lnTo>
                <a:lnTo>
                  <a:pt x="1724328" y="1599252"/>
                </a:lnTo>
                <a:lnTo>
                  <a:pt x="1694233" y="1598835"/>
                </a:lnTo>
                <a:lnTo>
                  <a:pt x="1648253" y="1596764"/>
                </a:lnTo>
                <a:lnTo>
                  <a:pt x="1607019" y="1594955"/>
                </a:lnTo>
                <a:lnTo>
                  <a:pt x="1580952" y="1593818"/>
                </a:lnTo>
                <a:moveTo>
                  <a:pt x="1796155" y="1268434"/>
                </a:moveTo>
                <a:lnTo>
                  <a:pt x="1778591" y="1298283"/>
                </a:lnTo>
                <a:lnTo>
                  <a:pt x="1776021" y="1301197"/>
                </a:lnTo>
                <a:lnTo>
                  <a:pt x="1773852" y="1301966"/>
                </a:lnTo>
                <a:lnTo>
                  <a:pt x="1770472" y="1302122"/>
                </a:lnTo>
                <a:lnTo>
                  <a:pt x="1766396" y="1301246"/>
                </a:lnTo>
                <a:lnTo>
                  <a:pt x="1725523" y="1280507"/>
                </a:lnTo>
                <a:moveTo>
                  <a:pt x="1837356" y="1343134"/>
                </a:moveTo>
                <a:lnTo>
                  <a:pt x="1859708" y="1309840"/>
                </a:lnTo>
                <a:moveTo>
                  <a:pt x="1601388" y="1509681"/>
                </a:moveTo>
                <a:lnTo>
                  <a:pt x="1609098" y="1479619"/>
                </a:lnTo>
                <a:lnTo>
                  <a:pt x="1611357" y="1445424"/>
                </a:lnTo>
                <a:lnTo>
                  <a:pt x="1612421" y="1439032"/>
                </a:lnTo>
                <a:lnTo>
                  <a:pt x="1619615" y="1436872"/>
                </a:lnTo>
                <a:lnTo>
                  <a:pt x="1645552" y="1437886"/>
                </a:lnTo>
                <a:lnTo>
                  <a:pt x="1689396" y="1440505"/>
                </a:lnTo>
                <a:lnTo>
                  <a:pt x="1698506" y="1441709"/>
                </a:lnTo>
                <a:lnTo>
                  <a:pt x="1708409" y="1443894"/>
                </a:lnTo>
                <a:lnTo>
                  <a:pt x="1720178" y="1451857"/>
                </a:lnTo>
                <a:lnTo>
                  <a:pt x="1730081" y="1462424"/>
                </a:lnTo>
                <a:lnTo>
                  <a:pt x="1735017" y="1471173"/>
                </a:lnTo>
                <a:moveTo>
                  <a:pt x="1577031" y="1588907"/>
                </a:moveTo>
                <a:lnTo>
                  <a:pt x="1583014" y="1555751"/>
                </a:lnTo>
                <a:lnTo>
                  <a:pt x="1597730" y="1520828"/>
                </a:lnTo>
                <a:moveTo>
                  <a:pt x="1518659" y="1333902"/>
                </a:moveTo>
                <a:lnTo>
                  <a:pt x="1524151" y="1439744"/>
                </a:lnTo>
                <a:moveTo>
                  <a:pt x="1523873" y="1174714"/>
                </a:moveTo>
                <a:lnTo>
                  <a:pt x="1523791" y="1178356"/>
                </a:lnTo>
                <a:lnTo>
                  <a:pt x="1520100" y="1261568"/>
                </a:lnTo>
                <a:lnTo>
                  <a:pt x="1519232" y="1281243"/>
                </a:lnTo>
                <a:lnTo>
                  <a:pt x="1518446" y="1321585"/>
                </a:lnTo>
                <a:moveTo>
                  <a:pt x="1548197" y="1738102"/>
                </a:moveTo>
                <a:lnTo>
                  <a:pt x="1556668" y="1750142"/>
                </a:lnTo>
                <a:lnTo>
                  <a:pt x="1570893" y="1766085"/>
                </a:lnTo>
                <a:lnTo>
                  <a:pt x="1586943" y="1780383"/>
                </a:lnTo>
                <a:lnTo>
                  <a:pt x="1591149" y="1782822"/>
                </a:lnTo>
                <a:lnTo>
                  <a:pt x="1613657" y="1795746"/>
                </a:lnTo>
                <a:lnTo>
                  <a:pt x="1633766" y="1803382"/>
                </a:lnTo>
                <a:lnTo>
                  <a:pt x="1655586" y="1808293"/>
                </a:lnTo>
                <a:lnTo>
                  <a:pt x="1690215" y="1811411"/>
                </a:lnTo>
                <a:moveTo>
                  <a:pt x="1521262" y="1674427"/>
                </a:moveTo>
                <a:lnTo>
                  <a:pt x="1533514" y="1708319"/>
                </a:lnTo>
                <a:lnTo>
                  <a:pt x="1542681" y="1728453"/>
                </a:lnTo>
                <a:moveTo>
                  <a:pt x="1498345" y="1608910"/>
                </a:moveTo>
                <a:lnTo>
                  <a:pt x="1509755" y="1642491"/>
                </a:lnTo>
                <a:lnTo>
                  <a:pt x="1517260" y="1663345"/>
                </a:lnTo>
                <a:moveTo>
                  <a:pt x="1495833" y="1550382"/>
                </a:moveTo>
                <a:lnTo>
                  <a:pt x="1492477" y="1570631"/>
                </a:lnTo>
                <a:lnTo>
                  <a:pt x="1493721" y="1584266"/>
                </a:lnTo>
                <a:lnTo>
                  <a:pt x="1495440" y="1596739"/>
                </a:lnTo>
                <a:moveTo>
                  <a:pt x="1524217" y="1451645"/>
                </a:moveTo>
                <a:lnTo>
                  <a:pt x="1523979" y="1457840"/>
                </a:lnTo>
                <a:lnTo>
                  <a:pt x="1522023" y="1472278"/>
                </a:lnTo>
                <a:lnTo>
                  <a:pt x="1518095" y="1485299"/>
                </a:lnTo>
                <a:lnTo>
                  <a:pt x="1506031" y="1512267"/>
                </a:lnTo>
                <a:lnTo>
                  <a:pt x="1498362" y="1538957"/>
                </a:lnTo>
                <a:moveTo>
                  <a:pt x="1798291" y="1816608"/>
                </a:moveTo>
                <a:lnTo>
                  <a:pt x="1761674" y="1813997"/>
                </a:lnTo>
                <a:lnTo>
                  <a:pt x="1746941" y="1812851"/>
                </a:lnTo>
                <a:lnTo>
                  <a:pt x="1738397" y="1812303"/>
                </a:lnTo>
                <a:lnTo>
                  <a:pt x="1703596" y="1809823"/>
                </a:lnTo>
                <a:lnTo>
                  <a:pt x="1702270" y="1809733"/>
                </a:lnTo>
                <a:moveTo>
                  <a:pt x="1900147" y="1801516"/>
                </a:moveTo>
                <a:lnTo>
                  <a:pt x="1890064" y="1805886"/>
                </a:lnTo>
                <a:lnTo>
                  <a:pt x="1871804" y="1812385"/>
                </a:lnTo>
                <a:lnTo>
                  <a:pt x="1857825" y="1815806"/>
                </a:lnTo>
                <a:lnTo>
                  <a:pt x="1842831" y="1817525"/>
                </a:lnTo>
                <a:lnTo>
                  <a:pt x="1831741" y="1818048"/>
                </a:lnTo>
                <a:lnTo>
                  <a:pt x="1809823" y="1817230"/>
                </a:lnTo>
                <a:moveTo>
                  <a:pt x="1641550" y="874301"/>
                </a:moveTo>
                <a:lnTo>
                  <a:pt x="1612249" y="881610"/>
                </a:lnTo>
                <a:lnTo>
                  <a:pt x="1603148" y="886881"/>
                </a:lnTo>
                <a:lnTo>
                  <a:pt x="1584299" y="897619"/>
                </a:lnTo>
                <a:lnTo>
                  <a:pt x="1581295" y="900435"/>
                </a:lnTo>
                <a:lnTo>
                  <a:pt x="1567480" y="913333"/>
                </a:lnTo>
                <a:lnTo>
                  <a:pt x="1556922" y="927771"/>
                </a:lnTo>
                <a:moveTo>
                  <a:pt x="1796654" y="877060"/>
                </a:moveTo>
                <a:lnTo>
                  <a:pt x="1767861" y="871527"/>
                </a:lnTo>
                <a:lnTo>
                  <a:pt x="1720669" y="867672"/>
                </a:lnTo>
                <a:lnTo>
                  <a:pt x="1693800" y="867958"/>
                </a:lnTo>
                <a:lnTo>
                  <a:pt x="1670883" y="869915"/>
                </a:lnTo>
                <a:moveTo>
                  <a:pt x="1941815" y="940547"/>
                </a:moveTo>
                <a:lnTo>
                  <a:pt x="1896742" y="914185"/>
                </a:lnTo>
                <a:lnTo>
                  <a:pt x="1850868" y="893052"/>
                </a:lnTo>
                <a:lnTo>
                  <a:pt x="1808505" y="880022"/>
                </a:lnTo>
                <a:moveTo>
                  <a:pt x="2062896" y="1011981"/>
                </a:moveTo>
                <a:lnTo>
                  <a:pt x="2025452" y="991684"/>
                </a:lnTo>
                <a:lnTo>
                  <a:pt x="2004442" y="978916"/>
                </a:lnTo>
                <a:lnTo>
                  <a:pt x="1951898" y="946603"/>
                </a:lnTo>
                <a:moveTo>
                  <a:pt x="2232242" y="1052814"/>
                </a:moveTo>
                <a:lnTo>
                  <a:pt x="2190116" y="1048492"/>
                </a:lnTo>
                <a:lnTo>
                  <a:pt x="2131720" y="1036379"/>
                </a:lnTo>
                <a:lnTo>
                  <a:pt x="2101118" y="1026517"/>
                </a:lnTo>
                <a:lnTo>
                  <a:pt x="2073102" y="1016581"/>
                </a:lnTo>
                <a:moveTo>
                  <a:pt x="921141" y="1780375"/>
                </a:moveTo>
                <a:lnTo>
                  <a:pt x="919946" y="1781095"/>
                </a:lnTo>
                <a:lnTo>
                  <a:pt x="906499" y="1789206"/>
                </a:lnTo>
                <a:lnTo>
                  <a:pt x="850124" y="1804307"/>
                </a:lnTo>
                <a:lnTo>
                  <a:pt x="811264" y="1682038"/>
                </a:lnTo>
                <a:lnTo>
                  <a:pt x="811060" y="1681408"/>
                </a:lnTo>
                <a:moveTo>
                  <a:pt x="1491978" y="1542877"/>
                </a:moveTo>
                <a:lnTo>
                  <a:pt x="1456318" y="1541363"/>
                </a:lnTo>
                <a:lnTo>
                  <a:pt x="1431560" y="1541101"/>
                </a:lnTo>
                <a:lnTo>
                  <a:pt x="1338723" y="1565229"/>
                </a:lnTo>
                <a:lnTo>
                  <a:pt x="1341236" y="1605341"/>
                </a:lnTo>
                <a:lnTo>
                  <a:pt x="1369701" y="1720751"/>
                </a:lnTo>
                <a:lnTo>
                  <a:pt x="1369644" y="1742816"/>
                </a:lnTo>
                <a:lnTo>
                  <a:pt x="1436176" y="1705618"/>
                </a:lnTo>
                <a:moveTo>
                  <a:pt x="1610931" y="1922966"/>
                </a:moveTo>
                <a:lnTo>
                  <a:pt x="1651289" y="1924807"/>
                </a:lnTo>
                <a:lnTo>
                  <a:pt x="1685648" y="1926387"/>
                </a:lnTo>
                <a:lnTo>
                  <a:pt x="1692858" y="1896104"/>
                </a:lnTo>
                <a:lnTo>
                  <a:pt x="1694381" y="1852767"/>
                </a:lnTo>
                <a:lnTo>
                  <a:pt x="1697180" y="1816600"/>
                </a:lnTo>
                <a:moveTo>
                  <a:pt x="1495784" y="1915804"/>
                </a:moveTo>
                <a:lnTo>
                  <a:pt x="1564525" y="1919708"/>
                </a:lnTo>
                <a:lnTo>
                  <a:pt x="1599056" y="1922254"/>
                </a:lnTo>
                <a:moveTo>
                  <a:pt x="1540676" y="1734395"/>
                </a:moveTo>
                <a:lnTo>
                  <a:pt x="1510049" y="1750772"/>
                </a:lnTo>
                <a:lnTo>
                  <a:pt x="1389598" y="1813686"/>
                </a:lnTo>
                <a:lnTo>
                  <a:pt x="1401007" y="1853307"/>
                </a:lnTo>
                <a:lnTo>
                  <a:pt x="1412981" y="1894868"/>
                </a:lnTo>
                <a:lnTo>
                  <a:pt x="1420093" y="1904829"/>
                </a:lnTo>
                <a:lnTo>
                  <a:pt x="1426715" y="1910247"/>
                </a:lnTo>
                <a:lnTo>
                  <a:pt x="1435758" y="1912964"/>
                </a:lnTo>
                <a:lnTo>
                  <a:pt x="1442453" y="1913283"/>
                </a:lnTo>
                <a:lnTo>
                  <a:pt x="1484047" y="1915207"/>
                </a:lnTo>
                <a:moveTo>
                  <a:pt x="2320675" y="1606675"/>
                </a:moveTo>
                <a:lnTo>
                  <a:pt x="2381781" y="1628299"/>
                </a:lnTo>
                <a:lnTo>
                  <a:pt x="2369144" y="1662469"/>
                </a:lnTo>
                <a:lnTo>
                  <a:pt x="2289075" y="1761723"/>
                </a:lnTo>
                <a:lnTo>
                  <a:pt x="2271478" y="1779336"/>
                </a:lnTo>
                <a:lnTo>
                  <a:pt x="2254168" y="1787037"/>
                </a:lnTo>
                <a:lnTo>
                  <a:pt x="2211674" y="1786628"/>
                </a:lnTo>
                <a:moveTo>
                  <a:pt x="2233608" y="1571220"/>
                </a:moveTo>
                <a:lnTo>
                  <a:pt x="2309651" y="1602436"/>
                </a:lnTo>
                <a:moveTo>
                  <a:pt x="2042263" y="1771061"/>
                </a:moveTo>
                <a:lnTo>
                  <a:pt x="2059172" y="1748848"/>
                </a:lnTo>
                <a:moveTo>
                  <a:pt x="2006292" y="1692023"/>
                </a:moveTo>
                <a:lnTo>
                  <a:pt x="1977933" y="1666332"/>
                </a:lnTo>
                <a:lnTo>
                  <a:pt x="1956702" y="1647254"/>
                </a:lnTo>
                <a:lnTo>
                  <a:pt x="1952389" y="1636131"/>
                </a:lnTo>
                <a:lnTo>
                  <a:pt x="2042132" y="1534275"/>
                </a:lnTo>
                <a:lnTo>
                  <a:pt x="2051356" y="1534259"/>
                </a:lnTo>
                <a:lnTo>
                  <a:pt x="2057224" y="1537508"/>
                </a:lnTo>
                <a:lnTo>
                  <a:pt x="2073397" y="1546495"/>
                </a:lnTo>
                <a:lnTo>
                  <a:pt x="2106061" y="1565573"/>
                </a:lnTo>
                <a:moveTo>
                  <a:pt x="2058476" y="1738364"/>
                </a:moveTo>
                <a:lnTo>
                  <a:pt x="2015131" y="1699946"/>
                </a:lnTo>
                <a:moveTo>
                  <a:pt x="2115121" y="1779278"/>
                </a:moveTo>
                <a:lnTo>
                  <a:pt x="2095945" y="1773590"/>
                </a:lnTo>
                <a:lnTo>
                  <a:pt x="2067275" y="1746434"/>
                </a:lnTo>
                <a:moveTo>
                  <a:pt x="2199839" y="1786448"/>
                </a:moveTo>
                <a:lnTo>
                  <a:pt x="2158917" y="1785630"/>
                </a:lnTo>
                <a:lnTo>
                  <a:pt x="2126023" y="1781603"/>
                </a:lnTo>
                <a:moveTo>
                  <a:pt x="2051454" y="1301745"/>
                </a:moveTo>
                <a:lnTo>
                  <a:pt x="1983269" y="1273509"/>
                </a:lnTo>
                <a:lnTo>
                  <a:pt x="1932198" y="1348192"/>
                </a:lnTo>
                <a:moveTo>
                  <a:pt x="2157263" y="1346842"/>
                </a:moveTo>
                <a:lnTo>
                  <a:pt x="2095151" y="1320357"/>
                </a:lnTo>
                <a:lnTo>
                  <a:pt x="2062413" y="1306353"/>
                </a:lnTo>
                <a:moveTo>
                  <a:pt x="2356180" y="1504647"/>
                </a:moveTo>
                <a:lnTo>
                  <a:pt x="2420322" y="1523963"/>
                </a:lnTo>
                <a:lnTo>
                  <a:pt x="2426206" y="1523423"/>
                </a:lnTo>
                <a:lnTo>
                  <a:pt x="2430634" y="1518176"/>
                </a:lnTo>
                <a:lnTo>
                  <a:pt x="2442068" y="1435308"/>
                </a:lnTo>
                <a:lnTo>
                  <a:pt x="2443697" y="1413791"/>
                </a:lnTo>
                <a:lnTo>
                  <a:pt x="2440063" y="1393797"/>
                </a:lnTo>
                <a:lnTo>
                  <a:pt x="2431583" y="1376445"/>
                </a:lnTo>
                <a:lnTo>
                  <a:pt x="2420248" y="1362818"/>
                </a:lnTo>
                <a:moveTo>
                  <a:pt x="2310084" y="1479202"/>
                </a:moveTo>
                <a:lnTo>
                  <a:pt x="2332060" y="1494523"/>
                </a:lnTo>
                <a:lnTo>
                  <a:pt x="2344631" y="1500244"/>
                </a:lnTo>
                <a:moveTo>
                  <a:pt x="2166561" y="1407677"/>
                </a:moveTo>
                <a:lnTo>
                  <a:pt x="2188684" y="1410763"/>
                </a:lnTo>
                <a:lnTo>
                  <a:pt x="2211183" y="1415657"/>
                </a:lnTo>
                <a:lnTo>
                  <a:pt x="2245059" y="1427083"/>
                </a:lnTo>
                <a:lnTo>
                  <a:pt x="2267631" y="1441578"/>
                </a:lnTo>
                <a:lnTo>
                  <a:pt x="2280137" y="1453134"/>
                </a:lnTo>
                <a:lnTo>
                  <a:pt x="2301065" y="1472057"/>
                </a:lnTo>
                <a:moveTo>
                  <a:pt x="2091411" y="1234199"/>
                </a:moveTo>
                <a:lnTo>
                  <a:pt x="2011596" y="1198989"/>
                </a:lnTo>
                <a:lnTo>
                  <a:pt x="1997265" y="1137859"/>
                </a:lnTo>
                <a:lnTo>
                  <a:pt x="2046732" y="1052568"/>
                </a:lnTo>
                <a:lnTo>
                  <a:pt x="2065548" y="1021835"/>
                </a:lnTo>
                <a:moveTo>
                  <a:pt x="2167772" y="1267526"/>
                </a:moveTo>
                <a:lnTo>
                  <a:pt x="2132325" y="1252205"/>
                </a:lnTo>
                <a:lnTo>
                  <a:pt x="2102206" y="1238954"/>
                </a:lnTo>
                <a:moveTo>
                  <a:pt x="2412333" y="1355616"/>
                </a:moveTo>
                <a:lnTo>
                  <a:pt x="2400458" y="1347587"/>
                </a:lnTo>
                <a:lnTo>
                  <a:pt x="2376035" y="1337880"/>
                </a:lnTo>
                <a:lnTo>
                  <a:pt x="2346817" y="1328108"/>
                </a:lnTo>
                <a:lnTo>
                  <a:pt x="2209800" y="1282962"/>
                </a:lnTo>
                <a:lnTo>
                  <a:pt x="2179411" y="1272101"/>
                </a:lnTo>
                <a:moveTo>
                  <a:pt x="2398453" y="1216021"/>
                </a:moveTo>
                <a:lnTo>
                  <a:pt x="2380136" y="1236531"/>
                </a:lnTo>
                <a:lnTo>
                  <a:pt x="2371730" y="1244822"/>
                </a:lnTo>
                <a:lnTo>
                  <a:pt x="2366639" y="1246958"/>
                </a:lnTo>
                <a:lnTo>
                  <a:pt x="2362318" y="1246533"/>
                </a:lnTo>
                <a:moveTo>
                  <a:pt x="2278116" y="1216618"/>
                </a:moveTo>
                <a:lnTo>
                  <a:pt x="2301998" y="1156102"/>
                </a:lnTo>
                <a:lnTo>
                  <a:pt x="2308120" y="1147909"/>
                </a:lnTo>
                <a:lnTo>
                  <a:pt x="2398019" y="1131344"/>
                </a:lnTo>
                <a:lnTo>
                  <a:pt x="2410705" y="1167610"/>
                </a:lnTo>
                <a:lnTo>
                  <a:pt x="2415517" y="1193432"/>
                </a:lnTo>
                <a:lnTo>
                  <a:pt x="2407938" y="1204546"/>
                </a:lnTo>
                <a:moveTo>
                  <a:pt x="689111" y="1596445"/>
                </a:moveTo>
                <a:lnTo>
                  <a:pt x="712314" y="1639995"/>
                </a:lnTo>
                <a:lnTo>
                  <a:pt x="714016" y="1647140"/>
                </a:lnTo>
                <a:lnTo>
                  <a:pt x="717806" y="1685574"/>
                </a:lnTo>
                <a:lnTo>
                  <a:pt x="717863" y="1686082"/>
                </a:lnTo>
                <a:moveTo>
                  <a:pt x="644955" y="1518782"/>
                </a:moveTo>
                <a:lnTo>
                  <a:pt x="664852" y="1552568"/>
                </a:lnTo>
                <a:lnTo>
                  <a:pt x="683463" y="1586067"/>
                </a:lnTo>
                <a:moveTo>
                  <a:pt x="1800010" y="2125827"/>
                </a:moveTo>
                <a:lnTo>
                  <a:pt x="1686728" y="2129502"/>
                </a:lnTo>
                <a:lnTo>
                  <a:pt x="1613968" y="2130516"/>
                </a:lnTo>
                <a:lnTo>
                  <a:pt x="1592393" y="2136278"/>
                </a:lnTo>
                <a:lnTo>
                  <a:pt x="1568593" y="2154104"/>
                </a:lnTo>
                <a:lnTo>
                  <a:pt x="1557568" y="2168026"/>
                </a:lnTo>
                <a:lnTo>
                  <a:pt x="1548778" y="2184976"/>
                </a:lnTo>
                <a:lnTo>
                  <a:pt x="1545374" y="2205282"/>
                </a:lnTo>
                <a:lnTo>
                  <a:pt x="1547133" y="2220800"/>
                </a:lnTo>
                <a:lnTo>
                  <a:pt x="1548197" y="2230277"/>
                </a:lnTo>
                <a:lnTo>
                  <a:pt x="1554458" y="2255649"/>
                </a:lnTo>
                <a:lnTo>
                  <a:pt x="1555105" y="2258309"/>
                </a:lnTo>
                <a:moveTo>
                  <a:pt x="1557814" y="2269817"/>
                </a:moveTo>
                <a:lnTo>
                  <a:pt x="1563191" y="2293511"/>
                </a:lnTo>
                <a:lnTo>
                  <a:pt x="1570827" y="2327198"/>
                </a:lnTo>
                <a:lnTo>
                  <a:pt x="1580420" y="2369496"/>
                </a:lnTo>
                <a:lnTo>
                  <a:pt x="1581876" y="2376223"/>
                </a:lnTo>
                <a:lnTo>
                  <a:pt x="1588375" y="2400270"/>
                </a:lnTo>
                <a:lnTo>
                  <a:pt x="1596044" y="2412252"/>
                </a:lnTo>
                <a:lnTo>
                  <a:pt x="1603475" y="2421721"/>
                </a:lnTo>
                <a:lnTo>
                  <a:pt x="1612151" y="2430634"/>
                </a:lnTo>
                <a:lnTo>
                  <a:pt x="1618568" y="2436126"/>
                </a:lnTo>
                <a:lnTo>
                  <a:pt x="1634699" y="2444188"/>
                </a:lnTo>
                <a:lnTo>
                  <a:pt x="1655504" y="2451783"/>
                </a:lnTo>
                <a:lnTo>
                  <a:pt x="1673117" y="2459460"/>
                </a:lnTo>
                <a:lnTo>
                  <a:pt x="1680672" y="2463920"/>
                </a:lnTo>
                <a:lnTo>
                  <a:pt x="1688152" y="2469298"/>
                </a:lnTo>
                <a:lnTo>
                  <a:pt x="1699504" y="2482254"/>
                </a:lnTo>
                <a:lnTo>
                  <a:pt x="1702999" y="2487901"/>
                </a:lnTo>
                <a:lnTo>
                  <a:pt x="1706338" y="2494784"/>
                </a:lnTo>
                <a:lnTo>
                  <a:pt x="1708245" y="2498492"/>
                </a:lnTo>
                <a:lnTo>
                  <a:pt x="1711167" y="2507200"/>
                </a:lnTo>
                <a:lnTo>
                  <a:pt x="1715325" y="2519796"/>
                </a:lnTo>
                <a:lnTo>
                  <a:pt x="1719335" y="2532515"/>
                </a:lnTo>
                <a:lnTo>
                  <a:pt x="1727929" y="2559229"/>
                </a:lnTo>
                <a:moveTo>
                  <a:pt x="1061776" y="2472743"/>
                </a:moveTo>
                <a:lnTo>
                  <a:pt x="1061448" y="2473578"/>
                </a:lnTo>
                <a:lnTo>
                  <a:pt x="1053935" y="2497624"/>
                </a:lnTo>
                <a:lnTo>
                  <a:pt x="1048967" y="2520925"/>
                </a:lnTo>
                <a:lnTo>
                  <a:pt x="1048427" y="2526352"/>
                </a:lnTo>
                <a:lnTo>
                  <a:pt x="1045276" y="2570401"/>
                </a:lnTo>
                <a:lnTo>
                  <a:pt x="1043541" y="2601633"/>
                </a:lnTo>
                <a:lnTo>
                  <a:pt x="1043516" y="2602779"/>
                </a:lnTo>
                <a:moveTo>
                  <a:pt x="1098917" y="2338133"/>
                </a:moveTo>
                <a:lnTo>
                  <a:pt x="1099040" y="2355729"/>
                </a:lnTo>
                <a:lnTo>
                  <a:pt x="1097558" y="2372933"/>
                </a:lnTo>
                <a:lnTo>
                  <a:pt x="1096756" y="2379432"/>
                </a:lnTo>
                <a:lnTo>
                  <a:pt x="1090430" y="2399467"/>
                </a:lnTo>
                <a:lnTo>
                  <a:pt x="1067186" y="2459853"/>
                </a:lnTo>
                <a:lnTo>
                  <a:pt x="1066801" y="2460728"/>
                </a:lnTo>
                <a:moveTo>
                  <a:pt x="1001718" y="2213344"/>
                </a:moveTo>
                <a:lnTo>
                  <a:pt x="1030585" y="2228575"/>
                </a:lnTo>
                <a:lnTo>
                  <a:pt x="1057626" y="2251246"/>
                </a:lnTo>
                <a:lnTo>
                  <a:pt x="1071884" y="2267607"/>
                </a:lnTo>
                <a:lnTo>
                  <a:pt x="1090814" y="2300124"/>
                </a:lnTo>
                <a:lnTo>
                  <a:pt x="1096707" y="2320495"/>
                </a:lnTo>
                <a:lnTo>
                  <a:pt x="1097927" y="2327419"/>
                </a:lnTo>
                <a:moveTo>
                  <a:pt x="599556" y="2255355"/>
                </a:moveTo>
                <a:lnTo>
                  <a:pt x="551259" y="2270054"/>
                </a:lnTo>
                <a:lnTo>
                  <a:pt x="527819" y="2275178"/>
                </a:lnTo>
                <a:lnTo>
                  <a:pt x="507431" y="2278558"/>
                </a:lnTo>
                <a:lnTo>
                  <a:pt x="481380" y="2277748"/>
                </a:lnTo>
                <a:lnTo>
                  <a:pt x="463047" y="2274204"/>
                </a:lnTo>
                <a:lnTo>
                  <a:pt x="443878" y="2268605"/>
                </a:lnTo>
                <a:lnTo>
                  <a:pt x="425308" y="2260486"/>
                </a:lnTo>
                <a:lnTo>
                  <a:pt x="353071" y="2211126"/>
                </a:lnTo>
                <a:lnTo>
                  <a:pt x="344109" y="2203653"/>
                </a:lnTo>
                <a:lnTo>
                  <a:pt x="321553" y="2187792"/>
                </a:lnTo>
                <a:lnTo>
                  <a:pt x="288316" y="2163173"/>
                </a:lnTo>
                <a:lnTo>
                  <a:pt x="274885" y="2154685"/>
                </a:lnTo>
                <a:lnTo>
                  <a:pt x="254767" y="2143931"/>
                </a:lnTo>
                <a:lnTo>
                  <a:pt x="230729" y="2132522"/>
                </a:lnTo>
                <a:lnTo>
                  <a:pt x="206159" y="2124746"/>
                </a:lnTo>
                <a:lnTo>
                  <a:pt x="187646" y="2121022"/>
                </a:lnTo>
                <a:lnTo>
                  <a:pt x="180943" y="2120073"/>
                </a:lnTo>
                <a:lnTo>
                  <a:pt x="148221" y="2118952"/>
                </a:lnTo>
                <a:lnTo>
                  <a:pt x="145545" y="2119140"/>
                </a:lnTo>
                <a:lnTo>
                  <a:pt x="113765" y="2121448"/>
                </a:lnTo>
                <a:lnTo>
                  <a:pt x="86019" y="2126089"/>
                </a:lnTo>
                <a:lnTo>
                  <a:pt x="72744" y="2129714"/>
                </a:lnTo>
                <a:lnTo>
                  <a:pt x="51800" y="2138333"/>
                </a:lnTo>
                <a:lnTo>
                  <a:pt x="30184" y="2148596"/>
                </a:lnTo>
                <a:lnTo>
                  <a:pt x="12604" y="2164073"/>
                </a:lnTo>
                <a:lnTo>
                  <a:pt x="1768" y="2174467"/>
                </a:lnTo>
                <a:lnTo>
                  <a:pt x="0" y="2176071"/>
                </a:lnTo>
                <a:moveTo>
                  <a:pt x="768533" y="2208122"/>
                </a:moveTo>
                <a:lnTo>
                  <a:pt x="756625" y="2210569"/>
                </a:lnTo>
                <a:lnTo>
                  <a:pt x="722446" y="2219646"/>
                </a:lnTo>
                <a:lnTo>
                  <a:pt x="651503" y="2239108"/>
                </a:lnTo>
                <a:lnTo>
                  <a:pt x="616080" y="2250256"/>
                </a:lnTo>
                <a:lnTo>
                  <a:pt x="615237" y="2250526"/>
                </a:lnTo>
                <a:lnTo>
                  <a:pt x="611415" y="2251713"/>
                </a:lnTo>
                <a:moveTo>
                  <a:pt x="2312990" y="1936576"/>
                </a:moveTo>
                <a:lnTo>
                  <a:pt x="2287774" y="1988515"/>
                </a:lnTo>
                <a:lnTo>
                  <a:pt x="2287192" y="1999270"/>
                </a:lnTo>
                <a:lnTo>
                  <a:pt x="2288657" y="2005711"/>
                </a:lnTo>
                <a:lnTo>
                  <a:pt x="2405017" y="2025796"/>
                </a:lnTo>
                <a:lnTo>
                  <a:pt x="2411278" y="1987623"/>
                </a:lnTo>
                <a:lnTo>
                  <a:pt x="2415321" y="1962701"/>
                </a:lnTo>
                <a:moveTo>
                  <a:pt x="2356998" y="1868342"/>
                </a:moveTo>
                <a:lnTo>
                  <a:pt x="2336570" y="1895138"/>
                </a:lnTo>
                <a:lnTo>
                  <a:pt x="2318727" y="1925871"/>
                </a:lnTo>
                <a:moveTo>
                  <a:pt x="2468954" y="1861836"/>
                </a:moveTo>
                <a:lnTo>
                  <a:pt x="2413659" y="1798725"/>
                </a:lnTo>
                <a:lnTo>
                  <a:pt x="2364397" y="1858987"/>
                </a:lnTo>
                <a:moveTo>
                  <a:pt x="2476475" y="1864929"/>
                </a:moveTo>
                <a:lnTo>
                  <a:pt x="2496110" y="1852235"/>
                </a:lnTo>
                <a:lnTo>
                  <a:pt x="2515041" y="1843920"/>
                </a:lnTo>
                <a:moveTo>
                  <a:pt x="2418717" y="1951071"/>
                </a:moveTo>
                <a:lnTo>
                  <a:pt x="2440374" y="1903053"/>
                </a:lnTo>
                <a:lnTo>
                  <a:pt x="2468888" y="1871403"/>
                </a:lnTo>
                <a:moveTo>
                  <a:pt x="2707900" y="1829965"/>
                </a:moveTo>
                <a:lnTo>
                  <a:pt x="2742054" y="1825390"/>
                </a:lnTo>
                <a:lnTo>
                  <a:pt x="2763170" y="1819325"/>
                </a:lnTo>
                <a:lnTo>
                  <a:pt x="2774539" y="1809193"/>
                </a:lnTo>
                <a:lnTo>
                  <a:pt x="2751270" y="1695813"/>
                </a:lnTo>
                <a:lnTo>
                  <a:pt x="2749060" y="1691426"/>
                </a:lnTo>
                <a:lnTo>
                  <a:pt x="2745345" y="1687309"/>
                </a:lnTo>
                <a:lnTo>
                  <a:pt x="2689133" y="1683994"/>
                </a:lnTo>
                <a:lnTo>
                  <a:pt x="2639192" y="1678118"/>
                </a:lnTo>
                <a:moveTo>
                  <a:pt x="2525607" y="1839917"/>
                </a:moveTo>
                <a:lnTo>
                  <a:pt x="2563444" y="1827829"/>
                </a:lnTo>
                <a:lnTo>
                  <a:pt x="2606552" y="1826961"/>
                </a:lnTo>
                <a:lnTo>
                  <a:pt x="2695444" y="1830505"/>
                </a:lnTo>
                <a:moveTo>
                  <a:pt x="2694707" y="1905475"/>
                </a:moveTo>
                <a:lnTo>
                  <a:pt x="2614343" y="1900884"/>
                </a:lnTo>
                <a:lnTo>
                  <a:pt x="2592327" y="1901146"/>
                </a:lnTo>
                <a:lnTo>
                  <a:pt x="2579895" y="1901858"/>
                </a:lnTo>
                <a:lnTo>
                  <a:pt x="2568150" y="1905336"/>
                </a:lnTo>
                <a:lnTo>
                  <a:pt x="2547762" y="1912833"/>
                </a:lnTo>
                <a:lnTo>
                  <a:pt x="2532736" y="1921795"/>
                </a:lnTo>
                <a:lnTo>
                  <a:pt x="2518601" y="1932533"/>
                </a:lnTo>
                <a:lnTo>
                  <a:pt x="2506038" y="1948411"/>
                </a:lnTo>
                <a:lnTo>
                  <a:pt x="2492918" y="1972089"/>
                </a:lnTo>
                <a:lnTo>
                  <a:pt x="2490790" y="1980192"/>
                </a:lnTo>
                <a:moveTo>
                  <a:pt x="2844934" y="1887175"/>
                </a:moveTo>
                <a:lnTo>
                  <a:pt x="2818751" y="1893935"/>
                </a:lnTo>
                <a:lnTo>
                  <a:pt x="2814168" y="1894909"/>
                </a:lnTo>
                <a:lnTo>
                  <a:pt x="2803422" y="1897168"/>
                </a:lnTo>
                <a:lnTo>
                  <a:pt x="2771306" y="1902161"/>
                </a:lnTo>
                <a:lnTo>
                  <a:pt x="2768507" y="1902594"/>
                </a:lnTo>
                <a:lnTo>
                  <a:pt x="2733379" y="1906335"/>
                </a:lnTo>
                <a:lnTo>
                  <a:pt x="2706534" y="1905909"/>
                </a:lnTo>
                <a:moveTo>
                  <a:pt x="2978161" y="1849886"/>
                </a:moveTo>
                <a:lnTo>
                  <a:pt x="2856989" y="1883926"/>
                </a:lnTo>
                <a:moveTo>
                  <a:pt x="2495619" y="1786906"/>
                </a:moveTo>
                <a:lnTo>
                  <a:pt x="2516359" y="1835531"/>
                </a:lnTo>
                <a:moveTo>
                  <a:pt x="2627987" y="1676203"/>
                </a:moveTo>
                <a:lnTo>
                  <a:pt x="2517742" y="1651027"/>
                </a:lnTo>
                <a:lnTo>
                  <a:pt x="2508330" y="1654358"/>
                </a:lnTo>
                <a:lnTo>
                  <a:pt x="2458944" y="1745812"/>
                </a:lnTo>
                <a:lnTo>
                  <a:pt x="2478849" y="1762729"/>
                </a:lnTo>
                <a:lnTo>
                  <a:pt x="2490496" y="1778043"/>
                </a:lnTo>
                <a:moveTo>
                  <a:pt x="2565056" y="1754684"/>
                </a:moveTo>
                <a:lnTo>
                  <a:pt x="2649791" y="1759366"/>
                </a:lnTo>
                <a:lnTo>
                  <a:pt x="2685287" y="1759799"/>
                </a:lnTo>
                <a:lnTo>
                  <a:pt x="2688986" y="1761665"/>
                </a:lnTo>
                <a:lnTo>
                  <a:pt x="2691736" y="1767133"/>
                </a:lnTo>
                <a:lnTo>
                  <a:pt x="2699708" y="1823278"/>
                </a:lnTo>
                <a:moveTo>
                  <a:pt x="2500096" y="1780031"/>
                </a:moveTo>
                <a:lnTo>
                  <a:pt x="2527563" y="1765430"/>
                </a:lnTo>
                <a:lnTo>
                  <a:pt x="2555579" y="1756034"/>
                </a:lnTo>
                <a:moveTo>
                  <a:pt x="3057559" y="2115727"/>
                </a:moveTo>
                <a:lnTo>
                  <a:pt x="3007028" y="2110415"/>
                </a:lnTo>
                <a:lnTo>
                  <a:pt x="2999834" y="2108328"/>
                </a:lnTo>
                <a:lnTo>
                  <a:pt x="2997452" y="2102869"/>
                </a:lnTo>
                <a:lnTo>
                  <a:pt x="2998950" y="2031468"/>
                </a:lnTo>
                <a:moveTo>
                  <a:pt x="3148906" y="1930364"/>
                </a:moveTo>
                <a:lnTo>
                  <a:pt x="3140402" y="1955057"/>
                </a:lnTo>
                <a:lnTo>
                  <a:pt x="3133969" y="1983916"/>
                </a:lnTo>
                <a:lnTo>
                  <a:pt x="3133216" y="2028357"/>
                </a:lnTo>
                <a:lnTo>
                  <a:pt x="3131555" y="2125074"/>
                </a:lnTo>
                <a:lnTo>
                  <a:pt x="3069263" y="2117086"/>
                </a:lnTo>
                <a:moveTo>
                  <a:pt x="3193864" y="1865175"/>
                </a:moveTo>
                <a:lnTo>
                  <a:pt x="3172715" y="1894451"/>
                </a:lnTo>
                <a:lnTo>
                  <a:pt x="3153981" y="1920412"/>
                </a:lnTo>
                <a:moveTo>
                  <a:pt x="3586941" y="2171447"/>
                </a:moveTo>
                <a:lnTo>
                  <a:pt x="3584019" y="2171897"/>
                </a:lnTo>
                <a:lnTo>
                  <a:pt x="3579648" y="2172601"/>
                </a:lnTo>
                <a:lnTo>
                  <a:pt x="3517282" y="2164048"/>
                </a:lnTo>
                <a:lnTo>
                  <a:pt x="3461497" y="2158491"/>
                </a:lnTo>
                <a:lnTo>
                  <a:pt x="3456766" y="2156830"/>
                </a:lnTo>
                <a:lnTo>
                  <a:pt x="3454745" y="2152942"/>
                </a:lnTo>
                <a:lnTo>
                  <a:pt x="3449523" y="2106249"/>
                </a:lnTo>
                <a:lnTo>
                  <a:pt x="3444187" y="2099775"/>
                </a:lnTo>
                <a:lnTo>
                  <a:pt x="3438646" y="2097025"/>
                </a:lnTo>
                <a:lnTo>
                  <a:pt x="3411490" y="2099047"/>
                </a:lnTo>
                <a:lnTo>
                  <a:pt x="3369929" y="2102141"/>
                </a:lnTo>
                <a:lnTo>
                  <a:pt x="3328155" y="2104776"/>
                </a:lnTo>
                <a:lnTo>
                  <a:pt x="3302562" y="2109662"/>
                </a:lnTo>
                <a:lnTo>
                  <a:pt x="3287380" y="2116308"/>
                </a:lnTo>
                <a:lnTo>
                  <a:pt x="3281855" y="2118723"/>
                </a:lnTo>
                <a:lnTo>
                  <a:pt x="3273261" y="2123502"/>
                </a:lnTo>
                <a:lnTo>
                  <a:pt x="3267737" y="2125638"/>
                </a:lnTo>
                <a:lnTo>
                  <a:pt x="3250034" y="2131900"/>
                </a:lnTo>
                <a:lnTo>
                  <a:pt x="3227265" y="2134240"/>
                </a:lnTo>
                <a:lnTo>
                  <a:pt x="3220340" y="2134658"/>
                </a:lnTo>
                <a:lnTo>
                  <a:pt x="3214276" y="2133733"/>
                </a:lnTo>
                <a:lnTo>
                  <a:pt x="3210724" y="2131507"/>
                </a:lnTo>
                <a:lnTo>
                  <a:pt x="3209471" y="2122610"/>
                </a:lnTo>
                <a:lnTo>
                  <a:pt x="3211117" y="2030199"/>
                </a:lnTo>
                <a:lnTo>
                  <a:pt x="3211616" y="2013740"/>
                </a:lnTo>
                <a:lnTo>
                  <a:pt x="3213310" y="2004426"/>
                </a:lnTo>
                <a:moveTo>
                  <a:pt x="3064933" y="2111553"/>
                </a:moveTo>
                <a:lnTo>
                  <a:pt x="3068084" y="1917351"/>
                </a:lnTo>
                <a:lnTo>
                  <a:pt x="3081589" y="1909633"/>
                </a:lnTo>
                <a:lnTo>
                  <a:pt x="3126481" y="1917155"/>
                </a:lnTo>
                <a:lnTo>
                  <a:pt x="3146189" y="1924586"/>
                </a:lnTo>
                <a:moveTo>
                  <a:pt x="2619328" y="1491143"/>
                </a:moveTo>
                <a:lnTo>
                  <a:pt x="2560989" y="1493165"/>
                </a:lnTo>
                <a:lnTo>
                  <a:pt x="2557428" y="1494073"/>
                </a:lnTo>
                <a:lnTo>
                  <a:pt x="2554629" y="1496438"/>
                </a:lnTo>
                <a:lnTo>
                  <a:pt x="2552755" y="1499614"/>
                </a:lnTo>
                <a:lnTo>
                  <a:pt x="2544194" y="1544162"/>
                </a:lnTo>
                <a:lnTo>
                  <a:pt x="2544227" y="1546888"/>
                </a:lnTo>
                <a:lnTo>
                  <a:pt x="2545070" y="1549801"/>
                </a:lnTo>
                <a:lnTo>
                  <a:pt x="2546977" y="1552445"/>
                </a:lnTo>
                <a:lnTo>
                  <a:pt x="2549146" y="1553935"/>
                </a:lnTo>
                <a:lnTo>
                  <a:pt x="2552051" y="1555105"/>
                </a:lnTo>
                <a:lnTo>
                  <a:pt x="2612625" y="1566833"/>
                </a:lnTo>
                <a:moveTo>
                  <a:pt x="2624214" y="1569109"/>
                </a:moveTo>
                <a:lnTo>
                  <a:pt x="2657942" y="1575844"/>
                </a:lnTo>
                <a:lnTo>
                  <a:pt x="2668492" y="1578062"/>
                </a:lnTo>
                <a:lnTo>
                  <a:pt x="2678805" y="1580591"/>
                </a:lnTo>
                <a:lnTo>
                  <a:pt x="2693095" y="1583996"/>
                </a:lnTo>
                <a:lnTo>
                  <a:pt x="2707958" y="1586918"/>
                </a:lnTo>
                <a:lnTo>
                  <a:pt x="2717755" y="1588440"/>
                </a:lnTo>
                <a:lnTo>
                  <a:pt x="2726013" y="1589463"/>
                </a:lnTo>
                <a:lnTo>
                  <a:pt x="2735671" y="1590200"/>
                </a:lnTo>
                <a:lnTo>
                  <a:pt x="2744698" y="1590601"/>
                </a:lnTo>
                <a:lnTo>
                  <a:pt x="2756631" y="1590912"/>
                </a:lnTo>
                <a:lnTo>
                  <a:pt x="2767721" y="1590879"/>
                </a:lnTo>
                <a:lnTo>
                  <a:pt x="2776217" y="1590487"/>
                </a:lnTo>
                <a:lnTo>
                  <a:pt x="2780587" y="1589553"/>
                </a:lnTo>
                <a:lnTo>
                  <a:pt x="2783525" y="1588039"/>
                </a:lnTo>
                <a:lnTo>
                  <a:pt x="2785301" y="1585960"/>
                </a:lnTo>
                <a:lnTo>
                  <a:pt x="2786357" y="1584176"/>
                </a:lnTo>
                <a:lnTo>
                  <a:pt x="2787347" y="1582138"/>
                </a:lnTo>
                <a:lnTo>
                  <a:pt x="2787855" y="1579634"/>
                </a:lnTo>
                <a:lnTo>
                  <a:pt x="2787732" y="1577195"/>
                </a:lnTo>
                <a:lnTo>
                  <a:pt x="2786930" y="1573160"/>
                </a:lnTo>
                <a:lnTo>
                  <a:pt x="2774236" y="1534603"/>
                </a:lnTo>
                <a:lnTo>
                  <a:pt x="2773074" y="1531992"/>
                </a:lnTo>
                <a:lnTo>
                  <a:pt x="2771887" y="1530281"/>
                </a:lnTo>
                <a:lnTo>
                  <a:pt x="2770389" y="1528784"/>
                </a:lnTo>
                <a:lnTo>
                  <a:pt x="2769055" y="1528055"/>
                </a:lnTo>
                <a:lnTo>
                  <a:pt x="2767516" y="1527359"/>
                </a:lnTo>
                <a:lnTo>
                  <a:pt x="2765176" y="1526713"/>
                </a:lnTo>
                <a:lnTo>
                  <a:pt x="2707360" y="1518021"/>
                </a:lnTo>
                <a:lnTo>
                  <a:pt x="2705658" y="1517554"/>
                </a:lnTo>
                <a:lnTo>
                  <a:pt x="2703800" y="1516630"/>
                </a:lnTo>
                <a:lnTo>
                  <a:pt x="2702089" y="1515443"/>
                </a:lnTo>
                <a:lnTo>
                  <a:pt x="2701001" y="1514248"/>
                </a:lnTo>
                <a:lnTo>
                  <a:pt x="2700207" y="1512758"/>
                </a:lnTo>
                <a:lnTo>
                  <a:pt x="2699683" y="1511285"/>
                </a:lnTo>
                <a:lnTo>
                  <a:pt x="2699217" y="1508789"/>
                </a:lnTo>
                <a:lnTo>
                  <a:pt x="2696655" y="1407186"/>
                </a:lnTo>
                <a:lnTo>
                  <a:pt x="2696385" y="1404019"/>
                </a:lnTo>
                <a:lnTo>
                  <a:pt x="2695460" y="1401073"/>
                </a:lnTo>
                <a:lnTo>
                  <a:pt x="2694020" y="1399100"/>
                </a:lnTo>
                <a:lnTo>
                  <a:pt x="2690026" y="1396260"/>
                </a:lnTo>
                <a:lnTo>
                  <a:pt x="2687701" y="1395335"/>
                </a:lnTo>
                <a:lnTo>
                  <a:pt x="2631269" y="1380055"/>
                </a:lnTo>
                <a:moveTo>
                  <a:pt x="2617306" y="1260225"/>
                </a:moveTo>
                <a:lnTo>
                  <a:pt x="2573192" y="1261240"/>
                </a:lnTo>
                <a:lnTo>
                  <a:pt x="2570712" y="1261068"/>
                </a:lnTo>
                <a:lnTo>
                  <a:pt x="2568813" y="1260430"/>
                </a:lnTo>
                <a:lnTo>
                  <a:pt x="2566816" y="1259448"/>
                </a:lnTo>
                <a:lnTo>
                  <a:pt x="2565613" y="1258392"/>
                </a:lnTo>
                <a:lnTo>
                  <a:pt x="2564631" y="1256927"/>
                </a:lnTo>
                <a:lnTo>
                  <a:pt x="2564082" y="1255315"/>
                </a:lnTo>
                <a:lnTo>
                  <a:pt x="2563665" y="1253170"/>
                </a:lnTo>
                <a:lnTo>
                  <a:pt x="2563608" y="1251222"/>
                </a:lnTo>
                <a:lnTo>
                  <a:pt x="2567708" y="1227888"/>
                </a:lnTo>
                <a:moveTo>
                  <a:pt x="2569754" y="1216299"/>
                </a:moveTo>
                <a:lnTo>
                  <a:pt x="2572987" y="1198203"/>
                </a:lnTo>
                <a:lnTo>
                  <a:pt x="2573863" y="1195420"/>
                </a:lnTo>
                <a:lnTo>
                  <a:pt x="2574992" y="1193661"/>
                </a:lnTo>
                <a:lnTo>
                  <a:pt x="2576588" y="1192319"/>
                </a:lnTo>
                <a:lnTo>
                  <a:pt x="2578323" y="1191426"/>
                </a:lnTo>
                <a:lnTo>
                  <a:pt x="2580607" y="1190944"/>
                </a:lnTo>
                <a:lnTo>
                  <a:pt x="2582604" y="1190804"/>
                </a:lnTo>
                <a:lnTo>
                  <a:pt x="2614941" y="1193694"/>
                </a:lnTo>
                <a:moveTo>
                  <a:pt x="3031581" y="1432452"/>
                </a:moveTo>
                <a:lnTo>
                  <a:pt x="3058967" y="1413349"/>
                </a:lnTo>
                <a:moveTo>
                  <a:pt x="2852905" y="1308817"/>
                </a:moveTo>
                <a:lnTo>
                  <a:pt x="2851326" y="1334402"/>
                </a:lnTo>
                <a:lnTo>
                  <a:pt x="2849083" y="1367647"/>
                </a:lnTo>
                <a:lnTo>
                  <a:pt x="2849239" y="1381487"/>
                </a:lnTo>
                <a:lnTo>
                  <a:pt x="2854092" y="1391734"/>
                </a:lnTo>
                <a:lnTo>
                  <a:pt x="2864020" y="1408111"/>
                </a:lnTo>
                <a:lnTo>
                  <a:pt x="2873890" y="1431470"/>
                </a:lnTo>
                <a:lnTo>
                  <a:pt x="2879333" y="1450949"/>
                </a:lnTo>
                <a:lnTo>
                  <a:pt x="2881592" y="1454419"/>
                </a:lnTo>
                <a:lnTo>
                  <a:pt x="2885578" y="1456048"/>
                </a:lnTo>
                <a:lnTo>
                  <a:pt x="3008509" y="1445915"/>
                </a:lnTo>
                <a:moveTo>
                  <a:pt x="2856637" y="1267272"/>
                </a:moveTo>
                <a:lnTo>
                  <a:pt x="2853847" y="1296933"/>
                </a:lnTo>
                <a:moveTo>
                  <a:pt x="3243331" y="1292587"/>
                </a:moveTo>
                <a:lnTo>
                  <a:pt x="3235850" y="1283731"/>
                </a:lnTo>
                <a:lnTo>
                  <a:pt x="3224891" y="1272355"/>
                </a:lnTo>
                <a:lnTo>
                  <a:pt x="3205453" y="1264121"/>
                </a:lnTo>
                <a:lnTo>
                  <a:pt x="3189534" y="1261649"/>
                </a:lnTo>
                <a:lnTo>
                  <a:pt x="3176602" y="1261306"/>
                </a:lnTo>
                <a:lnTo>
                  <a:pt x="3152982" y="1264563"/>
                </a:lnTo>
                <a:moveTo>
                  <a:pt x="3278033" y="1348528"/>
                </a:moveTo>
                <a:lnTo>
                  <a:pt x="3251483" y="1302687"/>
                </a:lnTo>
                <a:moveTo>
                  <a:pt x="3371476" y="1646509"/>
                </a:moveTo>
                <a:lnTo>
                  <a:pt x="3358364" y="1651878"/>
                </a:lnTo>
                <a:lnTo>
                  <a:pt x="3339433" y="1667241"/>
                </a:lnTo>
                <a:lnTo>
                  <a:pt x="3274252" y="1733445"/>
                </a:lnTo>
                <a:lnTo>
                  <a:pt x="3265355" y="1739076"/>
                </a:lnTo>
                <a:lnTo>
                  <a:pt x="3262884" y="1740607"/>
                </a:lnTo>
                <a:lnTo>
                  <a:pt x="3254151" y="1739191"/>
                </a:lnTo>
                <a:lnTo>
                  <a:pt x="3218491" y="1693652"/>
                </a:lnTo>
                <a:lnTo>
                  <a:pt x="3304354" y="1607829"/>
                </a:lnTo>
                <a:lnTo>
                  <a:pt x="3338860" y="1586312"/>
                </a:lnTo>
                <a:lnTo>
                  <a:pt x="3358282" y="1582539"/>
                </a:lnTo>
                <a:moveTo>
                  <a:pt x="3400269" y="1639626"/>
                </a:moveTo>
                <a:lnTo>
                  <a:pt x="3383490" y="1642867"/>
                </a:lnTo>
                <a:moveTo>
                  <a:pt x="3334563" y="1516335"/>
                </a:moveTo>
                <a:lnTo>
                  <a:pt x="3298650" y="1527900"/>
                </a:lnTo>
                <a:lnTo>
                  <a:pt x="3274841" y="1542403"/>
                </a:lnTo>
                <a:lnTo>
                  <a:pt x="3198668" y="1610710"/>
                </a:lnTo>
                <a:lnTo>
                  <a:pt x="3193733" y="1612536"/>
                </a:lnTo>
                <a:lnTo>
                  <a:pt x="3189673" y="1612667"/>
                </a:lnTo>
                <a:lnTo>
                  <a:pt x="3186849" y="1611676"/>
                </a:lnTo>
                <a:lnTo>
                  <a:pt x="3149471" y="1570271"/>
                </a:lnTo>
                <a:lnTo>
                  <a:pt x="3149438" y="1564640"/>
                </a:lnTo>
                <a:lnTo>
                  <a:pt x="3151050" y="1559803"/>
                </a:lnTo>
                <a:lnTo>
                  <a:pt x="3245230" y="1480716"/>
                </a:lnTo>
                <a:lnTo>
                  <a:pt x="3284057" y="1460050"/>
                </a:lnTo>
                <a:lnTo>
                  <a:pt x="3310255" y="1448428"/>
                </a:lnTo>
                <a:moveTo>
                  <a:pt x="3391568" y="1501120"/>
                </a:moveTo>
                <a:lnTo>
                  <a:pt x="3346284" y="1512922"/>
                </a:lnTo>
                <a:moveTo>
                  <a:pt x="3043121" y="985079"/>
                </a:moveTo>
                <a:lnTo>
                  <a:pt x="3043850" y="1014396"/>
                </a:lnTo>
                <a:lnTo>
                  <a:pt x="3045315" y="1022760"/>
                </a:lnTo>
                <a:lnTo>
                  <a:pt x="3054203" y="1054467"/>
                </a:lnTo>
                <a:lnTo>
                  <a:pt x="3057305" y="1057233"/>
                </a:lnTo>
                <a:lnTo>
                  <a:pt x="3061471" y="1057700"/>
                </a:lnTo>
                <a:lnTo>
                  <a:pt x="3117756" y="1058576"/>
                </a:lnTo>
                <a:moveTo>
                  <a:pt x="2540265" y="850575"/>
                </a:moveTo>
                <a:lnTo>
                  <a:pt x="2530600" y="865634"/>
                </a:lnTo>
                <a:lnTo>
                  <a:pt x="2529126" y="870201"/>
                </a:lnTo>
                <a:lnTo>
                  <a:pt x="2528406" y="874040"/>
                </a:lnTo>
                <a:lnTo>
                  <a:pt x="2529609" y="878647"/>
                </a:lnTo>
                <a:lnTo>
                  <a:pt x="2533358" y="882412"/>
                </a:lnTo>
                <a:lnTo>
                  <a:pt x="2536280" y="884066"/>
                </a:lnTo>
                <a:lnTo>
                  <a:pt x="2586344" y="912359"/>
                </a:lnTo>
                <a:moveTo>
                  <a:pt x="2547034" y="839018"/>
                </a:moveTo>
                <a:lnTo>
                  <a:pt x="2546306" y="840352"/>
                </a:lnTo>
                <a:moveTo>
                  <a:pt x="2568584" y="762673"/>
                </a:moveTo>
                <a:lnTo>
                  <a:pt x="2558157" y="811502"/>
                </a:lnTo>
                <a:lnTo>
                  <a:pt x="2554883" y="823598"/>
                </a:lnTo>
                <a:lnTo>
                  <a:pt x="2552477" y="828501"/>
                </a:lnTo>
                <a:moveTo>
                  <a:pt x="2596493" y="918195"/>
                </a:moveTo>
                <a:lnTo>
                  <a:pt x="2610137" y="926183"/>
                </a:lnTo>
                <a:lnTo>
                  <a:pt x="2617707" y="930635"/>
                </a:lnTo>
                <a:lnTo>
                  <a:pt x="2630017" y="935898"/>
                </a:lnTo>
                <a:lnTo>
                  <a:pt x="2641581" y="940162"/>
                </a:lnTo>
                <a:lnTo>
                  <a:pt x="2647638" y="941644"/>
                </a:lnTo>
                <a:lnTo>
                  <a:pt x="2651035" y="941603"/>
                </a:lnTo>
                <a:lnTo>
                  <a:pt x="2654816" y="938607"/>
                </a:lnTo>
                <a:lnTo>
                  <a:pt x="2680286" y="910387"/>
                </a:lnTo>
                <a:moveTo>
                  <a:pt x="2764930" y="622014"/>
                </a:moveTo>
                <a:lnTo>
                  <a:pt x="2762499" y="593033"/>
                </a:lnTo>
                <a:lnTo>
                  <a:pt x="2762205" y="588466"/>
                </a:lnTo>
                <a:lnTo>
                  <a:pt x="2760846" y="582868"/>
                </a:lnTo>
                <a:lnTo>
                  <a:pt x="2754642" y="577687"/>
                </a:lnTo>
                <a:lnTo>
                  <a:pt x="2723549" y="566433"/>
                </a:lnTo>
                <a:lnTo>
                  <a:pt x="2716953" y="564453"/>
                </a:lnTo>
                <a:lnTo>
                  <a:pt x="2704520" y="563716"/>
                </a:lnTo>
                <a:lnTo>
                  <a:pt x="2696974" y="563266"/>
                </a:lnTo>
                <a:moveTo>
                  <a:pt x="2768875" y="668960"/>
                </a:moveTo>
                <a:lnTo>
                  <a:pt x="2765920" y="633767"/>
                </a:lnTo>
                <a:moveTo>
                  <a:pt x="2773606" y="696730"/>
                </a:moveTo>
                <a:lnTo>
                  <a:pt x="2770397" y="680296"/>
                </a:lnTo>
                <a:moveTo>
                  <a:pt x="2775946" y="738087"/>
                </a:moveTo>
                <a:lnTo>
                  <a:pt x="2774891" y="708238"/>
                </a:lnTo>
                <a:moveTo>
                  <a:pt x="2773475" y="788340"/>
                </a:moveTo>
                <a:lnTo>
                  <a:pt x="2775865" y="753866"/>
                </a:lnTo>
                <a:moveTo>
                  <a:pt x="2743790" y="844068"/>
                </a:moveTo>
                <a:lnTo>
                  <a:pt x="2752555" y="836104"/>
                </a:lnTo>
                <a:lnTo>
                  <a:pt x="2760871" y="823508"/>
                </a:lnTo>
                <a:lnTo>
                  <a:pt x="2768826" y="808253"/>
                </a:lnTo>
                <a:lnTo>
                  <a:pt x="2771461" y="799569"/>
                </a:lnTo>
                <a:moveTo>
                  <a:pt x="2688266" y="901687"/>
                </a:moveTo>
                <a:lnTo>
                  <a:pt x="2716093" y="871895"/>
                </a:lnTo>
                <a:lnTo>
                  <a:pt x="2734836" y="852694"/>
                </a:lnTo>
                <a:moveTo>
                  <a:pt x="2693471" y="912703"/>
                </a:moveTo>
                <a:lnTo>
                  <a:pt x="2688520" y="908153"/>
                </a:lnTo>
                <a:moveTo>
                  <a:pt x="2514443" y="651429"/>
                </a:moveTo>
                <a:lnTo>
                  <a:pt x="2511947" y="662732"/>
                </a:lnTo>
                <a:lnTo>
                  <a:pt x="2510638" y="675893"/>
                </a:lnTo>
                <a:lnTo>
                  <a:pt x="2512471" y="687261"/>
                </a:lnTo>
                <a:lnTo>
                  <a:pt x="2514632" y="697664"/>
                </a:lnTo>
                <a:lnTo>
                  <a:pt x="2517472" y="709817"/>
                </a:lnTo>
                <a:lnTo>
                  <a:pt x="2522636" y="720834"/>
                </a:lnTo>
                <a:lnTo>
                  <a:pt x="2529593" y="730303"/>
                </a:lnTo>
                <a:moveTo>
                  <a:pt x="2528840" y="581902"/>
                </a:moveTo>
                <a:lnTo>
                  <a:pt x="2527645" y="597338"/>
                </a:lnTo>
                <a:lnTo>
                  <a:pt x="2524191" y="616146"/>
                </a:lnTo>
                <a:lnTo>
                  <a:pt x="2517324" y="639955"/>
                </a:lnTo>
                <a:moveTo>
                  <a:pt x="2529478" y="572097"/>
                </a:moveTo>
                <a:lnTo>
                  <a:pt x="2529470" y="572261"/>
                </a:lnTo>
                <a:moveTo>
                  <a:pt x="2529036" y="737039"/>
                </a:moveTo>
                <a:lnTo>
                  <a:pt x="2518257" y="747032"/>
                </a:lnTo>
                <a:lnTo>
                  <a:pt x="2505490" y="758368"/>
                </a:lnTo>
                <a:lnTo>
                  <a:pt x="2491551" y="767780"/>
                </a:lnTo>
                <a:lnTo>
                  <a:pt x="2477384" y="774352"/>
                </a:lnTo>
                <a:lnTo>
                  <a:pt x="2458936" y="778117"/>
                </a:lnTo>
                <a:lnTo>
                  <a:pt x="2452945" y="778625"/>
                </a:lnTo>
                <a:lnTo>
                  <a:pt x="2448550" y="777945"/>
                </a:lnTo>
                <a:lnTo>
                  <a:pt x="2444932" y="775866"/>
                </a:lnTo>
                <a:lnTo>
                  <a:pt x="2443124" y="771013"/>
                </a:lnTo>
                <a:lnTo>
                  <a:pt x="2437599" y="724517"/>
                </a:lnTo>
                <a:moveTo>
                  <a:pt x="2565678" y="754685"/>
                </a:moveTo>
                <a:lnTo>
                  <a:pt x="2562969" y="754079"/>
                </a:lnTo>
                <a:lnTo>
                  <a:pt x="2552002" y="748080"/>
                </a:lnTo>
                <a:lnTo>
                  <a:pt x="2541919" y="741508"/>
                </a:lnTo>
                <a:lnTo>
                  <a:pt x="2539218" y="737939"/>
                </a:lnTo>
                <a:moveTo>
                  <a:pt x="2629796" y="753089"/>
                </a:moveTo>
                <a:lnTo>
                  <a:pt x="2619647" y="755225"/>
                </a:lnTo>
                <a:lnTo>
                  <a:pt x="2593808" y="758998"/>
                </a:lnTo>
                <a:lnTo>
                  <a:pt x="2583259" y="757852"/>
                </a:lnTo>
                <a:lnTo>
                  <a:pt x="2576940" y="756846"/>
                </a:lnTo>
                <a:moveTo>
                  <a:pt x="2694437" y="745600"/>
                </a:moveTo>
                <a:lnTo>
                  <a:pt x="2678125" y="745142"/>
                </a:lnTo>
                <a:lnTo>
                  <a:pt x="2666119" y="746296"/>
                </a:lnTo>
                <a:lnTo>
                  <a:pt x="2641360" y="750822"/>
                </a:lnTo>
                <a:moveTo>
                  <a:pt x="2768932" y="746369"/>
                </a:moveTo>
                <a:lnTo>
                  <a:pt x="2706100" y="745813"/>
                </a:lnTo>
                <a:moveTo>
                  <a:pt x="2546322" y="830531"/>
                </a:moveTo>
                <a:lnTo>
                  <a:pt x="2534806" y="824646"/>
                </a:lnTo>
                <a:lnTo>
                  <a:pt x="2529920" y="823672"/>
                </a:lnTo>
                <a:lnTo>
                  <a:pt x="2526213" y="826807"/>
                </a:lnTo>
                <a:lnTo>
                  <a:pt x="2524003" y="830531"/>
                </a:lnTo>
                <a:lnTo>
                  <a:pt x="2525132" y="834991"/>
                </a:lnTo>
                <a:lnTo>
                  <a:pt x="2527964" y="837463"/>
                </a:lnTo>
                <a:lnTo>
                  <a:pt x="2538735" y="844191"/>
                </a:lnTo>
                <a:moveTo>
                  <a:pt x="2756631" y="527810"/>
                </a:moveTo>
                <a:lnTo>
                  <a:pt x="2762949" y="531281"/>
                </a:lnTo>
                <a:lnTo>
                  <a:pt x="2779638" y="540145"/>
                </a:lnTo>
                <a:lnTo>
                  <a:pt x="2796629" y="552912"/>
                </a:lnTo>
                <a:lnTo>
                  <a:pt x="2807105" y="562546"/>
                </a:lnTo>
                <a:lnTo>
                  <a:pt x="2817720" y="574061"/>
                </a:lnTo>
                <a:lnTo>
                  <a:pt x="2827632" y="588425"/>
                </a:lnTo>
                <a:lnTo>
                  <a:pt x="2835268" y="602838"/>
                </a:lnTo>
                <a:lnTo>
                  <a:pt x="2844516" y="627580"/>
                </a:lnTo>
                <a:lnTo>
                  <a:pt x="2852095" y="663886"/>
                </a:lnTo>
                <a:lnTo>
                  <a:pt x="2848608" y="741271"/>
                </a:lnTo>
                <a:moveTo>
                  <a:pt x="2543482" y="566793"/>
                </a:moveTo>
                <a:lnTo>
                  <a:pt x="2536558" y="567104"/>
                </a:lnTo>
                <a:moveTo>
                  <a:pt x="2685058" y="562775"/>
                </a:moveTo>
                <a:lnTo>
                  <a:pt x="2626334" y="561400"/>
                </a:lnTo>
                <a:lnTo>
                  <a:pt x="2622364" y="561817"/>
                </a:lnTo>
                <a:lnTo>
                  <a:pt x="2617855" y="564690"/>
                </a:lnTo>
                <a:lnTo>
                  <a:pt x="2615948" y="570452"/>
                </a:lnTo>
                <a:lnTo>
                  <a:pt x="2615620" y="574405"/>
                </a:lnTo>
                <a:lnTo>
                  <a:pt x="2610292" y="599368"/>
                </a:lnTo>
                <a:moveTo>
                  <a:pt x="2827255" y="469193"/>
                </a:moveTo>
                <a:lnTo>
                  <a:pt x="2798552" y="451662"/>
                </a:lnTo>
                <a:moveTo>
                  <a:pt x="2888091" y="496799"/>
                </a:moveTo>
                <a:lnTo>
                  <a:pt x="2837748" y="475413"/>
                </a:lnTo>
                <a:moveTo>
                  <a:pt x="2936109" y="519855"/>
                </a:moveTo>
                <a:lnTo>
                  <a:pt x="2928571" y="515010"/>
                </a:lnTo>
                <a:lnTo>
                  <a:pt x="2899050" y="501628"/>
                </a:lnTo>
                <a:moveTo>
                  <a:pt x="2948099" y="578702"/>
                </a:moveTo>
                <a:lnTo>
                  <a:pt x="2949450" y="528138"/>
                </a:lnTo>
                <a:lnTo>
                  <a:pt x="2946184" y="526149"/>
                </a:lnTo>
                <a:moveTo>
                  <a:pt x="2946405" y="633301"/>
                </a:moveTo>
                <a:lnTo>
                  <a:pt x="2947756" y="590487"/>
                </a:lnTo>
                <a:moveTo>
                  <a:pt x="2945390" y="661062"/>
                </a:moveTo>
                <a:lnTo>
                  <a:pt x="2945996" y="645111"/>
                </a:lnTo>
                <a:moveTo>
                  <a:pt x="2910933" y="715579"/>
                </a:moveTo>
                <a:lnTo>
                  <a:pt x="2932009" y="695053"/>
                </a:lnTo>
                <a:lnTo>
                  <a:pt x="2938867" y="682195"/>
                </a:lnTo>
                <a:lnTo>
                  <a:pt x="2943180" y="671694"/>
                </a:lnTo>
                <a:moveTo>
                  <a:pt x="2859936" y="749578"/>
                </a:moveTo>
                <a:lnTo>
                  <a:pt x="2881887" y="741516"/>
                </a:lnTo>
                <a:lnTo>
                  <a:pt x="2902135" y="723715"/>
                </a:lnTo>
                <a:moveTo>
                  <a:pt x="3024166" y="216914"/>
                </a:moveTo>
                <a:lnTo>
                  <a:pt x="3032244" y="201421"/>
                </a:lnTo>
                <a:lnTo>
                  <a:pt x="3034495" y="162503"/>
                </a:lnTo>
                <a:lnTo>
                  <a:pt x="3029813" y="73464"/>
                </a:lnTo>
                <a:lnTo>
                  <a:pt x="2938720" y="73661"/>
                </a:lnTo>
                <a:moveTo>
                  <a:pt x="3018519" y="247344"/>
                </a:moveTo>
                <a:lnTo>
                  <a:pt x="3021203" y="226907"/>
                </a:lnTo>
                <a:moveTo>
                  <a:pt x="2946127" y="306321"/>
                </a:moveTo>
                <a:lnTo>
                  <a:pt x="2923750" y="315038"/>
                </a:lnTo>
                <a:lnTo>
                  <a:pt x="2891995" y="332905"/>
                </a:lnTo>
                <a:lnTo>
                  <a:pt x="2859658" y="357917"/>
                </a:lnTo>
                <a:lnTo>
                  <a:pt x="2848273" y="368229"/>
                </a:lnTo>
                <a:lnTo>
                  <a:pt x="2838411" y="377158"/>
                </a:lnTo>
                <a:lnTo>
                  <a:pt x="2832428" y="385130"/>
                </a:lnTo>
                <a:moveTo>
                  <a:pt x="3072029" y="295256"/>
                </a:moveTo>
                <a:lnTo>
                  <a:pt x="3043915" y="292211"/>
                </a:lnTo>
                <a:lnTo>
                  <a:pt x="3019378" y="291999"/>
                </a:lnTo>
                <a:lnTo>
                  <a:pt x="2998229" y="292686"/>
                </a:lnTo>
                <a:lnTo>
                  <a:pt x="2956922" y="302908"/>
                </a:lnTo>
                <a:moveTo>
                  <a:pt x="3138561" y="314735"/>
                </a:moveTo>
                <a:lnTo>
                  <a:pt x="3120359" y="306657"/>
                </a:lnTo>
                <a:lnTo>
                  <a:pt x="3102230" y="301476"/>
                </a:lnTo>
                <a:lnTo>
                  <a:pt x="3083455" y="297188"/>
                </a:lnTo>
                <a:moveTo>
                  <a:pt x="3198733" y="354078"/>
                </a:moveTo>
                <a:lnTo>
                  <a:pt x="3179631" y="340369"/>
                </a:lnTo>
                <a:lnTo>
                  <a:pt x="3165390" y="329033"/>
                </a:lnTo>
                <a:lnTo>
                  <a:pt x="3149045" y="319932"/>
                </a:lnTo>
                <a:moveTo>
                  <a:pt x="3242815" y="404175"/>
                </a:moveTo>
                <a:lnTo>
                  <a:pt x="3224686" y="382912"/>
                </a:lnTo>
                <a:lnTo>
                  <a:pt x="3219162" y="376430"/>
                </a:lnTo>
                <a:lnTo>
                  <a:pt x="3207155" y="361829"/>
                </a:lnTo>
                <a:moveTo>
                  <a:pt x="3715691" y="296574"/>
                </a:moveTo>
                <a:lnTo>
                  <a:pt x="3706418" y="296181"/>
                </a:lnTo>
                <a:lnTo>
                  <a:pt x="3704192" y="296295"/>
                </a:lnTo>
                <a:lnTo>
                  <a:pt x="3655273" y="298775"/>
                </a:lnTo>
                <a:lnTo>
                  <a:pt x="3617092" y="300142"/>
                </a:lnTo>
                <a:lnTo>
                  <a:pt x="3581695" y="301419"/>
                </a:lnTo>
                <a:lnTo>
                  <a:pt x="3559351" y="306804"/>
                </a:lnTo>
                <a:lnTo>
                  <a:pt x="3545052" y="310708"/>
                </a:lnTo>
                <a:lnTo>
                  <a:pt x="3536745" y="313982"/>
                </a:lnTo>
                <a:lnTo>
                  <a:pt x="3505325" y="326136"/>
                </a:lnTo>
                <a:lnTo>
                  <a:pt x="3494243" y="334869"/>
                </a:lnTo>
                <a:lnTo>
                  <a:pt x="3476401" y="348922"/>
                </a:lnTo>
                <a:lnTo>
                  <a:pt x="3327058" y="476723"/>
                </a:lnTo>
                <a:lnTo>
                  <a:pt x="3304305" y="496186"/>
                </a:lnTo>
                <a:moveTo>
                  <a:pt x="3294697" y="841735"/>
                </a:moveTo>
                <a:lnTo>
                  <a:pt x="3349099" y="837389"/>
                </a:lnTo>
                <a:lnTo>
                  <a:pt x="3386887" y="834206"/>
                </a:lnTo>
                <a:lnTo>
                  <a:pt x="3423987" y="831898"/>
                </a:lnTo>
                <a:moveTo>
                  <a:pt x="3294656" y="504747"/>
                </a:moveTo>
                <a:lnTo>
                  <a:pt x="3270045" y="527352"/>
                </a:lnTo>
                <a:lnTo>
                  <a:pt x="3243593" y="551644"/>
                </a:lnTo>
                <a:moveTo>
                  <a:pt x="3254691" y="844264"/>
                </a:moveTo>
                <a:lnTo>
                  <a:pt x="3282862" y="842562"/>
                </a:lnTo>
                <a:moveTo>
                  <a:pt x="3191310" y="829090"/>
                </a:moveTo>
                <a:lnTo>
                  <a:pt x="3201934" y="835769"/>
                </a:lnTo>
                <a:lnTo>
                  <a:pt x="3222960" y="842546"/>
                </a:lnTo>
                <a:lnTo>
                  <a:pt x="3243323" y="844150"/>
                </a:lnTo>
                <a:moveTo>
                  <a:pt x="3178338" y="609385"/>
                </a:moveTo>
                <a:lnTo>
                  <a:pt x="3107959" y="676507"/>
                </a:lnTo>
                <a:lnTo>
                  <a:pt x="3105667" y="680550"/>
                </a:lnTo>
                <a:lnTo>
                  <a:pt x="3096591" y="701576"/>
                </a:lnTo>
                <a:lnTo>
                  <a:pt x="3097696" y="727570"/>
                </a:lnTo>
                <a:lnTo>
                  <a:pt x="3117248" y="753187"/>
                </a:lnTo>
                <a:lnTo>
                  <a:pt x="3181947" y="821773"/>
                </a:lnTo>
                <a:moveTo>
                  <a:pt x="3234843" y="559591"/>
                </a:moveTo>
                <a:lnTo>
                  <a:pt x="3214865" y="577572"/>
                </a:lnTo>
                <a:lnTo>
                  <a:pt x="3187259" y="601291"/>
                </a:lnTo>
                <a:moveTo>
                  <a:pt x="2936936" y="2670023"/>
                </a:moveTo>
                <a:lnTo>
                  <a:pt x="2953215" y="2621398"/>
                </a:lnTo>
                <a:lnTo>
                  <a:pt x="2954721" y="2618763"/>
                </a:lnTo>
                <a:lnTo>
                  <a:pt x="2956718" y="2616087"/>
                </a:lnTo>
                <a:lnTo>
                  <a:pt x="2958461" y="2615260"/>
                </a:lnTo>
                <a:lnTo>
                  <a:pt x="2960572" y="2614614"/>
                </a:lnTo>
                <a:lnTo>
                  <a:pt x="2964337" y="2614221"/>
                </a:lnTo>
                <a:lnTo>
                  <a:pt x="3023168" y="2616774"/>
                </a:lnTo>
                <a:moveTo>
                  <a:pt x="2912194" y="2746335"/>
                </a:moveTo>
                <a:lnTo>
                  <a:pt x="2923120" y="2712336"/>
                </a:lnTo>
                <a:lnTo>
                  <a:pt x="2933253" y="2681186"/>
                </a:lnTo>
                <a:moveTo>
                  <a:pt x="2859748" y="2888172"/>
                </a:moveTo>
                <a:lnTo>
                  <a:pt x="2857963" y="2885300"/>
                </a:lnTo>
                <a:lnTo>
                  <a:pt x="2857882" y="2881477"/>
                </a:lnTo>
                <a:lnTo>
                  <a:pt x="2860722" y="2867056"/>
                </a:lnTo>
                <a:lnTo>
                  <a:pt x="2863267" y="2859478"/>
                </a:lnTo>
                <a:lnTo>
                  <a:pt x="2874586" y="2831928"/>
                </a:lnTo>
                <a:lnTo>
                  <a:pt x="2892551" y="2792962"/>
                </a:lnTo>
                <a:lnTo>
                  <a:pt x="2907774" y="2757981"/>
                </a:lnTo>
                <a:moveTo>
                  <a:pt x="3026613" y="2621742"/>
                </a:moveTo>
                <a:lnTo>
                  <a:pt x="3005661" y="2686072"/>
                </a:lnTo>
                <a:lnTo>
                  <a:pt x="3005145" y="2689862"/>
                </a:lnTo>
                <a:lnTo>
                  <a:pt x="3005293" y="2692759"/>
                </a:lnTo>
                <a:lnTo>
                  <a:pt x="3006365" y="2696213"/>
                </a:lnTo>
                <a:lnTo>
                  <a:pt x="3008845" y="2699078"/>
                </a:lnTo>
                <a:lnTo>
                  <a:pt x="3012217" y="2701394"/>
                </a:lnTo>
                <a:lnTo>
                  <a:pt x="3015777" y="2702965"/>
                </a:lnTo>
                <a:lnTo>
                  <a:pt x="3019591" y="2704267"/>
                </a:lnTo>
                <a:lnTo>
                  <a:pt x="3025296" y="2706787"/>
                </a:lnTo>
                <a:lnTo>
                  <a:pt x="3030632" y="2709292"/>
                </a:lnTo>
                <a:lnTo>
                  <a:pt x="3042295" y="2715389"/>
                </a:lnTo>
                <a:lnTo>
                  <a:pt x="3053311" y="2721871"/>
                </a:lnTo>
                <a:lnTo>
                  <a:pt x="3063869" y="2728517"/>
                </a:lnTo>
                <a:lnTo>
                  <a:pt x="3073748" y="2735982"/>
                </a:lnTo>
                <a:lnTo>
                  <a:pt x="3083037" y="2743446"/>
                </a:lnTo>
                <a:lnTo>
                  <a:pt x="3096697" y="2755379"/>
                </a:lnTo>
                <a:moveTo>
                  <a:pt x="3128911" y="2385005"/>
                </a:moveTo>
                <a:lnTo>
                  <a:pt x="3126587" y="2318596"/>
                </a:lnTo>
                <a:lnTo>
                  <a:pt x="3093693" y="2315609"/>
                </a:lnTo>
                <a:moveTo>
                  <a:pt x="3126219" y="2457528"/>
                </a:moveTo>
                <a:lnTo>
                  <a:pt x="3128862" y="2397102"/>
                </a:lnTo>
                <a:moveTo>
                  <a:pt x="3122143" y="2523455"/>
                </a:moveTo>
                <a:lnTo>
                  <a:pt x="3125580" y="2469379"/>
                </a:lnTo>
                <a:moveTo>
                  <a:pt x="3121791" y="2389638"/>
                </a:moveTo>
                <a:lnTo>
                  <a:pt x="3020925" y="2386929"/>
                </a:lnTo>
                <a:lnTo>
                  <a:pt x="3009753" y="2443263"/>
                </a:lnTo>
                <a:lnTo>
                  <a:pt x="3009704" y="2457209"/>
                </a:lnTo>
                <a:lnTo>
                  <a:pt x="3017586" y="2458895"/>
                </a:lnTo>
                <a:lnTo>
                  <a:pt x="3118664" y="2464379"/>
                </a:lnTo>
                <a:moveTo>
                  <a:pt x="3189272" y="2391095"/>
                </a:moveTo>
                <a:lnTo>
                  <a:pt x="3133675" y="2389924"/>
                </a:lnTo>
                <a:moveTo>
                  <a:pt x="2853306" y="2304437"/>
                </a:moveTo>
                <a:lnTo>
                  <a:pt x="2910999" y="2308840"/>
                </a:lnTo>
                <a:lnTo>
                  <a:pt x="2919159" y="2308227"/>
                </a:lnTo>
                <a:lnTo>
                  <a:pt x="2925355" y="2302137"/>
                </a:lnTo>
                <a:lnTo>
                  <a:pt x="2918038" y="2217329"/>
                </a:lnTo>
                <a:lnTo>
                  <a:pt x="2914281" y="2208981"/>
                </a:lnTo>
                <a:lnTo>
                  <a:pt x="2904124" y="2205323"/>
                </a:lnTo>
                <a:lnTo>
                  <a:pt x="2854673" y="2195583"/>
                </a:lnTo>
                <a:lnTo>
                  <a:pt x="2679042" y="2166938"/>
                </a:lnTo>
                <a:lnTo>
                  <a:pt x="2671758" y="2168910"/>
                </a:lnTo>
                <a:lnTo>
                  <a:pt x="2667191" y="2175302"/>
                </a:lnTo>
                <a:lnTo>
                  <a:pt x="2664776" y="2198857"/>
                </a:lnTo>
                <a:lnTo>
                  <a:pt x="2666020" y="2218344"/>
                </a:lnTo>
                <a:lnTo>
                  <a:pt x="2675007" y="2237864"/>
                </a:lnTo>
                <a:moveTo>
                  <a:pt x="2780972" y="2298921"/>
                </a:moveTo>
                <a:lnTo>
                  <a:pt x="2841553" y="2303545"/>
                </a:lnTo>
                <a:moveTo>
                  <a:pt x="3015998" y="2307253"/>
                </a:moveTo>
                <a:lnTo>
                  <a:pt x="3012896" y="2230989"/>
                </a:lnTo>
                <a:lnTo>
                  <a:pt x="3091606" y="2238593"/>
                </a:lnTo>
                <a:lnTo>
                  <a:pt x="3091443" y="2245476"/>
                </a:lnTo>
                <a:moveTo>
                  <a:pt x="2589945" y="2239084"/>
                </a:moveTo>
                <a:lnTo>
                  <a:pt x="2591312" y="2236350"/>
                </a:lnTo>
                <a:lnTo>
                  <a:pt x="2596943" y="2221504"/>
                </a:lnTo>
                <a:lnTo>
                  <a:pt x="2599579" y="2208024"/>
                </a:lnTo>
                <a:lnTo>
                  <a:pt x="2605340" y="2163664"/>
                </a:lnTo>
                <a:lnTo>
                  <a:pt x="2604424" y="2157951"/>
                </a:lnTo>
                <a:lnTo>
                  <a:pt x="2599431" y="2153245"/>
                </a:lnTo>
                <a:lnTo>
                  <a:pt x="2574436" y="2149668"/>
                </a:lnTo>
                <a:lnTo>
                  <a:pt x="2546559" y="2145666"/>
                </a:lnTo>
                <a:lnTo>
                  <a:pt x="2542050" y="2148138"/>
                </a:lnTo>
                <a:lnTo>
                  <a:pt x="2540012" y="2152279"/>
                </a:lnTo>
                <a:lnTo>
                  <a:pt x="2529519" y="2217960"/>
                </a:lnTo>
                <a:moveTo>
                  <a:pt x="2682905" y="2242571"/>
                </a:moveTo>
                <a:lnTo>
                  <a:pt x="2696499" y="2241204"/>
                </a:lnTo>
                <a:lnTo>
                  <a:pt x="2717779" y="2241588"/>
                </a:lnTo>
                <a:lnTo>
                  <a:pt x="2778164" y="2251713"/>
                </a:lnTo>
                <a:lnTo>
                  <a:pt x="2774408" y="2291121"/>
                </a:lnTo>
                <a:moveTo>
                  <a:pt x="2677389" y="2236768"/>
                </a:moveTo>
                <a:lnTo>
                  <a:pt x="2668607" y="2217690"/>
                </a:lnTo>
                <a:lnTo>
                  <a:pt x="2667412" y="2198906"/>
                </a:lnTo>
                <a:lnTo>
                  <a:pt x="2669728" y="2176251"/>
                </a:lnTo>
                <a:lnTo>
                  <a:pt x="2673346" y="2171185"/>
                </a:lnTo>
                <a:lnTo>
                  <a:pt x="2679173" y="2169606"/>
                </a:lnTo>
                <a:lnTo>
                  <a:pt x="2854215" y="2198153"/>
                </a:lnTo>
                <a:lnTo>
                  <a:pt x="2903420" y="2207860"/>
                </a:lnTo>
                <a:lnTo>
                  <a:pt x="2912349" y="2211077"/>
                </a:lnTo>
                <a:lnTo>
                  <a:pt x="2915468" y="2218001"/>
                </a:lnTo>
                <a:lnTo>
                  <a:pt x="2922637" y="2301139"/>
                </a:lnTo>
                <a:lnTo>
                  <a:pt x="2918013" y="2305689"/>
                </a:lnTo>
                <a:lnTo>
                  <a:pt x="2910999" y="2306221"/>
                </a:lnTo>
                <a:lnTo>
                  <a:pt x="2853503" y="2301826"/>
                </a:lnTo>
                <a:moveTo>
                  <a:pt x="2638087" y="2281070"/>
                </a:moveTo>
                <a:lnTo>
                  <a:pt x="2658491" y="2257548"/>
                </a:lnTo>
                <a:lnTo>
                  <a:pt x="2675056" y="2245623"/>
                </a:lnTo>
                <a:moveTo>
                  <a:pt x="2285114" y="2508542"/>
                </a:moveTo>
                <a:lnTo>
                  <a:pt x="2284140" y="2508935"/>
                </a:lnTo>
                <a:lnTo>
                  <a:pt x="2239501" y="2508370"/>
                </a:lnTo>
                <a:lnTo>
                  <a:pt x="2236735" y="2507773"/>
                </a:lnTo>
                <a:lnTo>
                  <a:pt x="2233486" y="2504990"/>
                </a:lnTo>
                <a:lnTo>
                  <a:pt x="2232635" y="2502903"/>
                </a:lnTo>
                <a:lnTo>
                  <a:pt x="2232250" y="2499277"/>
                </a:lnTo>
                <a:lnTo>
                  <a:pt x="2234983" y="2437255"/>
                </a:lnTo>
                <a:lnTo>
                  <a:pt x="2236236" y="2433188"/>
                </a:lnTo>
                <a:lnTo>
                  <a:pt x="2237717" y="2430266"/>
                </a:lnTo>
                <a:lnTo>
                  <a:pt x="2240975" y="2428449"/>
                </a:lnTo>
                <a:lnTo>
                  <a:pt x="2245541" y="2427737"/>
                </a:lnTo>
                <a:lnTo>
                  <a:pt x="2286710" y="2429799"/>
                </a:lnTo>
                <a:moveTo>
                  <a:pt x="2301253" y="2505121"/>
                </a:moveTo>
                <a:lnTo>
                  <a:pt x="2296138" y="2505064"/>
                </a:lnTo>
                <a:moveTo>
                  <a:pt x="2291137" y="2434685"/>
                </a:moveTo>
                <a:lnTo>
                  <a:pt x="2289656" y="2499629"/>
                </a:lnTo>
                <a:moveTo>
                  <a:pt x="2298978" y="2642097"/>
                </a:moveTo>
                <a:lnTo>
                  <a:pt x="2298250" y="2631392"/>
                </a:lnTo>
                <a:lnTo>
                  <a:pt x="2297562" y="2622962"/>
                </a:lnTo>
                <a:lnTo>
                  <a:pt x="2295745" y="2617282"/>
                </a:lnTo>
                <a:lnTo>
                  <a:pt x="2291317" y="2613574"/>
                </a:lnTo>
                <a:lnTo>
                  <a:pt x="2284418" y="2612420"/>
                </a:lnTo>
                <a:lnTo>
                  <a:pt x="2233649" y="2612387"/>
                </a:lnTo>
                <a:lnTo>
                  <a:pt x="2226930" y="2613517"/>
                </a:lnTo>
                <a:lnTo>
                  <a:pt x="2223108" y="2617715"/>
                </a:lnTo>
                <a:lnTo>
                  <a:pt x="2222568" y="2622119"/>
                </a:lnTo>
                <a:lnTo>
                  <a:pt x="2223828" y="2662346"/>
                </a:lnTo>
                <a:lnTo>
                  <a:pt x="2227102" y="2702400"/>
                </a:lnTo>
                <a:lnTo>
                  <a:pt x="2229942" y="2734025"/>
                </a:lnTo>
                <a:lnTo>
                  <a:pt x="2230457" y="2740164"/>
                </a:lnTo>
                <a:lnTo>
                  <a:pt x="2232487" y="2763531"/>
                </a:lnTo>
                <a:lnTo>
                  <a:pt x="2244134" y="2899917"/>
                </a:lnTo>
                <a:lnTo>
                  <a:pt x="2246098" y="2904116"/>
                </a:lnTo>
                <a:moveTo>
                  <a:pt x="2322001" y="2887886"/>
                </a:moveTo>
                <a:lnTo>
                  <a:pt x="2316329" y="2838656"/>
                </a:lnTo>
                <a:lnTo>
                  <a:pt x="2311247" y="2800901"/>
                </a:lnTo>
                <a:lnTo>
                  <a:pt x="2307957" y="2771723"/>
                </a:lnTo>
                <a:lnTo>
                  <a:pt x="2305608" y="2746801"/>
                </a:lnTo>
                <a:lnTo>
                  <a:pt x="2305051" y="2738838"/>
                </a:lnTo>
                <a:lnTo>
                  <a:pt x="2304273" y="2728632"/>
                </a:lnTo>
                <a:lnTo>
                  <a:pt x="2299731" y="2653858"/>
                </a:lnTo>
                <a:moveTo>
                  <a:pt x="1100333" y="2142384"/>
                </a:moveTo>
                <a:lnTo>
                  <a:pt x="1102829" y="2075844"/>
                </a:lnTo>
                <a:lnTo>
                  <a:pt x="1103369" y="2071400"/>
                </a:lnTo>
                <a:lnTo>
                  <a:pt x="1104507" y="2067774"/>
                </a:lnTo>
                <a:lnTo>
                  <a:pt x="1106782" y="2063510"/>
                </a:lnTo>
                <a:lnTo>
                  <a:pt x="1112061" y="2062282"/>
                </a:lnTo>
                <a:lnTo>
                  <a:pt x="1139471" y="2061587"/>
                </a:lnTo>
                <a:lnTo>
                  <a:pt x="1271536" y="2054777"/>
                </a:lnTo>
                <a:lnTo>
                  <a:pt x="1308940" y="2051471"/>
                </a:lnTo>
                <a:lnTo>
                  <a:pt x="1313998" y="2056144"/>
                </a:lnTo>
                <a:lnTo>
                  <a:pt x="1314669" y="2058247"/>
                </a:lnTo>
                <a:lnTo>
                  <a:pt x="1325881" y="2108410"/>
                </a:lnTo>
                <a:lnTo>
                  <a:pt x="1324768" y="2127897"/>
                </a:lnTo>
                <a:lnTo>
                  <a:pt x="1318139" y="2139012"/>
                </a:lnTo>
                <a:moveTo>
                  <a:pt x="1366829" y="2287405"/>
                </a:moveTo>
                <a:lnTo>
                  <a:pt x="1361934" y="2249102"/>
                </a:lnTo>
                <a:lnTo>
                  <a:pt x="1356050" y="2203023"/>
                </a:lnTo>
                <a:lnTo>
                  <a:pt x="1347669" y="2177782"/>
                </a:lnTo>
                <a:lnTo>
                  <a:pt x="1341039" y="2166152"/>
                </a:lnTo>
                <a:lnTo>
                  <a:pt x="1331103" y="2154292"/>
                </a:lnTo>
                <a:lnTo>
                  <a:pt x="1321396" y="2146223"/>
                </a:lnTo>
                <a:moveTo>
                  <a:pt x="1323402" y="2396194"/>
                </a:moveTo>
                <a:lnTo>
                  <a:pt x="1353635" y="2364520"/>
                </a:lnTo>
                <a:lnTo>
                  <a:pt x="1356778" y="2360501"/>
                </a:lnTo>
                <a:lnTo>
                  <a:pt x="1364537" y="2348257"/>
                </a:lnTo>
                <a:lnTo>
                  <a:pt x="1370814" y="2330709"/>
                </a:lnTo>
                <a:lnTo>
                  <a:pt x="1368105" y="2299363"/>
                </a:lnTo>
                <a:moveTo>
                  <a:pt x="1266282" y="2458952"/>
                </a:moveTo>
                <a:lnTo>
                  <a:pt x="1289992" y="2432598"/>
                </a:lnTo>
                <a:lnTo>
                  <a:pt x="1315356" y="2404820"/>
                </a:lnTo>
                <a:moveTo>
                  <a:pt x="1071450" y="2469838"/>
                </a:moveTo>
                <a:lnTo>
                  <a:pt x="1072309" y="2470026"/>
                </a:lnTo>
                <a:lnTo>
                  <a:pt x="1117971" y="2481345"/>
                </a:lnTo>
                <a:lnTo>
                  <a:pt x="1172790" y="2493753"/>
                </a:lnTo>
                <a:lnTo>
                  <a:pt x="1190837" y="2497665"/>
                </a:lnTo>
                <a:lnTo>
                  <a:pt x="1202770" y="2498639"/>
                </a:lnTo>
                <a:lnTo>
                  <a:pt x="1218116" y="2497019"/>
                </a:lnTo>
                <a:lnTo>
                  <a:pt x="1222487" y="2495447"/>
                </a:lnTo>
                <a:lnTo>
                  <a:pt x="1239355" y="2487205"/>
                </a:lnTo>
                <a:lnTo>
                  <a:pt x="1258147" y="2467685"/>
                </a:lnTo>
                <a:moveTo>
                  <a:pt x="771938" y="2124509"/>
                </a:moveTo>
                <a:lnTo>
                  <a:pt x="769851" y="2072816"/>
                </a:lnTo>
                <a:lnTo>
                  <a:pt x="625689" y="2068519"/>
                </a:lnTo>
                <a:moveTo>
                  <a:pt x="775318" y="2202016"/>
                </a:moveTo>
                <a:lnTo>
                  <a:pt x="775302" y="2201141"/>
                </a:lnTo>
                <a:lnTo>
                  <a:pt x="774516" y="2169704"/>
                </a:lnTo>
                <a:lnTo>
                  <a:pt x="772535" y="2136254"/>
                </a:lnTo>
                <a:moveTo>
                  <a:pt x="929612" y="2193513"/>
                </a:moveTo>
                <a:lnTo>
                  <a:pt x="931618" y="2168493"/>
                </a:lnTo>
                <a:lnTo>
                  <a:pt x="934965" y="2155708"/>
                </a:lnTo>
                <a:lnTo>
                  <a:pt x="939376" y="2128708"/>
                </a:lnTo>
                <a:lnTo>
                  <a:pt x="945024" y="2089831"/>
                </a:lnTo>
                <a:lnTo>
                  <a:pt x="939835" y="2066039"/>
                </a:lnTo>
                <a:lnTo>
                  <a:pt x="897390" y="2066497"/>
                </a:lnTo>
                <a:lnTo>
                  <a:pt x="854479" y="2068298"/>
                </a:lnTo>
                <a:lnTo>
                  <a:pt x="854413" y="2152361"/>
                </a:lnTo>
                <a:lnTo>
                  <a:pt x="855256" y="2192088"/>
                </a:lnTo>
                <a:moveTo>
                  <a:pt x="916853" y="1906261"/>
                </a:moveTo>
                <a:lnTo>
                  <a:pt x="928434" y="1938737"/>
                </a:lnTo>
                <a:moveTo>
                  <a:pt x="906638" y="1881257"/>
                </a:moveTo>
                <a:lnTo>
                  <a:pt x="912417" y="1894786"/>
                </a:lnTo>
                <a:lnTo>
                  <a:pt x="912499" y="1894999"/>
                </a:lnTo>
                <a:moveTo>
                  <a:pt x="713713" y="1690927"/>
                </a:moveTo>
                <a:lnTo>
                  <a:pt x="668273" y="1692719"/>
                </a:lnTo>
                <a:lnTo>
                  <a:pt x="630714" y="1694217"/>
                </a:lnTo>
                <a:lnTo>
                  <a:pt x="597272" y="1691361"/>
                </a:lnTo>
                <a:lnTo>
                  <a:pt x="587140" y="1690509"/>
                </a:lnTo>
                <a:moveTo>
                  <a:pt x="801795" y="1676055"/>
                </a:moveTo>
                <a:lnTo>
                  <a:pt x="767608" y="1684412"/>
                </a:lnTo>
                <a:lnTo>
                  <a:pt x="725573" y="1689920"/>
                </a:lnTo>
                <a:moveTo>
                  <a:pt x="885596" y="1658475"/>
                </a:moveTo>
                <a:lnTo>
                  <a:pt x="813703" y="1673379"/>
                </a:lnTo>
                <a:moveTo>
                  <a:pt x="1986093" y="1823573"/>
                </a:moveTo>
                <a:lnTo>
                  <a:pt x="1958306" y="1853373"/>
                </a:lnTo>
                <a:moveTo>
                  <a:pt x="2623543" y="1187735"/>
                </a:moveTo>
                <a:lnTo>
                  <a:pt x="2623936" y="1185918"/>
                </a:lnTo>
                <a:lnTo>
                  <a:pt x="2625360" y="1180255"/>
                </a:lnTo>
                <a:lnTo>
                  <a:pt x="2627128" y="1174214"/>
                </a:lnTo>
                <a:lnTo>
                  <a:pt x="2629935" y="1166767"/>
                </a:lnTo>
                <a:lnTo>
                  <a:pt x="2632587" y="1160113"/>
                </a:lnTo>
                <a:lnTo>
                  <a:pt x="2635337" y="1154179"/>
                </a:lnTo>
                <a:lnTo>
                  <a:pt x="2638365" y="1148499"/>
                </a:lnTo>
                <a:lnTo>
                  <a:pt x="2641663" y="1142557"/>
                </a:lnTo>
                <a:lnTo>
                  <a:pt x="2645346" y="1136885"/>
                </a:lnTo>
                <a:lnTo>
                  <a:pt x="2654202" y="1124453"/>
                </a:lnTo>
                <a:lnTo>
                  <a:pt x="2655446" y="1122120"/>
                </a:lnTo>
                <a:lnTo>
                  <a:pt x="2656101" y="1120606"/>
                </a:lnTo>
                <a:lnTo>
                  <a:pt x="2656469" y="1118953"/>
                </a:lnTo>
                <a:lnTo>
                  <a:pt x="2656682" y="1116956"/>
                </a:lnTo>
                <a:lnTo>
                  <a:pt x="2656461" y="1114599"/>
                </a:lnTo>
                <a:lnTo>
                  <a:pt x="2655528" y="1112634"/>
                </a:lnTo>
                <a:lnTo>
                  <a:pt x="2654456" y="1111079"/>
                </a:lnTo>
                <a:lnTo>
                  <a:pt x="2652843" y="1109369"/>
                </a:lnTo>
                <a:lnTo>
                  <a:pt x="2649807" y="1107265"/>
                </a:lnTo>
                <a:lnTo>
                  <a:pt x="2641786" y="1101962"/>
                </a:lnTo>
                <a:lnTo>
                  <a:pt x="2631498" y="1095807"/>
                </a:lnTo>
                <a:lnTo>
                  <a:pt x="2622381" y="1090823"/>
                </a:lnTo>
                <a:lnTo>
                  <a:pt x="2612232" y="1085797"/>
                </a:lnTo>
                <a:lnTo>
                  <a:pt x="2584928" y="1073766"/>
                </a:lnTo>
                <a:lnTo>
                  <a:pt x="2581278" y="1071851"/>
                </a:lnTo>
                <a:lnTo>
                  <a:pt x="2533464" y="1051242"/>
                </a:lnTo>
                <a:moveTo>
                  <a:pt x="2624116" y="1255184"/>
                </a:moveTo>
                <a:lnTo>
                  <a:pt x="2620433" y="1219696"/>
                </a:lnTo>
                <a:lnTo>
                  <a:pt x="2620392" y="1212723"/>
                </a:lnTo>
                <a:lnTo>
                  <a:pt x="2620891" y="1206101"/>
                </a:lnTo>
                <a:lnTo>
                  <a:pt x="2621439" y="1199431"/>
                </a:lnTo>
                <a:lnTo>
                  <a:pt x="2621488" y="1199104"/>
                </a:lnTo>
                <a:moveTo>
                  <a:pt x="2631482" y="1331602"/>
                </a:moveTo>
                <a:lnTo>
                  <a:pt x="2631605" y="1326765"/>
                </a:lnTo>
                <a:lnTo>
                  <a:pt x="2631285" y="1315684"/>
                </a:lnTo>
                <a:lnTo>
                  <a:pt x="2630590" y="1307147"/>
                </a:lnTo>
                <a:lnTo>
                  <a:pt x="2629436" y="1298242"/>
                </a:lnTo>
                <a:lnTo>
                  <a:pt x="2625450" y="1266822"/>
                </a:lnTo>
                <a:moveTo>
                  <a:pt x="2626841" y="1374301"/>
                </a:moveTo>
                <a:lnTo>
                  <a:pt x="2629436" y="1355951"/>
                </a:lnTo>
                <a:lnTo>
                  <a:pt x="2630434" y="1347947"/>
                </a:lnTo>
                <a:lnTo>
                  <a:pt x="2630860" y="1343560"/>
                </a:lnTo>
                <a:moveTo>
                  <a:pt x="2835472" y="2740663"/>
                </a:moveTo>
                <a:lnTo>
                  <a:pt x="2819930" y="2785981"/>
                </a:lnTo>
                <a:lnTo>
                  <a:pt x="2813742" y="2811860"/>
                </a:lnTo>
                <a:lnTo>
                  <a:pt x="2801384" y="2875339"/>
                </a:lnTo>
                <a:lnTo>
                  <a:pt x="2800295" y="2888058"/>
                </a:lnTo>
                <a:moveTo>
                  <a:pt x="2942084" y="2526736"/>
                </a:moveTo>
                <a:lnTo>
                  <a:pt x="2923939" y="2569075"/>
                </a:lnTo>
                <a:lnTo>
                  <a:pt x="2905016" y="2606871"/>
                </a:lnTo>
                <a:lnTo>
                  <a:pt x="2891070" y="2632832"/>
                </a:lnTo>
                <a:lnTo>
                  <a:pt x="2862555" y="2680687"/>
                </a:lnTo>
                <a:lnTo>
                  <a:pt x="2861204" y="2683625"/>
                </a:lnTo>
                <a:lnTo>
                  <a:pt x="2850761" y="2706124"/>
                </a:lnTo>
                <a:lnTo>
                  <a:pt x="2840318" y="2728640"/>
                </a:lnTo>
                <a:moveTo>
                  <a:pt x="2968872" y="2380447"/>
                </a:moveTo>
                <a:lnTo>
                  <a:pt x="2961145" y="2452290"/>
                </a:lnTo>
                <a:lnTo>
                  <a:pt x="2945562" y="2515957"/>
                </a:lnTo>
                <a:moveTo>
                  <a:pt x="2966113" y="2317516"/>
                </a:moveTo>
                <a:lnTo>
                  <a:pt x="2969158" y="2368465"/>
                </a:lnTo>
                <a:moveTo>
                  <a:pt x="2951971" y="2171406"/>
                </a:moveTo>
                <a:lnTo>
                  <a:pt x="2952421" y="2175842"/>
                </a:lnTo>
                <a:lnTo>
                  <a:pt x="2965205" y="2305878"/>
                </a:lnTo>
                <a:moveTo>
                  <a:pt x="3218704" y="2000923"/>
                </a:moveTo>
                <a:lnTo>
                  <a:pt x="3226413" y="2002732"/>
                </a:lnTo>
                <a:moveTo>
                  <a:pt x="1991110" y="330932"/>
                </a:moveTo>
                <a:lnTo>
                  <a:pt x="2015491" y="313810"/>
                </a:lnTo>
                <a:lnTo>
                  <a:pt x="2022874" y="310708"/>
                </a:lnTo>
                <a:lnTo>
                  <a:pt x="2032523" y="308539"/>
                </a:lnTo>
                <a:lnTo>
                  <a:pt x="2034586" y="308081"/>
                </a:lnTo>
                <a:lnTo>
                  <a:pt x="2046462" y="308662"/>
                </a:lnTo>
                <a:lnTo>
                  <a:pt x="2058125" y="310790"/>
                </a:lnTo>
                <a:lnTo>
                  <a:pt x="2066661" y="313630"/>
                </a:lnTo>
                <a:lnTo>
                  <a:pt x="2072546" y="315578"/>
                </a:lnTo>
                <a:lnTo>
                  <a:pt x="2075778" y="316650"/>
                </a:lnTo>
                <a:lnTo>
                  <a:pt x="2086566" y="321618"/>
                </a:lnTo>
                <a:lnTo>
                  <a:pt x="2088440" y="322183"/>
                </a:lnTo>
                <a:lnTo>
                  <a:pt x="2100635" y="327077"/>
                </a:lnTo>
                <a:lnTo>
                  <a:pt x="2117593" y="333862"/>
                </a:lnTo>
                <a:lnTo>
                  <a:pt x="2146779" y="345558"/>
                </a:lnTo>
                <a:lnTo>
                  <a:pt x="2158196" y="350133"/>
                </a:lnTo>
                <a:lnTo>
                  <a:pt x="2162231" y="351893"/>
                </a:lnTo>
                <a:lnTo>
                  <a:pt x="2165407" y="353186"/>
                </a:lnTo>
                <a:lnTo>
                  <a:pt x="2191336" y="364775"/>
                </a:lnTo>
                <a:lnTo>
                  <a:pt x="2205429" y="373541"/>
                </a:lnTo>
                <a:lnTo>
                  <a:pt x="2214432" y="381062"/>
                </a:lnTo>
                <a:lnTo>
                  <a:pt x="2226504" y="395205"/>
                </a:lnTo>
                <a:lnTo>
                  <a:pt x="2232233" y="402555"/>
                </a:lnTo>
                <a:lnTo>
                  <a:pt x="2239182" y="416395"/>
                </a:lnTo>
                <a:lnTo>
                  <a:pt x="2242178" y="427035"/>
                </a:lnTo>
                <a:lnTo>
                  <a:pt x="2245222" y="438976"/>
                </a:lnTo>
                <a:lnTo>
                  <a:pt x="2247219" y="450230"/>
                </a:lnTo>
                <a:lnTo>
                  <a:pt x="2251533" y="464749"/>
                </a:lnTo>
                <a:lnTo>
                  <a:pt x="2256959" y="475282"/>
                </a:lnTo>
                <a:lnTo>
                  <a:pt x="2258849" y="478974"/>
                </a:lnTo>
                <a:lnTo>
                  <a:pt x="2269121" y="490235"/>
                </a:lnTo>
                <a:lnTo>
                  <a:pt x="2279229" y="499320"/>
                </a:lnTo>
                <a:lnTo>
                  <a:pt x="2289419" y="505197"/>
                </a:lnTo>
                <a:lnTo>
                  <a:pt x="2298659" y="508135"/>
                </a:lnTo>
                <a:lnTo>
                  <a:pt x="2336774" y="511114"/>
                </a:lnTo>
                <a:lnTo>
                  <a:pt x="2348347" y="512113"/>
                </a:lnTo>
                <a:lnTo>
                  <a:pt x="2359912" y="513111"/>
                </a:lnTo>
                <a:lnTo>
                  <a:pt x="2368211" y="513520"/>
                </a:lnTo>
                <a:moveTo>
                  <a:pt x="2852488" y="1893109"/>
                </a:moveTo>
                <a:lnTo>
                  <a:pt x="2856474" y="1902905"/>
                </a:lnTo>
                <a:lnTo>
                  <a:pt x="2864143" y="1919307"/>
                </a:lnTo>
                <a:lnTo>
                  <a:pt x="2871943" y="1935373"/>
                </a:lnTo>
                <a:lnTo>
                  <a:pt x="2882230" y="1955818"/>
                </a:lnTo>
                <a:lnTo>
                  <a:pt x="2893018" y="1974765"/>
                </a:lnTo>
                <a:lnTo>
                  <a:pt x="2913970" y="2011211"/>
                </a:lnTo>
                <a:lnTo>
                  <a:pt x="2919323" y="2021122"/>
                </a:lnTo>
                <a:lnTo>
                  <a:pt x="2924119" y="2030927"/>
                </a:lnTo>
                <a:lnTo>
                  <a:pt x="2930380" y="2046028"/>
                </a:lnTo>
                <a:lnTo>
                  <a:pt x="2934300" y="2057118"/>
                </a:lnTo>
                <a:lnTo>
                  <a:pt x="2938114" y="2069215"/>
                </a:lnTo>
                <a:lnTo>
                  <a:pt x="2939980" y="2077047"/>
                </a:lnTo>
                <a:lnTo>
                  <a:pt x="2941601" y="2085764"/>
                </a:lnTo>
                <a:lnTo>
                  <a:pt x="2943254" y="2095880"/>
                </a:lnTo>
                <a:lnTo>
                  <a:pt x="2943680" y="2098883"/>
                </a:lnTo>
                <a:moveTo>
                  <a:pt x="2951119" y="2163189"/>
                </a:moveTo>
                <a:lnTo>
                  <a:pt x="2951136" y="2163353"/>
                </a:lnTo>
                <a:moveTo>
                  <a:pt x="2859486" y="1225040"/>
                </a:moveTo>
                <a:lnTo>
                  <a:pt x="2859355" y="1227086"/>
                </a:lnTo>
                <a:lnTo>
                  <a:pt x="2858553" y="1244028"/>
                </a:lnTo>
                <a:lnTo>
                  <a:pt x="2858168" y="1248873"/>
                </a:lnTo>
                <a:lnTo>
                  <a:pt x="2857865" y="1252745"/>
                </a:lnTo>
                <a:lnTo>
                  <a:pt x="2857652" y="1255503"/>
                </a:lnTo>
                <a:moveTo>
                  <a:pt x="2880724" y="1141656"/>
                </a:moveTo>
                <a:lnTo>
                  <a:pt x="2873006" y="1157674"/>
                </a:lnTo>
                <a:lnTo>
                  <a:pt x="2863562" y="1182522"/>
                </a:lnTo>
                <a:lnTo>
                  <a:pt x="2859690" y="1200577"/>
                </a:lnTo>
                <a:lnTo>
                  <a:pt x="2859805" y="1213541"/>
                </a:lnTo>
                <a:moveTo>
                  <a:pt x="2895064" y="1079544"/>
                </a:moveTo>
                <a:lnTo>
                  <a:pt x="2896398" y="1084488"/>
                </a:lnTo>
                <a:lnTo>
                  <a:pt x="2896291" y="1088686"/>
                </a:lnTo>
                <a:lnTo>
                  <a:pt x="2895948" y="1095930"/>
                </a:lnTo>
                <a:lnTo>
                  <a:pt x="2884833" y="1131049"/>
                </a:lnTo>
                <a:moveTo>
                  <a:pt x="2851408" y="1023726"/>
                </a:moveTo>
                <a:lnTo>
                  <a:pt x="2886437" y="1063167"/>
                </a:lnTo>
                <a:lnTo>
                  <a:pt x="2890865" y="1068798"/>
                </a:lnTo>
                <a:lnTo>
                  <a:pt x="2891021" y="1069101"/>
                </a:lnTo>
                <a:moveTo>
                  <a:pt x="2806123" y="976403"/>
                </a:moveTo>
                <a:lnTo>
                  <a:pt x="2843510" y="1015165"/>
                </a:lnTo>
                <a:moveTo>
                  <a:pt x="1094710" y="2154096"/>
                </a:moveTo>
                <a:lnTo>
                  <a:pt x="1094522" y="2154489"/>
                </a:lnTo>
                <a:lnTo>
                  <a:pt x="1094915" y="2172364"/>
                </a:lnTo>
                <a:lnTo>
                  <a:pt x="1094988" y="2176104"/>
                </a:lnTo>
                <a:lnTo>
                  <a:pt x="1096044" y="2181318"/>
                </a:lnTo>
                <a:lnTo>
                  <a:pt x="1101626" y="2209080"/>
                </a:lnTo>
                <a:lnTo>
                  <a:pt x="1101634" y="2209243"/>
                </a:lnTo>
                <a:lnTo>
                  <a:pt x="1099662" y="2214416"/>
                </a:lnTo>
                <a:lnTo>
                  <a:pt x="1084160" y="2221806"/>
                </a:lnTo>
                <a:lnTo>
                  <a:pt x="1078415" y="2220333"/>
                </a:lnTo>
                <a:lnTo>
                  <a:pt x="1049335" y="2196795"/>
                </a:lnTo>
                <a:lnTo>
                  <a:pt x="1045431" y="2191884"/>
                </a:lnTo>
                <a:lnTo>
                  <a:pt x="1044326" y="2188430"/>
                </a:lnTo>
                <a:lnTo>
                  <a:pt x="1037934" y="2168591"/>
                </a:lnTo>
                <a:lnTo>
                  <a:pt x="1015918" y="2163606"/>
                </a:lnTo>
                <a:lnTo>
                  <a:pt x="1015255" y="2163459"/>
                </a:lnTo>
                <a:moveTo>
                  <a:pt x="3307784" y="1401572"/>
                </a:moveTo>
                <a:lnTo>
                  <a:pt x="3348944" y="1390089"/>
                </a:lnTo>
                <a:lnTo>
                  <a:pt x="3398222" y="1379343"/>
                </a:lnTo>
                <a:lnTo>
                  <a:pt x="3422940" y="1375905"/>
                </a:lnTo>
                <a:lnTo>
                  <a:pt x="3447698" y="1375316"/>
                </a:lnTo>
                <a:moveTo>
                  <a:pt x="3231872" y="1440997"/>
                </a:moveTo>
                <a:lnTo>
                  <a:pt x="3296620" y="1406122"/>
                </a:lnTo>
                <a:moveTo>
                  <a:pt x="1038859" y="2607428"/>
                </a:moveTo>
                <a:lnTo>
                  <a:pt x="1037640" y="2607436"/>
                </a:lnTo>
                <a:lnTo>
                  <a:pt x="946923" y="2606085"/>
                </a:lnTo>
                <a:lnTo>
                  <a:pt x="932035" y="2605201"/>
                </a:lnTo>
                <a:lnTo>
                  <a:pt x="913448" y="2604653"/>
                </a:lnTo>
                <a:lnTo>
                  <a:pt x="790517" y="2597418"/>
                </a:lnTo>
                <a:lnTo>
                  <a:pt x="782144" y="2596796"/>
                </a:lnTo>
                <a:lnTo>
                  <a:pt x="761241" y="2595306"/>
                </a:lnTo>
                <a:lnTo>
                  <a:pt x="749701" y="2594079"/>
                </a:lnTo>
                <a:lnTo>
                  <a:pt x="722610" y="2591402"/>
                </a:lnTo>
                <a:moveTo>
                  <a:pt x="1253776" y="2613738"/>
                </a:moveTo>
                <a:lnTo>
                  <a:pt x="1244740" y="2613419"/>
                </a:lnTo>
                <a:lnTo>
                  <a:pt x="1215202" y="2612314"/>
                </a:lnTo>
                <a:lnTo>
                  <a:pt x="1170646" y="2610881"/>
                </a:lnTo>
                <a:lnTo>
                  <a:pt x="1050588" y="2607542"/>
                </a:lnTo>
                <a:moveTo>
                  <a:pt x="687097" y="2600299"/>
                </a:moveTo>
                <a:lnTo>
                  <a:pt x="685608" y="2629771"/>
                </a:lnTo>
                <a:lnTo>
                  <a:pt x="682612" y="2703546"/>
                </a:lnTo>
                <a:lnTo>
                  <a:pt x="682375" y="2708277"/>
                </a:lnTo>
                <a:lnTo>
                  <a:pt x="679404" y="2748897"/>
                </a:lnTo>
                <a:lnTo>
                  <a:pt x="675721" y="2826273"/>
                </a:lnTo>
                <a:lnTo>
                  <a:pt x="675238" y="2865951"/>
                </a:lnTo>
                <a:lnTo>
                  <a:pt x="668306" y="3008100"/>
                </a:lnTo>
                <a:moveTo>
                  <a:pt x="683062" y="2587359"/>
                </a:moveTo>
                <a:lnTo>
                  <a:pt x="663534" y="2585182"/>
                </a:lnTo>
                <a:moveTo>
                  <a:pt x="712027" y="2590330"/>
                </a:moveTo>
                <a:lnTo>
                  <a:pt x="695094" y="2588628"/>
                </a:lnTo>
                <a:moveTo>
                  <a:pt x="654122" y="2584102"/>
                </a:moveTo>
                <a:lnTo>
                  <a:pt x="599531" y="2578913"/>
                </a:lnTo>
                <a:lnTo>
                  <a:pt x="383804" y="2557036"/>
                </a:lnTo>
                <a:lnTo>
                  <a:pt x="306403" y="2549825"/>
                </a:lnTo>
                <a:lnTo>
                  <a:pt x="214270" y="2541297"/>
                </a:lnTo>
                <a:lnTo>
                  <a:pt x="143573" y="2535846"/>
                </a:lnTo>
                <a:lnTo>
                  <a:pt x="117620" y="2535330"/>
                </a:lnTo>
                <a:moveTo>
                  <a:pt x="688726" y="2564058"/>
                </a:moveTo>
                <a:lnTo>
                  <a:pt x="687908" y="2583201"/>
                </a:lnTo>
                <a:moveTo>
                  <a:pt x="687335" y="1184617"/>
                </a:moveTo>
                <a:lnTo>
                  <a:pt x="682203" y="1186041"/>
                </a:lnTo>
                <a:lnTo>
                  <a:pt x="655685" y="1194815"/>
                </a:lnTo>
                <a:moveTo>
                  <a:pt x="820893" y="1162069"/>
                </a:moveTo>
                <a:lnTo>
                  <a:pt x="801418" y="1162867"/>
                </a:lnTo>
                <a:lnTo>
                  <a:pt x="773063" y="1165297"/>
                </a:lnTo>
                <a:lnTo>
                  <a:pt x="761920" y="1166243"/>
                </a:lnTo>
                <a:lnTo>
                  <a:pt x="738283" y="1169545"/>
                </a:lnTo>
                <a:lnTo>
                  <a:pt x="736053" y="1169848"/>
                </a:lnTo>
                <a:lnTo>
                  <a:pt x="710489" y="1176547"/>
                </a:lnTo>
                <a:lnTo>
                  <a:pt x="706310" y="1177779"/>
                </a:lnTo>
                <a:lnTo>
                  <a:pt x="693436" y="1181425"/>
                </a:lnTo>
                <a:moveTo>
                  <a:pt x="996267" y="1160816"/>
                </a:moveTo>
                <a:lnTo>
                  <a:pt x="833060" y="1161782"/>
                </a:lnTo>
                <a:moveTo>
                  <a:pt x="568676" y="2074895"/>
                </a:moveTo>
                <a:lnTo>
                  <a:pt x="567980" y="2086918"/>
                </a:lnTo>
                <a:lnTo>
                  <a:pt x="568766" y="2121178"/>
                </a:lnTo>
                <a:lnTo>
                  <a:pt x="575592" y="2168272"/>
                </a:lnTo>
                <a:moveTo>
                  <a:pt x="688243" y="2458298"/>
                </a:moveTo>
                <a:lnTo>
                  <a:pt x="688350" y="2459362"/>
                </a:lnTo>
                <a:lnTo>
                  <a:pt x="690535" y="2487434"/>
                </a:lnTo>
                <a:lnTo>
                  <a:pt x="690887" y="2499237"/>
                </a:lnTo>
                <a:lnTo>
                  <a:pt x="690879" y="2515106"/>
                </a:lnTo>
                <a:lnTo>
                  <a:pt x="690412" y="2524748"/>
                </a:lnTo>
                <a:lnTo>
                  <a:pt x="690412" y="2527039"/>
                </a:lnTo>
                <a:lnTo>
                  <a:pt x="689283" y="2551061"/>
                </a:lnTo>
                <a:moveTo>
                  <a:pt x="607446" y="2261141"/>
                </a:moveTo>
                <a:lnTo>
                  <a:pt x="633824" y="2312687"/>
                </a:lnTo>
                <a:lnTo>
                  <a:pt x="644923" y="2334474"/>
                </a:lnTo>
                <a:lnTo>
                  <a:pt x="662527" y="2369234"/>
                </a:lnTo>
                <a:lnTo>
                  <a:pt x="675893" y="2400621"/>
                </a:lnTo>
                <a:lnTo>
                  <a:pt x="686467" y="2447118"/>
                </a:lnTo>
                <a:moveTo>
                  <a:pt x="578456" y="2180401"/>
                </a:moveTo>
                <a:lnTo>
                  <a:pt x="589718" y="2214203"/>
                </a:lnTo>
                <a:lnTo>
                  <a:pt x="602437" y="2249626"/>
                </a:lnTo>
                <a:moveTo>
                  <a:pt x="2456587" y="1586492"/>
                </a:moveTo>
                <a:lnTo>
                  <a:pt x="2441479" y="1582728"/>
                </a:lnTo>
                <a:moveTo>
                  <a:pt x="2470108" y="1589676"/>
                </a:moveTo>
                <a:lnTo>
                  <a:pt x="2469977" y="1589652"/>
                </a:lnTo>
                <a:moveTo>
                  <a:pt x="2499114" y="1595225"/>
                </a:moveTo>
                <a:lnTo>
                  <a:pt x="2484807" y="1592655"/>
                </a:lnTo>
                <a:moveTo>
                  <a:pt x="2603221" y="1615277"/>
                </a:moveTo>
                <a:lnTo>
                  <a:pt x="2529233" y="1600930"/>
                </a:lnTo>
                <a:moveTo>
                  <a:pt x="1921206" y="2556921"/>
                </a:moveTo>
                <a:lnTo>
                  <a:pt x="1920862" y="2552714"/>
                </a:lnTo>
                <a:lnTo>
                  <a:pt x="1920731" y="2551069"/>
                </a:lnTo>
                <a:moveTo>
                  <a:pt x="1812982" y="2014550"/>
                </a:moveTo>
                <a:lnTo>
                  <a:pt x="1812941" y="2014984"/>
                </a:lnTo>
                <a:lnTo>
                  <a:pt x="1810535" y="2045700"/>
                </a:lnTo>
                <a:lnTo>
                  <a:pt x="1804691" y="2121301"/>
                </a:lnTo>
                <a:moveTo>
                  <a:pt x="1814177" y="1998345"/>
                </a:moveTo>
                <a:lnTo>
                  <a:pt x="1814144" y="1998918"/>
                </a:lnTo>
                <a:moveTo>
                  <a:pt x="2518364" y="1598835"/>
                </a:moveTo>
                <a:lnTo>
                  <a:pt x="2506267" y="1596502"/>
                </a:lnTo>
                <a:moveTo>
                  <a:pt x="3278639" y="1365830"/>
                </a:moveTo>
                <a:lnTo>
                  <a:pt x="3270340" y="1368883"/>
                </a:lnTo>
                <a:lnTo>
                  <a:pt x="3266853" y="1370029"/>
                </a:lnTo>
                <a:lnTo>
                  <a:pt x="3264913" y="1370258"/>
                </a:lnTo>
                <a:lnTo>
                  <a:pt x="3263563" y="1370119"/>
                </a:lnTo>
                <a:lnTo>
                  <a:pt x="3262302" y="1369611"/>
                </a:lnTo>
                <a:lnTo>
                  <a:pt x="3261517" y="1368916"/>
                </a:lnTo>
                <a:lnTo>
                  <a:pt x="3261001" y="1367835"/>
                </a:lnTo>
                <a:lnTo>
                  <a:pt x="3260723" y="1366403"/>
                </a:lnTo>
                <a:lnTo>
                  <a:pt x="3260788" y="1365151"/>
                </a:lnTo>
                <a:lnTo>
                  <a:pt x="3261157" y="1363956"/>
                </a:lnTo>
                <a:lnTo>
                  <a:pt x="3261705" y="1363301"/>
                </a:lnTo>
                <a:lnTo>
                  <a:pt x="3262646" y="1362720"/>
                </a:lnTo>
                <a:lnTo>
                  <a:pt x="3264070" y="1362106"/>
                </a:lnTo>
                <a:lnTo>
                  <a:pt x="3274596" y="1358161"/>
                </a:lnTo>
                <a:moveTo>
                  <a:pt x="3286168" y="1353553"/>
                </a:moveTo>
                <a:lnTo>
                  <a:pt x="3306499" y="1344935"/>
                </a:lnTo>
                <a:lnTo>
                  <a:pt x="3308913" y="1344027"/>
                </a:lnTo>
                <a:lnTo>
                  <a:pt x="3310288" y="1343953"/>
                </a:lnTo>
                <a:lnTo>
                  <a:pt x="3311950" y="1344714"/>
                </a:lnTo>
                <a:lnTo>
                  <a:pt x="3313316" y="1345868"/>
                </a:lnTo>
                <a:lnTo>
                  <a:pt x="3314307" y="1347922"/>
                </a:lnTo>
                <a:lnTo>
                  <a:pt x="3314389" y="1349412"/>
                </a:lnTo>
                <a:lnTo>
                  <a:pt x="3313824" y="1350787"/>
                </a:lnTo>
                <a:lnTo>
                  <a:pt x="3312817" y="1351851"/>
                </a:lnTo>
                <a:lnTo>
                  <a:pt x="3310984" y="1352972"/>
                </a:lnTo>
                <a:lnTo>
                  <a:pt x="3290056" y="1361419"/>
                </a:lnTo>
                <a:moveTo>
                  <a:pt x="3283746" y="1359323"/>
                </a:moveTo>
                <a:lnTo>
                  <a:pt x="3283689" y="1359168"/>
                </a:lnTo>
                <a:moveTo>
                  <a:pt x="3300590" y="1396178"/>
                </a:moveTo>
                <a:lnTo>
                  <a:pt x="3289410" y="1370593"/>
                </a:lnTo>
                <a:lnTo>
                  <a:pt x="3288959" y="1369783"/>
                </a:lnTo>
                <a:moveTo>
                  <a:pt x="3314806" y="1438893"/>
                </a:moveTo>
                <a:lnTo>
                  <a:pt x="3304862" y="1407645"/>
                </a:lnTo>
                <a:moveTo>
                  <a:pt x="3339875" y="1509673"/>
                </a:moveTo>
                <a:lnTo>
                  <a:pt x="3318595" y="1450114"/>
                </a:lnTo>
                <a:moveTo>
                  <a:pt x="3363307" y="1573635"/>
                </a:moveTo>
                <a:lnTo>
                  <a:pt x="3344008" y="1521074"/>
                </a:lnTo>
                <a:moveTo>
                  <a:pt x="3378039" y="1639274"/>
                </a:moveTo>
                <a:lnTo>
                  <a:pt x="3366769" y="1585592"/>
                </a:lnTo>
                <a:moveTo>
                  <a:pt x="3392166" y="1712272"/>
                </a:moveTo>
                <a:lnTo>
                  <a:pt x="3380462" y="1651379"/>
                </a:lnTo>
                <a:moveTo>
                  <a:pt x="2521957" y="1047019"/>
                </a:moveTo>
                <a:lnTo>
                  <a:pt x="2502175" y="1041093"/>
                </a:lnTo>
                <a:lnTo>
                  <a:pt x="2479987" y="1038957"/>
                </a:lnTo>
                <a:lnTo>
                  <a:pt x="2456595" y="1039367"/>
                </a:lnTo>
                <a:moveTo>
                  <a:pt x="3038301" y="978048"/>
                </a:moveTo>
                <a:lnTo>
                  <a:pt x="3034061" y="978220"/>
                </a:lnTo>
                <a:lnTo>
                  <a:pt x="3009549" y="979693"/>
                </a:lnTo>
                <a:lnTo>
                  <a:pt x="2971761" y="992117"/>
                </a:lnTo>
                <a:lnTo>
                  <a:pt x="2951979" y="1000989"/>
                </a:lnTo>
                <a:moveTo>
                  <a:pt x="1750248" y="2626596"/>
                </a:moveTo>
                <a:lnTo>
                  <a:pt x="1759963" y="2654480"/>
                </a:lnTo>
                <a:lnTo>
                  <a:pt x="1764407" y="2666086"/>
                </a:lnTo>
                <a:lnTo>
                  <a:pt x="1767681" y="2673722"/>
                </a:lnTo>
                <a:lnTo>
                  <a:pt x="1770251" y="2678960"/>
                </a:lnTo>
                <a:lnTo>
                  <a:pt x="1772862" y="2683363"/>
                </a:lnTo>
                <a:lnTo>
                  <a:pt x="1776578" y="2688462"/>
                </a:lnTo>
                <a:lnTo>
                  <a:pt x="1781145" y="2693602"/>
                </a:lnTo>
                <a:lnTo>
                  <a:pt x="1786039" y="2698775"/>
                </a:lnTo>
                <a:lnTo>
                  <a:pt x="1792938" y="2705543"/>
                </a:lnTo>
                <a:lnTo>
                  <a:pt x="1800591" y="2713212"/>
                </a:lnTo>
                <a:lnTo>
                  <a:pt x="1802997" y="2715913"/>
                </a:lnTo>
                <a:lnTo>
                  <a:pt x="1817958" y="2731480"/>
                </a:lnTo>
                <a:lnTo>
                  <a:pt x="1820856" y="2734214"/>
                </a:lnTo>
                <a:lnTo>
                  <a:pt x="1823000" y="2736063"/>
                </a:lnTo>
                <a:lnTo>
                  <a:pt x="1833403" y="2746417"/>
                </a:lnTo>
                <a:lnTo>
                  <a:pt x="1856671" y="2770111"/>
                </a:lnTo>
                <a:lnTo>
                  <a:pt x="1874260" y="2788027"/>
                </a:lnTo>
                <a:moveTo>
                  <a:pt x="1063609" y="1218173"/>
                </a:moveTo>
                <a:lnTo>
                  <a:pt x="1062381" y="1219647"/>
                </a:lnTo>
                <a:moveTo>
                  <a:pt x="2094439" y="1120213"/>
                </a:moveTo>
                <a:lnTo>
                  <a:pt x="2092778" y="1121588"/>
                </a:lnTo>
                <a:lnTo>
                  <a:pt x="2086942" y="1128725"/>
                </a:lnTo>
                <a:lnTo>
                  <a:pt x="2081892" y="1135371"/>
                </a:lnTo>
                <a:lnTo>
                  <a:pt x="2081311" y="1139070"/>
                </a:lnTo>
                <a:lnTo>
                  <a:pt x="2082915" y="1142688"/>
                </a:lnTo>
                <a:lnTo>
                  <a:pt x="2085559" y="1145217"/>
                </a:lnTo>
                <a:lnTo>
                  <a:pt x="2089578" y="1147320"/>
                </a:lnTo>
                <a:lnTo>
                  <a:pt x="2099931" y="1150962"/>
                </a:lnTo>
                <a:lnTo>
                  <a:pt x="2117970" y="1157551"/>
                </a:lnTo>
                <a:moveTo>
                  <a:pt x="2127194" y="1153287"/>
                </a:moveTo>
                <a:lnTo>
                  <a:pt x="2133463" y="1136386"/>
                </a:lnTo>
                <a:lnTo>
                  <a:pt x="2134666" y="1130583"/>
                </a:lnTo>
                <a:lnTo>
                  <a:pt x="2134322" y="1126720"/>
                </a:lnTo>
                <a:lnTo>
                  <a:pt x="2130500" y="1123831"/>
                </a:lnTo>
                <a:lnTo>
                  <a:pt x="2123772" y="1121613"/>
                </a:lnTo>
                <a:lnTo>
                  <a:pt x="2114328" y="1119288"/>
                </a:lnTo>
                <a:lnTo>
                  <a:pt x="2105857" y="1118093"/>
                </a:lnTo>
                <a:lnTo>
                  <a:pt x="2098883" y="1118543"/>
                </a:lnTo>
                <a:lnTo>
                  <a:pt x="2095790" y="1119485"/>
                </a:lnTo>
                <a:moveTo>
                  <a:pt x="2099759" y="1232619"/>
                </a:moveTo>
                <a:lnTo>
                  <a:pt x="2112306" y="1198842"/>
                </a:lnTo>
                <a:lnTo>
                  <a:pt x="2122741" y="1166267"/>
                </a:lnTo>
                <a:lnTo>
                  <a:pt x="2123404" y="1164229"/>
                </a:lnTo>
                <a:moveTo>
                  <a:pt x="3115505" y="1480168"/>
                </a:moveTo>
                <a:lnTo>
                  <a:pt x="3130761" y="1499679"/>
                </a:lnTo>
                <a:lnTo>
                  <a:pt x="3138103" y="1513290"/>
                </a:lnTo>
                <a:lnTo>
                  <a:pt x="3155773" y="1500490"/>
                </a:lnTo>
                <a:lnTo>
                  <a:pt x="3184116" y="1476108"/>
                </a:lnTo>
                <a:lnTo>
                  <a:pt x="3205240" y="1459494"/>
                </a:lnTo>
                <a:lnTo>
                  <a:pt x="3213056" y="1453805"/>
                </a:lnTo>
                <a:lnTo>
                  <a:pt x="3222387" y="1446996"/>
                </a:lnTo>
                <a:moveTo>
                  <a:pt x="3108237" y="1470829"/>
                </a:moveTo>
                <a:lnTo>
                  <a:pt x="3108336" y="1470960"/>
                </a:lnTo>
                <a:moveTo>
                  <a:pt x="3065694" y="1414307"/>
                </a:moveTo>
                <a:lnTo>
                  <a:pt x="3101469" y="1461949"/>
                </a:lnTo>
                <a:moveTo>
                  <a:pt x="3020991" y="1358071"/>
                </a:moveTo>
                <a:lnTo>
                  <a:pt x="3058386" y="1404887"/>
                </a:lnTo>
                <a:moveTo>
                  <a:pt x="2975730" y="1234649"/>
                </a:moveTo>
                <a:lnTo>
                  <a:pt x="2975853" y="1257966"/>
                </a:lnTo>
                <a:lnTo>
                  <a:pt x="2977817" y="1278100"/>
                </a:lnTo>
                <a:lnTo>
                  <a:pt x="2983407" y="1296188"/>
                </a:lnTo>
                <a:lnTo>
                  <a:pt x="2991903" y="1316698"/>
                </a:lnTo>
                <a:lnTo>
                  <a:pt x="3001765" y="1335285"/>
                </a:lnTo>
                <a:lnTo>
                  <a:pt x="3013567" y="1349085"/>
                </a:lnTo>
                <a:moveTo>
                  <a:pt x="2949376" y="1010876"/>
                </a:moveTo>
                <a:lnTo>
                  <a:pt x="2966785" y="1034570"/>
                </a:lnTo>
                <a:lnTo>
                  <a:pt x="2975951" y="1060311"/>
                </a:lnTo>
                <a:lnTo>
                  <a:pt x="2981983" y="1085257"/>
                </a:lnTo>
                <a:lnTo>
                  <a:pt x="2982785" y="1104810"/>
                </a:lnTo>
                <a:lnTo>
                  <a:pt x="2981312" y="1126630"/>
                </a:lnTo>
                <a:lnTo>
                  <a:pt x="2976540" y="1214499"/>
                </a:lnTo>
                <a:moveTo>
                  <a:pt x="2872016" y="908914"/>
                </a:moveTo>
                <a:lnTo>
                  <a:pt x="2888303" y="938493"/>
                </a:lnTo>
                <a:lnTo>
                  <a:pt x="2912038" y="971083"/>
                </a:lnTo>
                <a:lnTo>
                  <a:pt x="2942076" y="1002094"/>
                </a:lnTo>
                <a:moveTo>
                  <a:pt x="2848355" y="759121"/>
                </a:moveTo>
                <a:lnTo>
                  <a:pt x="2848919" y="813147"/>
                </a:lnTo>
                <a:lnTo>
                  <a:pt x="2850605" y="837447"/>
                </a:lnTo>
                <a:lnTo>
                  <a:pt x="2856891" y="868654"/>
                </a:lnTo>
                <a:lnTo>
                  <a:pt x="2867294" y="897554"/>
                </a:lnTo>
                <a:moveTo>
                  <a:pt x="2109605" y="937158"/>
                </a:moveTo>
                <a:lnTo>
                  <a:pt x="2111242" y="934548"/>
                </a:lnTo>
                <a:lnTo>
                  <a:pt x="2115056" y="933893"/>
                </a:lnTo>
                <a:lnTo>
                  <a:pt x="2166774" y="949574"/>
                </a:lnTo>
                <a:moveTo>
                  <a:pt x="2173199" y="954763"/>
                </a:moveTo>
                <a:lnTo>
                  <a:pt x="2173853" y="956490"/>
                </a:lnTo>
                <a:lnTo>
                  <a:pt x="2173100" y="962318"/>
                </a:lnTo>
                <a:lnTo>
                  <a:pt x="2169082" y="963218"/>
                </a:lnTo>
                <a:lnTo>
                  <a:pt x="2161151" y="957726"/>
                </a:lnTo>
                <a:lnTo>
                  <a:pt x="2154571" y="955295"/>
                </a:lnTo>
                <a:lnTo>
                  <a:pt x="2111029" y="942462"/>
                </a:lnTo>
                <a:lnTo>
                  <a:pt x="2109106" y="940219"/>
                </a:lnTo>
                <a:lnTo>
                  <a:pt x="2109417" y="937690"/>
                </a:lnTo>
                <a:moveTo>
                  <a:pt x="995097" y="703393"/>
                </a:moveTo>
                <a:lnTo>
                  <a:pt x="997208" y="711291"/>
                </a:lnTo>
                <a:lnTo>
                  <a:pt x="998485" y="717748"/>
                </a:lnTo>
                <a:lnTo>
                  <a:pt x="997683" y="719680"/>
                </a:lnTo>
                <a:lnTo>
                  <a:pt x="995907" y="721767"/>
                </a:lnTo>
                <a:lnTo>
                  <a:pt x="992789" y="723281"/>
                </a:lnTo>
                <a:lnTo>
                  <a:pt x="985643" y="726579"/>
                </a:lnTo>
                <a:lnTo>
                  <a:pt x="949820" y="744561"/>
                </a:lnTo>
                <a:moveTo>
                  <a:pt x="947749" y="741672"/>
                </a:moveTo>
                <a:lnTo>
                  <a:pt x="951850" y="737768"/>
                </a:lnTo>
                <a:lnTo>
                  <a:pt x="958242" y="731695"/>
                </a:lnTo>
                <a:lnTo>
                  <a:pt x="986290" y="702443"/>
                </a:lnTo>
                <a:lnTo>
                  <a:pt x="989531" y="700962"/>
                </a:lnTo>
                <a:lnTo>
                  <a:pt x="992568" y="700839"/>
                </a:lnTo>
                <a:lnTo>
                  <a:pt x="994704" y="702762"/>
                </a:lnTo>
                <a:moveTo>
                  <a:pt x="2102558" y="1820258"/>
                </a:moveTo>
                <a:lnTo>
                  <a:pt x="2097967" y="1818237"/>
                </a:lnTo>
                <a:lnTo>
                  <a:pt x="2096363" y="1816060"/>
                </a:lnTo>
                <a:lnTo>
                  <a:pt x="2096444" y="1813334"/>
                </a:lnTo>
                <a:lnTo>
                  <a:pt x="2097525" y="1810732"/>
                </a:lnTo>
                <a:lnTo>
                  <a:pt x="2100406" y="1808047"/>
                </a:lnTo>
                <a:lnTo>
                  <a:pt x="2105799" y="1805412"/>
                </a:lnTo>
                <a:lnTo>
                  <a:pt x="2109965" y="1804781"/>
                </a:lnTo>
                <a:moveTo>
                  <a:pt x="2114606" y="1806476"/>
                </a:moveTo>
                <a:lnTo>
                  <a:pt x="2116185" y="1809987"/>
                </a:lnTo>
                <a:lnTo>
                  <a:pt x="2115432" y="1816248"/>
                </a:lnTo>
                <a:lnTo>
                  <a:pt x="2114090" y="1818842"/>
                </a:lnTo>
                <a:lnTo>
                  <a:pt x="2111741" y="1820577"/>
                </a:lnTo>
                <a:lnTo>
                  <a:pt x="2107412" y="1821036"/>
                </a:lnTo>
                <a:lnTo>
                  <a:pt x="2102894" y="1820356"/>
                </a:lnTo>
                <a:moveTo>
                  <a:pt x="3089544" y="2310706"/>
                </a:moveTo>
                <a:lnTo>
                  <a:pt x="3093489" y="2257294"/>
                </a:lnTo>
                <a:moveTo>
                  <a:pt x="2762540" y="2716756"/>
                </a:moveTo>
                <a:lnTo>
                  <a:pt x="2763441" y="2679558"/>
                </a:lnTo>
                <a:lnTo>
                  <a:pt x="2764881" y="2609351"/>
                </a:lnTo>
                <a:lnTo>
                  <a:pt x="2695804" y="2607730"/>
                </a:lnTo>
                <a:moveTo>
                  <a:pt x="2755084" y="2874136"/>
                </a:moveTo>
                <a:lnTo>
                  <a:pt x="2757261" y="2869921"/>
                </a:lnTo>
                <a:lnTo>
                  <a:pt x="2758432" y="2829129"/>
                </a:lnTo>
                <a:lnTo>
                  <a:pt x="2758882" y="2812891"/>
                </a:lnTo>
                <a:lnTo>
                  <a:pt x="2762720" y="2803921"/>
                </a:lnTo>
                <a:lnTo>
                  <a:pt x="2763170" y="2766592"/>
                </a:lnTo>
                <a:lnTo>
                  <a:pt x="2762507" y="2728902"/>
                </a:lnTo>
                <a:moveTo>
                  <a:pt x="2951054" y="2162534"/>
                </a:moveTo>
                <a:lnTo>
                  <a:pt x="2951078" y="2162690"/>
                </a:lnTo>
                <a:moveTo>
                  <a:pt x="2950506" y="2157632"/>
                </a:moveTo>
                <a:lnTo>
                  <a:pt x="2950530" y="2157787"/>
                </a:lnTo>
                <a:moveTo>
                  <a:pt x="2624942" y="1412973"/>
                </a:moveTo>
                <a:lnTo>
                  <a:pt x="2624910" y="1410051"/>
                </a:lnTo>
                <a:lnTo>
                  <a:pt x="2624934" y="1401539"/>
                </a:lnTo>
                <a:lnTo>
                  <a:pt x="2625180" y="1392192"/>
                </a:lnTo>
                <a:lnTo>
                  <a:pt x="2625483" y="1386128"/>
                </a:lnTo>
                <a:moveTo>
                  <a:pt x="2626465" y="1486363"/>
                </a:moveTo>
                <a:lnTo>
                  <a:pt x="2625139" y="1424701"/>
                </a:lnTo>
                <a:moveTo>
                  <a:pt x="2621055" y="1561104"/>
                </a:moveTo>
                <a:lnTo>
                  <a:pt x="2624181" y="1544449"/>
                </a:lnTo>
                <a:lnTo>
                  <a:pt x="2625802" y="1532082"/>
                </a:lnTo>
                <a:lnTo>
                  <a:pt x="2626653" y="1522702"/>
                </a:lnTo>
                <a:lnTo>
                  <a:pt x="2626948" y="1515042"/>
                </a:lnTo>
                <a:lnTo>
                  <a:pt x="2626964" y="1505409"/>
                </a:lnTo>
                <a:lnTo>
                  <a:pt x="2626759" y="1498116"/>
                </a:lnTo>
                <a:moveTo>
                  <a:pt x="2611201" y="1612151"/>
                </a:moveTo>
                <a:lnTo>
                  <a:pt x="2611708" y="1609663"/>
                </a:lnTo>
                <a:lnTo>
                  <a:pt x="2618837" y="1572718"/>
                </a:lnTo>
                <a:moveTo>
                  <a:pt x="3194232" y="1856663"/>
                </a:moveTo>
                <a:lnTo>
                  <a:pt x="3179402" y="1846531"/>
                </a:lnTo>
                <a:lnTo>
                  <a:pt x="3161838" y="1839598"/>
                </a:lnTo>
                <a:lnTo>
                  <a:pt x="3135950" y="1831168"/>
                </a:lnTo>
                <a:lnTo>
                  <a:pt x="3102778" y="1827231"/>
                </a:lnTo>
                <a:lnTo>
                  <a:pt x="3064671" y="1828107"/>
                </a:lnTo>
                <a:lnTo>
                  <a:pt x="3030951" y="1835342"/>
                </a:lnTo>
                <a:lnTo>
                  <a:pt x="2989537" y="1846727"/>
                </a:lnTo>
                <a:moveTo>
                  <a:pt x="3263383" y="1919217"/>
                </a:moveTo>
                <a:lnTo>
                  <a:pt x="3258816" y="1912579"/>
                </a:lnTo>
                <a:lnTo>
                  <a:pt x="3250050" y="1902709"/>
                </a:lnTo>
                <a:lnTo>
                  <a:pt x="3246433" y="1898666"/>
                </a:lnTo>
                <a:lnTo>
                  <a:pt x="3241612" y="1893239"/>
                </a:lnTo>
                <a:lnTo>
                  <a:pt x="3219236" y="1875184"/>
                </a:lnTo>
                <a:lnTo>
                  <a:pt x="3203955" y="1863644"/>
                </a:lnTo>
                <a:moveTo>
                  <a:pt x="2047395" y="1947814"/>
                </a:moveTo>
                <a:lnTo>
                  <a:pt x="2043384" y="1954484"/>
                </a:lnTo>
                <a:lnTo>
                  <a:pt x="2034848" y="1957316"/>
                </a:lnTo>
                <a:lnTo>
                  <a:pt x="2031770" y="1953608"/>
                </a:lnTo>
                <a:lnTo>
                  <a:pt x="2033178" y="1947969"/>
                </a:lnTo>
                <a:lnTo>
                  <a:pt x="2038695" y="1940914"/>
                </a:lnTo>
                <a:moveTo>
                  <a:pt x="1013176" y="1901580"/>
                </a:moveTo>
                <a:lnTo>
                  <a:pt x="1025044" y="1882289"/>
                </a:lnTo>
                <a:lnTo>
                  <a:pt x="1028661" y="1856213"/>
                </a:lnTo>
                <a:moveTo>
                  <a:pt x="1435889" y="2555751"/>
                </a:moveTo>
                <a:lnTo>
                  <a:pt x="1436438" y="2557314"/>
                </a:lnTo>
                <a:lnTo>
                  <a:pt x="1436168" y="2564876"/>
                </a:lnTo>
                <a:lnTo>
                  <a:pt x="1436266" y="2571972"/>
                </a:lnTo>
                <a:lnTo>
                  <a:pt x="1435767" y="2582277"/>
                </a:lnTo>
                <a:lnTo>
                  <a:pt x="1435636" y="2592303"/>
                </a:lnTo>
                <a:lnTo>
                  <a:pt x="1434858" y="2615628"/>
                </a:lnTo>
                <a:moveTo>
                  <a:pt x="1434858" y="2615628"/>
                </a:moveTo>
                <a:lnTo>
                  <a:pt x="1434883" y="2616823"/>
                </a:lnTo>
                <a:moveTo>
                  <a:pt x="1422311" y="2686122"/>
                </a:moveTo>
                <a:lnTo>
                  <a:pt x="1411229" y="2817548"/>
                </a:lnTo>
                <a:moveTo>
                  <a:pt x="1876126" y="2786193"/>
                </a:moveTo>
                <a:lnTo>
                  <a:pt x="1858537" y="2768278"/>
                </a:lnTo>
                <a:lnTo>
                  <a:pt x="1835269" y="2744567"/>
                </a:lnTo>
                <a:lnTo>
                  <a:pt x="1824784" y="2734132"/>
                </a:lnTo>
                <a:lnTo>
                  <a:pt x="1822607" y="2732266"/>
                </a:lnTo>
                <a:lnTo>
                  <a:pt x="1819808" y="2729614"/>
                </a:lnTo>
                <a:lnTo>
                  <a:pt x="1804912" y="2714129"/>
                </a:lnTo>
                <a:lnTo>
                  <a:pt x="1802490" y="2711412"/>
                </a:lnTo>
                <a:lnTo>
                  <a:pt x="1794788" y="2703677"/>
                </a:lnTo>
                <a:lnTo>
                  <a:pt x="1787905" y="2696941"/>
                </a:lnTo>
                <a:lnTo>
                  <a:pt x="1783076" y="2691834"/>
                </a:lnTo>
                <a:lnTo>
                  <a:pt x="1778624" y="2686825"/>
                </a:lnTo>
                <a:lnTo>
                  <a:pt x="1775055" y="2681923"/>
                </a:lnTo>
                <a:lnTo>
                  <a:pt x="1772559" y="2677716"/>
                </a:lnTo>
                <a:lnTo>
                  <a:pt x="1770055" y="2672625"/>
                </a:lnTo>
                <a:lnTo>
                  <a:pt x="1766830" y="2665104"/>
                </a:lnTo>
                <a:lnTo>
                  <a:pt x="1762418" y="2653580"/>
                </a:lnTo>
                <a:lnTo>
                  <a:pt x="1752728" y="2625736"/>
                </a:lnTo>
                <a:moveTo>
                  <a:pt x="2387150" y="198822"/>
                </a:moveTo>
                <a:lnTo>
                  <a:pt x="2386290" y="223024"/>
                </a:lnTo>
                <a:moveTo>
                  <a:pt x="2388811" y="114820"/>
                </a:moveTo>
                <a:lnTo>
                  <a:pt x="2386069" y="192229"/>
                </a:lnTo>
                <a:moveTo>
                  <a:pt x="2402766" y="226040"/>
                </a:moveTo>
                <a:lnTo>
                  <a:pt x="2403486" y="203986"/>
                </a:lnTo>
                <a:moveTo>
                  <a:pt x="2405008" y="197484"/>
                </a:moveTo>
                <a:lnTo>
                  <a:pt x="2407529" y="120271"/>
                </a:lnTo>
                <a:moveTo>
                  <a:pt x="2756074" y="519299"/>
                </a:moveTo>
                <a:lnTo>
                  <a:pt x="2790990" y="455550"/>
                </a:lnTo>
                <a:moveTo>
                  <a:pt x="2796899" y="445180"/>
                </a:moveTo>
                <a:lnTo>
                  <a:pt x="2814487" y="415511"/>
                </a:lnTo>
                <a:lnTo>
                  <a:pt x="2827713" y="396171"/>
                </a:lnTo>
                <a:moveTo>
                  <a:pt x="3411228" y="699497"/>
                </a:moveTo>
                <a:lnTo>
                  <a:pt x="3387902" y="649056"/>
                </a:lnTo>
                <a:lnTo>
                  <a:pt x="3349484" y="583465"/>
                </a:lnTo>
                <a:lnTo>
                  <a:pt x="3304764" y="506293"/>
                </a:lnTo>
                <a:moveTo>
                  <a:pt x="3298126" y="495228"/>
                </a:moveTo>
                <a:lnTo>
                  <a:pt x="3281479" y="468399"/>
                </a:lnTo>
                <a:lnTo>
                  <a:pt x="3273442" y="455517"/>
                </a:lnTo>
                <a:lnTo>
                  <a:pt x="3250108" y="414635"/>
                </a:lnTo>
                <a:moveTo>
                  <a:pt x="728298" y="170401"/>
                </a:moveTo>
                <a:lnTo>
                  <a:pt x="771570" y="170631"/>
                </a:lnTo>
                <a:lnTo>
                  <a:pt x="811502" y="171662"/>
                </a:lnTo>
                <a:lnTo>
                  <a:pt x="891260" y="173921"/>
                </a:lnTo>
                <a:lnTo>
                  <a:pt x="964560" y="175713"/>
                </a:lnTo>
                <a:lnTo>
                  <a:pt x="1021009" y="176875"/>
                </a:lnTo>
                <a:lnTo>
                  <a:pt x="1044907" y="176556"/>
                </a:lnTo>
                <a:lnTo>
                  <a:pt x="1081009" y="177080"/>
                </a:lnTo>
                <a:lnTo>
                  <a:pt x="1149334" y="174485"/>
                </a:lnTo>
                <a:lnTo>
                  <a:pt x="1186950" y="172497"/>
                </a:lnTo>
                <a:lnTo>
                  <a:pt x="1232046" y="169231"/>
                </a:lnTo>
                <a:lnTo>
                  <a:pt x="1278747" y="164860"/>
                </a:lnTo>
                <a:lnTo>
                  <a:pt x="1328738" y="159802"/>
                </a:lnTo>
                <a:lnTo>
                  <a:pt x="1359839" y="155800"/>
                </a:lnTo>
                <a:lnTo>
                  <a:pt x="1435979" y="145578"/>
                </a:lnTo>
                <a:lnTo>
                  <a:pt x="1461785" y="141567"/>
                </a:lnTo>
                <a:moveTo>
                  <a:pt x="1460214" y="129970"/>
                </a:moveTo>
                <a:lnTo>
                  <a:pt x="1433688" y="133669"/>
                </a:lnTo>
                <a:lnTo>
                  <a:pt x="1356663" y="144317"/>
                </a:lnTo>
                <a:lnTo>
                  <a:pt x="1328722" y="147796"/>
                </a:lnTo>
                <a:lnTo>
                  <a:pt x="1277920" y="153369"/>
                </a:lnTo>
                <a:lnTo>
                  <a:pt x="1232635" y="157732"/>
                </a:lnTo>
                <a:lnTo>
                  <a:pt x="1187809" y="160343"/>
                </a:lnTo>
                <a:lnTo>
                  <a:pt x="1157526" y="162151"/>
                </a:lnTo>
                <a:lnTo>
                  <a:pt x="1108657" y="164378"/>
                </a:lnTo>
                <a:lnTo>
                  <a:pt x="1083759" y="164991"/>
                </a:lnTo>
                <a:lnTo>
                  <a:pt x="1081279" y="164910"/>
                </a:lnTo>
                <a:lnTo>
                  <a:pt x="1047821" y="165507"/>
                </a:lnTo>
                <a:lnTo>
                  <a:pt x="1027172" y="165794"/>
                </a:lnTo>
                <a:lnTo>
                  <a:pt x="965501" y="164721"/>
                </a:lnTo>
                <a:lnTo>
                  <a:pt x="811633" y="160023"/>
                </a:lnTo>
                <a:lnTo>
                  <a:pt x="769769" y="159090"/>
                </a:lnTo>
                <a:lnTo>
                  <a:pt x="737776" y="158534"/>
                </a:lnTo>
                <a:moveTo>
                  <a:pt x="2488147" y="2094136"/>
                </a:moveTo>
                <a:lnTo>
                  <a:pt x="2543687" y="2102836"/>
                </a:lnTo>
                <a:lnTo>
                  <a:pt x="2613459" y="2114049"/>
                </a:lnTo>
                <a:lnTo>
                  <a:pt x="2762769" y="2136663"/>
                </a:lnTo>
                <a:lnTo>
                  <a:pt x="2853675" y="2152631"/>
                </a:lnTo>
                <a:moveTo>
                  <a:pt x="2227752" y="1975064"/>
                </a:moveTo>
                <a:lnTo>
                  <a:pt x="2227159" y="1976443"/>
                </a:lnTo>
                <a:lnTo>
                  <a:pt x="2216110" y="2006971"/>
                </a:lnTo>
                <a:lnTo>
                  <a:pt x="2208609" y="2032830"/>
                </a:lnTo>
                <a:moveTo>
                  <a:pt x="896948" y="1657575"/>
                </a:moveTo>
                <a:lnTo>
                  <a:pt x="934237" y="1640788"/>
                </a:lnTo>
                <a:lnTo>
                  <a:pt x="949918" y="1626891"/>
                </a:lnTo>
                <a:lnTo>
                  <a:pt x="970461" y="1604106"/>
                </a:lnTo>
                <a:lnTo>
                  <a:pt x="976616" y="1587221"/>
                </a:lnTo>
                <a:lnTo>
                  <a:pt x="979530" y="1577179"/>
                </a:lnTo>
                <a:lnTo>
                  <a:pt x="982010" y="1562266"/>
                </a:lnTo>
                <a:lnTo>
                  <a:pt x="983917" y="1548279"/>
                </a:lnTo>
                <a:lnTo>
                  <a:pt x="984007" y="1547575"/>
                </a:lnTo>
                <a:moveTo>
                  <a:pt x="1264367" y="1500784"/>
                </a:moveTo>
                <a:lnTo>
                  <a:pt x="1266069" y="1500441"/>
                </a:lnTo>
                <a:lnTo>
                  <a:pt x="1269875" y="1499524"/>
                </a:lnTo>
                <a:lnTo>
                  <a:pt x="1273763" y="1498566"/>
                </a:lnTo>
                <a:moveTo>
                  <a:pt x="1274000" y="1498509"/>
                </a:moveTo>
                <a:lnTo>
                  <a:pt x="1384900" y="1471361"/>
                </a:lnTo>
                <a:moveTo>
                  <a:pt x="1396350" y="1468546"/>
                </a:moveTo>
                <a:lnTo>
                  <a:pt x="1446406" y="1456212"/>
                </a:lnTo>
                <a:lnTo>
                  <a:pt x="1480249" y="1451317"/>
                </a:lnTo>
                <a:lnTo>
                  <a:pt x="1510753" y="1447634"/>
                </a:lnTo>
                <a:lnTo>
                  <a:pt x="1519699" y="1447176"/>
                </a:lnTo>
                <a:moveTo>
                  <a:pt x="1247212" y="1509607"/>
                </a:moveTo>
                <a:lnTo>
                  <a:pt x="1331431" y="1875467"/>
                </a:lnTo>
                <a:moveTo>
                  <a:pt x="2267370" y="2047558"/>
                </a:moveTo>
                <a:lnTo>
                  <a:pt x="2229852" y="2041060"/>
                </a:lnTo>
                <a:lnTo>
                  <a:pt x="2229557" y="2041019"/>
                </a:lnTo>
                <a:moveTo>
                  <a:pt x="2470566" y="2081229"/>
                </a:moveTo>
                <a:lnTo>
                  <a:pt x="2418636" y="2073102"/>
                </a:lnTo>
                <a:lnTo>
                  <a:pt x="2355173" y="2062953"/>
                </a:lnTo>
                <a:lnTo>
                  <a:pt x="2316829" y="2056234"/>
                </a:lnTo>
                <a:moveTo>
                  <a:pt x="2478497" y="2076368"/>
                </a:moveTo>
                <a:lnTo>
                  <a:pt x="2482597" y="2042165"/>
                </a:lnTo>
                <a:lnTo>
                  <a:pt x="2490749" y="1992935"/>
                </a:lnTo>
                <a:moveTo>
                  <a:pt x="2493327" y="1980855"/>
                </a:moveTo>
                <a:lnTo>
                  <a:pt x="2495373" y="1973071"/>
                </a:lnTo>
                <a:lnTo>
                  <a:pt x="2508231" y="1949868"/>
                </a:lnTo>
                <a:lnTo>
                  <a:pt x="2520451" y="1934416"/>
                </a:lnTo>
                <a:lnTo>
                  <a:pt x="2534209" y="1923972"/>
                </a:lnTo>
                <a:lnTo>
                  <a:pt x="2548892" y="1915207"/>
                </a:lnTo>
                <a:lnTo>
                  <a:pt x="2568969" y="1907824"/>
                </a:lnTo>
                <a:lnTo>
                  <a:pt x="2580353" y="1904460"/>
                </a:lnTo>
                <a:lnTo>
                  <a:pt x="2592425" y="1903765"/>
                </a:lnTo>
                <a:lnTo>
                  <a:pt x="2614278" y="1903503"/>
                </a:lnTo>
                <a:lnTo>
                  <a:pt x="2694552" y="1908094"/>
                </a:lnTo>
                <a:moveTo>
                  <a:pt x="2383278" y="2636556"/>
                </a:moveTo>
                <a:lnTo>
                  <a:pt x="2382665" y="2631261"/>
                </a:lnTo>
                <a:lnTo>
                  <a:pt x="2383614" y="2611413"/>
                </a:lnTo>
                <a:lnTo>
                  <a:pt x="2385677" y="2574117"/>
                </a:lnTo>
                <a:moveTo>
                  <a:pt x="1519527" y="1166644"/>
                </a:moveTo>
                <a:lnTo>
                  <a:pt x="1495129" y="1164532"/>
                </a:lnTo>
                <a:lnTo>
                  <a:pt x="1442118" y="1161618"/>
                </a:lnTo>
                <a:lnTo>
                  <a:pt x="1390948" y="1160825"/>
                </a:lnTo>
                <a:moveTo>
                  <a:pt x="2243594" y="1055686"/>
                </a:moveTo>
                <a:lnTo>
                  <a:pt x="2279802" y="1053125"/>
                </a:lnTo>
                <a:lnTo>
                  <a:pt x="2303889" y="1052003"/>
                </a:lnTo>
                <a:moveTo>
                  <a:pt x="2315773" y="1051291"/>
                </a:moveTo>
                <a:lnTo>
                  <a:pt x="2385693" y="1046184"/>
                </a:lnTo>
                <a:lnTo>
                  <a:pt x="2403903" y="1044858"/>
                </a:lnTo>
                <a:moveTo>
                  <a:pt x="2425404" y="1578758"/>
                </a:moveTo>
                <a:lnTo>
                  <a:pt x="2260143" y="1525272"/>
                </a:lnTo>
                <a:moveTo>
                  <a:pt x="2249347" y="1521213"/>
                </a:moveTo>
                <a:lnTo>
                  <a:pt x="2190542" y="1496430"/>
                </a:lnTo>
                <a:lnTo>
                  <a:pt x="2169941" y="1487763"/>
                </a:lnTo>
                <a:lnTo>
                  <a:pt x="2154366" y="1481199"/>
                </a:lnTo>
                <a:lnTo>
                  <a:pt x="2153638" y="1480888"/>
                </a:lnTo>
                <a:moveTo>
                  <a:pt x="1229845" y="1200937"/>
                </a:moveTo>
                <a:lnTo>
                  <a:pt x="1232824" y="1190150"/>
                </a:lnTo>
                <a:lnTo>
                  <a:pt x="1235279" y="1181376"/>
                </a:lnTo>
                <a:moveTo>
                  <a:pt x="1235328" y="1181212"/>
                </a:moveTo>
                <a:lnTo>
                  <a:pt x="1237874" y="1173388"/>
                </a:lnTo>
                <a:moveTo>
                  <a:pt x="1442584" y="2312433"/>
                </a:moveTo>
                <a:lnTo>
                  <a:pt x="1443141" y="2311345"/>
                </a:lnTo>
                <a:lnTo>
                  <a:pt x="1444516" y="2303201"/>
                </a:lnTo>
                <a:lnTo>
                  <a:pt x="1445236" y="2297047"/>
                </a:lnTo>
                <a:lnTo>
                  <a:pt x="1446055" y="2293920"/>
                </a:lnTo>
                <a:moveTo>
                  <a:pt x="1446055" y="2293920"/>
                </a:moveTo>
                <a:lnTo>
                  <a:pt x="1446562" y="2292545"/>
                </a:lnTo>
                <a:lnTo>
                  <a:pt x="1447691" y="2290082"/>
                </a:lnTo>
                <a:lnTo>
                  <a:pt x="1451358" y="2284737"/>
                </a:lnTo>
                <a:moveTo>
                  <a:pt x="1451301" y="2284835"/>
                </a:moveTo>
                <a:lnTo>
                  <a:pt x="1451358" y="2284737"/>
                </a:lnTo>
                <a:moveTo>
                  <a:pt x="1059230" y="2464772"/>
                </a:moveTo>
                <a:lnTo>
                  <a:pt x="1058805" y="2464690"/>
                </a:lnTo>
                <a:lnTo>
                  <a:pt x="990841" y="2453739"/>
                </a:lnTo>
                <a:lnTo>
                  <a:pt x="967940" y="2453289"/>
                </a:lnTo>
                <a:lnTo>
                  <a:pt x="958389" y="2453101"/>
                </a:lnTo>
                <a:lnTo>
                  <a:pt x="928434" y="2455269"/>
                </a:lnTo>
                <a:lnTo>
                  <a:pt x="916124" y="2455630"/>
                </a:lnTo>
                <a:lnTo>
                  <a:pt x="902252" y="2456162"/>
                </a:lnTo>
                <a:lnTo>
                  <a:pt x="875341" y="2455679"/>
                </a:lnTo>
                <a:lnTo>
                  <a:pt x="868204" y="2454909"/>
                </a:lnTo>
                <a:lnTo>
                  <a:pt x="860494" y="2454083"/>
                </a:lnTo>
                <a:lnTo>
                  <a:pt x="853095" y="2452986"/>
                </a:lnTo>
                <a:lnTo>
                  <a:pt x="850018" y="2452528"/>
                </a:lnTo>
                <a:lnTo>
                  <a:pt x="840442" y="2450653"/>
                </a:lnTo>
                <a:lnTo>
                  <a:pt x="807434" y="2445661"/>
                </a:lnTo>
                <a:lnTo>
                  <a:pt x="792096" y="2444212"/>
                </a:lnTo>
                <a:lnTo>
                  <a:pt x="771995" y="2444720"/>
                </a:lnTo>
                <a:lnTo>
                  <a:pt x="753654" y="2445063"/>
                </a:lnTo>
                <a:lnTo>
                  <a:pt x="729117" y="2448640"/>
                </a:lnTo>
                <a:lnTo>
                  <a:pt x="696379" y="2450563"/>
                </a:lnTo>
                <a:lnTo>
                  <a:pt x="694971" y="2450612"/>
                </a:lnTo>
                <a:moveTo>
                  <a:pt x="862262" y="2199520"/>
                </a:moveTo>
                <a:lnTo>
                  <a:pt x="922140" y="2200428"/>
                </a:lnTo>
                <a:moveTo>
                  <a:pt x="933516" y="2201051"/>
                </a:moveTo>
                <a:lnTo>
                  <a:pt x="942429" y="2201885"/>
                </a:lnTo>
                <a:lnTo>
                  <a:pt x="961016" y="2204136"/>
                </a:lnTo>
                <a:lnTo>
                  <a:pt x="980643" y="2207287"/>
                </a:lnTo>
                <a:lnTo>
                  <a:pt x="991790" y="2209767"/>
                </a:lnTo>
                <a:moveTo>
                  <a:pt x="2437263" y="1674705"/>
                </a:moveTo>
                <a:lnTo>
                  <a:pt x="2439874" y="1666889"/>
                </a:lnTo>
                <a:lnTo>
                  <a:pt x="2464706" y="1604449"/>
                </a:lnTo>
                <a:lnTo>
                  <a:pt x="2465729" y="1599923"/>
                </a:lnTo>
                <a:lnTo>
                  <a:pt x="2465680" y="1596813"/>
                </a:lnTo>
                <a:moveTo>
                  <a:pt x="2486313" y="1517857"/>
                </a:moveTo>
                <a:lnTo>
                  <a:pt x="2487369" y="1523496"/>
                </a:lnTo>
                <a:lnTo>
                  <a:pt x="2485748" y="1535487"/>
                </a:lnTo>
                <a:lnTo>
                  <a:pt x="2474503" y="1579585"/>
                </a:lnTo>
                <a:lnTo>
                  <a:pt x="2473734" y="1583366"/>
                </a:lnTo>
                <a:lnTo>
                  <a:pt x="2473914" y="1584970"/>
                </a:lnTo>
                <a:moveTo>
                  <a:pt x="1396019" y="1988589"/>
                </a:moveTo>
                <a:lnTo>
                  <a:pt x="1471950" y="1987075"/>
                </a:lnTo>
                <a:lnTo>
                  <a:pt x="1544007" y="1988523"/>
                </a:lnTo>
                <a:lnTo>
                  <a:pt x="1615523" y="1992092"/>
                </a:lnTo>
                <a:lnTo>
                  <a:pt x="1715951" y="1999339"/>
                </a:lnTo>
                <a:moveTo>
                  <a:pt x="1770177" y="2003297"/>
                </a:moveTo>
                <a:lnTo>
                  <a:pt x="1809078" y="2005891"/>
                </a:lnTo>
                <a:moveTo>
                  <a:pt x="2137242" y="2037890"/>
                </a:moveTo>
                <a:lnTo>
                  <a:pt x="2159737" y="2041584"/>
                </a:lnTo>
                <a:moveTo>
                  <a:pt x="2110415" y="2032384"/>
                </a:moveTo>
                <a:lnTo>
                  <a:pt x="2130983" y="2035568"/>
                </a:lnTo>
                <a:moveTo>
                  <a:pt x="2283653" y="2049077"/>
                </a:moveTo>
                <a:lnTo>
                  <a:pt x="2271499" y="2046947"/>
                </a:lnTo>
                <a:moveTo>
                  <a:pt x="2310379" y="2055104"/>
                </a:moveTo>
                <a:lnTo>
                  <a:pt x="2289877" y="2051495"/>
                </a:lnTo>
                <a:moveTo>
                  <a:pt x="1367704" y="2626473"/>
                </a:moveTo>
                <a:lnTo>
                  <a:pt x="1420241" y="2628544"/>
                </a:lnTo>
                <a:moveTo>
                  <a:pt x="1420470" y="2628552"/>
                </a:moveTo>
                <a:lnTo>
                  <a:pt x="1420764" y="2628560"/>
                </a:lnTo>
                <a:moveTo>
                  <a:pt x="2210651" y="2044219"/>
                </a:moveTo>
                <a:lnTo>
                  <a:pt x="2210577" y="2044072"/>
                </a:lnTo>
                <a:moveTo>
                  <a:pt x="2208638" y="2047632"/>
                </a:moveTo>
                <a:lnTo>
                  <a:pt x="2208801" y="2047665"/>
                </a:lnTo>
                <a:moveTo>
                  <a:pt x="2410529" y="1045681"/>
                </a:moveTo>
                <a:lnTo>
                  <a:pt x="2421660" y="1044862"/>
                </a:lnTo>
                <a:lnTo>
                  <a:pt x="2425732" y="1044416"/>
                </a:lnTo>
                <a:moveTo>
                  <a:pt x="1024070" y="2006611"/>
                </a:moveTo>
                <a:lnTo>
                  <a:pt x="1111562" y="2002666"/>
                </a:lnTo>
                <a:lnTo>
                  <a:pt x="1167569" y="1999302"/>
                </a:lnTo>
                <a:moveTo>
                  <a:pt x="1174255" y="2001520"/>
                </a:moveTo>
                <a:lnTo>
                  <a:pt x="1178888" y="2001242"/>
                </a:lnTo>
                <a:lnTo>
                  <a:pt x="1235385" y="1997977"/>
                </a:lnTo>
                <a:lnTo>
                  <a:pt x="1251353" y="1997191"/>
                </a:lnTo>
                <a:moveTo>
                  <a:pt x="1254243" y="1998296"/>
                </a:moveTo>
                <a:lnTo>
                  <a:pt x="1308886" y="1993127"/>
                </a:lnTo>
                <a:moveTo>
                  <a:pt x="1236875" y="1978661"/>
                </a:moveTo>
                <a:lnTo>
                  <a:pt x="1233339" y="1978849"/>
                </a:lnTo>
                <a:lnTo>
                  <a:pt x="1174394" y="1981894"/>
                </a:lnTo>
                <a:lnTo>
                  <a:pt x="1111570" y="1985634"/>
                </a:lnTo>
                <a:lnTo>
                  <a:pt x="1023333" y="1990283"/>
                </a:lnTo>
                <a:moveTo>
                  <a:pt x="1320590" y="1972858"/>
                </a:moveTo>
                <a:lnTo>
                  <a:pt x="1243345" y="1977000"/>
                </a:lnTo>
                <a:moveTo>
                  <a:pt x="1751807" y="2619123"/>
                </a:moveTo>
                <a:lnTo>
                  <a:pt x="1745599" y="2601318"/>
                </a:lnTo>
                <a:moveTo>
                  <a:pt x="2951913" y="2148653"/>
                </a:moveTo>
                <a:lnTo>
                  <a:pt x="2951496" y="2145871"/>
                </a:lnTo>
                <a:lnTo>
                  <a:pt x="2949417" y="2124795"/>
                </a:lnTo>
                <a:lnTo>
                  <a:pt x="2947109" y="2105030"/>
                </a:lnTo>
                <a:moveTo>
                  <a:pt x="1421554" y="2621407"/>
                </a:moveTo>
                <a:lnTo>
                  <a:pt x="1421280" y="2621398"/>
                </a:lnTo>
                <a:moveTo>
                  <a:pt x="1421039" y="2621394"/>
                </a:moveTo>
                <a:lnTo>
                  <a:pt x="1397336" y="2620703"/>
                </a:lnTo>
                <a:moveTo>
                  <a:pt x="1314079" y="2616733"/>
                </a:moveTo>
                <a:lnTo>
                  <a:pt x="1304553" y="2616340"/>
                </a:lnTo>
                <a:lnTo>
                  <a:pt x="1279279" y="2614802"/>
                </a:lnTo>
                <a:lnTo>
                  <a:pt x="1254022" y="2613754"/>
                </a:lnTo>
                <a:moveTo>
                  <a:pt x="1253784" y="2616357"/>
                </a:moveTo>
                <a:lnTo>
                  <a:pt x="1272388" y="2618051"/>
                </a:lnTo>
                <a:lnTo>
                  <a:pt x="1282332" y="2619336"/>
                </a:lnTo>
                <a:lnTo>
                  <a:pt x="1285090" y="2619541"/>
                </a:lnTo>
                <a:moveTo>
                  <a:pt x="1444671" y="1971565"/>
                </a:moveTo>
                <a:lnTo>
                  <a:pt x="1384908" y="1972457"/>
                </a:lnTo>
                <a:moveTo>
                  <a:pt x="1384663" y="1972457"/>
                </a:moveTo>
                <a:lnTo>
                  <a:pt x="1381340" y="1972515"/>
                </a:lnTo>
                <a:lnTo>
                  <a:pt x="1377665" y="1972572"/>
                </a:lnTo>
                <a:lnTo>
                  <a:pt x="1373237" y="1972637"/>
                </a:lnTo>
                <a:moveTo>
                  <a:pt x="1525489" y="2621947"/>
                </a:moveTo>
                <a:lnTo>
                  <a:pt x="1512660" y="2621464"/>
                </a:lnTo>
                <a:lnTo>
                  <a:pt x="1496324" y="2622029"/>
                </a:lnTo>
                <a:lnTo>
                  <a:pt x="1463242" y="2622094"/>
                </a:lnTo>
                <a:lnTo>
                  <a:pt x="1458430" y="2622012"/>
                </a:lnTo>
                <a:lnTo>
                  <a:pt x="1450486" y="2621930"/>
                </a:lnTo>
                <a:moveTo>
                  <a:pt x="1531939" y="2629704"/>
                </a:moveTo>
                <a:lnTo>
                  <a:pt x="1538904" y="2629364"/>
                </a:lnTo>
                <a:lnTo>
                  <a:pt x="1550368" y="2628844"/>
                </a:lnTo>
                <a:lnTo>
                  <a:pt x="1563600" y="2627651"/>
                </a:lnTo>
                <a:lnTo>
                  <a:pt x="1584962" y="2625550"/>
                </a:lnTo>
                <a:moveTo>
                  <a:pt x="1585224" y="2625523"/>
                </a:moveTo>
                <a:lnTo>
                  <a:pt x="1595393" y="2624447"/>
                </a:lnTo>
                <a:moveTo>
                  <a:pt x="2121055" y="2556692"/>
                </a:moveTo>
                <a:lnTo>
                  <a:pt x="2096101" y="2553983"/>
                </a:lnTo>
                <a:lnTo>
                  <a:pt x="2047100" y="2543908"/>
                </a:lnTo>
                <a:lnTo>
                  <a:pt x="2015762" y="2539582"/>
                </a:lnTo>
                <a:moveTo>
                  <a:pt x="1997068" y="2538084"/>
                </a:moveTo>
                <a:lnTo>
                  <a:pt x="1965386" y="2538293"/>
                </a:lnTo>
                <a:lnTo>
                  <a:pt x="1945088" y="2538432"/>
                </a:lnTo>
                <a:lnTo>
                  <a:pt x="1931649" y="2539660"/>
                </a:lnTo>
                <a:lnTo>
                  <a:pt x="1924590" y="2540883"/>
                </a:lnTo>
                <a:moveTo>
                  <a:pt x="1912768" y="2542729"/>
                </a:moveTo>
                <a:lnTo>
                  <a:pt x="1888779" y="2546027"/>
                </a:lnTo>
                <a:lnTo>
                  <a:pt x="1857825" y="2551437"/>
                </a:lnTo>
                <a:lnTo>
                  <a:pt x="1834892" y="2556978"/>
                </a:lnTo>
                <a:lnTo>
                  <a:pt x="1830849" y="2558288"/>
                </a:lnTo>
                <a:moveTo>
                  <a:pt x="1824617" y="2560301"/>
                </a:moveTo>
                <a:lnTo>
                  <a:pt x="1799642" y="2568387"/>
                </a:lnTo>
                <a:lnTo>
                  <a:pt x="1798234" y="2568842"/>
                </a:lnTo>
                <a:moveTo>
                  <a:pt x="2060113" y="2564999"/>
                </a:moveTo>
                <a:lnTo>
                  <a:pt x="2105709" y="2567315"/>
                </a:lnTo>
                <a:moveTo>
                  <a:pt x="1464374" y="142521"/>
                </a:moveTo>
                <a:lnTo>
                  <a:pt x="1568390" y="128787"/>
                </a:lnTo>
                <a:lnTo>
                  <a:pt x="1894594" y="84517"/>
                </a:lnTo>
                <a:moveTo>
                  <a:pt x="1487468" y="2276029"/>
                </a:moveTo>
                <a:lnTo>
                  <a:pt x="1500858" y="2273983"/>
                </a:lnTo>
                <a:lnTo>
                  <a:pt x="1547780" y="2266821"/>
                </a:lnTo>
                <a:lnTo>
                  <a:pt x="1551970" y="2266183"/>
                </a:lnTo>
                <a:moveTo>
                  <a:pt x="1450073" y="2281725"/>
                </a:moveTo>
                <a:lnTo>
                  <a:pt x="1450237" y="2281701"/>
                </a:lnTo>
                <a:moveTo>
                  <a:pt x="1455262" y="2281062"/>
                </a:moveTo>
                <a:lnTo>
                  <a:pt x="1470927" y="2278484"/>
                </a:lnTo>
                <a:lnTo>
                  <a:pt x="1480986" y="2277003"/>
                </a:lnTo>
                <a:moveTo>
                  <a:pt x="1431421" y="2272780"/>
                </a:moveTo>
                <a:lnTo>
                  <a:pt x="1423694" y="2227601"/>
                </a:lnTo>
                <a:lnTo>
                  <a:pt x="1413357" y="2171562"/>
                </a:lnTo>
                <a:lnTo>
                  <a:pt x="1404326" y="2133090"/>
                </a:lnTo>
                <a:moveTo>
                  <a:pt x="1383705" y="2093203"/>
                </a:moveTo>
                <a:lnTo>
                  <a:pt x="1403070" y="2175269"/>
                </a:lnTo>
                <a:moveTo>
                  <a:pt x="1363162" y="2011866"/>
                </a:moveTo>
                <a:lnTo>
                  <a:pt x="1380922" y="2087130"/>
                </a:lnTo>
                <a:moveTo>
                  <a:pt x="1400545" y="2290904"/>
                </a:moveTo>
                <a:lnTo>
                  <a:pt x="1416701" y="2288379"/>
                </a:lnTo>
                <a:moveTo>
                  <a:pt x="1736793" y="2578373"/>
                </a:moveTo>
                <a:lnTo>
                  <a:pt x="1732422" y="2564663"/>
                </a:lnTo>
                <a:moveTo>
                  <a:pt x="1730425" y="2558427"/>
                </a:moveTo>
                <a:lnTo>
                  <a:pt x="1721823" y="2531713"/>
                </a:lnTo>
                <a:lnTo>
                  <a:pt x="1717813" y="2518994"/>
                </a:lnTo>
                <a:lnTo>
                  <a:pt x="1713655" y="2506382"/>
                </a:lnTo>
                <a:lnTo>
                  <a:pt x="1710668" y="2497477"/>
                </a:lnTo>
                <a:lnTo>
                  <a:pt x="1708679" y="2493606"/>
                </a:lnTo>
                <a:lnTo>
                  <a:pt x="1705291" y="2486641"/>
                </a:lnTo>
                <a:lnTo>
                  <a:pt x="1701616" y="2480699"/>
                </a:lnTo>
                <a:lnTo>
                  <a:pt x="1689920" y="2467350"/>
                </a:lnTo>
                <a:lnTo>
                  <a:pt x="1682112" y="2461727"/>
                </a:lnTo>
                <a:lnTo>
                  <a:pt x="1674312" y="2457119"/>
                </a:lnTo>
                <a:lnTo>
                  <a:pt x="1656470" y="2449344"/>
                </a:lnTo>
                <a:lnTo>
                  <a:pt x="1635730" y="2441781"/>
                </a:lnTo>
                <a:lnTo>
                  <a:pt x="1620024" y="2433932"/>
                </a:lnTo>
                <a:lnTo>
                  <a:pt x="1613951" y="2428719"/>
                </a:lnTo>
                <a:lnTo>
                  <a:pt x="1605456" y="2420002"/>
                </a:lnTo>
                <a:lnTo>
                  <a:pt x="1598188" y="2410729"/>
                </a:lnTo>
                <a:lnTo>
                  <a:pt x="1590798" y="2399189"/>
                </a:lnTo>
                <a:lnTo>
                  <a:pt x="1584430" y="2375601"/>
                </a:lnTo>
                <a:lnTo>
                  <a:pt x="1582973" y="2368923"/>
                </a:lnTo>
                <a:lnTo>
                  <a:pt x="1573381" y="2326625"/>
                </a:lnTo>
                <a:lnTo>
                  <a:pt x="1565745" y="2292938"/>
                </a:lnTo>
                <a:lnTo>
                  <a:pt x="1560368" y="2269236"/>
                </a:lnTo>
                <a:moveTo>
                  <a:pt x="953249" y="211840"/>
                </a:moveTo>
                <a:lnTo>
                  <a:pt x="1002667" y="223290"/>
                </a:lnTo>
                <a:moveTo>
                  <a:pt x="2010654" y="57038"/>
                </a:moveTo>
                <a:lnTo>
                  <a:pt x="1893739" y="71393"/>
                </a:lnTo>
                <a:lnTo>
                  <a:pt x="1566228" y="115696"/>
                </a:lnTo>
                <a:lnTo>
                  <a:pt x="1545914" y="118430"/>
                </a:lnTo>
                <a:moveTo>
                  <a:pt x="1539252" y="118004"/>
                </a:moveTo>
                <a:lnTo>
                  <a:pt x="1462505" y="128333"/>
                </a:lnTo>
                <a:moveTo>
                  <a:pt x="1442617" y="2362222"/>
                </a:moveTo>
                <a:lnTo>
                  <a:pt x="1437477" y="2317209"/>
                </a:lnTo>
                <a:moveTo>
                  <a:pt x="1434412" y="2518973"/>
                </a:moveTo>
                <a:lnTo>
                  <a:pt x="1433612" y="2528729"/>
                </a:lnTo>
                <a:lnTo>
                  <a:pt x="1432532" y="2539494"/>
                </a:lnTo>
                <a:lnTo>
                  <a:pt x="1431795" y="2547644"/>
                </a:lnTo>
                <a:moveTo>
                  <a:pt x="1428740" y="2593935"/>
                </a:moveTo>
                <a:lnTo>
                  <a:pt x="1428425" y="2606126"/>
                </a:lnTo>
                <a:lnTo>
                  <a:pt x="1427869" y="2615350"/>
                </a:lnTo>
                <a:moveTo>
                  <a:pt x="1427852" y="2615596"/>
                </a:moveTo>
                <a:lnTo>
                  <a:pt x="1427840" y="2615845"/>
                </a:lnTo>
                <a:moveTo>
                  <a:pt x="1057454" y="44884"/>
                </a:moveTo>
                <a:lnTo>
                  <a:pt x="1057070" y="75870"/>
                </a:lnTo>
                <a:moveTo>
                  <a:pt x="1062617" y="356699"/>
                </a:moveTo>
                <a:lnTo>
                  <a:pt x="1065025" y="331341"/>
                </a:lnTo>
                <a:lnTo>
                  <a:pt x="1066842" y="310176"/>
                </a:lnTo>
                <a:lnTo>
                  <a:pt x="1067916" y="288467"/>
                </a:lnTo>
                <a:moveTo>
                  <a:pt x="1058829" y="397746"/>
                </a:moveTo>
                <a:lnTo>
                  <a:pt x="1060082" y="386321"/>
                </a:lnTo>
                <a:moveTo>
                  <a:pt x="1060695" y="379835"/>
                </a:moveTo>
                <a:lnTo>
                  <a:pt x="1062046" y="363212"/>
                </a:lnTo>
                <a:moveTo>
                  <a:pt x="1054794" y="470126"/>
                </a:moveTo>
                <a:lnTo>
                  <a:pt x="1058305" y="404143"/>
                </a:lnTo>
                <a:moveTo>
                  <a:pt x="1054131" y="485951"/>
                </a:moveTo>
                <a:lnTo>
                  <a:pt x="1054492" y="476657"/>
                </a:lnTo>
                <a:moveTo>
                  <a:pt x="1051987" y="578063"/>
                </a:moveTo>
                <a:lnTo>
                  <a:pt x="1052454" y="555842"/>
                </a:lnTo>
                <a:lnTo>
                  <a:pt x="1053043" y="520125"/>
                </a:lnTo>
                <a:lnTo>
                  <a:pt x="1053902" y="492494"/>
                </a:lnTo>
                <a:moveTo>
                  <a:pt x="1086722" y="765955"/>
                </a:moveTo>
                <a:lnTo>
                  <a:pt x="1076025" y="744765"/>
                </a:lnTo>
                <a:lnTo>
                  <a:pt x="1066711" y="719352"/>
                </a:lnTo>
                <a:lnTo>
                  <a:pt x="1061547" y="700062"/>
                </a:lnTo>
                <a:lnTo>
                  <a:pt x="1058183" y="685821"/>
                </a:lnTo>
                <a:lnTo>
                  <a:pt x="1053616" y="659065"/>
                </a:lnTo>
                <a:lnTo>
                  <a:pt x="1051234" y="629257"/>
                </a:lnTo>
                <a:lnTo>
                  <a:pt x="1051291" y="609205"/>
                </a:lnTo>
                <a:lnTo>
                  <a:pt x="1051848" y="584611"/>
                </a:lnTo>
                <a:moveTo>
                  <a:pt x="1134544" y="844731"/>
                </a:moveTo>
                <a:lnTo>
                  <a:pt x="1120688" y="823484"/>
                </a:lnTo>
                <a:lnTo>
                  <a:pt x="1105293" y="798194"/>
                </a:lnTo>
                <a:lnTo>
                  <a:pt x="1093720" y="778813"/>
                </a:lnTo>
                <a:moveTo>
                  <a:pt x="1242154" y="1169345"/>
                </a:moveTo>
                <a:lnTo>
                  <a:pt x="1242318" y="1169345"/>
                </a:lnTo>
                <a:moveTo>
                  <a:pt x="1242310" y="1169345"/>
                </a:moveTo>
                <a:lnTo>
                  <a:pt x="1271954" y="1168493"/>
                </a:lnTo>
                <a:lnTo>
                  <a:pt x="1330342" y="1168804"/>
                </a:lnTo>
                <a:lnTo>
                  <a:pt x="1390605" y="1163476"/>
                </a:lnTo>
                <a:moveTo>
                  <a:pt x="1226730" y="1304033"/>
                </a:moveTo>
                <a:lnTo>
                  <a:pt x="1225777" y="1291482"/>
                </a:lnTo>
                <a:lnTo>
                  <a:pt x="1224795" y="1257042"/>
                </a:lnTo>
                <a:lnTo>
                  <a:pt x="1223788" y="1234870"/>
                </a:lnTo>
                <a:lnTo>
                  <a:pt x="1224463" y="1205643"/>
                </a:lnTo>
                <a:moveTo>
                  <a:pt x="1224795" y="1388910"/>
                </a:moveTo>
                <a:lnTo>
                  <a:pt x="1228232" y="1414315"/>
                </a:lnTo>
                <a:lnTo>
                  <a:pt x="1232734" y="1439818"/>
                </a:lnTo>
                <a:lnTo>
                  <a:pt x="1238667" y="1473145"/>
                </a:lnTo>
                <a:lnTo>
                  <a:pt x="1243177" y="1492379"/>
                </a:lnTo>
                <a:moveTo>
                  <a:pt x="1275880" y="1590120"/>
                </a:moveTo>
                <a:lnTo>
                  <a:pt x="1257099" y="1507332"/>
                </a:lnTo>
                <a:moveTo>
                  <a:pt x="1331566" y="1882131"/>
                </a:moveTo>
                <a:lnTo>
                  <a:pt x="1338637" y="1915542"/>
                </a:lnTo>
                <a:moveTo>
                  <a:pt x="1402832" y="2126719"/>
                </a:moveTo>
                <a:lnTo>
                  <a:pt x="1392667" y="2083439"/>
                </a:lnTo>
                <a:lnTo>
                  <a:pt x="1389958" y="2072423"/>
                </a:lnTo>
                <a:moveTo>
                  <a:pt x="1389700" y="2065757"/>
                </a:moveTo>
                <a:lnTo>
                  <a:pt x="1382526" y="2035179"/>
                </a:lnTo>
                <a:moveTo>
                  <a:pt x="1404535" y="2181645"/>
                </a:moveTo>
                <a:lnTo>
                  <a:pt x="1414503" y="2226513"/>
                </a:lnTo>
                <a:lnTo>
                  <a:pt x="1421837" y="2274416"/>
                </a:lnTo>
                <a:moveTo>
                  <a:pt x="1444647" y="2516019"/>
                </a:moveTo>
                <a:lnTo>
                  <a:pt x="1445056" y="2506946"/>
                </a:lnTo>
                <a:moveTo>
                  <a:pt x="1445261" y="2501013"/>
                </a:moveTo>
                <a:lnTo>
                  <a:pt x="1445719" y="2486010"/>
                </a:lnTo>
                <a:lnTo>
                  <a:pt x="1446243" y="2464338"/>
                </a:lnTo>
                <a:lnTo>
                  <a:pt x="1446235" y="2411376"/>
                </a:lnTo>
                <a:moveTo>
                  <a:pt x="1446022" y="2405025"/>
                </a:moveTo>
                <a:lnTo>
                  <a:pt x="1445015" y="2390325"/>
                </a:lnTo>
                <a:lnTo>
                  <a:pt x="1443247" y="2368694"/>
                </a:lnTo>
                <a:moveTo>
                  <a:pt x="1436814" y="2312196"/>
                </a:moveTo>
                <a:lnTo>
                  <a:pt x="1434293" y="2291980"/>
                </a:lnTo>
                <a:moveTo>
                  <a:pt x="1436814" y="2449262"/>
                </a:moveTo>
                <a:lnTo>
                  <a:pt x="1436962" y="2456260"/>
                </a:lnTo>
                <a:moveTo>
                  <a:pt x="1435791" y="2462834"/>
                </a:moveTo>
                <a:lnTo>
                  <a:pt x="1435873" y="2466625"/>
                </a:lnTo>
                <a:lnTo>
                  <a:pt x="1435415" y="2500086"/>
                </a:lnTo>
                <a:moveTo>
                  <a:pt x="1435073" y="2506549"/>
                </a:moveTo>
                <a:lnTo>
                  <a:pt x="1434762" y="2512450"/>
                </a:lnTo>
                <a:lnTo>
                  <a:pt x="1434437" y="2518626"/>
                </a:lnTo>
                <a:moveTo>
                  <a:pt x="1440776" y="2615948"/>
                </a:moveTo>
                <a:lnTo>
                  <a:pt x="1440788" y="2615649"/>
                </a:lnTo>
                <a:moveTo>
                  <a:pt x="1440796" y="2615411"/>
                </a:moveTo>
                <a:lnTo>
                  <a:pt x="1441848" y="2581589"/>
                </a:lnTo>
                <a:moveTo>
                  <a:pt x="1430291" y="2556160"/>
                </a:moveTo>
                <a:lnTo>
                  <a:pt x="1429792" y="2578323"/>
                </a:lnTo>
                <a:moveTo>
                  <a:pt x="1434424" y="2621767"/>
                </a:moveTo>
                <a:lnTo>
                  <a:pt x="1434261" y="2621767"/>
                </a:lnTo>
                <a:moveTo>
                  <a:pt x="1436544" y="2624279"/>
                </a:moveTo>
                <a:lnTo>
                  <a:pt x="1436642" y="2624410"/>
                </a:lnTo>
                <a:moveTo>
                  <a:pt x="1426318" y="2635725"/>
                </a:moveTo>
                <a:lnTo>
                  <a:pt x="1426309" y="2635889"/>
                </a:lnTo>
                <a:moveTo>
                  <a:pt x="1426309" y="2635828"/>
                </a:moveTo>
                <a:lnTo>
                  <a:pt x="1422847" y="2679594"/>
                </a:lnTo>
                <a:moveTo>
                  <a:pt x="1927704" y="2564758"/>
                </a:moveTo>
                <a:lnTo>
                  <a:pt x="1969658" y="2561013"/>
                </a:lnTo>
                <a:lnTo>
                  <a:pt x="1997576" y="2562429"/>
                </a:lnTo>
                <a:lnTo>
                  <a:pt x="2031361" y="2563542"/>
                </a:lnTo>
                <a:lnTo>
                  <a:pt x="2053578" y="2564672"/>
                </a:lnTo>
                <a:moveTo>
                  <a:pt x="859046" y="623438"/>
                </a:moveTo>
                <a:lnTo>
                  <a:pt x="858211" y="623553"/>
                </a:lnTo>
                <a:lnTo>
                  <a:pt x="833092" y="626180"/>
                </a:lnTo>
                <a:lnTo>
                  <a:pt x="829614" y="624731"/>
                </a:lnTo>
                <a:lnTo>
                  <a:pt x="826250" y="622726"/>
                </a:lnTo>
                <a:moveTo>
                  <a:pt x="822813" y="613232"/>
                </a:moveTo>
                <a:lnTo>
                  <a:pt x="821389" y="594752"/>
                </a:lnTo>
                <a:moveTo>
                  <a:pt x="820660" y="583097"/>
                </a:moveTo>
                <a:lnTo>
                  <a:pt x="820570" y="581280"/>
                </a:lnTo>
                <a:moveTo>
                  <a:pt x="813679" y="587999"/>
                </a:moveTo>
                <a:lnTo>
                  <a:pt x="753408" y="590455"/>
                </a:lnTo>
                <a:lnTo>
                  <a:pt x="754055" y="616514"/>
                </a:lnTo>
                <a:moveTo>
                  <a:pt x="754284" y="628259"/>
                </a:moveTo>
                <a:lnTo>
                  <a:pt x="754374" y="634414"/>
                </a:lnTo>
                <a:moveTo>
                  <a:pt x="761519" y="623455"/>
                </a:moveTo>
                <a:lnTo>
                  <a:pt x="816069" y="620876"/>
                </a:lnTo>
                <a:moveTo>
                  <a:pt x="1206159" y="1158124"/>
                </a:moveTo>
                <a:lnTo>
                  <a:pt x="1181621" y="1158517"/>
                </a:lnTo>
                <a:lnTo>
                  <a:pt x="1175008" y="1158566"/>
                </a:lnTo>
                <a:moveTo>
                  <a:pt x="1207263" y="1116538"/>
                </a:moveTo>
                <a:lnTo>
                  <a:pt x="1206028" y="1128512"/>
                </a:lnTo>
                <a:lnTo>
                  <a:pt x="1203630" y="1137785"/>
                </a:lnTo>
                <a:lnTo>
                  <a:pt x="1200896" y="1143727"/>
                </a:lnTo>
                <a:lnTo>
                  <a:pt x="1196886" y="1148155"/>
                </a:lnTo>
                <a:lnTo>
                  <a:pt x="1189110" y="1151944"/>
                </a:lnTo>
                <a:lnTo>
                  <a:pt x="1182579" y="1155210"/>
                </a:lnTo>
                <a:lnTo>
                  <a:pt x="1174984" y="1155848"/>
                </a:lnTo>
                <a:moveTo>
                  <a:pt x="1159441" y="1178225"/>
                </a:moveTo>
                <a:lnTo>
                  <a:pt x="1180181" y="1175950"/>
                </a:lnTo>
                <a:lnTo>
                  <a:pt x="1190264" y="1178839"/>
                </a:lnTo>
                <a:lnTo>
                  <a:pt x="1196648" y="1180590"/>
                </a:lnTo>
                <a:lnTo>
                  <a:pt x="1198809" y="1181752"/>
                </a:lnTo>
                <a:lnTo>
                  <a:pt x="1203548" y="1184150"/>
                </a:lnTo>
                <a:lnTo>
                  <a:pt x="1207419" y="1187825"/>
                </a:lnTo>
                <a:lnTo>
                  <a:pt x="1208720" y="1189217"/>
                </a:lnTo>
                <a:moveTo>
                  <a:pt x="1002782" y="1164819"/>
                </a:moveTo>
                <a:lnTo>
                  <a:pt x="1064518" y="1166578"/>
                </a:lnTo>
                <a:lnTo>
                  <a:pt x="1072514" y="1166873"/>
                </a:lnTo>
                <a:moveTo>
                  <a:pt x="1078914" y="1171047"/>
                </a:moveTo>
                <a:lnTo>
                  <a:pt x="1118842" y="1172533"/>
                </a:lnTo>
                <a:lnTo>
                  <a:pt x="1155998" y="1174480"/>
                </a:lnTo>
                <a:moveTo>
                  <a:pt x="1050956" y="336796"/>
                </a:moveTo>
                <a:lnTo>
                  <a:pt x="1049253" y="400312"/>
                </a:lnTo>
                <a:lnTo>
                  <a:pt x="1047445" y="441570"/>
                </a:lnTo>
                <a:lnTo>
                  <a:pt x="1045055" y="489106"/>
                </a:lnTo>
                <a:lnTo>
                  <a:pt x="1042976" y="546766"/>
                </a:lnTo>
                <a:lnTo>
                  <a:pt x="1042313" y="562087"/>
                </a:lnTo>
                <a:lnTo>
                  <a:pt x="1042305" y="597616"/>
                </a:lnTo>
                <a:lnTo>
                  <a:pt x="1041969" y="626573"/>
                </a:lnTo>
                <a:lnTo>
                  <a:pt x="1043320" y="647861"/>
                </a:lnTo>
                <a:lnTo>
                  <a:pt x="1045259" y="669656"/>
                </a:lnTo>
                <a:lnTo>
                  <a:pt x="1049630" y="695560"/>
                </a:lnTo>
                <a:lnTo>
                  <a:pt x="1054189" y="710317"/>
                </a:lnTo>
                <a:lnTo>
                  <a:pt x="1060384" y="729820"/>
                </a:lnTo>
                <a:lnTo>
                  <a:pt x="1072203" y="760668"/>
                </a:lnTo>
                <a:lnTo>
                  <a:pt x="1076667" y="771029"/>
                </a:lnTo>
                <a:moveTo>
                  <a:pt x="1050309" y="252697"/>
                </a:moveTo>
                <a:lnTo>
                  <a:pt x="1049802" y="330212"/>
                </a:lnTo>
                <a:moveTo>
                  <a:pt x="1083665" y="784669"/>
                </a:moveTo>
                <a:lnTo>
                  <a:pt x="1092320" y="799511"/>
                </a:lnTo>
                <a:lnTo>
                  <a:pt x="1114762" y="833592"/>
                </a:lnTo>
                <a:lnTo>
                  <a:pt x="1154187" y="891628"/>
                </a:lnTo>
                <a:lnTo>
                  <a:pt x="1175377" y="925692"/>
                </a:lnTo>
                <a:lnTo>
                  <a:pt x="1191672" y="961998"/>
                </a:lnTo>
                <a:lnTo>
                  <a:pt x="1204644" y="1003584"/>
                </a:lnTo>
                <a:lnTo>
                  <a:pt x="1209424" y="1024364"/>
                </a:lnTo>
                <a:lnTo>
                  <a:pt x="1210460" y="1031812"/>
                </a:lnTo>
                <a:moveTo>
                  <a:pt x="1208765" y="1038654"/>
                </a:moveTo>
                <a:lnTo>
                  <a:pt x="1209657" y="1045114"/>
                </a:lnTo>
                <a:lnTo>
                  <a:pt x="1211194" y="1067310"/>
                </a:lnTo>
                <a:lnTo>
                  <a:pt x="1211863" y="1094049"/>
                </a:lnTo>
                <a:lnTo>
                  <a:pt x="1211233" y="1115382"/>
                </a:lnTo>
                <a:moveTo>
                  <a:pt x="1071180" y="221334"/>
                </a:moveTo>
                <a:lnTo>
                  <a:pt x="1071638" y="214483"/>
                </a:lnTo>
                <a:lnTo>
                  <a:pt x="1071818" y="197468"/>
                </a:lnTo>
                <a:lnTo>
                  <a:pt x="1073930" y="141199"/>
                </a:lnTo>
                <a:moveTo>
                  <a:pt x="1809913" y="1989612"/>
                </a:moveTo>
                <a:lnTo>
                  <a:pt x="1617356" y="1975543"/>
                </a:lnTo>
                <a:lnTo>
                  <a:pt x="1555105" y="1973128"/>
                </a:lnTo>
                <a:lnTo>
                  <a:pt x="1473399" y="1971262"/>
                </a:lnTo>
                <a:lnTo>
                  <a:pt x="1458110" y="1971377"/>
                </a:lnTo>
                <a:moveTo>
                  <a:pt x="2542786" y="516287"/>
                </a:moveTo>
                <a:lnTo>
                  <a:pt x="2549980" y="516082"/>
                </a:lnTo>
                <a:lnTo>
                  <a:pt x="2585297" y="515951"/>
                </a:lnTo>
                <a:lnTo>
                  <a:pt x="2653253" y="516213"/>
                </a:lnTo>
                <a:lnTo>
                  <a:pt x="2692211" y="516311"/>
                </a:lnTo>
                <a:lnTo>
                  <a:pt x="2708768" y="516876"/>
                </a:lnTo>
                <a:lnTo>
                  <a:pt x="2722240" y="518366"/>
                </a:lnTo>
                <a:lnTo>
                  <a:pt x="2738191" y="521582"/>
                </a:lnTo>
                <a:lnTo>
                  <a:pt x="2746630" y="523767"/>
                </a:lnTo>
                <a:moveTo>
                  <a:pt x="2390555" y="238799"/>
                </a:moveTo>
                <a:lnTo>
                  <a:pt x="2392216" y="245453"/>
                </a:lnTo>
                <a:lnTo>
                  <a:pt x="2396218" y="247508"/>
                </a:lnTo>
                <a:moveTo>
                  <a:pt x="2428220" y="245421"/>
                </a:moveTo>
                <a:lnTo>
                  <a:pt x="2425044" y="244234"/>
                </a:lnTo>
                <a:lnTo>
                  <a:pt x="2419994" y="242916"/>
                </a:lnTo>
                <a:lnTo>
                  <a:pt x="2414486" y="239790"/>
                </a:lnTo>
                <a:lnTo>
                  <a:pt x="2411327" y="238087"/>
                </a:lnTo>
                <a:lnTo>
                  <a:pt x="2407799" y="233962"/>
                </a:lnTo>
                <a:lnTo>
                  <a:pt x="2406956" y="232563"/>
                </a:lnTo>
                <a:moveTo>
                  <a:pt x="2320642" y="78039"/>
                </a:moveTo>
                <a:lnTo>
                  <a:pt x="2350860" y="84178"/>
                </a:lnTo>
                <a:lnTo>
                  <a:pt x="2359494" y="85741"/>
                </a:lnTo>
                <a:lnTo>
                  <a:pt x="2366525" y="87599"/>
                </a:lnTo>
                <a:lnTo>
                  <a:pt x="2372639" y="89874"/>
                </a:lnTo>
                <a:lnTo>
                  <a:pt x="2377443" y="92051"/>
                </a:lnTo>
                <a:lnTo>
                  <a:pt x="2381502" y="94376"/>
                </a:lnTo>
                <a:lnTo>
                  <a:pt x="2383761" y="96569"/>
                </a:lnTo>
                <a:lnTo>
                  <a:pt x="2385366" y="98746"/>
                </a:lnTo>
                <a:lnTo>
                  <a:pt x="2387657" y="104066"/>
                </a:lnTo>
                <a:lnTo>
                  <a:pt x="2386470" y="112038"/>
                </a:lnTo>
                <a:moveTo>
                  <a:pt x="2407906" y="505655"/>
                </a:moveTo>
                <a:lnTo>
                  <a:pt x="2402872" y="501817"/>
                </a:lnTo>
                <a:lnTo>
                  <a:pt x="2402046" y="501186"/>
                </a:lnTo>
                <a:lnTo>
                  <a:pt x="2399467" y="497364"/>
                </a:lnTo>
                <a:lnTo>
                  <a:pt x="2399025" y="496096"/>
                </a:lnTo>
                <a:moveTo>
                  <a:pt x="2519919" y="560900"/>
                </a:moveTo>
                <a:lnTo>
                  <a:pt x="2509664" y="560639"/>
                </a:lnTo>
                <a:lnTo>
                  <a:pt x="2505326" y="562333"/>
                </a:lnTo>
                <a:lnTo>
                  <a:pt x="2502690" y="565066"/>
                </a:lnTo>
                <a:lnTo>
                  <a:pt x="2501823" y="569060"/>
                </a:lnTo>
                <a:lnTo>
                  <a:pt x="2502854" y="573447"/>
                </a:lnTo>
                <a:lnTo>
                  <a:pt x="2506537" y="576132"/>
                </a:lnTo>
                <a:lnTo>
                  <a:pt x="2524576" y="577057"/>
                </a:lnTo>
                <a:moveTo>
                  <a:pt x="2410410" y="117742"/>
                </a:moveTo>
                <a:lnTo>
                  <a:pt x="2412309" y="106579"/>
                </a:lnTo>
                <a:lnTo>
                  <a:pt x="2415452" y="101316"/>
                </a:lnTo>
                <a:lnTo>
                  <a:pt x="2418447" y="95153"/>
                </a:lnTo>
                <a:lnTo>
                  <a:pt x="2420665" y="92591"/>
                </a:lnTo>
                <a:lnTo>
                  <a:pt x="2425912" y="89514"/>
                </a:lnTo>
                <a:lnTo>
                  <a:pt x="2432827" y="86330"/>
                </a:lnTo>
                <a:lnTo>
                  <a:pt x="2440701" y="83261"/>
                </a:lnTo>
                <a:lnTo>
                  <a:pt x="2453804" y="79496"/>
                </a:lnTo>
                <a:lnTo>
                  <a:pt x="2466114" y="76411"/>
                </a:lnTo>
                <a:lnTo>
                  <a:pt x="2496225" y="66499"/>
                </a:lnTo>
                <a:moveTo>
                  <a:pt x="1336047" y="1919831"/>
                </a:moveTo>
                <a:lnTo>
                  <a:pt x="1341694" y="1932861"/>
                </a:lnTo>
                <a:lnTo>
                  <a:pt x="1341882" y="1939040"/>
                </a:lnTo>
                <a:lnTo>
                  <a:pt x="1340998" y="1944491"/>
                </a:lnTo>
                <a:lnTo>
                  <a:pt x="1339067" y="1949942"/>
                </a:lnTo>
                <a:lnTo>
                  <a:pt x="1337446" y="1954689"/>
                </a:lnTo>
                <a:lnTo>
                  <a:pt x="1335777" y="1959747"/>
                </a:lnTo>
                <a:lnTo>
                  <a:pt x="1335498" y="1960598"/>
                </a:lnTo>
                <a:lnTo>
                  <a:pt x="1333616" y="1964314"/>
                </a:lnTo>
                <a:lnTo>
                  <a:pt x="1330858" y="1968291"/>
                </a:lnTo>
                <a:lnTo>
                  <a:pt x="1326815" y="1971205"/>
                </a:lnTo>
                <a:lnTo>
                  <a:pt x="1322992" y="1971418"/>
                </a:lnTo>
                <a:moveTo>
                  <a:pt x="1385907" y="2031721"/>
                </a:moveTo>
                <a:lnTo>
                  <a:pt x="1382936" y="2006456"/>
                </a:lnTo>
                <a:lnTo>
                  <a:pt x="1384564" y="2001300"/>
                </a:lnTo>
                <a:lnTo>
                  <a:pt x="1385825" y="1998762"/>
                </a:lnTo>
                <a:lnTo>
                  <a:pt x="1387282" y="1996462"/>
                </a:lnTo>
                <a:lnTo>
                  <a:pt x="1388166" y="1995562"/>
                </a:lnTo>
                <a:lnTo>
                  <a:pt x="1389950" y="1993860"/>
                </a:lnTo>
                <a:moveTo>
                  <a:pt x="1390081" y="1993729"/>
                </a:moveTo>
                <a:lnTo>
                  <a:pt x="1390703" y="1993082"/>
                </a:lnTo>
                <a:lnTo>
                  <a:pt x="1391898" y="1992018"/>
                </a:lnTo>
                <a:moveTo>
                  <a:pt x="1311640" y="1994367"/>
                </a:moveTo>
                <a:lnTo>
                  <a:pt x="1334598" y="1995341"/>
                </a:lnTo>
                <a:lnTo>
                  <a:pt x="1344714" y="1998157"/>
                </a:lnTo>
                <a:lnTo>
                  <a:pt x="1351826" y="2000694"/>
                </a:lnTo>
                <a:lnTo>
                  <a:pt x="1354151" y="2001545"/>
                </a:lnTo>
                <a:lnTo>
                  <a:pt x="1357605" y="2002961"/>
                </a:lnTo>
                <a:lnTo>
                  <a:pt x="1359962" y="2004352"/>
                </a:lnTo>
                <a:lnTo>
                  <a:pt x="1361811" y="2006480"/>
                </a:lnTo>
                <a:lnTo>
                  <a:pt x="1360584" y="2010433"/>
                </a:lnTo>
                <a:moveTo>
                  <a:pt x="1654113" y="1196976"/>
                </a:moveTo>
                <a:lnTo>
                  <a:pt x="1651297" y="1196051"/>
                </a:lnTo>
                <a:lnTo>
                  <a:pt x="1621825" y="1186344"/>
                </a:lnTo>
                <a:lnTo>
                  <a:pt x="1577891" y="1175581"/>
                </a:lnTo>
                <a:lnTo>
                  <a:pt x="1531722" y="1168166"/>
                </a:lnTo>
                <a:moveTo>
                  <a:pt x="670024" y="2000637"/>
                </a:moveTo>
                <a:lnTo>
                  <a:pt x="644317" y="2004704"/>
                </a:lnTo>
                <a:lnTo>
                  <a:pt x="587107" y="2005645"/>
                </a:lnTo>
                <a:lnTo>
                  <a:pt x="581534" y="2006333"/>
                </a:lnTo>
                <a:lnTo>
                  <a:pt x="578571" y="2007831"/>
                </a:lnTo>
                <a:lnTo>
                  <a:pt x="576181" y="2009345"/>
                </a:lnTo>
                <a:lnTo>
                  <a:pt x="573161" y="2012856"/>
                </a:lnTo>
                <a:moveTo>
                  <a:pt x="1925855" y="1349273"/>
                </a:moveTo>
                <a:lnTo>
                  <a:pt x="1895310" y="1326823"/>
                </a:lnTo>
                <a:lnTo>
                  <a:pt x="1867581" y="1306607"/>
                </a:lnTo>
                <a:moveTo>
                  <a:pt x="1857842" y="1299748"/>
                </a:moveTo>
                <a:lnTo>
                  <a:pt x="1839197" y="1287071"/>
                </a:lnTo>
                <a:lnTo>
                  <a:pt x="1823401" y="1276316"/>
                </a:lnTo>
                <a:lnTo>
                  <a:pt x="1806025" y="1265922"/>
                </a:lnTo>
                <a:moveTo>
                  <a:pt x="1911319" y="1798365"/>
                </a:moveTo>
                <a:lnTo>
                  <a:pt x="1912629" y="1797497"/>
                </a:lnTo>
                <a:lnTo>
                  <a:pt x="1939146" y="1775784"/>
                </a:lnTo>
                <a:lnTo>
                  <a:pt x="2006759" y="1702205"/>
                </a:lnTo>
                <a:moveTo>
                  <a:pt x="2014837" y="1693513"/>
                </a:moveTo>
                <a:lnTo>
                  <a:pt x="2039251" y="1667560"/>
                </a:lnTo>
                <a:lnTo>
                  <a:pt x="2064206" y="1639176"/>
                </a:lnTo>
                <a:lnTo>
                  <a:pt x="2083685" y="1615236"/>
                </a:lnTo>
                <a:lnTo>
                  <a:pt x="2105496" y="1582572"/>
                </a:lnTo>
                <a:lnTo>
                  <a:pt x="2110489" y="1573299"/>
                </a:lnTo>
                <a:moveTo>
                  <a:pt x="2115784" y="1562422"/>
                </a:moveTo>
                <a:lnTo>
                  <a:pt x="2130787" y="1528407"/>
                </a:lnTo>
                <a:lnTo>
                  <a:pt x="2133618" y="1520263"/>
                </a:lnTo>
                <a:lnTo>
                  <a:pt x="2136827" y="1511850"/>
                </a:lnTo>
                <a:lnTo>
                  <a:pt x="2146714" y="1485839"/>
                </a:lnTo>
                <a:moveTo>
                  <a:pt x="1796081" y="1259783"/>
                </a:moveTo>
                <a:lnTo>
                  <a:pt x="1795287" y="1259284"/>
                </a:lnTo>
                <a:lnTo>
                  <a:pt x="1775546" y="1248243"/>
                </a:lnTo>
                <a:lnTo>
                  <a:pt x="1751361" y="1235950"/>
                </a:lnTo>
                <a:lnTo>
                  <a:pt x="1725785" y="1224034"/>
                </a:lnTo>
                <a:lnTo>
                  <a:pt x="1698767" y="1212231"/>
                </a:lnTo>
                <a:lnTo>
                  <a:pt x="1665277" y="1200724"/>
                </a:lnTo>
                <a:moveTo>
                  <a:pt x="1603770" y="2622331"/>
                </a:moveTo>
                <a:lnTo>
                  <a:pt x="1623077" y="2619426"/>
                </a:lnTo>
                <a:lnTo>
                  <a:pt x="1653245" y="2614474"/>
                </a:lnTo>
                <a:moveTo>
                  <a:pt x="2984578" y="1855640"/>
                </a:moveTo>
                <a:lnTo>
                  <a:pt x="2994031" y="1887617"/>
                </a:lnTo>
                <a:lnTo>
                  <a:pt x="3000014" y="1919733"/>
                </a:lnTo>
                <a:lnTo>
                  <a:pt x="2996953" y="1980314"/>
                </a:lnTo>
                <a:lnTo>
                  <a:pt x="2996519" y="2019608"/>
                </a:lnTo>
                <a:moveTo>
                  <a:pt x="2990233" y="1849256"/>
                </a:moveTo>
                <a:lnTo>
                  <a:pt x="3031573" y="1837880"/>
                </a:lnTo>
                <a:lnTo>
                  <a:pt x="3064982" y="1830726"/>
                </a:lnTo>
                <a:lnTo>
                  <a:pt x="3102647" y="1829851"/>
                </a:lnTo>
                <a:lnTo>
                  <a:pt x="3135377" y="1833738"/>
                </a:lnTo>
                <a:lnTo>
                  <a:pt x="3160954" y="1842070"/>
                </a:lnTo>
                <a:lnTo>
                  <a:pt x="3178174" y="1848855"/>
                </a:lnTo>
                <a:lnTo>
                  <a:pt x="3192751" y="1858824"/>
                </a:lnTo>
                <a:moveTo>
                  <a:pt x="2996331" y="2031410"/>
                </a:moveTo>
                <a:lnTo>
                  <a:pt x="2994816" y="2103393"/>
                </a:lnTo>
                <a:lnTo>
                  <a:pt x="2997918" y="2110505"/>
                </a:lnTo>
                <a:lnTo>
                  <a:pt x="3006520" y="2113002"/>
                </a:lnTo>
                <a:lnTo>
                  <a:pt x="3057289" y="2118330"/>
                </a:lnTo>
                <a:moveTo>
                  <a:pt x="3050217" y="980324"/>
                </a:moveTo>
                <a:lnTo>
                  <a:pt x="3073903" y="979947"/>
                </a:lnTo>
                <a:lnTo>
                  <a:pt x="3096910" y="979587"/>
                </a:lnTo>
                <a:lnTo>
                  <a:pt x="3098899" y="979579"/>
                </a:lnTo>
                <a:lnTo>
                  <a:pt x="3152245" y="983164"/>
                </a:lnTo>
                <a:lnTo>
                  <a:pt x="3164964" y="984514"/>
                </a:lnTo>
                <a:moveTo>
                  <a:pt x="3176602" y="985856"/>
                </a:moveTo>
                <a:lnTo>
                  <a:pt x="3202613" y="989146"/>
                </a:lnTo>
                <a:lnTo>
                  <a:pt x="3273515" y="998108"/>
                </a:lnTo>
                <a:lnTo>
                  <a:pt x="3285792" y="999835"/>
                </a:lnTo>
                <a:lnTo>
                  <a:pt x="3305680" y="1003224"/>
                </a:lnTo>
                <a:lnTo>
                  <a:pt x="3318857" y="1005974"/>
                </a:lnTo>
                <a:lnTo>
                  <a:pt x="3324636" y="1007488"/>
                </a:lnTo>
                <a:lnTo>
                  <a:pt x="3341643" y="1011940"/>
                </a:lnTo>
                <a:lnTo>
                  <a:pt x="3363152" y="1020010"/>
                </a:lnTo>
                <a:lnTo>
                  <a:pt x="3378997" y="1025338"/>
                </a:lnTo>
                <a:moveTo>
                  <a:pt x="2376678" y="520162"/>
                </a:moveTo>
                <a:lnTo>
                  <a:pt x="2376616" y="521189"/>
                </a:lnTo>
                <a:lnTo>
                  <a:pt x="2370462" y="717110"/>
                </a:lnTo>
                <a:lnTo>
                  <a:pt x="2370920" y="763811"/>
                </a:lnTo>
                <a:lnTo>
                  <a:pt x="2375397" y="823492"/>
                </a:lnTo>
                <a:lnTo>
                  <a:pt x="2379121" y="851188"/>
                </a:lnTo>
                <a:lnTo>
                  <a:pt x="2389589" y="903406"/>
                </a:lnTo>
                <a:lnTo>
                  <a:pt x="2397855" y="936823"/>
                </a:lnTo>
                <a:lnTo>
                  <a:pt x="2417989" y="998501"/>
                </a:lnTo>
                <a:lnTo>
                  <a:pt x="2429210" y="1032868"/>
                </a:lnTo>
                <a:lnTo>
                  <a:pt x="2429844" y="1034800"/>
                </a:lnTo>
                <a:moveTo>
                  <a:pt x="2435917" y="1052797"/>
                </a:moveTo>
                <a:lnTo>
                  <a:pt x="2454214" y="1106209"/>
                </a:lnTo>
                <a:lnTo>
                  <a:pt x="2463127" y="1133857"/>
                </a:lnTo>
                <a:lnTo>
                  <a:pt x="2471417" y="1164671"/>
                </a:lnTo>
                <a:lnTo>
                  <a:pt x="2477932" y="1192359"/>
                </a:lnTo>
                <a:lnTo>
                  <a:pt x="2487263" y="1241917"/>
                </a:lnTo>
                <a:lnTo>
                  <a:pt x="2491208" y="1268582"/>
                </a:lnTo>
                <a:lnTo>
                  <a:pt x="2494416" y="1296524"/>
                </a:lnTo>
                <a:lnTo>
                  <a:pt x="2497002" y="1330203"/>
                </a:lnTo>
                <a:lnTo>
                  <a:pt x="2497935" y="1359413"/>
                </a:lnTo>
                <a:lnTo>
                  <a:pt x="2498205" y="1388567"/>
                </a:lnTo>
                <a:lnTo>
                  <a:pt x="2497207" y="1418268"/>
                </a:lnTo>
                <a:lnTo>
                  <a:pt x="2496523" y="1426481"/>
                </a:lnTo>
                <a:moveTo>
                  <a:pt x="2494678" y="1432894"/>
                </a:moveTo>
                <a:lnTo>
                  <a:pt x="2493131" y="1451448"/>
                </a:lnTo>
                <a:lnTo>
                  <a:pt x="2489448" y="1478171"/>
                </a:lnTo>
                <a:lnTo>
                  <a:pt x="2483694" y="1510524"/>
                </a:lnTo>
                <a:moveTo>
                  <a:pt x="2479888" y="1516916"/>
                </a:moveTo>
                <a:lnTo>
                  <a:pt x="2475420" y="1541838"/>
                </a:lnTo>
                <a:moveTo>
                  <a:pt x="685935" y="2557936"/>
                </a:moveTo>
                <a:lnTo>
                  <a:pt x="682850" y="2562945"/>
                </a:lnTo>
                <a:lnTo>
                  <a:pt x="679461" y="2569116"/>
                </a:lnTo>
                <a:lnTo>
                  <a:pt x="675402" y="2574714"/>
                </a:lnTo>
                <a:lnTo>
                  <a:pt x="671342" y="2577849"/>
                </a:lnTo>
                <a:lnTo>
                  <a:pt x="667004" y="2580075"/>
                </a:lnTo>
                <a:lnTo>
                  <a:pt x="663297" y="2582162"/>
                </a:lnTo>
                <a:moveTo>
                  <a:pt x="712821" y="2587302"/>
                </a:moveTo>
                <a:lnTo>
                  <a:pt x="711405" y="2586467"/>
                </a:lnTo>
                <a:lnTo>
                  <a:pt x="704236" y="2580574"/>
                </a:lnTo>
                <a:lnTo>
                  <a:pt x="698425" y="2573495"/>
                </a:lnTo>
                <a:lnTo>
                  <a:pt x="695085" y="2566783"/>
                </a:lnTo>
                <a:lnTo>
                  <a:pt x="694291" y="2563845"/>
                </a:lnTo>
                <a:moveTo>
                  <a:pt x="2459214" y="2741285"/>
                </a:moveTo>
                <a:lnTo>
                  <a:pt x="2474552" y="2747464"/>
                </a:lnTo>
                <a:lnTo>
                  <a:pt x="2492272" y="2746392"/>
                </a:lnTo>
                <a:lnTo>
                  <a:pt x="2508231" y="2745058"/>
                </a:lnTo>
                <a:lnTo>
                  <a:pt x="2522358" y="2742758"/>
                </a:lnTo>
                <a:lnTo>
                  <a:pt x="2549694" y="2738658"/>
                </a:lnTo>
                <a:lnTo>
                  <a:pt x="2625654" y="2728804"/>
                </a:lnTo>
                <a:lnTo>
                  <a:pt x="2663639" y="2723664"/>
                </a:lnTo>
                <a:lnTo>
                  <a:pt x="2681096" y="2721814"/>
                </a:lnTo>
                <a:lnTo>
                  <a:pt x="2698071" y="2721372"/>
                </a:lnTo>
                <a:lnTo>
                  <a:pt x="2711714" y="2722272"/>
                </a:lnTo>
                <a:lnTo>
                  <a:pt x="2755133" y="2723746"/>
                </a:lnTo>
                <a:moveTo>
                  <a:pt x="2767173" y="2724695"/>
                </a:moveTo>
                <a:lnTo>
                  <a:pt x="2782494" y="2726545"/>
                </a:lnTo>
                <a:lnTo>
                  <a:pt x="2791382" y="2728002"/>
                </a:lnTo>
                <a:lnTo>
                  <a:pt x="2800205" y="2729450"/>
                </a:lnTo>
                <a:lnTo>
                  <a:pt x="2832305" y="2735269"/>
                </a:lnTo>
                <a:moveTo>
                  <a:pt x="2694773" y="2333345"/>
                </a:moveTo>
                <a:lnTo>
                  <a:pt x="2709988" y="2306254"/>
                </a:lnTo>
                <a:moveTo>
                  <a:pt x="2382059" y="2207385"/>
                </a:moveTo>
                <a:lnTo>
                  <a:pt x="2392314" y="2132702"/>
                </a:lnTo>
                <a:moveTo>
                  <a:pt x="2532106" y="2218369"/>
                </a:moveTo>
                <a:lnTo>
                  <a:pt x="2542533" y="2153081"/>
                </a:lnTo>
                <a:lnTo>
                  <a:pt x="2544030" y="2150036"/>
                </a:lnTo>
                <a:lnTo>
                  <a:pt x="2547050" y="2148383"/>
                </a:lnTo>
                <a:lnTo>
                  <a:pt x="2574059" y="2152254"/>
                </a:lnTo>
                <a:lnTo>
                  <a:pt x="2598236" y="2155717"/>
                </a:lnTo>
                <a:lnTo>
                  <a:pt x="2601985" y="2159244"/>
                </a:lnTo>
                <a:lnTo>
                  <a:pt x="2602689" y="2163696"/>
                </a:lnTo>
                <a:lnTo>
                  <a:pt x="2596992" y="2207598"/>
                </a:lnTo>
                <a:lnTo>
                  <a:pt x="2594422" y="2220783"/>
                </a:lnTo>
                <a:lnTo>
                  <a:pt x="2588906" y="2235303"/>
                </a:lnTo>
                <a:lnTo>
                  <a:pt x="2587605" y="2237914"/>
                </a:lnTo>
                <a:moveTo>
                  <a:pt x="2848559" y="2374112"/>
                </a:moveTo>
                <a:lnTo>
                  <a:pt x="2843149" y="2443606"/>
                </a:lnTo>
                <a:lnTo>
                  <a:pt x="2679181" y="2438778"/>
                </a:lnTo>
                <a:lnTo>
                  <a:pt x="2676177" y="2520230"/>
                </a:lnTo>
                <a:lnTo>
                  <a:pt x="2891274" y="2522341"/>
                </a:lnTo>
                <a:lnTo>
                  <a:pt x="2918160" y="2454214"/>
                </a:lnTo>
                <a:lnTo>
                  <a:pt x="2924544" y="2379931"/>
                </a:lnTo>
                <a:moveTo>
                  <a:pt x="1424652" y="2593481"/>
                </a:moveTo>
                <a:lnTo>
                  <a:pt x="1424529" y="2594177"/>
                </a:lnTo>
                <a:lnTo>
                  <a:pt x="1420846" y="2603384"/>
                </a:lnTo>
                <a:lnTo>
                  <a:pt x="1416599" y="2609318"/>
                </a:lnTo>
                <a:lnTo>
                  <a:pt x="1413439" y="2612616"/>
                </a:lnTo>
                <a:lnTo>
                  <a:pt x="1403045" y="2617936"/>
                </a:lnTo>
                <a:lnTo>
                  <a:pt x="1397439" y="2616995"/>
                </a:lnTo>
                <a:moveTo>
                  <a:pt x="1447998" y="2628936"/>
                </a:moveTo>
                <a:lnTo>
                  <a:pt x="1451342" y="2628985"/>
                </a:lnTo>
                <a:moveTo>
                  <a:pt x="1451571" y="2628985"/>
                </a:moveTo>
                <a:lnTo>
                  <a:pt x="1463602" y="2628928"/>
                </a:lnTo>
                <a:lnTo>
                  <a:pt x="1470150" y="2628895"/>
                </a:lnTo>
                <a:lnTo>
                  <a:pt x="1488647" y="2628609"/>
                </a:lnTo>
                <a:lnTo>
                  <a:pt x="1512300" y="2628175"/>
                </a:lnTo>
                <a:lnTo>
                  <a:pt x="1525293" y="2627402"/>
                </a:lnTo>
                <a:moveTo>
                  <a:pt x="728110" y="175811"/>
                </a:moveTo>
                <a:lnTo>
                  <a:pt x="747851" y="178938"/>
                </a:lnTo>
                <a:lnTo>
                  <a:pt x="788200" y="181991"/>
                </a:lnTo>
                <a:lnTo>
                  <a:pt x="819220" y="185133"/>
                </a:lnTo>
                <a:lnTo>
                  <a:pt x="861869" y="191264"/>
                </a:lnTo>
                <a:lnTo>
                  <a:pt x="912286" y="201527"/>
                </a:lnTo>
                <a:lnTo>
                  <a:pt x="946898" y="210301"/>
                </a:lnTo>
                <a:moveTo>
                  <a:pt x="1459735" y="124695"/>
                </a:moveTo>
                <a:lnTo>
                  <a:pt x="1404837" y="129683"/>
                </a:lnTo>
                <a:lnTo>
                  <a:pt x="1395548" y="129855"/>
                </a:lnTo>
                <a:lnTo>
                  <a:pt x="1364766" y="131705"/>
                </a:lnTo>
                <a:lnTo>
                  <a:pt x="1316748" y="133972"/>
                </a:lnTo>
                <a:lnTo>
                  <a:pt x="1244937" y="133776"/>
                </a:lnTo>
                <a:lnTo>
                  <a:pt x="1206085" y="133399"/>
                </a:lnTo>
                <a:lnTo>
                  <a:pt x="1182546" y="133407"/>
                </a:lnTo>
                <a:lnTo>
                  <a:pt x="1120283" y="131239"/>
                </a:lnTo>
                <a:moveTo>
                  <a:pt x="2964689" y="2373081"/>
                </a:moveTo>
                <a:lnTo>
                  <a:pt x="2929471" y="2372680"/>
                </a:lnTo>
                <a:moveTo>
                  <a:pt x="2917948" y="2372164"/>
                </a:moveTo>
                <a:lnTo>
                  <a:pt x="2856302" y="2367466"/>
                </a:lnTo>
                <a:moveTo>
                  <a:pt x="2524412" y="2222191"/>
                </a:moveTo>
                <a:lnTo>
                  <a:pt x="2495046" y="2220317"/>
                </a:lnTo>
                <a:lnTo>
                  <a:pt x="2461948" y="2218713"/>
                </a:lnTo>
                <a:moveTo>
                  <a:pt x="2449287" y="2218123"/>
                </a:moveTo>
                <a:lnTo>
                  <a:pt x="2427786" y="2217174"/>
                </a:lnTo>
                <a:lnTo>
                  <a:pt x="2416655" y="2215824"/>
                </a:lnTo>
                <a:lnTo>
                  <a:pt x="2392953" y="2213254"/>
                </a:lnTo>
                <a:lnTo>
                  <a:pt x="2386020" y="2212468"/>
                </a:lnTo>
                <a:moveTo>
                  <a:pt x="2374333" y="2211355"/>
                </a:moveTo>
                <a:lnTo>
                  <a:pt x="2360133" y="2210242"/>
                </a:lnTo>
                <a:lnTo>
                  <a:pt x="2337846" y="2208883"/>
                </a:lnTo>
                <a:lnTo>
                  <a:pt x="2242341" y="2203555"/>
                </a:lnTo>
                <a:lnTo>
                  <a:pt x="2235524" y="2350426"/>
                </a:lnTo>
                <a:lnTo>
                  <a:pt x="2307089" y="2359257"/>
                </a:lnTo>
                <a:moveTo>
                  <a:pt x="2844524" y="2366598"/>
                </a:moveTo>
                <a:lnTo>
                  <a:pt x="2775979" y="2361655"/>
                </a:lnTo>
                <a:moveTo>
                  <a:pt x="2764177" y="2360468"/>
                </a:moveTo>
                <a:lnTo>
                  <a:pt x="2729900" y="2356016"/>
                </a:lnTo>
                <a:lnTo>
                  <a:pt x="2719588" y="2351956"/>
                </a:lnTo>
                <a:lnTo>
                  <a:pt x="2710462" y="2348372"/>
                </a:lnTo>
                <a:lnTo>
                  <a:pt x="2696377" y="2339745"/>
                </a:lnTo>
                <a:moveTo>
                  <a:pt x="2686252" y="2333811"/>
                </a:moveTo>
                <a:lnTo>
                  <a:pt x="2668173" y="2323646"/>
                </a:lnTo>
                <a:lnTo>
                  <a:pt x="2659309" y="2313506"/>
                </a:lnTo>
                <a:lnTo>
                  <a:pt x="2657746" y="2311713"/>
                </a:lnTo>
                <a:lnTo>
                  <a:pt x="2637448" y="2288477"/>
                </a:lnTo>
                <a:moveTo>
                  <a:pt x="2629976" y="2279106"/>
                </a:moveTo>
                <a:lnTo>
                  <a:pt x="2617192" y="2261763"/>
                </a:lnTo>
                <a:lnTo>
                  <a:pt x="2591590" y="2245443"/>
                </a:lnTo>
                <a:moveTo>
                  <a:pt x="2581605" y="2240041"/>
                </a:moveTo>
                <a:lnTo>
                  <a:pt x="2562118" y="2231186"/>
                </a:lnTo>
                <a:lnTo>
                  <a:pt x="2547468" y="2225735"/>
                </a:lnTo>
                <a:lnTo>
                  <a:pt x="2535805" y="2223599"/>
                </a:lnTo>
                <a:moveTo>
                  <a:pt x="2386028" y="2562159"/>
                </a:moveTo>
                <a:lnTo>
                  <a:pt x="2386053" y="2558713"/>
                </a:lnTo>
                <a:lnTo>
                  <a:pt x="2386978" y="2520369"/>
                </a:lnTo>
                <a:lnTo>
                  <a:pt x="2391070" y="2472121"/>
                </a:lnTo>
                <a:lnTo>
                  <a:pt x="2395899" y="2438385"/>
                </a:lnTo>
                <a:moveTo>
                  <a:pt x="2397961" y="2427057"/>
                </a:moveTo>
                <a:lnTo>
                  <a:pt x="2411171" y="2369144"/>
                </a:lnTo>
                <a:moveTo>
                  <a:pt x="2414347" y="2358185"/>
                </a:moveTo>
                <a:lnTo>
                  <a:pt x="2426796" y="2324489"/>
                </a:lnTo>
                <a:lnTo>
                  <a:pt x="2439678" y="2289615"/>
                </a:lnTo>
                <a:lnTo>
                  <a:pt x="2447674" y="2257024"/>
                </a:lnTo>
                <a:lnTo>
                  <a:pt x="2455400" y="2226324"/>
                </a:lnTo>
                <a:moveTo>
                  <a:pt x="2457938" y="2213810"/>
                </a:moveTo>
                <a:lnTo>
                  <a:pt x="2475395" y="2099677"/>
                </a:lnTo>
                <a:lnTo>
                  <a:pt x="2475829" y="2096854"/>
                </a:lnTo>
                <a:moveTo>
                  <a:pt x="2921942" y="2379710"/>
                </a:moveTo>
                <a:lnTo>
                  <a:pt x="2915590" y="2453608"/>
                </a:lnTo>
                <a:lnTo>
                  <a:pt x="2889506" y="2519706"/>
                </a:lnTo>
                <a:lnTo>
                  <a:pt x="2678895" y="2517644"/>
                </a:lnTo>
                <a:lnTo>
                  <a:pt x="2681702" y="2441479"/>
                </a:lnTo>
                <a:lnTo>
                  <a:pt x="2845572" y="2446291"/>
                </a:lnTo>
                <a:lnTo>
                  <a:pt x="2851170" y="2374316"/>
                </a:lnTo>
                <a:moveTo>
                  <a:pt x="722356" y="2594005"/>
                </a:moveTo>
                <a:lnTo>
                  <a:pt x="749439" y="2596681"/>
                </a:lnTo>
                <a:lnTo>
                  <a:pt x="761012" y="2597909"/>
                </a:lnTo>
                <a:lnTo>
                  <a:pt x="781948" y="2599415"/>
                </a:lnTo>
                <a:lnTo>
                  <a:pt x="790337" y="2600037"/>
                </a:lnTo>
                <a:lnTo>
                  <a:pt x="913333" y="2607272"/>
                </a:lnTo>
                <a:lnTo>
                  <a:pt x="931920" y="2607820"/>
                </a:lnTo>
                <a:lnTo>
                  <a:pt x="946824" y="2608704"/>
                </a:lnTo>
                <a:lnTo>
                  <a:pt x="1037623" y="2610055"/>
                </a:lnTo>
                <a:lnTo>
                  <a:pt x="1038884" y="2610047"/>
                </a:lnTo>
                <a:moveTo>
                  <a:pt x="2319161" y="2360247"/>
                </a:moveTo>
                <a:lnTo>
                  <a:pt x="2353192" y="2361598"/>
                </a:lnTo>
                <a:lnTo>
                  <a:pt x="2404853" y="2363644"/>
                </a:lnTo>
                <a:moveTo>
                  <a:pt x="2314864" y="2352619"/>
                </a:moveTo>
                <a:lnTo>
                  <a:pt x="2317123" y="2286505"/>
                </a:lnTo>
                <a:moveTo>
                  <a:pt x="3350883" y="1434318"/>
                </a:moveTo>
                <a:lnTo>
                  <a:pt x="3320928" y="1441970"/>
                </a:lnTo>
                <a:moveTo>
                  <a:pt x="3309191" y="1446038"/>
                </a:moveTo>
                <a:lnTo>
                  <a:pt x="3282911" y="1457693"/>
                </a:lnTo>
                <a:lnTo>
                  <a:pt x="3243756" y="1478539"/>
                </a:lnTo>
                <a:lnTo>
                  <a:pt x="3148792" y="1558280"/>
                </a:lnTo>
                <a:lnTo>
                  <a:pt x="3146819" y="1564231"/>
                </a:lnTo>
                <a:lnTo>
                  <a:pt x="3146852" y="1571286"/>
                </a:lnTo>
                <a:lnTo>
                  <a:pt x="3185360" y="1613935"/>
                </a:lnTo>
                <a:lnTo>
                  <a:pt x="3189264" y="1615302"/>
                </a:lnTo>
                <a:lnTo>
                  <a:pt x="3194240" y="1615138"/>
                </a:lnTo>
                <a:lnTo>
                  <a:pt x="3200043" y="1613002"/>
                </a:lnTo>
                <a:lnTo>
                  <a:pt x="3276413" y="1544514"/>
                </a:lnTo>
                <a:lnTo>
                  <a:pt x="3299747" y="1530289"/>
                </a:lnTo>
                <a:lnTo>
                  <a:pt x="3335365" y="1518823"/>
                </a:lnTo>
                <a:moveTo>
                  <a:pt x="3424126" y="1567365"/>
                </a:moveTo>
                <a:lnTo>
                  <a:pt x="3369863" y="1577653"/>
                </a:lnTo>
                <a:moveTo>
                  <a:pt x="3357783" y="1579969"/>
                </a:moveTo>
                <a:lnTo>
                  <a:pt x="3337878" y="1583841"/>
                </a:lnTo>
                <a:lnTo>
                  <a:pt x="3302718" y="1605767"/>
                </a:lnTo>
                <a:lnTo>
                  <a:pt x="3215004" y="1693439"/>
                </a:lnTo>
                <a:lnTo>
                  <a:pt x="3252727" y="1741613"/>
                </a:lnTo>
                <a:lnTo>
                  <a:pt x="3263440" y="1743357"/>
                </a:lnTo>
                <a:lnTo>
                  <a:pt x="3266747" y="1741286"/>
                </a:lnTo>
                <a:lnTo>
                  <a:pt x="3275905" y="1735491"/>
                </a:lnTo>
                <a:lnTo>
                  <a:pt x="3341201" y="1669189"/>
                </a:lnTo>
                <a:lnTo>
                  <a:pt x="3359706" y="1654154"/>
                </a:lnTo>
                <a:lnTo>
                  <a:pt x="3372466" y="1648940"/>
                </a:lnTo>
                <a:moveTo>
                  <a:pt x="3045700" y="1534848"/>
                </a:moveTo>
                <a:lnTo>
                  <a:pt x="3054310" y="1528988"/>
                </a:lnTo>
                <a:lnTo>
                  <a:pt x="3059466" y="1525461"/>
                </a:lnTo>
                <a:lnTo>
                  <a:pt x="3107918" y="1481592"/>
                </a:lnTo>
                <a:lnTo>
                  <a:pt x="3109318" y="1479996"/>
                </a:lnTo>
                <a:moveTo>
                  <a:pt x="3118034" y="1471664"/>
                </a:moveTo>
                <a:lnTo>
                  <a:pt x="3138209" y="1455770"/>
                </a:lnTo>
                <a:lnTo>
                  <a:pt x="3140550" y="1453732"/>
                </a:lnTo>
                <a:lnTo>
                  <a:pt x="3141786" y="1451776"/>
                </a:lnTo>
                <a:lnTo>
                  <a:pt x="3142211" y="1449582"/>
                </a:lnTo>
                <a:lnTo>
                  <a:pt x="3142097" y="1447921"/>
                </a:lnTo>
                <a:lnTo>
                  <a:pt x="3141434" y="1446325"/>
                </a:lnTo>
                <a:lnTo>
                  <a:pt x="3140321" y="1444729"/>
                </a:lnTo>
                <a:lnTo>
                  <a:pt x="3138962" y="1443583"/>
                </a:lnTo>
                <a:lnTo>
                  <a:pt x="3137055" y="1442822"/>
                </a:lnTo>
                <a:lnTo>
                  <a:pt x="3134976" y="1442813"/>
                </a:lnTo>
                <a:lnTo>
                  <a:pt x="3132455" y="1443657"/>
                </a:lnTo>
                <a:lnTo>
                  <a:pt x="3130303" y="1444982"/>
                </a:lnTo>
                <a:lnTo>
                  <a:pt x="3109956" y="1461188"/>
                </a:lnTo>
                <a:moveTo>
                  <a:pt x="3130172" y="1356958"/>
                </a:moveTo>
                <a:lnTo>
                  <a:pt x="3067127" y="1404224"/>
                </a:lnTo>
                <a:moveTo>
                  <a:pt x="2793126" y="988598"/>
                </a:moveTo>
                <a:lnTo>
                  <a:pt x="2800091" y="977082"/>
                </a:lnTo>
                <a:moveTo>
                  <a:pt x="2807449" y="967457"/>
                </a:moveTo>
                <a:lnTo>
                  <a:pt x="2826412" y="948191"/>
                </a:lnTo>
                <a:lnTo>
                  <a:pt x="2865960" y="907915"/>
                </a:lnTo>
                <a:moveTo>
                  <a:pt x="2874512" y="995980"/>
                </a:moveTo>
                <a:lnTo>
                  <a:pt x="2852300" y="1013553"/>
                </a:lnTo>
                <a:moveTo>
                  <a:pt x="2922564" y="1052945"/>
                </a:moveTo>
                <a:lnTo>
                  <a:pt x="2899434" y="1069502"/>
                </a:lnTo>
                <a:moveTo>
                  <a:pt x="2937852" y="1129003"/>
                </a:moveTo>
                <a:lnTo>
                  <a:pt x="2927221" y="1136770"/>
                </a:lnTo>
                <a:lnTo>
                  <a:pt x="2920959" y="1139177"/>
                </a:lnTo>
                <a:lnTo>
                  <a:pt x="2914052" y="1139619"/>
                </a:lnTo>
                <a:lnTo>
                  <a:pt x="2890693" y="1137016"/>
                </a:lnTo>
                <a:moveTo>
                  <a:pt x="2866966" y="1220940"/>
                </a:moveTo>
                <a:lnTo>
                  <a:pt x="2925109" y="1225048"/>
                </a:lnTo>
                <a:moveTo>
                  <a:pt x="2930969" y="1207075"/>
                </a:moveTo>
                <a:lnTo>
                  <a:pt x="2930273" y="1216995"/>
                </a:lnTo>
                <a:moveTo>
                  <a:pt x="2929373" y="1230491"/>
                </a:moveTo>
                <a:lnTo>
                  <a:pt x="2928825" y="1239134"/>
                </a:lnTo>
                <a:moveTo>
                  <a:pt x="2788886" y="1250167"/>
                </a:moveTo>
                <a:lnTo>
                  <a:pt x="2804559" y="1255233"/>
                </a:lnTo>
                <a:lnTo>
                  <a:pt x="2813211" y="1256821"/>
                </a:lnTo>
                <a:lnTo>
                  <a:pt x="2821747" y="1258392"/>
                </a:lnTo>
                <a:lnTo>
                  <a:pt x="2851653" y="1262083"/>
                </a:lnTo>
                <a:lnTo>
                  <a:pt x="2852365" y="1262165"/>
                </a:lnTo>
                <a:moveTo>
                  <a:pt x="2792717" y="1215456"/>
                </a:moveTo>
                <a:lnTo>
                  <a:pt x="2786063" y="1235647"/>
                </a:lnTo>
                <a:lnTo>
                  <a:pt x="2784270" y="1241090"/>
                </a:lnTo>
                <a:moveTo>
                  <a:pt x="2780587" y="1252278"/>
                </a:moveTo>
                <a:lnTo>
                  <a:pt x="2779507" y="1255544"/>
                </a:lnTo>
                <a:lnTo>
                  <a:pt x="2775259" y="1268434"/>
                </a:lnTo>
                <a:moveTo>
                  <a:pt x="3023536" y="1429448"/>
                </a:moveTo>
                <a:lnTo>
                  <a:pt x="2977654" y="1375029"/>
                </a:lnTo>
                <a:moveTo>
                  <a:pt x="2971384" y="1365855"/>
                </a:moveTo>
                <a:lnTo>
                  <a:pt x="2957209" y="1340753"/>
                </a:lnTo>
                <a:lnTo>
                  <a:pt x="2945120" y="1313711"/>
                </a:lnTo>
                <a:lnTo>
                  <a:pt x="2940586" y="1308539"/>
                </a:lnTo>
                <a:lnTo>
                  <a:pt x="2935503" y="1306632"/>
                </a:lnTo>
                <a:lnTo>
                  <a:pt x="2860632" y="1302073"/>
                </a:lnTo>
                <a:moveTo>
                  <a:pt x="2932041" y="1379695"/>
                </a:moveTo>
                <a:lnTo>
                  <a:pt x="2956218" y="1377902"/>
                </a:lnTo>
                <a:lnTo>
                  <a:pt x="2966490" y="1376241"/>
                </a:lnTo>
                <a:lnTo>
                  <a:pt x="2968119" y="1375537"/>
                </a:lnTo>
                <a:moveTo>
                  <a:pt x="3015842" y="1456212"/>
                </a:moveTo>
                <a:lnTo>
                  <a:pt x="3015834" y="1450401"/>
                </a:lnTo>
                <a:lnTo>
                  <a:pt x="3015834" y="1450188"/>
                </a:lnTo>
                <a:moveTo>
                  <a:pt x="3194437" y="1400696"/>
                </a:moveTo>
                <a:lnTo>
                  <a:pt x="3221855" y="1438492"/>
                </a:lnTo>
                <a:moveTo>
                  <a:pt x="3023757" y="1349993"/>
                </a:moveTo>
                <a:lnTo>
                  <a:pt x="3077357" y="1307286"/>
                </a:lnTo>
                <a:lnTo>
                  <a:pt x="3115939" y="1281178"/>
                </a:lnTo>
                <a:lnTo>
                  <a:pt x="3143242" y="1269850"/>
                </a:lnTo>
                <a:moveTo>
                  <a:pt x="3153334" y="1267158"/>
                </a:moveTo>
                <a:lnTo>
                  <a:pt x="3176750" y="1263925"/>
                </a:lnTo>
                <a:lnTo>
                  <a:pt x="3189305" y="1264269"/>
                </a:lnTo>
                <a:lnTo>
                  <a:pt x="3204733" y="1266658"/>
                </a:lnTo>
                <a:lnTo>
                  <a:pt x="3223369" y="1274565"/>
                </a:lnTo>
                <a:lnTo>
                  <a:pt x="3233902" y="1285483"/>
                </a:lnTo>
                <a:lnTo>
                  <a:pt x="3241334" y="1294281"/>
                </a:lnTo>
                <a:moveTo>
                  <a:pt x="3198578" y="1329188"/>
                </a:moveTo>
                <a:lnTo>
                  <a:pt x="3211910" y="1317648"/>
                </a:lnTo>
                <a:lnTo>
                  <a:pt x="3241317" y="1302613"/>
                </a:lnTo>
                <a:moveTo>
                  <a:pt x="3252808" y="1296393"/>
                </a:moveTo>
                <a:lnTo>
                  <a:pt x="3294680" y="1272388"/>
                </a:lnTo>
                <a:moveTo>
                  <a:pt x="3146099" y="1137654"/>
                </a:moveTo>
                <a:lnTo>
                  <a:pt x="3145780" y="1157723"/>
                </a:lnTo>
                <a:lnTo>
                  <a:pt x="3147163" y="1181237"/>
                </a:lnTo>
                <a:lnTo>
                  <a:pt x="3147940" y="1196468"/>
                </a:lnTo>
                <a:lnTo>
                  <a:pt x="3142874" y="1218705"/>
                </a:lnTo>
                <a:lnTo>
                  <a:pt x="3140943" y="1238078"/>
                </a:lnTo>
                <a:lnTo>
                  <a:pt x="3145272" y="1261347"/>
                </a:lnTo>
                <a:moveTo>
                  <a:pt x="3117789" y="1055957"/>
                </a:moveTo>
                <a:lnTo>
                  <a:pt x="3061635" y="1055081"/>
                </a:lnTo>
                <a:lnTo>
                  <a:pt x="3058418" y="1054729"/>
                </a:lnTo>
                <a:lnTo>
                  <a:pt x="3056511" y="1053026"/>
                </a:lnTo>
                <a:lnTo>
                  <a:pt x="3047868" y="1022187"/>
                </a:lnTo>
                <a:lnTo>
                  <a:pt x="3046469" y="1014134"/>
                </a:lnTo>
                <a:lnTo>
                  <a:pt x="3045740" y="985013"/>
                </a:lnTo>
                <a:moveTo>
                  <a:pt x="3172715" y="977868"/>
                </a:moveTo>
                <a:lnTo>
                  <a:pt x="3178288" y="864807"/>
                </a:lnTo>
                <a:lnTo>
                  <a:pt x="3181562" y="850141"/>
                </a:lnTo>
                <a:lnTo>
                  <a:pt x="3185835" y="831357"/>
                </a:lnTo>
                <a:moveTo>
                  <a:pt x="3247300" y="916951"/>
                </a:moveTo>
                <a:lnTo>
                  <a:pt x="3248913" y="877076"/>
                </a:lnTo>
                <a:lnTo>
                  <a:pt x="3250157" y="849028"/>
                </a:lnTo>
                <a:moveTo>
                  <a:pt x="3285866" y="814317"/>
                </a:moveTo>
                <a:lnTo>
                  <a:pt x="3287020" y="835024"/>
                </a:lnTo>
                <a:moveTo>
                  <a:pt x="3242774" y="562374"/>
                </a:moveTo>
                <a:lnTo>
                  <a:pt x="3314741" y="674861"/>
                </a:lnTo>
                <a:lnTo>
                  <a:pt x="3327075" y="708467"/>
                </a:lnTo>
                <a:moveTo>
                  <a:pt x="3330594" y="719868"/>
                </a:moveTo>
                <a:lnTo>
                  <a:pt x="3336569" y="743890"/>
                </a:lnTo>
                <a:lnTo>
                  <a:pt x="3339531" y="755806"/>
                </a:lnTo>
                <a:moveTo>
                  <a:pt x="3324087" y="714016"/>
                </a:moveTo>
                <a:lnTo>
                  <a:pt x="3297046" y="720359"/>
                </a:lnTo>
                <a:lnTo>
                  <a:pt x="3269644" y="735918"/>
                </a:lnTo>
                <a:lnTo>
                  <a:pt x="3235834" y="766569"/>
                </a:lnTo>
                <a:lnTo>
                  <a:pt x="3206541" y="735304"/>
                </a:lnTo>
                <a:lnTo>
                  <a:pt x="3187635" y="715113"/>
                </a:lnTo>
                <a:lnTo>
                  <a:pt x="3231774" y="674845"/>
                </a:lnTo>
                <a:lnTo>
                  <a:pt x="3207172" y="638252"/>
                </a:lnTo>
                <a:lnTo>
                  <a:pt x="3188511" y="610499"/>
                </a:lnTo>
                <a:moveTo>
                  <a:pt x="3251016" y="406442"/>
                </a:moveTo>
                <a:lnTo>
                  <a:pt x="3307866" y="353145"/>
                </a:lnTo>
                <a:moveTo>
                  <a:pt x="3316492" y="345173"/>
                </a:moveTo>
                <a:lnTo>
                  <a:pt x="3376403" y="290460"/>
                </a:lnTo>
                <a:lnTo>
                  <a:pt x="3388843" y="274721"/>
                </a:lnTo>
                <a:lnTo>
                  <a:pt x="3392911" y="266045"/>
                </a:lnTo>
                <a:lnTo>
                  <a:pt x="3397347" y="249136"/>
                </a:lnTo>
                <a:lnTo>
                  <a:pt x="3395309" y="230418"/>
                </a:lnTo>
                <a:lnTo>
                  <a:pt x="3392665" y="221244"/>
                </a:lnTo>
                <a:lnTo>
                  <a:pt x="3386912" y="211889"/>
                </a:lnTo>
                <a:lnTo>
                  <a:pt x="3373481" y="195782"/>
                </a:lnTo>
                <a:lnTo>
                  <a:pt x="3345539" y="183652"/>
                </a:lnTo>
                <a:lnTo>
                  <a:pt x="3319512" y="176572"/>
                </a:lnTo>
                <a:moveTo>
                  <a:pt x="3308635" y="174584"/>
                </a:moveTo>
                <a:lnTo>
                  <a:pt x="3241858" y="168102"/>
                </a:lnTo>
                <a:moveTo>
                  <a:pt x="3230186" y="166841"/>
                </a:moveTo>
                <a:lnTo>
                  <a:pt x="3169957" y="159541"/>
                </a:lnTo>
                <a:lnTo>
                  <a:pt x="3150134" y="161407"/>
                </a:lnTo>
                <a:lnTo>
                  <a:pt x="3137554" y="166186"/>
                </a:lnTo>
                <a:lnTo>
                  <a:pt x="3122519" y="173585"/>
                </a:lnTo>
                <a:moveTo>
                  <a:pt x="3114449" y="180018"/>
                </a:moveTo>
                <a:lnTo>
                  <a:pt x="3109260" y="186680"/>
                </a:lnTo>
                <a:lnTo>
                  <a:pt x="3103237" y="195863"/>
                </a:lnTo>
                <a:lnTo>
                  <a:pt x="3098719" y="203843"/>
                </a:lnTo>
                <a:lnTo>
                  <a:pt x="3094987" y="213247"/>
                </a:lnTo>
                <a:lnTo>
                  <a:pt x="3092850" y="221432"/>
                </a:lnTo>
                <a:lnTo>
                  <a:pt x="3077439" y="291164"/>
                </a:lnTo>
                <a:moveTo>
                  <a:pt x="3162902" y="242941"/>
                </a:moveTo>
                <a:lnTo>
                  <a:pt x="3159317" y="259915"/>
                </a:lnTo>
                <a:lnTo>
                  <a:pt x="3154234" y="283045"/>
                </a:lnTo>
                <a:lnTo>
                  <a:pt x="3144372" y="312190"/>
                </a:lnTo>
                <a:moveTo>
                  <a:pt x="3234385" y="175083"/>
                </a:moveTo>
                <a:lnTo>
                  <a:pt x="3236104" y="234306"/>
                </a:lnTo>
                <a:moveTo>
                  <a:pt x="3235302" y="245290"/>
                </a:moveTo>
                <a:lnTo>
                  <a:pt x="3223843" y="313647"/>
                </a:lnTo>
                <a:lnTo>
                  <a:pt x="3221527" y="324597"/>
                </a:lnTo>
                <a:lnTo>
                  <a:pt x="3216044" y="336645"/>
                </a:lnTo>
                <a:lnTo>
                  <a:pt x="3205076" y="352932"/>
                </a:lnTo>
                <a:moveTo>
                  <a:pt x="3311098" y="251076"/>
                </a:moveTo>
                <a:lnTo>
                  <a:pt x="3243609" y="239397"/>
                </a:lnTo>
                <a:moveTo>
                  <a:pt x="3295752" y="331276"/>
                </a:moveTo>
                <a:lnTo>
                  <a:pt x="3306311" y="344388"/>
                </a:lnTo>
                <a:moveTo>
                  <a:pt x="3316206" y="171302"/>
                </a:moveTo>
                <a:lnTo>
                  <a:pt x="3330144" y="97764"/>
                </a:lnTo>
                <a:moveTo>
                  <a:pt x="3234770" y="86060"/>
                </a:moveTo>
                <a:lnTo>
                  <a:pt x="3098473" y="79774"/>
                </a:lnTo>
                <a:lnTo>
                  <a:pt x="3098089" y="127883"/>
                </a:lnTo>
                <a:lnTo>
                  <a:pt x="3098539" y="138482"/>
                </a:lnTo>
                <a:lnTo>
                  <a:pt x="3099357" y="143744"/>
                </a:lnTo>
                <a:lnTo>
                  <a:pt x="3100667" y="149220"/>
                </a:lnTo>
                <a:lnTo>
                  <a:pt x="3102083" y="153689"/>
                </a:lnTo>
                <a:lnTo>
                  <a:pt x="3104284" y="157756"/>
                </a:lnTo>
                <a:lnTo>
                  <a:pt x="3114466" y="173397"/>
                </a:lnTo>
                <a:moveTo>
                  <a:pt x="2951430" y="299757"/>
                </a:moveTo>
                <a:lnTo>
                  <a:pt x="2939301" y="258614"/>
                </a:lnTo>
                <a:lnTo>
                  <a:pt x="2933621" y="220523"/>
                </a:lnTo>
                <a:moveTo>
                  <a:pt x="2930241" y="199816"/>
                </a:moveTo>
                <a:lnTo>
                  <a:pt x="2933146" y="149801"/>
                </a:lnTo>
                <a:moveTo>
                  <a:pt x="2933547" y="138081"/>
                </a:moveTo>
                <a:lnTo>
                  <a:pt x="2934112" y="80961"/>
                </a:lnTo>
                <a:moveTo>
                  <a:pt x="2922793" y="203991"/>
                </a:moveTo>
                <a:lnTo>
                  <a:pt x="2861409" y="200831"/>
                </a:lnTo>
                <a:lnTo>
                  <a:pt x="2865657" y="80806"/>
                </a:lnTo>
                <a:lnTo>
                  <a:pt x="2865714" y="77425"/>
                </a:lnTo>
                <a:lnTo>
                  <a:pt x="2926918" y="76394"/>
                </a:lnTo>
                <a:moveTo>
                  <a:pt x="3014754" y="218993"/>
                </a:moveTo>
                <a:lnTo>
                  <a:pt x="2937983" y="213411"/>
                </a:lnTo>
                <a:moveTo>
                  <a:pt x="2957896" y="144195"/>
                </a:moveTo>
                <a:lnTo>
                  <a:pt x="2938163" y="142901"/>
                </a:lnTo>
                <a:moveTo>
                  <a:pt x="2432492" y="249177"/>
                </a:moveTo>
                <a:lnTo>
                  <a:pt x="2463839" y="250233"/>
                </a:lnTo>
                <a:lnTo>
                  <a:pt x="2489366" y="250217"/>
                </a:lnTo>
                <a:lnTo>
                  <a:pt x="2513289" y="247982"/>
                </a:lnTo>
                <a:lnTo>
                  <a:pt x="2520402" y="246665"/>
                </a:lnTo>
                <a:moveTo>
                  <a:pt x="2726185" y="295403"/>
                </a:moveTo>
                <a:lnTo>
                  <a:pt x="2770275" y="337210"/>
                </a:lnTo>
                <a:lnTo>
                  <a:pt x="2802080" y="366109"/>
                </a:lnTo>
                <a:lnTo>
                  <a:pt x="2824333" y="387520"/>
                </a:lnTo>
                <a:moveTo>
                  <a:pt x="2531795" y="245126"/>
                </a:moveTo>
                <a:lnTo>
                  <a:pt x="2562151" y="242343"/>
                </a:lnTo>
                <a:lnTo>
                  <a:pt x="2573658" y="241058"/>
                </a:lnTo>
                <a:lnTo>
                  <a:pt x="2594586" y="239847"/>
                </a:lnTo>
                <a:moveTo>
                  <a:pt x="2605316" y="240101"/>
                </a:moveTo>
                <a:lnTo>
                  <a:pt x="2623927" y="242024"/>
                </a:lnTo>
                <a:lnTo>
                  <a:pt x="2635222" y="243456"/>
                </a:lnTo>
                <a:lnTo>
                  <a:pt x="2652876" y="249865"/>
                </a:lnTo>
                <a:lnTo>
                  <a:pt x="2665071" y="254604"/>
                </a:lnTo>
                <a:moveTo>
                  <a:pt x="2675613" y="259187"/>
                </a:moveTo>
                <a:lnTo>
                  <a:pt x="2685516" y="264016"/>
                </a:lnTo>
                <a:lnTo>
                  <a:pt x="2700919" y="273894"/>
                </a:lnTo>
                <a:lnTo>
                  <a:pt x="2717673" y="287841"/>
                </a:lnTo>
                <a:moveTo>
                  <a:pt x="2526998" y="238194"/>
                </a:moveTo>
                <a:lnTo>
                  <a:pt x="2531623" y="122743"/>
                </a:lnTo>
                <a:lnTo>
                  <a:pt x="2532204" y="121826"/>
                </a:lnTo>
                <a:lnTo>
                  <a:pt x="2534062" y="118986"/>
                </a:lnTo>
                <a:lnTo>
                  <a:pt x="2538260" y="116474"/>
                </a:lnTo>
                <a:lnTo>
                  <a:pt x="2564320" y="111457"/>
                </a:lnTo>
                <a:lnTo>
                  <a:pt x="2596305" y="105973"/>
                </a:lnTo>
                <a:lnTo>
                  <a:pt x="2601281" y="107364"/>
                </a:lnTo>
                <a:lnTo>
                  <a:pt x="2601690" y="108281"/>
                </a:lnTo>
                <a:lnTo>
                  <a:pt x="2603327" y="111858"/>
                </a:lnTo>
                <a:lnTo>
                  <a:pt x="2603605" y="115655"/>
                </a:lnTo>
                <a:lnTo>
                  <a:pt x="2598867" y="232645"/>
                </a:lnTo>
                <a:moveTo>
                  <a:pt x="2674238" y="250094"/>
                </a:moveTo>
                <a:lnTo>
                  <a:pt x="2675629" y="245355"/>
                </a:lnTo>
                <a:lnTo>
                  <a:pt x="2677634" y="238349"/>
                </a:lnTo>
                <a:lnTo>
                  <a:pt x="2679238" y="191043"/>
                </a:lnTo>
                <a:lnTo>
                  <a:pt x="2680098" y="165654"/>
                </a:lnTo>
                <a:moveTo>
                  <a:pt x="2680458" y="153901"/>
                </a:moveTo>
                <a:lnTo>
                  <a:pt x="2681375" y="120713"/>
                </a:lnTo>
                <a:lnTo>
                  <a:pt x="2681964" y="99434"/>
                </a:lnTo>
                <a:lnTo>
                  <a:pt x="2682054" y="96299"/>
                </a:lnTo>
                <a:lnTo>
                  <a:pt x="2683380" y="93377"/>
                </a:lnTo>
                <a:lnTo>
                  <a:pt x="2686130" y="89940"/>
                </a:lnTo>
                <a:lnTo>
                  <a:pt x="2689207" y="87648"/>
                </a:lnTo>
                <a:lnTo>
                  <a:pt x="2755223" y="83515"/>
                </a:lnTo>
                <a:lnTo>
                  <a:pt x="2788665" y="81419"/>
                </a:lnTo>
                <a:lnTo>
                  <a:pt x="2788894" y="195659"/>
                </a:lnTo>
                <a:lnTo>
                  <a:pt x="2786946" y="202501"/>
                </a:lnTo>
                <a:lnTo>
                  <a:pt x="2782396" y="217364"/>
                </a:lnTo>
                <a:lnTo>
                  <a:pt x="2776699" y="228430"/>
                </a:lnTo>
                <a:lnTo>
                  <a:pt x="2765045" y="240583"/>
                </a:lnTo>
                <a:moveTo>
                  <a:pt x="2757122" y="249235"/>
                </a:moveTo>
                <a:lnTo>
                  <a:pt x="2735728" y="273837"/>
                </a:lnTo>
                <a:lnTo>
                  <a:pt x="2725743" y="285320"/>
                </a:lnTo>
                <a:moveTo>
                  <a:pt x="2716764" y="159590"/>
                </a:moveTo>
                <a:lnTo>
                  <a:pt x="2684894" y="158608"/>
                </a:lnTo>
                <a:moveTo>
                  <a:pt x="2750755" y="236164"/>
                </a:moveTo>
                <a:lnTo>
                  <a:pt x="2756729" y="242392"/>
                </a:lnTo>
                <a:moveTo>
                  <a:pt x="2535003" y="461451"/>
                </a:moveTo>
                <a:lnTo>
                  <a:pt x="2540847" y="404617"/>
                </a:lnTo>
                <a:lnTo>
                  <a:pt x="2544873" y="398062"/>
                </a:lnTo>
                <a:lnTo>
                  <a:pt x="2636769" y="403144"/>
                </a:lnTo>
                <a:lnTo>
                  <a:pt x="2640149" y="403750"/>
                </a:lnTo>
                <a:lnTo>
                  <a:pt x="2673436" y="406549"/>
                </a:lnTo>
                <a:moveTo>
                  <a:pt x="2685581" y="408505"/>
                </a:moveTo>
                <a:lnTo>
                  <a:pt x="2747972" y="425316"/>
                </a:lnTo>
                <a:moveTo>
                  <a:pt x="2759103" y="430104"/>
                </a:moveTo>
                <a:lnTo>
                  <a:pt x="2786987" y="447586"/>
                </a:lnTo>
                <a:moveTo>
                  <a:pt x="2638439" y="469316"/>
                </a:moveTo>
                <a:lnTo>
                  <a:pt x="2651763" y="463955"/>
                </a:lnTo>
                <a:lnTo>
                  <a:pt x="2678543" y="412851"/>
                </a:lnTo>
                <a:moveTo>
                  <a:pt x="2771682" y="396826"/>
                </a:moveTo>
                <a:lnTo>
                  <a:pt x="2756729" y="420061"/>
                </a:lnTo>
                <a:moveTo>
                  <a:pt x="2750427" y="430939"/>
                </a:moveTo>
                <a:lnTo>
                  <a:pt x="2727715" y="474251"/>
                </a:lnTo>
                <a:moveTo>
                  <a:pt x="2517955" y="469406"/>
                </a:moveTo>
                <a:lnTo>
                  <a:pt x="2526532" y="469062"/>
                </a:lnTo>
                <a:moveTo>
                  <a:pt x="2541706" y="468718"/>
                </a:moveTo>
                <a:lnTo>
                  <a:pt x="2567765" y="468473"/>
                </a:lnTo>
                <a:moveTo>
                  <a:pt x="2818203" y="502872"/>
                </a:moveTo>
                <a:lnTo>
                  <a:pt x="2830152" y="479530"/>
                </a:lnTo>
                <a:moveTo>
                  <a:pt x="2835718" y="468661"/>
                </a:moveTo>
                <a:lnTo>
                  <a:pt x="2839925" y="460436"/>
                </a:lnTo>
                <a:moveTo>
                  <a:pt x="2878515" y="566662"/>
                </a:moveTo>
                <a:lnTo>
                  <a:pt x="2892428" y="506744"/>
                </a:lnTo>
                <a:moveTo>
                  <a:pt x="2947044" y="513946"/>
                </a:moveTo>
                <a:lnTo>
                  <a:pt x="2943262" y="518276"/>
                </a:lnTo>
                <a:moveTo>
                  <a:pt x="2899934" y="639586"/>
                </a:moveTo>
                <a:lnTo>
                  <a:pt x="2938941" y="640315"/>
                </a:lnTo>
                <a:moveTo>
                  <a:pt x="2952069" y="666055"/>
                </a:moveTo>
                <a:lnTo>
                  <a:pt x="2949515" y="665793"/>
                </a:lnTo>
                <a:moveTo>
                  <a:pt x="2896250" y="710767"/>
                </a:moveTo>
                <a:lnTo>
                  <a:pt x="2900670" y="715334"/>
                </a:lnTo>
                <a:moveTo>
                  <a:pt x="2952543" y="586231"/>
                </a:moveTo>
                <a:lnTo>
                  <a:pt x="3008820" y="591126"/>
                </a:lnTo>
                <a:moveTo>
                  <a:pt x="3021359" y="590946"/>
                </a:moveTo>
                <a:lnTo>
                  <a:pt x="3045020" y="588368"/>
                </a:lnTo>
                <a:lnTo>
                  <a:pt x="3057289" y="582066"/>
                </a:lnTo>
                <a:lnTo>
                  <a:pt x="3111847" y="534751"/>
                </a:lnTo>
                <a:moveTo>
                  <a:pt x="3120719" y="526722"/>
                </a:moveTo>
                <a:lnTo>
                  <a:pt x="3138152" y="510304"/>
                </a:lnTo>
                <a:lnTo>
                  <a:pt x="3182209" y="463595"/>
                </a:lnTo>
                <a:moveTo>
                  <a:pt x="3190492" y="456286"/>
                </a:moveTo>
                <a:lnTo>
                  <a:pt x="3216739" y="437707"/>
                </a:lnTo>
                <a:lnTo>
                  <a:pt x="3241768" y="414971"/>
                </a:lnTo>
                <a:moveTo>
                  <a:pt x="3099414" y="430382"/>
                </a:moveTo>
                <a:lnTo>
                  <a:pt x="3151885" y="434646"/>
                </a:lnTo>
                <a:lnTo>
                  <a:pt x="3171585" y="448920"/>
                </a:lnTo>
                <a:lnTo>
                  <a:pt x="3179844" y="455459"/>
                </a:lnTo>
                <a:moveTo>
                  <a:pt x="3099365" y="510893"/>
                </a:moveTo>
                <a:lnTo>
                  <a:pt x="3110537" y="525830"/>
                </a:lnTo>
                <a:moveTo>
                  <a:pt x="3017979" y="521287"/>
                </a:moveTo>
                <a:lnTo>
                  <a:pt x="3015474" y="560900"/>
                </a:lnTo>
                <a:lnTo>
                  <a:pt x="3013968" y="583866"/>
                </a:lnTo>
                <a:moveTo>
                  <a:pt x="3013526" y="596012"/>
                </a:moveTo>
                <a:lnTo>
                  <a:pt x="3013469" y="611964"/>
                </a:lnTo>
                <a:moveTo>
                  <a:pt x="2636319" y="746975"/>
                </a:moveTo>
                <a:lnTo>
                  <a:pt x="2630991" y="683545"/>
                </a:lnTo>
                <a:moveTo>
                  <a:pt x="2629297" y="671457"/>
                </a:moveTo>
                <a:lnTo>
                  <a:pt x="2625507" y="652002"/>
                </a:lnTo>
                <a:lnTo>
                  <a:pt x="2613157" y="608354"/>
                </a:lnTo>
                <a:moveTo>
                  <a:pt x="2612854" y="599916"/>
                </a:moveTo>
                <a:lnTo>
                  <a:pt x="2618223" y="574781"/>
                </a:lnTo>
                <a:lnTo>
                  <a:pt x="2618534" y="570976"/>
                </a:lnTo>
                <a:lnTo>
                  <a:pt x="2620048" y="566392"/>
                </a:lnTo>
                <a:lnTo>
                  <a:pt x="2623248" y="564354"/>
                </a:lnTo>
                <a:lnTo>
                  <a:pt x="2626448" y="564019"/>
                </a:lnTo>
                <a:lnTo>
                  <a:pt x="2684992" y="565394"/>
                </a:lnTo>
                <a:moveTo>
                  <a:pt x="2636073" y="834148"/>
                </a:moveTo>
                <a:lnTo>
                  <a:pt x="2593874" y="908357"/>
                </a:lnTo>
                <a:moveTo>
                  <a:pt x="2728542" y="834467"/>
                </a:moveTo>
                <a:lnTo>
                  <a:pt x="2733665" y="842668"/>
                </a:lnTo>
                <a:moveTo>
                  <a:pt x="2741203" y="852874"/>
                </a:moveTo>
                <a:lnTo>
                  <a:pt x="2747865" y="860470"/>
                </a:lnTo>
                <a:moveTo>
                  <a:pt x="2801687" y="810937"/>
                </a:moveTo>
                <a:lnTo>
                  <a:pt x="2801613" y="799602"/>
                </a:lnTo>
                <a:lnTo>
                  <a:pt x="2799141" y="796099"/>
                </a:lnTo>
                <a:lnTo>
                  <a:pt x="2795008" y="794617"/>
                </a:lnTo>
                <a:lnTo>
                  <a:pt x="2777682" y="793226"/>
                </a:lnTo>
                <a:moveTo>
                  <a:pt x="2701230" y="767150"/>
                </a:moveTo>
                <a:lnTo>
                  <a:pt x="2701459" y="752942"/>
                </a:lnTo>
                <a:moveTo>
                  <a:pt x="2434996" y="724828"/>
                </a:moveTo>
                <a:lnTo>
                  <a:pt x="2440554" y="771635"/>
                </a:lnTo>
                <a:lnTo>
                  <a:pt x="2442804" y="777667"/>
                </a:lnTo>
                <a:lnTo>
                  <a:pt x="2447666" y="780466"/>
                </a:lnTo>
                <a:lnTo>
                  <a:pt x="2452847" y="781260"/>
                </a:lnTo>
                <a:lnTo>
                  <a:pt x="2459313" y="780720"/>
                </a:lnTo>
                <a:lnTo>
                  <a:pt x="2478202" y="776857"/>
                </a:lnTo>
                <a:lnTo>
                  <a:pt x="2492844" y="770072"/>
                </a:lnTo>
                <a:lnTo>
                  <a:pt x="2507094" y="760447"/>
                </a:lnTo>
                <a:lnTo>
                  <a:pt x="2520025" y="748980"/>
                </a:lnTo>
                <a:lnTo>
                  <a:pt x="2530821" y="738963"/>
                </a:lnTo>
                <a:moveTo>
                  <a:pt x="2439981" y="645135"/>
                </a:moveTo>
                <a:lnTo>
                  <a:pt x="2510629" y="646576"/>
                </a:lnTo>
                <a:moveTo>
                  <a:pt x="2591959" y="682669"/>
                </a:moveTo>
                <a:lnTo>
                  <a:pt x="2623191" y="679649"/>
                </a:lnTo>
                <a:moveTo>
                  <a:pt x="2635173" y="678569"/>
                </a:moveTo>
                <a:lnTo>
                  <a:pt x="2658278" y="676638"/>
                </a:lnTo>
                <a:moveTo>
                  <a:pt x="2604121" y="605842"/>
                </a:moveTo>
                <a:lnTo>
                  <a:pt x="2605971" y="605735"/>
                </a:lnTo>
                <a:moveTo>
                  <a:pt x="2690811" y="596454"/>
                </a:moveTo>
                <a:lnTo>
                  <a:pt x="2692014" y="570231"/>
                </a:lnTo>
                <a:moveTo>
                  <a:pt x="2733444" y="674739"/>
                </a:moveTo>
                <a:lnTo>
                  <a:pt x="2761755" y="676294"/>
                </a:lnTo>
                <a:moveTo>
                  <a:pt x="2795671" y="625975"/>
                </a:moveTo>
                <a:lnTo>
                  <a:pt x="2770152" y="626409"/>
                </a:lnTo>
                <a:moveTo>
                  <a:pt x="2800885" y="700577"/>
                </a:moveTo>
                <a:lnTo>
                  <a:pt x="2779286" y="700937"/>
                </a:lnTo>
                <a:moveTo>
                  <a:pt x="2150585" y="1473841"/>
                </a:moveTo>
                <a:lnTo>
                  <a:pt x="2155111" y="1457226"/>
                </a:lnTo>
                <a:lnTo>
                  <a:pt x="2156175" y="1453339"/>
                </a:lnTo>
                <a:lnTo>
                  <a:pt x="2159064" y="1430447"/>
                </a:lnTo>
                <a:lnTo>
                  <a:pt x="2161429" y="1411614"/>
                </a:lnTo>
                <a:moveTo>
                  <a:pt x="2162403" y="1399976"/>
                </a:moveTo>
                <a:lnTo>
                  <a:pt x="2162829" y="1389377"/>
                </a:lnTo>
                <a:lnTo>
                  <a:pt x="2164155" y="1355861"/>
                </a:lnTo>
                <a:moveTo>
                  <a:pt x="2165014" y="1344043"/>
                </a:moveTo>
                <a:lnTo>
                  <a:pt x="2168272" y="1310617"/>
                </a:lnTo>
                <a:lnTo>
                  <a:pt x="2173223" y="1277740"/>
                </a:lnTo>
                <a:moveTo>
                  <a:pt x="2176055" y="1265742"/>
                </a:moveTo>
                <a:lnTo>
                  <a:pt x="2196868" y="1202680"/>
                </a:lnTo>
                <a:moveTo>
                  <a:pt x="2200510" y="1191492"/>
                </a:moveTo>
                <a:lnTo>
                  <a:pt x="2229533" y="1101192"/>
                </a:lnTo>
                <a:lnTo>
                  <a:pt x="2238241" y="1061096"/>
                </a:lnTo>
                <a:moveTo>
                  <a:pt x="2552289" y="1220629"/>
                </a:moveTo>
                <a:lnTo>
                  <a:pt x="2561390" y="1222151"/>
                </a:lnTo>
                <a:moveTo>
                  <a:pt x="2615178" y="1191083"/>
                </a:moveTo>
                <a:lnTo>
                  <a:pt x="2582620" y="1188169"/>
                </a:lnTo>
                <a:lnTo>
                  <a:pt x="2580247" y="1188341"/>
                </a:lnTo>
                <a:lnTo>
                  <a:pt x="2577439" y="1188938"/>
                </a:lnTo>
                <a:lnTo>
                  <a:pt x="2575131" y="1190125"/>
                </a:lnTo>
                <a:lnTo>
                  <a:pt x="2573012" y="1191909"/>
                </a:lnTo>
                <a:lnTo>
                  <a:pt x="2571473" y="1194291"/>
                </a:lnTo>
                <a:lnTo>
                  <a:pt x="2570434" y="1197581"/>
                </a:lnTo>
                <a:lnTo>
                  <a:pt x="2567176" y="1215833"/>
                </a:lnTo>
                <a:moveTo>
                  <a:pt x="2564303" y="1339803"/>
                </a:moveTo>
                <a:lnTo>
                  <a:pt x="2623903" y="1338764"/>
                </a:lnTo>
                <a:moveTo>
                  <a:pt x="2566399" y="1420633"/>
                </a:moveTo>
                <a:lnTo>
                  <a:pt x="2576670" y="1420846"/>
                </a:lnTo>
                <a:lnTo>
                  <a:pt x="2617846" y="1420257"/>
                </a:lnTo>
                <a:moveTo>
                  <a:pt x="2518896" y="1087950"/>
                </a:moveTo>
                <a:lnTo>
                  <a:pt x="2526835" y="1056415"/>
                </a:lnTo>
                <a:moveTo>
                  <a:pt x="2630590" y="1382576"/>
                </a:moveTo>
                <a:lnTo>
                  <a:pt x="2686866" y="1397823"/>
                </a:lnTo>
                <a:lnTo>
                  <a:pt x="2688765" y="1398584"/>
                </a:lnTo>
                <a:lnTo>
                  <a:pt x="2692153" y="1400982"/>
                </a:lnTo>
                <a:lnTo>
                  <a:pt x="2693087" y="1402267"/>
                </a:lnTo>
                <a:lnTo>
                  <a:pt x="2693799" y="1404526"/>
                </a:lnTo>
                <a:lnTo>
                  <a:pt x="2694036" y="1407334"/>
                </a:lnTo>
                <a:lnTo>
                  <a:pt x="2696598" y="1509067"/>
                </a:lnTo>
                <a:lnTo>
                  <a:pt x="2697146" y="1511973"/>
                </a:lnTo>
                <a:lnTo>
                  <a:pt x="2697801" y="1513822"/>
                </a:lnTo>
                <a:lnTo>
                  <a:pt x="2698840" y="1515770"/>
                </a:lnTo>
                <a:lnTo>
                  <a:pt x="2700354" y="1517423"/>
                </a:lnTo>
                <a:lnTo>
                  <a:pt x="2702458" y="1518888"/>
                </a:lnTo>
                <a:lnTo>
                  <a:pt x="2704725" y="1520010"/>
                </a:lnTo>
                <a:lnTo>
                  <a:pt x="2706820" y="1520591"/>
                </a:lnTo>
                <a:lnTo>
                  <a:pt x="2764635" y="1529283"/>
                </a:lnTo>
                <a:lnTo>
                  <a:pt x="2766632" y="1529831"/>
                </a:lnTo>
                <a:lnTo>
                  <a:pt x="2767893" y="1530396"/>
                </a:lnTo>
                <a:lnTo>
                  <a:pt x="2768801" y="1530895"/>
                </a:lnTo>
                <a:lnTo>
                  <a:pt x="2769874" y="1531967"/>
                </a:lnTo>
                <a:lnTo>
                  <a:pt x="2770782" y="1533285"/>
                </a:lnTo>
                <a:lnTo>
                  <a:pt x="2771797" y="1535552"/>
                </a:lnTo>
                <a:lnTo>
                  <a:pt x="2784393" y="1573831"/>
                </a:lnTo>
                <a:lnTo>
                  <a:pt x="2785129" y="1577522"/>
                </a:lnTo>
                <a:lnTo>
                  <a:pt x="2785219" y="1579437"/>
                </a:lnTo>
                <a:lnTo>
                  <a:pt x="2784843" y="1581287"/>
                </a:lnTo>
                <a:lnTo>
                  <a:pt x="2784049" y="1582932"/>
                </a:lnTo>
                <a:lnTo>
                  <a:pt x="2783157" y="1584438"/>
                </a:lnTo>
                <a:lnTo>
                  <a:pt x="2781872" y="1585944"/>
                </a:lnTo>
                <a:lnTo>
                  <a:pt x="2779703" y="1587065"/>
                </a:lnTo>
                <a:lnTo>
                  <a:pt x="2775873" y="1587884"/>
                </a:lnTo>
                <a:lnTo>
                  <a:pt x="2767656" y="1588260"/>
                </a:lnTo>
                <a:lnTo>
                  <a:pt x="2756664" y="1588293"/>
                </a:lnTo>
                <a:lnTo>
                  <a:pt x="2744796" y="1587982"/>
                </a:lnTo>
                <a:lnTo>
                  <a:pt x="2735834" y="1587581"/>
                </a:lnTo>
                <a:lnTo>
                  <a:pt x="2726275" y="1586861"/>
                </a:lnTo>
                <a:lnTo>
                  <a:pt x="2718115" y="1585854"/>
                </a:lnTo>
                <a:lnTo>
                  <a:pt x="2708416" y="1584332"/>
                </a:lnTo>
                <a:lnTo>
                  <a:pt x="2693651" y="1581443"/>
                </a:lnTo>
                <a:lnTo>
                  <a:pt x="2679427" y="1578038"/>
                </a:lnTo>
                <a:lnTo>
                  <a:pt x="2669081" y="1575509"/>
                </a:lnTo>
                <a:lnTo>
                  <a:pt x="2658466" y="1573274"/>
                </a:lnTo>
                <a:lnTo>
                  <a:pt x="2624721" y="1566539"/>
                </a:lnTo>
                <a:moveTo>
                  <a:pt x="2702171" y="1901203"/>
                </a:moveTo>
                <a:lnTo>
                  <a:pt x="2704152" y="1867213"/>
                </a:lnTo>
                <a:lnTo>
                  <a:pt x="2703358" y="1835146"/>
                </a:lnTo>
                <a:moveTo>
                  <a:pt x="2702302" y="1822910"/>
                </a:moveTo>
                <a:lnTo>
                  <a:pt x="2694273" y="1766331"/>
                </a:lnTo>
                <a:lnTo>
                  <a:pt x="2690934" y="1759717"/>
                </a:lnTo>
                <a:lnTo>
                  <a:pt x="2685925" y="1757180"/>
                </a:lnTo>
                <a:lnTo>
                  <a:pt x="2649872" y="1756747"/>
                </a:lnTo>
                <a:lnTo>
                  <a:pt x="2565204" y="1752065"/>
                </a:lnTo>
                <a:moveTo>
                  <a:pt x="2554826" y="1735189"/>
                </a:moveTo>
                <a:lnTo>
                  <a:pt x="2557756" y="1748202"/>
                </a:lnTo>
                <a:moveTo>
                  <a:pt x="2322288" y="1935455"/>
                </a:moveTo>
                <a:lnTo>
                  <a:pt x="2358316" y="1947928"/>
                </a:lnTo>
                <a:lnTo>
                  <a:pt x="2409068" y="1956268"/>
                </a:lnTo>
                <a:moveTo>
                  <a:pt x="2420657" y="1959788"/>
                </a:moveTo>
                <a:lnTo>
                  <a:pt x="2452348" y="1973603"/>
                </a:lnTo>
                <a:lnTo>
                  <a:pt x="2484251" y="1985553"/>
                </a:lnTo>
                <a:moveTo>
                  <a:pt x="2496094" y="1989678"/>
                </a:moveTo>
                <a:lnTo>
                  <a:pt x="2525517" y="1999180"/>
                </a:lnTo>
                <a:lnTo>
                  <a:pt x="2556708" y="2006014"/>
                </a:lnTo>
                <a:lnTo>
                  <a:pt x="2576073" y="2008968"/>
                </a:lnTo>
                <a:lnTo>
                  <a:pt x="2594291" y="2012070"/>
                </a:lnTo>
                <a:lnTo>
                  <a:pt x="2607436" y="2016105"/>
                </a:lnTo>
                <a:moveTo>
                  <a:pt x="2618706" y="2019576"/>
                </a:moveTo>
                <a:lnTo>
                  <a:pt x="2627038" y="2022137"/>
                </a:lnTo>
                <a:lnTo>
                  <a:pt x="2648047" y="2031206"/>
                </a:lnTo>
                <a:lnTo>
                  <a:pt x="2680286" y="2051397"/>
                </a:lnTo>
                <a:moveTo>
                  <a:pt x="2690566" y="2056692"/>
                </a:moveTo>
                <a:lnTo>
                  <a:pt x="2727658" y="2071694"/>
                </a:lnTo>
                <a:lnTo>
                  <a:pt x="2744583" y="2076310"/>
                </a:lnTo>
                <a:lnTo>
                  <a:pt x="2873105" y="2097206"/>
                </a:lnTo>
                <a:lnTo>
                  <a:pt x="2882157" y="2097115"/>
                </a:lnTo>
                <a:lnTo>
                  <a:pt x="2887428" y="2094521"/>
                </a:lnTo>
                <a:lnTo>
                  <a:pt x="2887910" y="2088800"/>
                </a:lnTo>
                <a:lnTo>
                  <a:pt x="2882410" y="2059450"/>
                </a:lnTo>
                <a:lnTo>
                  <a:pt x="2877328" y="2036714"/>
                </a:lnTo>
                <a:lnTo>
                  <a:pt x="2871861" y="2024912"/>
                </a:lnTo>
                <a:lnTo>
                  <a:pt x="2867916" y="2021073"/>
                </a:lnTo>
                <a:lnTo>
                  <a:pt x="2863472" y="2018004"/>
                </a:lnTo>
                <a:lnTo>
                  <a:pt x="2757646" y="2002756"/>
                </a:lnTo>
                <a:lnTo>
                  <a:pt x="2725964" y="1991192"/>
                </a:lnTo>
                <a:lnTo>
                  <a:pt x="2701099" y="1974307"/>
                </a:lnTo>
                <a:lnTo>
                  <a:pt x="2699274" y="1966990"/>
                </a:lnTo>
                <a:lnTo>
                  <a:pt x="2699880" y="1946521"/>
                </a:lnTo>
                <a:lnTo>
                  <a:pt x="2701525" y="1913054"/>
                </a:lnTo>
                <a:moveTo>
                  <a:pt x="2679369" y="2066014"/>
                </a:moveTo>
                <a:lnTo>
                  <a:pt x="2683863" y="2059131"/>
                </a:lnTo>
                <a:moveTo>
                  <a:pt x="2621096" y="1982451"/>
                </a:moveTo>
                <a:lnTo>
                  <a:pt x="2613811" y="2010474"/>
                </a:lnTo>
                <a:moveTo>
                  <a:pt x="2377893" y="1874260"/>
                </a:moveTo>
                <a:lnTo>
                  <a:pt x="2367311" y="1866943"/>
                </a:lnTo>
                <a:moveTo>
                  <a:pt x="2633299" y="1689683"/>
                </a:moveTo>
                <a:lnTo>
                  <a:pt x="2633831" y="1684764"/>
                </a:lnTo>
                <a:moveTo>
                  <a:pt x="3147114" y="1922139"/>
                </a:moveTo>
                <a:lnTo>
                  <a:pt x="3127168" y="1914617"/>
                </a:lnTo>
                <a:lnTo>
                  <a:pt x="3081098" y="1906899"/>
                </a:lnTo>
                <a:lnTo>
                  <a:pt x="3065498" y="1915812"/>
                </a:lnTo>
                <a:lnTo>
                  <a:pt x="3062314" y="2111512"/>
                </a:lnTo>
                <a:moveTo>
                  <a:pt x="3260027" y="1927295"/>
                </a:moveTo>
                <a:lnTo>
                  <a:pt x="3238338" y="1943795"/>
                </a:lnTo>
                <a:lnTo>
                  <a:pt x="3235343" y="1947937"/>
                </a:lnTo>
                <a:lnTo>
                  <a:pt x="3222681" y="1967923"/>
                </a:lnTo>
                <a:lnTo>
                  <a:pt x="3216363" y="1982925"/>
                </a:lnTo>
                <a:lnTo>
                  <a:pt x="3213596" y="1992076"/>
                </a:lnTo>
                <a:moveTo>
                  <a:pt x="3210732" y="2003959"/>
                </a:moveTo>
                <a:lnTo>
                  <a:pt x="3208997" y="2013462"/>
                </a:lnTo>
                <a:lnTo>
                  <a:pt x="3208497" y="2030134"/>
                </a:lnTo>
                <a:lnTo>
                  <a:pt x="3206852" y="2122774"/>
                </a:lnTo>
                <a:lnTo>
                  <a:pt x="3208301" y="2133078"/>
                </a:lnTo>
                <a:lnTo>
                  <a:pt x="3213343" y="2136237"/>
                </a:lnTo>
                <a:lnTo>
                  <a:pt x="3220226" y="2137293"/>
                </a:lnTo>
                <a:lnTo>
                  <a:pt x="3227477" y="2136843"/>
                </a:lnTo>
                <a:lnTo>
                  <a:pt x="3250607" y="2134470"/>
                </a:lnTo>
                <a:lnTo>
                  <a:pt x="3268654" y="2128094"/>
                </a:lnTo>
                <a:lnTo>
                  <a:pt x="3274375" y="2125876"/>
                </a:lnTo>
                <a:lnTo>
                  <a:pt x="3283017" y="2121080"/>
                </a:lnTo>
                <a:lnTo>
                  <a:pt x="3288427" y="2118714"/>
                </a:lnTo>
                <a:lnTo>
                  <a:pt x="3303348" y="2112183"/>
                </a:lnTo>
                <a:lnTo>
                  <a:pt x="3328482" y="2107379"/>
                </a:lnTo>
                <a:lnTo>
                  <a:pt x="3370109" y="2104760"/>
                </a:lnTo>
                <a:lnTo>
                  <a:pt x="3411686" y="2101666"/>
                </a:lnTo>
                <a:lnTo>
                  <a:pt x="3438122" y="2099694"/>
                </a:lnTo>
                <a:lnTo>
                  <a:pt x="3442517" y="2101871"/>
                </a:lnTo>
                <a:lnTo>
                  <a:pt x="3447002" y="2107313"/>
                </a:lnTo>
                <a:lnTo>
                  <a:pt x="3452191" y="2153711"/>
                </a:lnTo>
                <a:lnTo>
                  <a:pt x="3454917" y="2158958"/>
                </a:lnTo>
                <a:lnTo>
                  <a:pt x="3460924" y="2161061"/>
                </a:lnTo>
                <a:lnTo>
                  <a:pt x="3516971" y="2166651"/>
                </a:lnTo>
                <a:lnTo>
                  <a:pt x="3579681" y="2175253"/>
                </a:lnTo>
                <a:lnTo>
                  <a:pt x="3584428" y="2174484"/>
                </a:lnTo>
                <a:lnTo>
                  <a:pt x="3587334" y="2174033"/>
                </a:lnTo>
                <a:moveTo>
                  <a:pt x="2975665" y="2027318"/>
                </a:moveTo>
                <a:lnTo>
                  <a:pt x="2991780" y="2026892"/>
                </a:lnTo>
                <a:moveTo>
                  <a:pt x="2771764" y="2356630"/>
                </a:moveTo>
                <a:lnTo>
                  <a:pt x="2775987" y="2303136"/>
                </a:lnTo>
                <a:moveTo>
                  <a:pt x="2777010" y="2291367"/>
                </a:moveTo>
                <a:lnTo>
                  <a:pt x="2780996" y="2249536"/>
                </a:lnTo>
                <a:lnTo>
                  <a:pt x="2718025" y="2238969"/>
                </a:lnTo>
                <a:lnTo>
                  <a:pt x="2696385" y="2238585"/>
                </a:lnTo>
                <a:lnTo>
                  <a:pt x="2682643" y="2239968"/>
                </a:lnTo>
                <a:moveTo>
                  <a:pt x="2849460" y="2263212"/>
                </a:moveTo>
                <a:lnTo>
                  <a:pt x="2846693" y="2296686"/>
                </a:lnTo>
                <a:moveTo>
                  <a:pt x="2389294" y="2430585"/>
                </a:moveTo>
                <a:lnTo>
                  <a:pt x="2351097" y="2429676"/>
                </a:lnTo>
                <a:lnTo>
                  <a:pt x="2298561" y="2427696"/>
                </a:lnTo>
                <a:moveTo>
                  <a:pt x="2286840" y="2427188"/>
                </a:moveTo>
                <a:lnTo>
                  <a:pt x="2245411" y="2425101"/>
                </a:lnTo>
                <a:lnTo>
                  <a:pt x="2240107" y="2425928"/>
                </a:lnTo>
                <a:lnTo>
                  <a:pt x="2235736" y="2428367"/>
                </a:lnTo>
                <a:lnTo>
                  <a:pt x="2233797" y="2432205"/>
                </a:lnTo>
                <a:lnTo>
                  <a:pt x="2232381" y="2436813"/>
                </a:lnTo>
                <a:lnTo>
                  <a:pt x="2229631" y="2499359"/>
                </a:lnTo>
                <a:lnTo>
                  <a:pt x="2230065" y="2503558"/>
                </a:lnTo>
                <a:lnTo>
                  <a:pt x="2231309" y="2506562"/>
                </a:lnTo>
                <a:lnTo>
                  <a:pt x="2235540" y="2510196"/>
                </a:lnTo>
                <a:lnTo>
                  <a:pt x="2239207" y="2510990"/>
                </a:lnTo>
                <a:lnTo>
                  <a:pt x="2284631" y="2511554"/>
                </a:lnTo>
                <a:lnTo>
                  <a:pt x="2287626" y="2510367"/>
                </a:lnTo>
                <a:moveTo>
                  <a:pt x="2690427" y="2641025"/>
                </a:moveTo>
                <a:lnTo>
                  <a:pt x="2691057" y="2614851"/>
                </a:lnTo>
                <a:moveTo>
                  <a:pt x="2304118" y="2649193"/>
                </a:moveTo>
                <a:lnTo>
                  <a:pt x="2334065" y="2649128"/>
                </a:lnTo>
                <a:lnTo>
                  <a:pt x="2341963" y="2648448"/>
                </a:lnTo>
                <a:lnTo>
                  <a:pt x="2361753" y="2646222"/>
                </a:lnTo>
                <a:lnTo>
                  <a:pt x="2376870" y="2644872"/>
                </a:lnTo>
                <a:moveTo>
                  <a:pt x="2535371" y="2610218"/>
                </a:moveTo>
                <a:lnTo>
                  <a:pt x="2557977" y="2607297"/>
                </a:lnTo>
                <a:lnTo>
                  <a:pt x="2609474" y="2609048"/>
                </a:lnTo>
                <a:moveTo>
                  <a:pt x="2621202" y="2609318"/>
                </a:moveTo>
                <a:lnTo>
                  <a:pt x="2683944" y="2610137"/>
                </a:lnTo>
                <a:moveTo>
                  <a:pt x="2695746" y="2610349"/>
                </a:moveTo>
                <a:lnTo>
                  <a:pt x="2762213" y="2611904"/>
                </a:lnTo>
                <a:lnTo>
                  <a:pt x="2760821" y="2679492"/>
                </a:lnTo>
                <a:lnTo>
                  <a:pt x="2759921" y="2716691"/>
                </a:lnTo>
                <a:moveTo>
                  <a:pt x="2389098" y="2642760"/>
                </a:moveTo>
                <a:lnTo>
                  <a:pt x="2423170" y="2634273"/>
                </a:lnTo>
                <a:lnTo>
                  <a:pt x="2442567" y="2630598"/>
                </a:lnTo>
                <a:moveTo>
                  <a:pt x="2453731" y="2627864"/>
                </a:moveTo>
                <a:lnTo>
                  <a:pt x="2463740" y="2624820"/>
                </a:lnTo>
                <a:moveTo>
                  <a:pt x="2474920" y="2621865"/>
                </a:moveTo>
                <a:lnTo>
                  <a:pt x="2487786" y="2618902"/>
                </a:lnTo>
                <a:lnTo>
                  <a:pt x="2513600" y="2613116"/>
                </a:lnTo>
                <a:lnTo>
                  <a:pt x="2523675" y="2611757"/>
                </a:lnTo>
                <a:moveTo>
                  <a:pt x="2458920" y="2720676"/>
                </a:moveTo>
                <a:lnTo>
                  <a:pt x="2455147" y="2731611"/>
                </a:lnTo>
                <a:moveTo>
                  <a:pt x="2453772" y="2649185"/>
                </a:moveTo>
                <a:lnTo>
                  <a:pt x="2450465" y="2633610"/>
                </a:lnTo>
                <a:moveTo>
                  <a:pt x="2465181" y="2604481"/>
                </a:moveTo>
                <a:lnTo>
                  <a:pt x="2466556" y="2615989"/>
                </a:lnTo>
                <a:moveTo>
                  <a:pt x="2537622" y="2657844"/>
                </a:moveTo>
                <a:lnTo>
                  <a:pt x="2534626" y="2637121"/>
                </a:lnTo>
                <a:lnTo>
                  <a:pt x="2531467" y="2615366"/>
                </a:lnTo>
                <a:moveTo>
                  <a:pt x="2615514" y="2648203"/>
                </a:moveTo>
                <a:lnTo>
                  <a:pt x="2616520" y="2613836"/>
                </a:lnTo>
                <a:moveTo>
                  <a:pt x="2973168" y="2312851"/>
                </a:moveTo>
                <a:lnTo>
                  <a:pt x="3008755" y="2314463"/>
                </a:lnTo>
                <a:moveTo>
                  <a:pt x="3020565" y="2314971"/>
                </a:moveTo>
                <a:lnTo>
                  <a:pt x="3082006" y="2317459"/>
                </a:lnTo>
                <a:moveTo>
                  <a:pt x="3093456" y="2318212"/>
                </a:moveTo>
                <a:lnTo>
                  <a:pt x="3124050" y="2321003"/>
                </a:lnTo>
                <a:lnTo>
                  <a:pt x="3126292" y="2385104"/>
                </a:lnTo>
                <a:moveTo>
                  <a:pt x="3152466" y="2535437"/>
                </a:moveTo>
                <a:lnTo>
                  <a:pt x="3126022" y="2529085"/>
                </a:lnTo>
                <a:moveTo>
                  <a:pt x="3114785" y="2527579"/>
                </a:moveTo>
                <a:lnTo>
                  <a:pt x="2969821" y="2522219"/>
                </a:lnTo>
                <a:lnTo>
                  <a:pt x="2964935" y="2521728"/>
                </a:lnTo>
                <a:lnTo>
                  <a:pt x="2951840" y="2521449"/>
                </a:lnTo>
                <a:moveTo>
                  <a:pt x="3187390" y="2466359"/>
                </a:moveTo>
                <a:lnTo>
                  <a:pt x="3130630" y="2462488"/>
                </a:lnTo>
                <a:moveTo>
                  <a:pt x="3118804" y="2461760"/>
                </a:moveTo>
                <a:lnTo>
                  <a:pt x="3017930" y="2456292"/>
                </a:lnTo>
                <a:lnTo>
                  <a:pt x="3012323" y="2455098"/>
                </a:lnTo>
                <a:lnTo>
                  <a:pt x="3012372" y="2443525"/>
                </a:lnTo>
                <a:lnTo>
                  <a:pt x="3023069" y="2389613"/>
                </a:lnTo>
                <a:lnTo>
                  <a:pt x="3121725" y="2392257"/>
                </a:lnTo>
                <a:moveTo>
                  <a:pt x="3094054" y="2245541"/>
                </a:moveTo>
                <a:lnTo>
                  <a:pt x="3094291" y="2236219"/>
                </a:lnTo>
                <a:lnTo>
                  <a:pt x="3010162" y="2228092"/>
                </a:lnTo>
                <a:lnTo>
                  <a:pt x="3013379" y="2307359"/>
                </a:lnTo>
                <a:moveTo>
                  <a:pt x="3135173" y="2237856"/>
                </a:moveTo>
                <a:lnTo>
                  <a:pt x="3125081" y="2247547"/>
                </a:lnTo>
                <a:lnTo>
                  <a:pt x="3102639" y="2249527"/>
                </a:lnTo>
                <a:lnTo>
                  <a:pt x="3098653" y="2249871"/>
                </a:lnTo>
                <a:moveTo>
                  <a:pt x="3336520" y="2022416"/>
                </a:moveTo>
                <a:lnTo>
                  <a:pt x="3332386" y="2016564"/>
                </a:lnTo>
                <a:lnTo>
                  <a:pt x="3270102" y="1928834"/>
                </a:lnTo>
                <a:moveTo>
                  <a:pt x="3424863" y="2725415"/>
                </a:moveTo>
                <a:lnTo>
                  <a:pt x="3412079" y="2724777"/>
                </a:lnTo>
                <a:lnTo>
                  <a:pt x="3401488" y="2724114"/>
                </a:lnTo>
                <a:lnTo>
                  <a:pt x="3393917" y="2723058"/>
                </a:lnTo>
                <a:lnTo>
                  <a:pt x="3386240" y="2721380"/>
                </a:lnTo>
                <a:lnTo>
                  <a:pt x="3376165" y="2718851"/>
                </a:lnTo>
                <a:lnTo>
                  <a:pt x="3366434" y="2715635"/>
                </a:lnTo>
                <a:lnTo>
                  <a:pt x="3352201" y="2709857"/>
                </a:lnTo>
                <a:lnTo>
                  <a:pt x="3346513" y="2707115"/>
                </a:lnTo>
                <a:lnTo>
                  <a:pt x="3341013" y="2704193"/>
                </a:lnTo>
                <a:lnTo>
                  <a:pt x="3335325" y="2700960"/>
                </a:lnTo>
                <a:lnTo>
                  <a:pt x="3329825" y="2697523"/>
                </a:lnTo>
                <a:lnTo>
                  <a:pt x="3256221" y="2650854"/>
                </a:lnTo>
                <a:lnTo>
                  <a:pt x="3246269" y="2644331"/>
                </a:lnTo>
                <a:moveTo>
                  <a:pt x="3236145" y="2637759"/>
                </a:moveTo>
                <a:lnTo>
                  <a:pt x="3229262" y="2633340"/>
                </a:lnTo>
                <a:lnTo>
                  <a:pt x="3223131" y="2629648"/>
                </a:lnTo>
                <a:lnTo>
                  <a:pt x="3216567" y="2626350"/>
                </a:lnTo>
                <a:lnTo>
                  <a:pt x="3210863" y="2623780"/>
                </a:lnTo>
                <a:lnTo>
                  <a:pt x="3206050" y="2622422"/>
                </a:lnTo>
                <a:lnTo>
                  <a:pt x="3201131" y="2621276"/>
                </a:lnTo>
                <a:lnTo>
                  <a:pt x="3195165" y="2620744"/>
                </a:lnTo>
                <a:lnTo>
                  <a:pt x="3107926" y="2617871"/>
                </a:lnTo>
                <a:moveTo>
                  <a:pt x="3096067" y="2617404"/>
                </a:moveTo>
                <a:lnTo>
                  <a:pt x="3035256" y="2614687"/>
                </a:lnTo>
                <a:moveTo>
                  <a:pt x="3023274" y="2614163"/>
                </a:moveTo>
                <a:lnTo>
                  <a:pt x="2964256" y="2611602"/>
                </a:lnTo>
                <a:lnTo>
                  <a:pt x="2960049" y="2612027"/>
                </a:lnTo>
                <a:lnTo>
                  <a:pt x="2957511" y="2612805"/>
                </a:lnTo>
                <a:lnTo>
                  <a:pt x="2954999" y="2614008"/>
                </a:lnTo>
                <a:lnTo>
                  <a:pt x="2952527" y="2617323"/>
                </a:lnTo>
                <a:lnTo>
                  <a:pt x="2950808" y="2620318"/>
                </a:lnTo>
                <a:lnTo>
                  <a:pt x="2934456" y="2669196"/>
                </a:lnTo>
                <a:moveTo>
                  <a:pt x="2923873" y="2673468"/>
                </a:moveTo>
                <a:lnTo>
                  <a:pt x="2927777" y="2674655"/>
                </a:lnTo>
                <a:moveTo>
                  <a:pt x="3098416" y="2753406"/>
                </a:moveTo>
                <a:lnTo>
                  <a:pt x="3084723" y="2741432"/>
                </a:lnTo>
                <a:lnTo>
                  <a:pt x="3075352" y="2733919"/>
                </a:lnTo>
                <a:lnTo>
                  <a:pt x="3065359" y="2726357"/>
                </a:lnTo>
                <a:lnTo>
                  <a:pt x="3054670" y="2719629"/>
                </a:lnTo>
                <a:lnTo>
                  <a:pt x="3043572" y="2713098"/>
                </a:lnTo>
                <a:lnTo>
                  <a:pt x="3031794" y="2706951"/>
                </a:lnTo>
                <a:lnTo>
                  <a:pt x="3026376" y="2704398"/>
                </a:lnTo>
                <a:lnTo>
                  <a:pt x="3020540" y="2701828"/>
                </a:lnTo>
                <a:lnTo>
                  <a:pt x="3016726" y="2700526"/>
                </a:lnTo>
                <a:lnTo>
                  <a:pt x="3013494" y="2699102"/>
                </a:lnTo>
                <a:lnTo>
                  <a:pt x="3010613" y="2697113"/>
                </a:lnTo>
                <a:lnTo>
                  <a:pt x="3008706" y="2694920"/>
                </a:lnTo>
                <a:lnTo>
                  <a:pt x="3007895" y="2692301"/>
                </a:lnTo>
                <a:lnTo>
                  <a:pt x="3007781" y="2689976"/>
                </a:lnTo>
                <a:lnTo>
                  <a:pt x="3008231" y="2686662"/>
                </a:lnTo>
                <a:lnTo>
                  <a:pt x="3029101" y="2622552"/>
                </a:lnTo>
                <a:moveTo>
                  <a:pt x="3092368" y="2662125"/>
                </a:moveTo>
                <a:lnTo>
                  <a:pt x="3102115" y="2625646"/>
                </a:lnTo>
                <a:moveTo>
                  <a:pt x="3050807" y="2806336"/>
                </a:moveTo>
                <a:lnTo>
                  <a:pt x="3074141" y="2784704"/>
                </a:lnTo>
                <a:lnTo>
                  <a:pt x="3098408" y="2763629"/>
                </a:lnTo>
                <a:moveTo>
                  <a:pt x="3107353" y="2755993"/>
                </a:moveTo>
                <a:lnTo>
                  <a:pt x="3169539" y="2703972"/>
                </a:lnTo>
                <a:moveTo>
                  <a:pt x="3178583" y="2696418"/>
                </a:moveTo>
                <a:lnTo>
                  <a:pt x="3236775" y="2647949"/>
                </a:lnTo>
                <a:moveTo>
                  <a:pt x="3167149" y="2694232"/>
                </a:moveTo>
                <a:lnTo>
                  <a:pt x="3168320" y="2695542"/>
                </a:lnTo>
                <a:moveTo>
                  <a:pt x="2310453" y="1044171"/>
                </a:moveTo>
                <a:lnTo>
                  <a:pt x="2305558" y="1006203"/>
                </a:lnTo>
                <a:lnTo>
                  <a:pt x="2305452" y="1005499"/>
                </a:lnTo>
                <a:moveTo>
                  <a:pt x="2069959" y="716496"/>
                </a:moveTo>
                <a:lnTo>
                  <a:pt x="2059148" y="721071"/>
                </a:lnTo>
                <a:lnTo>
                  <a:pt x="2045962" y="731433"/>
                </a:lnTo>
                <a:lnTo>
                  <a:pt x="2038948" y="747032"/>
                </a:lnTo>
                <a:lnTo>
                  <a:pt x="2035797" y="764621"/>
                </a:lnTo>
                <a:lnTo>
                  <a:pt x="2035814" y="776194"/>
                </a:lnTo>
                <a:lnTo>
                  <a:pt x="2035535" y="788356"/>
                </a:lnTo>
                <a:lnTo>
                  <a:pt x="2035052" y="791597"/>
                </a:lnTo>
                <a:moveTo>
                  <a:pt x="2030592" y="809840"/>
                </a:moveTo>
                <a:lnTo>
                  <a:pt x="2030535" y="809996"/>
                </a:lnTo>
                <a:moveTo>
                  <a:pt x="2026876" y="819514"/>
                </a:moveTo>
                <a:lnTo>
                  <a:pt x="2021090" y="832683"/>
                </a:lnTo>
                <a:lnTo>
                  <a:pt x="2006922" y="854757"/>
                </a:lnTo>
                <a:lnTo>
                  <a:pt x="1995194" y="869628"/>
                </a:lnTo>
                <a:moveTo>
                  <a:pt x="1987713" y="879621"/>
                </a:moveTo>
                <a:lnTo>
                  <a:pt x="1968668" y="906393"/>
                </a:lnTo>
                <a:lnTo>
                  <a:pt x="1948215" y="938910"/>
                </a:lnTo>
                <a:moveTo>
                  <a:pt x="2303758" y="993836"/>
                </a:moveTo>
                <a:lnTo>
                  <a:pt x="2299150" y="961753"/>
                </a:lnTo>
                <a:lnTo>
                  <a:pt x="2294149" y="953798"/>
                </a:lnTo>
                <a:lnTo>
                  <a:pt x="2286088" y="940440"/>
                </a:lnTo>
                <a:lnTo>
                  <a:pt x="2278239" y="932632"/>
                </a:lnTo>
                <a:moveTo>
                  <a:pt x="2269571" y="924374"/>
                </a:moveTo>
                <a:lnTo>
                  <a:pt x="2222838" y="881954"/>
                </a:lnTo>
                <a:moveTo>
                  <a:pt x="2213900" y="874089"/>
                </a:moveTo>
                <a:lnTo>
                  <a:pt x="2167339" y="834287"/>
                </a:lnTo>
                <a:moveTo>
                  <a:pt x="2160611" y="826578"/>
                </a:moveTo>
                <a:lnTo>
                  <a:pt x="2156871" y="820873"/>
                </a:lnTo>
                <a:lnTo>
                  <a:pt x="2146714" y="791302"/>
                </a:lnTo>
                <a:lnTo>
                  <a:pt x="2137555" y="769998"/>
                </a:lnTo>
                <a:moveTo>
                  <a:pt x="2133839" y="759317"/>
                </a:moveTo>
                <a:lnTo>
                  <a:pt x="2130312" y="745134"/>
                </a:lnTo>
                <a:lnTo>
                  <a:pt x="2125180" y="733782"/>
                </a:lnTo>
                <a:lnTo>
                  <a:pt x="2114909" y="722888"/>
                </a:lnTo>
                <a:lnTo>
                  <a:pt x="2100348" y="716488"/>
                </a:lnTo>
                <a:moveTo>
                  <a:pt x="2089758" y="713640"/>
                </a:moveTo>
                <a:lnTo>
                  <a:pt x="2085747" y="713157"/>
                </a:lnTo>
                <a:lnTo>
                  <a:pt x="2081057" y="713705"/>
                </a:lnTo>
                <a:moveTo>
                  <a:pt x="1948239" y="853275"/>
                </a:moveTo>
                <a:lnTo>
                  <a:pt x="1986265" y="873499"/>
                </a:lnTo>
                <a:moveTo>
                  <a:pt x="1996896" y="879703"/>
                </a:moveTo>
                <a:lnTo>
                  <a:pt x="2031140" y="901572"/>
                </a:lnTo>
                <a:moveTo>
                  <a:pt x="2036247" y="817501"/>
                </a:moveTo>
                <a:lnTo>
                  <a:pt x="2046715" y="819203"/>
                </a:lnTo>
                <a:lnTo>
                  <a:pt x="2050014" y="815422"/>
                </a:lnTo>
                <a:lnTo>
                  <a:pt x="2050447" y="814882"/>
                </a:lnTo>
                <a:lnTo>
                  <a:pt x="2052166" y="811755"/>
                </a:lnTo>
                <a:lnTo>
                  <a:pt x="2052944" y="805511"/>
                </a:lnTo>
                <a:lnTo>
                  <a:pt x="2051773" y="801222"/>
                </a:lnTo>
                <a:lnTo>
                  <a:pt x="2042075" y="798006"/>
                </a:lnTo>
                <a:moveTo>
                  <a:pt x="2013462" y="802663"/>
                </a:moveTo>
                <a:lnTo>
                  <a:pt x="2027032" y="805584"/>
                </a:lnTo>
                <a:moveTo>
                  <a:pt x="2076204" y="709572"/>
                </a:moveTo>
                <a:lnTo>
                  <a:pt x="2075852" y="701649"/>
                </a:lnTo>
                <a:lnTo>
                  <a:pt x="2076327" y="694496"/>
                </a:lnTo>
                <a:lnTo>
                  <a:pt x="2078970" y="688071"/>
                </a:lnTo>
                <a:lnTo>
                  <a:pt x="2084290" y="685231"/>
                </a:lnTo>
                <a:lnTo>
                  <a:pt x="2088685" y="685338"/>
                </a:lnTo>
                <a:lnTo>
                  <a:pt x="2092778" y="687056"/>
                </a:lnTo>
                <a:lnTo>
                  <a:pt x="2096330" y="691607"/>
                </a:lnTo>
                <a:lnTo>
                  <a:pt x="2096575" y="700356"/>
                </a:lnTo>
                <a:lnTo>
                  <a:pt x="2094816" y="709924"/>
                </a:lnTo>
                <a:moveTo>
                  <a:pt x="2123200" y="773493"/>
                </a:moveTo>
                <a:lnTo>
                  <a:pt x="2129215" y="769327"/>
                </a:lnTo>
                <a:moveTo>
                  <a:pt x="2113607" y="858849"/>
                </a:moveTo>
                <a:lnTo>
                  <a:pt x="2136082" y="853431"/>
                </a:lnTo>
                <a:lnTo>
                  <a:pt x="2158917" y="836293"/>
                </a:lnTo>
                <a:moveTo>
                  <a:pt x="2212533" y="882478"/>
                </a:moveTo>
                <a:lnTo>
                  <a:pt x="2190337" y="905869"/>
                </a:lnTo>
                <a:lnTo>
                  <a:pt x="2179877" y="921657"/>
                </a:lnTo>
                <a:lnTo>
                  <a:pt x="2173231" y="944001"/>
                </a:lnTo>
                <a:moveTo>
                  <a:pt x="2247612" y="967769"/>
                </a:moveTo>
                <a:lnTo>
                  <a:pt x="2249806" y="958250"/>
                </a:lnTo>
                <a:lnTo>
                  <a:pt x="2270021" y="934736"/>
                </a:lnTo>
                <a:moveTo>
                  <a:pt x="2318130" y="996684"/>
                </a:moveTo>
                <a:lnTo>
                  <a:pt x="2309053" y="997781"/>
                </a:lnTo>
                <a:moveTo>
                  <a:pt x="2063313" y="1020469"/>
                </a:moveTo>
                <a:lnTo>
                  <a:pt x="2044489" y="1051226"/>
                </a:lnTo>
                <a:lnTo>
                  <a:pt x="1994482" y="1137450"/>
                </a:lnTo>
                <a:lnTo>
                  <a:pt x="2009337" y="1200855"/>
                </a:lnTo>
                <a:lnTo>
                  <a:pt x="2090355" y="1236597"/>
                </a:lnTo>
                <a:moveTo>
                  <a:pt x="2296809" y="1489907"/>
                </a:moveTo>
                <a:lnTo>
                  <a:pt x="2303741" y="1480282"/>
                </a:lnTo>
                <a:moveTo>
                  <a:pt x="2359552" y="1417548"/>
                </a:moveTo>
                <a:lnTo>
                  <a:pt x="2363153" y="1428556"/>
                </a:lnTo>
                <a:lnTo>
                  <a:pt x="2364209" y="1434604"/>
                </a:lnTo>
                <a:lnTo>
                  <a:pt x="2363210" y="1442764"/>
                </a:lnTo>
                <a:lnTo>
                  <a:pt x="2351253" y="1495129"/>
                </a:lnTo>
                <a:moveTo>
                  <a:pt x="2444523" y="1328198"/>
                </a:moveTo>
                <a:lnTo>
                  <a:pt x="2418611" y="1354863"/>
                </a:lnTo>
                <a:moveTo>
                  <a:pt x="2202646" y="1199758"/>
                </a:moveTo>
                <a:lnTo>
                  <a:pt x="2234468" y="1210194"/>
                </a:lnTo>
                <a:lnTo>
                  <a:pt x="2268818" y="1221267"/>
                </a:lnTo>
                <a:moveTo>
                  <a:pt x="2280039" y="1224893"/>
                </a:moveTo>
                <a:lnTo>
                  <a:pt x="2315429" y="1236294"/>
                </a:lnTo>
                <a:lnTo>
                  <a:pt x="2349689" y="1246746"/>
                </a:lnTo>
                <a:moveTo>
                  <a:pt x="2362064" y="1249135"/>
                </a:moveTo>
                <a:lnTo>
                  <a:pt x="2367049" y="1249626"/>
                </a:lnTo>
                <a:lnTo>
                  <a:pt x="2373203" y="1247048"/>
                </a:lnTo>
                <a:lnTo>
                  <a:pt x="2382034" y="1238332"/>
                </a:lnTo>
                <a:lnTo>
                  <a:pt x="2400400" y="1217764"/>
                </a:lnTo>
                <a:moveTo>
                  <a:pt x="2359069" y="1241376"/>
                </a:moveTo>
                <a:lnTo>
                  <a:pt x="2365469" y="1223551"/>
                </a:lnTo>
                <a:lnTo>
                  <a:pt x="2368448" y="1218353"/>
                </a:lnTo>
                <a:lnTo>
                  <a:pt x="2375773" y="1215309"/>
                </a:lnTo>
                <a:lnTo>
                  <a:pt x="2396210" y="1211945"/>
                </a:lnTo>
                <a:moveTo>
                  <a:pt x="1934358" y="1349674"/>
                </a:moveTo>
                <a:lnTo>
                  <a:pt x="1984235" y="1276750"/>
                </a:lnTo>
                <a:lnTo>
                  <a:pt x="2050447" y="1304168"/>
                </a:lnTo>
                <a:moveTo>
                  <a:pt x="2026541" y="1357752"/>
                </a:moveTo>
                <a:lnTo>
                  <a:pt x="2054638" y="1311469"/>
                </a:lnTo>
                <a:moveTo>
                  <a:pt x="1907947" y="1806189"/>
                </a:moveTo>
                <a:lnTo>
                  <a:pt x="1926616" y="1833231"/>
                </a:lnTo>
                <a:lnTo>
                  <a:pt x="1950040" y="1855468"/>
                </a:lnTo>
                <a:moveTo>
                  <a:pt x="1958249" y="1863653"/>
                </a:moveTo>
                <a:lnTo>
                  <a:pt x="1959223" y="1864676"/>
                </a:lnTo>
                <a:lnTo>
                  <a:pt x="1992935" y="1898248"/>
                </a:lnTo>
                <a:lnTo>
                  <a:pt x="2007749" y="1911098"/>
                </a:lnTo>
                <a:moveTo>
                  <a:pt x="2207213" y="1705692"/>
                </a:moveTo>
                <a:lnTo>
                  <a:pt x="2206239" y="1674468"/>
                </a:lnTo>
                <a:lnTo>
                  <a:pt x="2206109" y="1670146"/>
                </a:lnTo>
                <a:lnTo>
                  <a:pt x="2202360" y="1638751"/>
                </a:lnTo>
                <a:moveTo>
                  <a:pt x="2201943" y="1628062"/>
                </a:moveTo>
                <a:lnTo>
                  <a:pt x="2202556" y="1612740"/>
                </a:lnTo>
                <a:lnTo>
                  <a:pt x="2206624" y="1601585"/>
                </a:lnTo>
                <a:lnTo>
                  <a:pt x="2215161" y="1584667"/>
                </a:lnTo>
                <a:lnTo>
                  <a:pt x="2225825" y="1572350"/>
                </a:lnTo>
                <a:moveTo>
                  <a:pt x="2232684" y="1562872"/>
                </a:moveTo>
                <a:lnTo>
                  <a:pt x="2252449" y="1530952"/>
                </a:lnTo>
                <a:moveTo>
                  <a:pt x="2017096" y="1918677"/>
                </a:moveTo>
                <a:lnTo>
                  <a:pt x="2035805" y="1932893"/>
                </a:lnTo>
                <a:moveTo>
                  <a:pt x="2045193" y="1940030"/>
                </a:moveTo>
                <a:lnTo>
                  <a:pt x="2046380" y="1940931"/>
                </a:lnTo>
                <a:moveTo>
                  <a:pt x="2056144" y="1947306"/>
                </a:moveTo>
                <a:lnTo>
                  <a:pt x="2085215" y="1957030"/>
                </a:lnTo>
                <a:lnTo>
                  <a:pt x="2120458" y="1968414"/>
                </a:lnTo>
                <a:lnTo>
                  <a:pt x="2129796" y="1970149"/>
                </a:lnTo>
                <a:lnTo>
                  <a:pt x="2140502" y="1971164"/>
                </a:lnTo>
                <a:lnTo>
                  <a:pt x="2148989" y="1969814"/>
                </a:lnTo>
                <a:lnTo>
                  <a:pt x="2156862" y="1967588"/>
                </a:lnTo>
                <a:lnTo>
                  <a:pt x="2164891" y="1964281"/>
                </a:lnTo>
                <a:lnTo>
                  <a:pt x="2171635" y="1958593"/>
                </a:lnTo>
                <a:lnTo>
                  <a:pt x="2178388" y="1949369"/>
                </a:lnTo>
                <a:lnTo>
                  <a:pt x="2182971" y="1939875"/>
                </a:lnTo>
                <a:lnTo>
                  <a:pt x="2192080" y="1916811"/>
                </a:lnTo>
                <a:moveTo>
                  <a:pt x="2196009" y="1905320"/>
                </a:moveTo>
                <a:lnTo>
                  <a:pt x="2196115" y="1904984"/>
                </a:lnTo>
                <a:lnTo>
                  <a:pt x="2198268" y="1896251"/>
                </a:lnTo>
                <a:lnTo>
                  <a:pt x="2201607" y="1879661"/>
                </a:lnTo>
                <a:lnTo>
                  <a:pt x="2202851" y="1868596"/>
                </a:lnTo>
                <a:moveTo>
                  <a:pt x="2203776" y="1856933"/>
                </a:moveTo>
                <a:lnTo>
                  <a:pt x="2206804" y="1793904"/>
                </a:lnTo>
                <a:moveTo>
                  <a:pt x="2207115" y="1781955"/>
                </a:moveTo>
                <a:lnTo>
                  <a:pt x="2207394" y="1718198"/>
                </a:lnTo>
                <a:moveTo>
                  <a:pt x="2162076" y="1635976"/>
                </a:moveTo>
                <a:lnTo>
                  <a:pt x="2194961" y="1634969"/>
                </a:lnTo>
                <a:moveTo>
                  <a:pt x="2106487" y="1689871"/>
                </a:moveTo>
                <a:lnTo>
                  <a:pt x="2132906" y="1712174"/>
                </a:lnTo>
                <a:lnTo>
                  <a:pt x="2157730" y="1712084"/>
                </a:lnTo>
                <a:lnTo>
                  <a:pt x="2200003" y="1713475"/>
                </a:lnTo>
                <a:moveTo>
                  <a:pt x="2212853" y="1711797"/>
                </a:moveTo>
                <a:lnTo>
                  <a:pt x="2242701" y="1703228"/>
                </a:lnTo>
                <a:moveTo>
                  <a:pt x="2290826" y="1647213"/>
                </a:moveTo>
                <a:lnTo>
                  <a:pt x="2298413" y="1634838"/>
                </a:lnTo>
                <a:lnTo>
                  <a:pt x="2313817" y="1609736"/>
                </a:lnTo>
                <a:moveTo>
                  <a:pt x="2117298" y="1787504"/>
                </a:moveTo>
                <a:lnTo>
                  <a:pt x="2113214" y="1799175"/>
                </a:lnTo>
                <a:moveTo>
                  <a:pt x="2049482" y="1869783"/>
                </a:moveTo>
                <a:lnTo>
                  <a:pt x="2016032" y="1908528"/>
                </a:lnTo>
                <a:moveTo>
                  <a:pt x="2116709" y="1890891"/>
                </a:moveTo>
                <a:lnTo>
                  <a:pt x="2124304" y="1890015"/>
                </a:lnTo>
                <a:lnTo>
                  <a:pt x="2130361" y="1890236"/>
                </a:lnTo>
                <a:lnTo>
                  <a:pt x="2186932" y="1909993"/>
                </a:lnTo>
                <a:moveTo>
                  <a:pt x="2225375" y="1862302"/>
                </a:moveTo>
                <a:lnTo>
                  <a:pt x="2208146" y="1861688"/>
                </a:lnTo>
                <a:moveTo>
                  <a:pt x="1722830" y="1728772"/>
                </a:moveTo>
                <a:lnTo>
                  <a:pt x="1712861" y="1735058"/>
                </a:lnTo>
                <a:lnTo>
                  <a:pt x="1705839" y="1741605"/>
                </a:lnTo>
                <a:lnTo>
                  <a:pt x="1702917" y="1746639"/>
                </a:lnTo>
                <a:lnTo>
                  <a:pt x="1700052" y="1751427"/>
                </a:lnTo>
                <a:lnTo>
                  <a:pt x="1697613" y="1760716"/>
                </a:lnTo>
                <a:lnTo>
                  <a:pt x="1696713" y="1771438"/>
                </a:lnTo>
                <a:lnTo>
                  <a:pt x="1695281" y="1804585"/>
                </a:lnTo>
                <a:moveTo>
                  <a:pt x="1694569" y="1816395"/>
                </a:moveTo>
                <a:lnTo>
                  <a:pt x="1691762" y="1852620"/>
                </a:lnTo>
                <a:lnTo>
                  <a:pt x="1690256" y="1895744"/>
                </a:lnTo>
                <a:lnTo>
                  <a:pt x="1683602" y="1923669"/>
                </a:lnTo>
                <a:lnTo>
                  <a:pt x="1651404" y="1922188"/>
                </a:lnTo>
                <a:lnTo>
                  <a:pt x="1611046" y="1920347"/>
                </a:lnTo>
                <a:moveTo>
                  <a:pt x="1520607" y="1834516"/>
                </a:moveTo>
                <a:lnTo>
                  <a:pt x="1496373" y="1845818"/>
                </a:lnTo>
                <a:lnTo>
                  <a:pt x="1492051" y="1849592"/>
                </a:lnTo>
                <a:lnTo>
                  <a:pt x="1490996" y="1854772"/>
                </a:lnTo>
                <a:lnTo>
                  <a:pt x="1490464" y="1873286"/>
                </a:lnTo>
                <a:lnTo>
                  <a:pt x="1488950" y="1908217"/>
                </a:lnTo>
                <a:moveTo>
                  <a:pt x="1606111" y="1879940"/>
                </a:moveTo>
                <a:lnTo>
                  <a:pt x="1604097" y="1915387"/>
                </a:lnTo>
                <a:moveTo>
                  <a:pt x="1514477" y="1669181"/>
                </a:moveTo>
                <a:lnTo>
                  <a:pt x="1475912" y="1682636"/>
                </a:lnTo>
                <a:lnTo>
                  <a:pt x="1445392" y="1697826"/>
                </a:lnTo>
                <a:moveTo>
                  <a:pt x="1434899" y="1703334"/>
                </a:moveTo>
                <a:lnTo>
                  <a:pt x="1372279" y="1738348"/>
                </a:lnTo>
                <a:lnTo>
                  <a:pt x="1372320" y="1720440"/>
                </a:lnTo>
                <a:lnTo>
                  <a:pt x="1343838" y="1604949"/>
                </a:lnTo>
                <a:lnTo>
                  <a:pt x="1341473" y="1567226"/>
                </a:lnTo>
                <a:lnTo>
                  <a:pt x="1431887" y="1543720"/>
                </a:lnTo>
                <a:lnTo>
                  <a:pt x="1456252" y="1543982"/>
                </a:lnTo>
                <a:lnTo>
                  <a:pt x="1491863" y="1545496"/>
                </a:lnTo>
                <a:moveTo>
                  <a:pt x="1418653" y="1625631"/>
                </a:moveTo>
                <a:lnTo>
                  <a:pt x="1437248" y="1695952"/>
                </a:lnTo>
                <a:moveTo>
                  <a:pt x="1503976" y="1602649"/>
                </a:moveTo>
                <a:lnTo>
                  <a:pt x="1536518" y="1596453"/>
                </a:lnTo>
                <a:lnTo>
                  <a:pt x="1569190" y="1596199"/>
                </a:lnTo>
                <a:moveTo>
                  <a:pt x="1580837" y="1596428"/>
                </a:moveTo>
                <a:lnTo>
                  <a:pt x="1606905" y="1597574"/>
                </a:lnTo>
                <a:lnTo>
                  <a:pt x="1648138" y="1599383"/>
                </a:lnTo>
                <a:lnTo>
                  <a:pt x="1694151" y="1601454"/>
                </a:lnTo>
                <a:lnTo>
                  <a:pt x="1724671" y="1601871"/>
                </a:lnTo>
                <a:lnTo>
                  <a:pt x="1730843" y="1600120"/>
                </a:lnTo>
                <a:lnTo>
                  <a:pt x="1734943" y="1597738"/>
                </a:lnTo>
                <a:lnTo>
                  <a:pt x="1736392" y="1594906"/>
                </a:lnTo>
                <a:lnTo>
                  <a:pt x="1738020" y="1591739"/>
                </a:lnTo>
                <a:lnTo>
                  <a:pt x="1738282" y="1586312"/>
                </a:lnTo>
                <a:lnTo>
                  <a:pt x="1742407" y="1498591"/>
                </a:lnTo>
                <a:lnTo>
                  <a:pt x="1742375" y="1487926"/>
                </a:lnTo>
                <a:lnTo>
                  <a:pt x="1741171" y="1480487"/>
                </a:lnTo>
                <a:moveTo>
                  <a:pt x="1662919" y="1517587"/>
                </a:moveTo>
                <a:lnTo>
                  <a:pt x="1639168" y="1516720"/>
                </a:lnTo>
                <a:lnTo>
                  <a:pt x="1605030" y="1514673"/>
                </a:lnTo>
                <a:moveTo>
                  <a:pt x="1605350" y="1357727"/>
                </a:moveTo>
                <a:lnTo>
                  <a:pt x="1606651" y="1342496"/>
                </a:lnTo>
                <a:moveTo>
                  <a:pt x="1724344" y="1282847"/>
                </a:moveTo>
                <a:lnTo>
                  <a:pt x="1765512" y="1303734"/>
                </a:lnTo>
                <a:lnTo>
                  <a:pt x="1770259" y="1304757"/>
                </a:lnTo>
                <a:lnTo>
                  <a:pt x="1774360" y="1304569"/>
                </a:lnTo>
                <a:lnTo>
                  <a:pt x="1777543" y="1303440"/>
                </a:lnTo>
                <a:lnTo>
                  <a:pt x="1780719" y="1299822"/>
                </a:lnTo>
                <a:lnTo>
                  <a:pt x="1798414" y="1269769"/>
                </a:lnTo>
                <a:moveTo>
                  <a:pt x="988901" y="1543295"/>
                </a:moveTo>
                <a:lnTo>
                  <a:pt x="989654" y="1543262"/>
                </a:lnTo>
                <a:lnTo>
                  <a:pt x="1021901" y="1541707"/>
                </a:lnTo>
                <a:lnTo>
                  <a:pt x="1057127" y="1540013"/>
                </a:lnTo>
                <a:moveTo>
                  <a:pt x="1069232" y="1539121"/>
                </a:moveTo>
                <a:lnTo>
                  <a:pt x="1103893" y="1535691"/>
                </a:lnTo>
                <a:lnTo>
                  <a:pt x="1114779" y="1534611"/>
                </a:lnTo>
                <a:lnTo>
                  <a:pt x="1137122" y="1529299"/>
                </a:lnTo>
                <a:lnTo>
                  <a:pt x="1156765" y="1524618"/>
                </a:lnTo>
                <a:lnTo>
                  <a:pt x="1199660" y="1514305"/>
                </a:lnTo>
                <a:lnTo>
                  <a:pt x="1237006" y="1506522"/>
                </a:lnTo>
                <a:lnTo>
                  <a:pt x="1238798" y="1506170"/>
                </a:lnTo>
                <a:moveTo>
                  <a:pt x="1390195" y="1462636"/>
                </a:moveTo>
                <a:lnTo>
                  <a:pt x="1381790" y="1427271"/>
                </a:lnTo>
                <a:lnTo>
                  <a:pt x="1374186" y="1393829"/>
                </a:lnTo>
                <a:moveTo>
                  <a:pt x="1368515" y="1265848"/>
                </a:moveTo>
                <a:lnTo>
                  <a:pt x="1369096" y="1225679"/>
                </a:lnTo>
                <a:moveTo>
                  <a:pt x="1525993" y="1079078"/>
                </a:moveTo>
                <a:lnTo>
                  <a:pt x="1487738" y="1076639"/>
                </a:lnTo>
                <a:lnTo>
                  <a:pt x="1458618" y="1074773"/>
                </a:lnTo>
                <a:moveTo>
                  <a:pt x="1313858" y="944786"/>
                </a:moveTo>
                <a:lnTo>
                  <a:pt x="1317836" y="937756"/>
                </a:lnTo>
                <a:lnTo>
                  <a:pt x="1327477" y="922418"/>
                </a:lnTo>
                <a:lnTo>
                  <a:pt x="1335957" y="917098"/>
                </a:lnTo>
                <a:lnTo>
                  <a:pt x="1347538" y="913243"/>
                </a:lnTo>
                <a:lnTo>
                  <a:pt x="1360838" y="911443"/>
                </a:lnTo>
                <a:moveTo>
                  <a:pt x="1372689" y="910371"/>
                </a:moveTo>
                <a:lnTo>
                  <a:pt x="1404919" y="908922"/>
                </a:lnTo>
                <a:moveTo>
                  <a:pt x="1416631" y="908521"/>
                </a:moveTo>
                <a:lnTo>
                  <a:pt x="1452717" y="907629"/>
                </a:lnTo>
                <a:moveTo>
                  <a:pt x="1464650" y="907964"/>
                </a:moveTo>
                <a:lnTo>
                  <a:pt x="1474799" y="908832"/>
                </a:lnTo>
                <a:moveTo>
                  <a:pt x="1485553" y="910968"/>
                </a:moveTo>
                <a:lnTo>
                  <a:pt x="1511121" y="918727"/>
                </a:lnTo>
                <a:lnTo>
                  <a:pt x="1527736" y="925086"/>
                </a:lnTo>
                <a:lnTo>
                  <a:pt x="1548107" y="932845"/>
                </a:lnTo>
                <a:moveTo>
                  <a:pt x="1559451" y="937682"/>
                </a:moveTo>
                <a:lnTo>
                  <a:pt x="1589897" y="951948"/>
                </a:lnTo>
                <a:lnTo>
                  <a:pt x="1617094" y="965919"/>
                </a:lnTo>
                <a:moveTo>
                  <a:pt x="1627407" y="972000"/>
                </a:moveTo>
                <a:lnTo>
                  <a:pt x="1634306" y="976575"/>
                </a:lnTo>
                <a:moveTo>
                  <a:pt x="1644005" y="983761"/>
                </a:moveTo>
                <a:lnTo>
                  <a:pt x="1649759" y="988614"/>
                </a:lnTo>
                <a:lnTo>
                  <a:pt x="1659482" y="999901"/>
                </a:lnTo>
                <a:lnTo>
                  <a:pt x="1670850" y="1023857"/>
                </a:lnTo>
                <a:lnTo>
                  <a:pt x="1682726" y="1063593"/>
                </a:lnTo>
                <a:moveTo>
                  <a:pt x="1685189" y="1075329"/>
                </a:moveTo>
                <a:lnTo>
                  <a:pt x="1686605" y="1087009"/>
                </a:lnTo>
                <a:lnTo>
                  <a:pt x="1686237" y="1093802"/>
                </a:lnTo>
                <a:lnTo>
                  <a:pt x="1680017" y="1125116"/>
                </a:lnTo>
                <a:lnTo>
                  <a:pt x="1676637" y="1137409"/>
                </a:lnTo>
                <a:lnTo>
                  <a:pt x="1659817" y="1193988"/>
                </a:lnTo>
                <a:moveTo>
                  <a:pt x="1443599" y="1075829"/>
                </a:moveTo>
                <a:lnTo>
                  <a:pt x="1406302" y="1082630"/>
                </a:lnTo>
                <a:lnTo>
                  <a:pt x="1386758" y="1090135"/>
                </a:lnTo>
                <a:moveTo>
                  <a:pt x="1360805" y="1097828"/>
                </a:moveTo>
                <a:lnTo>
                  <a:pt x="1354347" y="1097354"/>
                </a:lnTo>
                <a:lnTo>
                  <a:pt x="1346007" y="1094350"/>
                </a:lnTo>
                <a:lnTo>
                  <a:pt x="1335965" y="1089963"/>
                </a:lnTo>
                <a:lnTo>
                  <a:pt x="1327461" y="1084619"/>
                </a:lnTo>
                <a:lnTo>
                  <a:pt x="1322714" y="1080510"/>
                </a:lnTo>
                <a:moveTo>
                  <a:pt x="1315757" y="1072653"/>
                </a:moveTo>
                <a:lnTo>
                  <a:pt x="1311379" y="1066285"/>
                </a:lnTo>
                <a:lnTo>
                  <a:pt x="1307450" y="1047977"/>
                </a:lnTo>
                <a:lnTo>
                  <a:pt x="1309062" y="1029766"/>
                </a:lnTo>
                <a:moveTo>
                  <a:pt x="1310208" y="1018111"/>
                </a:moveTo>
                <a:lnTo>
                  <a:pt x="1311084" y="1010107"/>
                </a:lnTo>
                <a:lnTo>
                  <a:pt x="1311567" y="998068"/>
                </a:lnTo>
                <a:lnTo>
                  <a:pt x="1311051" y="983736"/>
                </a:lnTo>
                <a:lnTo>
                  <a:pt x="1309496" y="971141"/>
                </a:lnTo>
                <a:lnTo>
                  <a:pt x="1309021" y="958757"/>
                </a:lnTo>
                <a:lnTo>
                  <a:pt x="1310159" y="954141"/>
                </a:lnTo>
                <a:moveTo>
                  <a:pt x="1616423" y="1074969"/>
                </a:moveTo>
                <a:lnTo>
                  <a:pt x="1628471" y="1077678"/>
                </a:lnTo>
                <a:lnTo>
                  <a:pt x="1637785" y="1078087"/>
                </a:lnTo>
                <a:lnTo>
                  <a:pt x="1646215" y="1077056"/>
                </a:lnTo>
                <a:lnTo>
                  <a:pt x="1679820" y="1071515"/>
                </a:lnTo>
                <a:moveTo>
                  <a:pt x="1619059" y="972761"/>
                </a:moveTo>
                <a:lnTo>
                  <a:pt x="1616767" y="978155"/>
                </a:lnTo>
                <a:lnTo>
                  <a:pt x="1615605" y="987051"/>
                </a:lnTo>
                <a:lnTo>
                  <a:pt x="1620605" y="992911"/>
                </a:lnTo>
                <a:lnTo>
                  <a:pt x="1627251" y="990914"/>
                </a:lnTo>
                <a:lnTo>
                  <a:pt x="1633504" y="987068"/>
                </a:lnTo>
                <a:lnTo>
                  <a:pt x="1636385" y="984588"/>
                </a:lnTo>
                <a:moveTo>
                  <a:pt x="1668820" y="908832"/>
                </a:moveTo>
                <a:lnTo>
                  <a:pt x="1666848" y="877453"/>
                </a:lnTo>
                <a:moveTo>
                  <a:pt x="1761592" y="1027344"/>
                </a:moveTo>
                <a:lnTo>
                  <a:pt x="1771421" y="1023538"/>
                </a:lnTo>
                <a:lnTo>
                  <a:pt x="1778779" y="1016753"/>
                </a:lnTo>
                <a:lnTo>
                  <a:pt x="1797333" y="984178"/>
                </a:lnTo>
                <a:lnTo>
                  <a:pt x="1796941" y="971386"/>
                </a:lnTo>
                <a:lnTo>
                  <a:pt x="1792750" y="960746"/>
                </a:lnTo>
                <a:moveTo>
                  <a:pt x="1791776" y="951129"/>
                </a:moveTo>
                <a:lnTo>
                  <a:pt x="1795860" y="917769"/>
                </a:lnTo>
                <a:lnTo>
                  <a:pt x="1802285" y="885768"/>
                </a:lnTo>
                <a:moveTo>
                  <a:pt x="1742923" y="952930"/>
                </a:moveTo>
                <a:lnTo>
                  <a:pt x="1783845" y="957415"/>
                </a:lnTo>
                <a:moveTo>
                  <a:pt x="1451317" y="1106758"/>
                </a:moveTo>
                <a:lnTo>
                  <a:pt x="1451432" y="1082401"/>
                </a:lnTo>
                <a:moveTo>
                  <a:pt x="1447029" y="1042329"/>
                </a:moveTo>
                <a:lnTo>
                  <a:pt x="1450982" y="1069878"/>
                </a:lnTo>
                <a:moveTo>
                  <a:pt x="1358259" y="1038073"/>
                </a:moveTo>
                <a:lnTo>
                  <a:pt x="1360715" y="1037509"/>
                </a:lnTo>
                <a:lnTo>
                  <a:pt x="1369349" y="1037484"/>
                </a:lnTo>
                <a:lnTo>
                  <a:pt x="1373131" y="1041364"/>
                </a:lnTo>
                <a:lnTo>
                  <a:pt x="1378925" y="1087328"/>
                </a:lnTo>
                <a:moveTo>
                  <a:pt x="1371003" y="1112471"/>
                </a:moveTo>
                <a:lnTo>
                  <a:pt x="1368678" y="1104671"/>
                </a:lnTo>
                <a:moveTo>
                  <a:pt x="1288143" y="1101953"/>
                </a:moveTo>
                <a:lnTo>
                  <a:pt x="1314137" y="1082507"/>
                </a:lnTo>
                <a:moveTo>
                  <a:pt x="1280253" y="1023366"/>
                </a:moveTo>
                <a:lnTo>
                  <a:pt x="1302245" y="1024659"/>
                </a:lnTo>
                <a:moveTo>
                  <a:pt x="1263196" y="933189"/>
                </a:moveTo>
                <a:lnTo>
                  <a:pt x="1273820" y="937199"/>
                </a:lnTo>
                <a:lnTo>
                  <a:pt x="1304692" y="948093"/>
                </a:lnTo>
                <a:moveTo>
                  <a:pt x="1367860" y="952054"/>
                </a:moveTo>
                <a:lnTo>
                  <a:pt x="1369014" y="936258"/>
                </a:lnTo>
                <a:lnTo>
                  <a:pt x="1368294" y="915445"/>
                </a:lnTo>
                <a:moveTo>
                  <a:pt x="1410485" y="867525"/>
                </a:moveTo>
                <a:lnTo>
                  <a:pt x="1409437" y="901278"/>
                </a:lnTo>
                <a:moveTo>
                  <a:pt x="1454689" y="957685"/>
                </a:moveTo>
                <a:lnTo>
                  <a:pt x="1459575" y="912531"/>
                </a:lnTo>
                <a:moveTo>
                  <a:pt x="1497019" y="853578"/>
                </a:moveTo>
                <a:lnTo>
                  <a:pt x="1480871" y="901908"/>
                </a:lnTo>
                <a:moveTo>
                  <a:pt x="1647909" y="867279"/>
                </a:moveTo>
                <a:lnTo>
                  <a:pt x="1644954" y="834034"/>
                </a:lnTo>
                <a:lnTo>
                  <a:pt x="1644455" y="811780"/>
                </a:lnTo>
                <a:lnTo>
                  <a:pt x="1650806" y="788659"/>
                </a:lnTo>
                <a:moveTo>
                  <a:pt x="1865592" y="735500"/>
                </a:moveTo>
                <a:lnTo>
                  <a:pt x="1861967" y="750642"/>
                </a:lnTo>
                <a:lnTo>
                  <a:pt x="1854363" y="764343"/>
                </a:lnTo>
                <a:lnTo>
                  <a:pt x="1852710" y="767322"/>
                </a:lnTo>
                <a:lnTo>
                  <a:pt x="1836734" y="782889"/>
                </a:lnTo>
                <a:lnTo>
                  <a:pt x="1827763" y="794576"/>
                </a:lnTo>
                <a:moveTo>
                  <a:pt x="1821126" y="806427"/>
                </a:moveTo>
                <a:lnTo>
                  <a:pt x="1810404" y="835941"/>
                </a:lnTo>
                <a:lnTo>
                  <a:pt x="1809373" y="838773"/>
                </a:lnTo>
                <a:lnTo>
                  <a:pt x="1802130" y="873458"/>
                </a:lnTo>
                <a:moveTo>
                  <a:pt x="1656625" y="777520"/>
                </a:moveTo>
                <a:lnTo>
                  <a:pt x="1659457" y="773673"/>
                </a:lnTo>
                <a:lnTo>
                  <a:pt x="1671890" y="756756"/>
                </a:lnTo>
                <a:lnTo>
                  <a:pt x="1680279" y="745003"/>
                </a:lnTo>
                <a:lnTo>
                  <a:pt x="1682186" y="740878"/>
                </a:lnTo>
                <a:moveTo>
                  <a:pt x="1686875" y="730017"/>
                </a:moveTo>
                <a:lnTo>
                  <a:pt x="1688586" y="725638"/>
                </a:lnTo>
                <a:moveTo>
                  <a:pt x="1692858" y="714655"/>
                </a:moveTo>
                <a:lnTo>
                  <a:pt x="1694618" y="710129"/>
                </a:lnTo>
                <a:moveTo>
                  <a:pt x="1696476" y="699800"/>
                </a:moveTo>
                <a:lnTo>
                  <a:pt x="1695502" y="669411"/>
                </a:lnTo>
                <a:lnTo>
                  <a:pt x="1698268" y="650504"/>
                </a:lnTo>
                <a:lnTo>
                  <a:pt x="1704325" y="641346"/>
                </a:lnTo>
                <a:lnTo>
                  <a:pt x="1711822" y="631868"/>
                </a:lnTo>
                <a:moveTo>
                  <a:pt x="1720628" y="623782"/>
                </a:moveTo>
                <a:lnTo>
                  <a:pt x="1726603" y="619125"/>
                </a:lnTo>
                <a:lnTo>
                  <a:pt x="1732177" y="617136"/>
                </a:lnTo>
                <a:moveTo>
                  <a:pt x="1744011" y="614419"/>
                </a:moveTo>
                <a:lnTo>
                  <a:pt x="1753808" y="613543"/>
                </a:lnTo>
                <a:lnTo>
                  <a:pt x="1769064" y="617177"/>
                </a:lnTo>
                <a:lnTo>
                  <a:pt x="1791801" y="614501"/>
                </a:lnTo>
                <a:lnTo>
                  <a:pt x="1816428" y="608060"/>
                </a:lnTo>
                <a:lnTo>
                  <a:pt x="1828688" y="608002"/>
                </a:lnTo>
                <a:lnTo>
                  <a:pt x="1839484" y="612103"/>
                </a:lnTo>
                <a:lnTo>
                  <a:pt x="1852481" y="624584"/>
                </a:lnTo>
                <a:lnTo>
                  <a:pt x="1859176" y="637941"/>
                </a:lnTo>
                <a:lnTo>
                  <a:pt x="1859421" y="644538"/>
                </a:lnTo>
                <a:moveTo>
                  <a:pt x="1859315" y="656463"/>
                </a:moveTo>
                <a:lnTo>
                  <a:pt x="1857539" y="692278"/>
                </a:lnTo>
                <a:lnTo>
                  <a:pt x="1863219" y="713844"/>
                </a:lnTo>
                <a:lnTo>
                  <a:pt x="1865502" y="723273"/>
                </a:lnTo>
                <a:moveTo>
                  <a:pt x="1774589" y="791139"/>
                </a:moveTo>
                <a:lnTo>
                  <a:pt x="1818106" y="800911"/>
                </a:lnTo>
                <a:moveTo>
                  <a:pt x="1830923" y="804258"/>
                </a:moveTo>
                <a:lnTo>
                  <a:pt x="1876862" y="817804"/>
                </a:lnTo>
                <a:moveTo>
                  <a:pt x="1828230" y="729256"/>
                </a:moveTo>
                <a:lnTo>
                  <a:pt x="1861582" y="730565"/>
                </a:lnTo>
                <a:moveTo>
                  <a:pt x="1690223" y="786809"/>
                </a:moveTo>
                <a:lnTo>
                  <a:pt x="1658819" y="782668"/>
                </a:lnTo>
                <a:moveTo>
                  <a:pt x="1678625" y="730909"/>
                </a:moveTo>
                <a:lnTo>
                  <a:pt x="1666128" y="723617"/>
                </a:lnTo>
                <a:lnTo>
                  <a:pt x="1664270" y="719934"/>
                </a:lnTo>
                <a:lnTo>
                  <a:pt x="1665211" y="716496"/>
                </a:lnTo>
                <a:lnTo>
                  <a:pt x="1668820" y="713885"/>
                </a:lnTo>
                <a:lnTo>
                  <a:pt x="1683438" y="718870"/>
                </a:lnTo>
                <a:moveTo>
                  <a:pt x="1736596" y="710440"/>
                </a:moveTo>
                <a:lnTo>
                  <a:pt x="1713344" y="708246"/>
                </a:lnTo>
                <a:lnTo>
                  <a:pt x="1700773" y="704841"/>
                </a:lnTo>
                <a:moveTo>
                  <a:pt x="1718525" y="631934"/>
                </a:moveTo>
                <a:lnTo>
                  <a:pt x="1723231" y="636394"/>
                </a:lnTo>
                <a:lnTo>
                  <a:pt x="1733871" y="639316"/>
                </a:lnTo>
                <a:lnTo>
                  <a:pt x="1738741" y="635699"/>
                </a:lnTo>
                <a:lnTo>
                  <a:pt x="1740418" y="629421"/>
                </a:lnTo>
                <a:lnTo>
                  <a:pt x="1739829" y="620279"/>
                </a:lnTo>
                <a:moveTo>
                  <a:pt x="1814676" y="656160"/>
                </a:moveTo>
                <a:lnTo>
                  <a:pt x="1854781" y="652149"/>
                </a:lnTo>
                <a:moveTo>
                  <a:pt x="1817582" y="1985585"/>
                </a:moveTo>
                <a:lnTo>
                  <a:pt x="1818630" y="1971606"/>
                </a:lnTo>
                <a:lnTo>
                  <a:pt x="1819301" y="1954198"/>
                </a:lnTo>
                <a:lnTo>
                  <a:pt x="1819374" y="1947576"/>
                </a:lnTo>
                <a:lnTo>
                  <a:pt x="1817819" y="1928801"/>
                </a:lnTo>
                <a:lnTo>
                  <a:pt x="1814390" y="1909437"/>
                </a:lnTo>
                <a:lnTo>
                  <a:pt x="1811239" y="1897184"/>
                </a:lnTo>
                <a:lnTo>
                  <a:pt x="1807294" y="1879858"/>
                </a:lnTo>
                <a:lnTo>
                  <a:pt x="1803316" y="1856499"/>
                </a:lnTo>
                <a:lnTo>
                  <a:pt x="1804978" y="1824195"/>
                </a:lnTo>
                <a:moveTo>
                  <a:pt x="1811010" y="2129002"/>
                </a:moveTo>
                <a:lnTo>
                  <a:pt x="1848757" y="2133553"/>
                </a:lnTo>
                <a:lnTo>
                  <a:pt x="1868048" y="2136589"/>
                </a:lnTo>
                <a:lnTo>
                  <a:pt x="1888484" y="2140829"/>
                </a:lnTo>
                <a:lnTo>
                  <a:pt x="1933073" y="2152934"/>
                </a:lnTo>
                <a:lnTo>
                  <a:pt x="1957774" y="2161757"/>
                </a:lnTo>
                <a:lnTo>
                  <a:pt x="1986895" y="2170555"/>
                </a:lnTo>
                <a:lnTo>
                  <a:pt x="1999139" y="2174942"/>
                </a:lnTo>
                <a:lnTo>
                  <a:pt x="2015377" y="2181727"/>
                </a:lnTo>
                <a:lnTo>
                  <a:pt x="2024421" y="2188201"/>
                </a:lnTo>
                <a:lnTo>
                  <a:pt x="2043613" y="2209210"/>
                </a:lnTo>
                <a:lnTo>
                  <a:pt x="2052608" y="2227331"/>
                </a:lnTo>
                <a:lnTo>
                  <a:pt x="2054982" y="2245754"/>
                </a:lnTo>
                <a:lnTo>
                  <a:pt x="2051299" y="2270717"/>
                </a:lnTo>
                <a:lnTo>
                  <a:pt x="2045111" y="2293061"/>
                </a:lnTo>
                <a:moveTo>
                  <a:pt x="2042222" y="2304699"/>
                </a:moveTo>
                <a:lnTo>
                  <a:pt x="2030960" y="2355729"/>
                </a:lnTo>
                <a:lnTo>
                  <a:pt x="2024527" y="2370093"/>
                </a:lnTo>
                <a:lnTo>
                  <a:pt x="2016441" y="2379186"/>
                </a:lnTo>
                <a:lnTo>
                  <a:pt x="2006087" y="2387952"/>
                </a:lnTo>
                <a:lnTo>
                  <a:pt x="1986788" y="2399279"/>
                </a:lnTo>
                <a:lnTo>
                  <a:pt x="1943443" y="2425781"/>
                </a:lnTo>
                <a:lnTo>
                  <a:pt x="1934334" y="2431354"/>
                </a:lnTo>
                <a:lnTo>
                  <a:pt x="1924594" y="2445178"/>
                </a:lnTo>
                <a:lnTo>
                  <a:pt x="1921476" y="2449606"/>
                </a:lnTo>
                <a:lnTo>
                  <a:pt x="1914274" y="2464313"/>
                </a:lnTo>
                <a:lnTo>
                  <a:pt x="1913251" y="2466392"/>
                </a:lnTo>
                <a:lnTo>
                  <a:pt x="1912178" y="2484897"/>
                </a:lnTo>
                <a:lnTo>
                  <a:pt x="1912350" y="2498516"/>
                </a:lnTo>
                <a:lnTo>
                  <a:pt x="1912449" y="2505710"/>
                </a:lnTo>
                <a:lnTo>
                  <a:pt x="1916582" y="2536149"/>
                </a:lnTo>
                <a:moveTo>
                  <a:pt x="1965550" y="2643529"/>
                </a:moveTo>
                <a:lnTo>
                  <a:pt x="1954771" y="2639707"/>
                </a:lnTo>
                <a:lnTo>
                  <a:pt x="1940431" y="2631515"/>
                </a:lnTo>
                <a:lnTo>
                  <a:pt x="1933098" y="2621849"/>
                </a:lnTo>
                <a:lnTo>
                  <a:pt x="1928138" y="2608418"/>
                </a:lnTo>
                <a:lnTo>
                  <a:pt x="1926739" y="2604628"/>
                </a:lnTo>
                <a:lnTo>
                  <a:pt x="1923661" y="2584830"/>
                </a:lnTo>
                <a:lnTo>
                  <a:pt x="1922417" y="2571178"/>
                </a:lnTo>
                <a:moveTo>
                  <a:pt x="2050267" y="2301941"/>
                </a:moveTo>
                <a:lnTo>
                  <a:pt x="2052682" y="2302587"/>
                </a:lnTo>
                <a:lnTo>
                  <a:pt x="2081156" y="2310305"/>
                </a:lnTo>
                <a:lnTo>
                  <a:pt x="2104817" y="2315494"/>
                </a:lnTo>
                <a:lnTo>
                  <a:pt x="2132497" y="2317295"/>
                </a:lnTo>
                <a:lnTo>
                  <a:pt x="2155299" y="2318907"/>
                </a:lnTo>
                <a:lnTo>
                  <a:pt x="2158377" y="2319104"/>
                </a:lnTo>
                <a:lnTo>
                  <a:pt x="2163623" y="2319439"/>
                </a:lnTo>
                <a:moveTo>
                  <a:pt x="2341259" y="2569329"/>
                </a:moveTo>
                <a:lnTo>
                  <a:pt x="2343690" y="2569558"/>
                </a:lnTo>
                <a:lnTo>
                  <a:pt x="2355819" y="2569476"/>
                </a:lnTo>
                <a:lnTo>
                  <a:pt x="2378646" y="2569353"/>
                </a:lnTo>
                <a:moveTo>
                  <a:pt x="1791995" y="2570769"/>
                </a:moveTo>
                <a:lnTo>
                  <a:pt x="1746700" y="2584278"/>
                </a:lnTo>
                <a:moveTo>
                  <a:pt x="2270905" y="1920915"/>
                </a:moveTo>
                <a:lnTo>
                  <a:pt x="2290794" y="1885726"/>
                </a:lnTo>
                <a:lnTo>
                  <a:pt x="2306230" y="1860772"/>
                </a:lnTo>
                <a:lnTo>
                  <a:pt x="2323728" y="1836398"/>
                </a:lnTo>
                <a:lnTo>
                  <a:pt x="2343314" y="1811386"/>
                </a:lnTo>
                <a:lnTo>
                  <a:pt x="2363243" y="1786374"/>
                </a:lnTo>
                <a:lnTo>
                  <a:pt x="2383360" y="1760736"/>
                </a:lnTo>
                <a:moveTo>
                  <a:pt x="2388427" y="1756395"/>
                </a:moveTo>
                <a:lnTo>
                  <a:pt x="2401391" y="1739878"/>
                </a:lnTo>
                <a:lnTo>
                  <a:pt x="2417498" y="1716577"/>
                </a:lnTo>
                <a:lnTo>
                  <a:pt x="2432958" y="1691573"/>
                </a:lnTo>
                <a:moveTo>
                  <a:pt x="2238576" y="1997985"/>
                </a:moveTo>
                <a:lnTo>
                  <a:pt x="2250149" y="1969208"/>
                </a:lnTo>
                <a:lnTo>
                  <a:pt x="2266756" y="1930905"/>
                </a:lnTo>
                <a:lnTo>
                  <a:pt x="2268818" y="1927262"/>
                </a:lnTo>
                <a:moveTo>
                  <a:pt x="2444400" y="1672307"/>
                </a:moveTo>
                <a:lnTo>
                  <a:pt x="2447903" y="1664442"/>
                </a:lnTo>
                <a:lnTo>
                  <a:pt x="2460990" y="1636958"/>
                </a:lnTo>
                <a:moveTo>
                  <a:pt x="2894540" y="2158090"/>
                </a:moveTo>
                <a:lnTo>
                  <a:pt x="2942812" y="2164482"/>
                </a:lnTo>
                <a:lnTo>
                  <a:pt x="2946487" y="2165129"/>
                </a:lnTo>
                <a:moveTo>
                  <a:pt x="584120" y="2173903"/>
                </a:moveTo>
                <a:lnTo>
                  <a:pt x="630804" y="2161536"/>
                </a:lnTo>
                <a:lnTo>
                  <a:pt x="694733" y="2145347"/>
                </a:lnTo>
                <a:lnTo>
                  <a:pt x="764965" y="2132522"/>
                </a:lnTo>
                <a:moveTo>
                  <a:pt x="857883" y="2192211"/>
                </a:moveTo>
                <a:lnTo>
                  <a:pt x="857032" y="2152328"/>
                </a:lnTo>
                <a:lnTo>
                  <a:pt x="857098" y="2070802"/>
                </a:lnTo>
                <a:lnTo>
                  <a:pt x="897455" y="2069116"/>
                </a:lnTo>
                <a:lnTo>
                  <a:pt x="937723" y="2068674"/>
                </a:lnTo>
                <a:lnTo>
                  <a:pt x="942356" y="2089930"/>
                </a:lnTo>
                <a:lnTo>
                  <a:pt x="936790" y="2128315"/>
                </a:lnTo>
                <a:lnTo>
                  <a:pt x="932395" y="2155168"/>
                </a:lnTo>
                <a:lnTo>
                  <a:pt x="929031" y="2168051"/>
                </a:lnTo>
                <a:lnTo>
                  <a:pt x="927001" y="2193308"/>
                </a:lnTo>
                <a:moveTo>
                  <a:pt x="1000343" y="2204472"/>
                </a:moveTo>
                <a:lnTo>
                  <a:pt x="1009043" y="2169401"/>
                </a:lnTo>
                <a:moveTo>
                  <a:pt x="1011867" y="2157959"/>
                </a:moveTo>
                <a:lnTo>
                  <a:pt x="1017555" y="2134912"/>
                </a:lnTo>
                <a:moveTo>
                  <a:pt x="925496" y="1773549"/>
                </a:moveTo>
                <a:lnTo>
                  <a:pt x="910755" y="1738315"/>
                </a:lnTo>
                <a:lnTo>
                  <a:pt x="906745" y="1719818"/>
                </a:lnTo>
                <a:lnTo>
                  <a:pt x="894083" y="1663934"/>
                </a:lnTo>
                <a:moveTo>
                  <a:pt x="1019683" y="2123445"/>
                </a:moveTo>
                <a:lnTo>
                  <a:pt x="1023300" y="2092606"/>
                </a:lnTo>
                <a:lnTo>
                  <a:pt x="1019462" y="2014738"/>
                </a:lnTo>
                <a:lnTo>
                  <a:pt x="1019495" y="2011620"/>
                </a:lnTo>
                <a:moveTo>
                  <a:pt x="1018504" y="1985921"/>
                </a:moveTo>
                <a:lnTo>
                  <a:pt x="1016188" y="1945653"/>
                </a:lnTo>
                <a:lnTo>
                  <a:pt x="1009861" y="1911818"/>
                </a:lnTo>
                <a:moveTo>
                  <a:pt x="1005556" y="1899885"/>
                </a:moveTo>
                <a:lnTo>
                  <a:pt x="991348" y="1869095"/>
                </a:lnTo>
                <a:moveTo>
                  <a:pt x="985406" y="1858234"/>
                </a:moveTo>
                <a:lnTo>
                  <a:pt x="969397" y="1833124"/>
                </a:lnTo>
                <a:lnTo>
                  <a:pt x="950892" y="1806197"/>
                </a:lnTo>
                <a:lnTo>
                  <a:pt x="934515" y="1787144"/>
                </a:lnTo>
                <a:lnTo>
                  <a:pt x="930521" y="1782086"/>
                </a:lnTo>
                <a:moveTo>
                  <a:pt x="1305559" y="2390808"/>
                </a:moveTo>
                <a:lnTo>
                  <a:pt x="1312713" y="2396717"/>
                </a:lnTo>
                <a:moveTo>
                  <a:pt x="1023128" y="2131851"/>
                </a:moveTo>
                <a:lnTo>
                  <a:pt x="1057315" y="2143407"/>
                </a:lnTo>
                <a:lnTo>
                  <a:pt x="1091903" y="2148801"/>
                </a:lnTo>
                <a:moveTo>
                  <a:pt x="1103967" y="2150880"/>
                </a:moveTo>
                <a:lnTo>
                  <a:pt x="1109524" y="2151943"/>
                </a:lnTo>
                <a:lnTo>
                  <a:pt x="1138374" y="2151060"/>
                </a:lnTo>
                <a:lnTo>
                  <a:pt x="1273566" y="2139814"/>
                </a:lnTo>
                <a:lnTo>
                  <a:pt x="1282119" y="2139806"/>
                </a:lnTo>
                <a:lnTo>
                  <a:pt x="1295001" y="2140927"/>
                </a:lnTo>
                <a:lnTo>
                  <a:pt x="1304487" y="2142523"/>
                </a:lnTo>
                <a:lnTo>
                  <a:pt x="1311796" y="2144226"/>
                </a:lnTo>
                <a:moveTo>
                  <a:pt x="1257459" y="2457471"/>
                </a:moveTo>
                <a:lnTo>
                  <a:pt x="1243324" y="2445407"/>
                </a:lnTo>
                <a:lnTo>
                  <a:pt x="1237792" y="2437550"/>
                </a:lnTo>
                <a:lnTo>
                  <a:pt x="1227095" y="2422368"/>
                </a:lnTo>
                <a:lnTo>
                  <a:pt x="1220236" y="2393059"/>
                </a:lnTo>
                <a:lnTo>
                  <a:pt x="1213827" y="2360133"/>
                </a:lnTo>
                <a:lnTo>
                  <a:pt x="1206674" y="2323376"/>
                </a:lnTo>
                <a:moveTo>
                  <a:pt x="1105898" y="2333312"/>
                </a:moveTo>
                <a:lnTo>
                  <a:pt x="1139348" y="2329212"/>
                </a:lnTo>
                <a:lnTo>
                  <a:pt x="1166644" y="2324988"/>
                </a:lnTo>
                <a:lnTo>
                  <a:pt x="1198752" y="2320037"/>
                </a:lnTo>
                <a:moveTo>
                  <a:pt x="1210292" y="2318007"/>
                </a:moveTo>
                <a:lnTo>
                  <a:pt x="1232660" y="2313587"/>
                </a:lnTo>
                <a:moveTo>
                  <a:pt x="1244004" y="2311689"/>
                </a:moveTo>
                <a:lnTo>
                  <a:pt x="1324277" y="2300599"/>
                </a:lnTo>
                <a:lnTo>
                  <a:pt x="1360486" y="2295590"/>
                </a:lnTo>
                <a:moveTo>
                  <a:pt x="1372353" y="2293896"/>
                </a:moveTo>
                <a:lnTo>
                  <a:pt x="1383369" y="2292259"/>
                </a:lnTo>
                <a:lnTo>
                  <a:pt x="1393870" y="2290622"/>
                </a:lnTo>
                <a:moveTo>
                  <a:pt x="1185026" y="2238036"/>
                </a:moveTo>
                <a:lnTo>
                  <a:pt x="1220211" y="2232438"/>
                </a:lnTo>
                <a:moveTo>
                  <a:pt x="1231899" y="2230711"/>
                </a:moveTo>
                <a:lnTo>
                  <a:pt x="1235205" y="2230261"/>
                </a:lnTo>
                <a:lnTo>
                  <a:pt x="1272338" y="2225146"/>
                </a:lnTo>
                <a:moveTo>
                  <a:pt x="1238479" y="2305223"/>
                </a:moveTo>
                <a:lnTo>
                  <a:pt x="1233118" y="2269686"/>
                </a:lnTo>
                <a:lnTo>
                  <a:pt x="1228028" y="2235884"/>
                </a:lnTo>
                <a:moveTo>
                  <a:pt x="1320390" y="2140354"/>
                </a:moveTo>
                <a:lnTo>
                  <a:pt x="1327338" y="2128683"/>
                </a:lnTo>
                <a:lnTo>
                  <a:pt x="1328517" y="2108197"/>
                </a:lnTo>
                <a:lnTo>
                  <a:pt x="1317206" y="2057560"/>
                </a:lnTo>
                <a:lnTo>
                  <a:pt x="1316289" y="2054687"/>
                </a:lnTo>
                <a:lnTo>
                  <a:pt x="1309873" y="2048753"/>
                </a:lnTo>
                <a:lnTo>
                  <a:pt x="1271356" y="2052158"/>
                </a:lnTo>
                <a:lnTo>
                  <a:pt x="1139373" y="2058968"/>
                </a:lnTo>
                <a:lnTo>
                  <a:pt x="1111734" y="2059663"/>
                </a:lnTo>
                <a:lnTo>
                  <a:pt x="1105031" y="2061235"/>
                </a:lnTo>
                <a:lnTo>
                  <a:pt x="1102084" y="2066759"/>
                </a:lnTo>
                <a:lnTo>
                  <a:pt x="1100799" y="2070843"/>
                </a:lnTo>
                <a:lnTo>
                  <a:pt x="1100210" y="2075631"/>
                </a:lnTo>
                <a:lnTo>
                  <a:pt x="1097722" y="2142286"/>
                </a:lnTo>
                <a:moveTo>
                  <a:pt x="874596" y="1339165"/>
                </a:moveTo>
                <a:lnTo>
                  <a:pt x="878328" y="1336079"/>
                </a:lnTo>
                <a:lnTo>
                  <a:pt x="902653" y="1316633"/>
                </a:lnTo>
                <a:lnTo>
                  <a:pt x="906074" y="1313400"/>
                </a:lnTo>
                <a:lnTo>
                  <a:pt x="926404" y="1297694"/>
                </a:lnTo>
                <a:moveTo>
                  <a:pt x="1094219" y="1429767"/>
                </a:moveTo>
                <a:lnTo>
                  <a:pt x="1068741" y="1444811"/>
                </a:lnTo>
                <a:lnTo>
                  <a:pt x="1061219" y="1453511"/>
                </a:lnTo>
                <a:lnTo>
                  <a:pt x="1058854" y="1461769"/>
                </a:lnTo>
                <a:lnTo>
                  <a:pt x="1057700" y="1469847"/>
                </a:lnTo>
                <a:lnTo>
                  <a:pt x="1057667" y="1481428"/>
                </a:lnTo>
                <a:lnTo>
                  <a:pt x="1061317" y="1530936"/>
                </a:lnTo>
                <a:lnTo>
                  <a:pt x="1061440" y="1532548"/>
                </a:lnTo>
                <a:moveTo>
                  <a:pt x="1061669" y="1544473"/>
                </a:moveTo>
                <a:lnTo>
                  <a:pt x="1061661" y="1544637"/>
                </a:lnTo>
                <a:lnTo>
                  <a:pt x="1060270" y="1583685"/>
                </a:lnTo>
                <a:lnTo>
                  <a:pt x="1054451" y="1609769"/>
                </a:lnTo>
                <a:lnTo>
                  <a:pt x="1051922" y="1629568"/>
                </a:lnTo>
                <a:lnTo>
                  <a:pt x="1052429" y="1648081"/>
                </a:lnTo>
                <a:lnTo>
                  <a:pt x="1065802" y="1670940"/>
                </a:lnTo>
                <a:lnTo>
                  <a:pt x="1077989" y="1680508"/>
                </a:lnTo>
                <a:lnTo>
                  <a:pt x="1095791" y="1686744"/>
                </a:lnTo>
                <a:lnTo>
                  <a:pt x="1118470" y="1690796"/>
                </a:lnTo>
                <a:moveTo>
                  <a:pt x="1129748" y="1693120"/>
                </a:moveTo>
                <a:lnTo>
                  <a:pt x="1159965" y="1700167"/>
                </a:lnTo>
                <a:lnTo>
                  <a:pt x="1161127" y="1700216"/>
                </a:lnTo>
                <a:moveTo>
                  <a:pt x="1172954" y="1703138"/>
                </a:moveTo>
                <a:lnTo>
                  <a:pt x="1192319" y="1712485"/>
                </a:lnTo>
                <a:moveTo>
                  <a:pt x="1199038" y="1717854"/>
                </a:moveTo>
                <a:lnTo>
                  <a:pt x="1215473" y="1738479"/>
                </a:lnTo>
                <a:lnTo>
                  <a:pt x="1218714" y="1741720"/>
                </a:lnTo>
                <a:lnTo>
                  <a:pt x="1226546" y="1759063"/>
                </a:lnTo>
                <a:lnTo>
                  <a:pt x="1227651" y="1765291"/>
                </a:lnTo>
                <a:moveTo>
                  <a:pt x="1229051" y="1776545"/>
                </a:moveTo>
                <a:lnTo>
                  <a:pt x="1231612" y="1810862"/>
                </a:lnTo>
                <a:lnTo>
                  <a:pt x="1233347" y="1860722"/>
                </a:lnTo>
                <a:lnTo>
                  <a:pt x="1233830" y="1868252"/>
                </a:lnTo>
                <a:lnTo>
                  <a:pt x="1230475" y="1882657"/>
                </a:lnTo>
                <a:lnTo>
                  <a:pt x="1224778" y="1893166"/>
                </a:lnTo>
                <a:lnTo>
                  <a:pt x="1214924" y="1905312"/>
                </a:lnTo>
                <a:lnTo>
                  <a:pt x="1206658" y="1910853"/>
                </a:lnTo>
                <a:lnTo>
                  <a:pt x="1197598" y="1916574"/>
                </a:lnTo>
                <a:lnTo>
                  <a:pt x="1180500" y="1921386"/>
                </a:lnTo>
                <a:lnTo>
                  <a:pt x="1163034" y="1919839"/>
                </a:lnTo>
                <a:lnTo>
                  <a:pt x="1147353" y="1914274"/>
                </a:lnTo>
                <a:lnTo>
                  <a:pt x="1134454" y="1901072"/>
                </a:lnTo>
                <a:moveTo>
                  <a:pt x="1125942" y="1892691"/>
                </a:moveTo>
                <a:lnTo>
                  <a:pt x="1105571" y="1873408"/>
                </a:lnTo>
                <a:moveTo>
                  <a:pt x="1096691" y="1865887"/>
                </a:moveTo>
                <a:lnTo>
                  <a:pt x="1087426" y="1858889"/>
                </a:lnTo>
                <a:lnTo>
                  <a:pt x="1064861" y="1850385"/>
                </a:lnTo>
                <a:moveTo>
                  <a:pt x="1054516" y="1848282"/>
                </a:moveTo>
                <a:lnTo>
                  <a:pt x="1034137" y="1847349"/>
                </a:lnTo>
                <a:moveTo>
                  <a:pt x="1020747" y="1849952"/>
                </a:moveTo>
                <a:lnTo>
                  <a:pt x="996275" y="1859405"/>
                </a:lnTo>
                <a:lnTo>
                  <a:pt x="992813" y="1860739"/>
                </a:lnTo>
                <a:moveTo>
                  <a:pt x="933467" y="1290066"/>
                </a:moveTo>
                <a:lnTo>
                  <a:pt x="942241" y="1276758"/>
                </a:lnTo>
                <a:lnTo>
                  <a:pt x="947086" y="1260733"/>
                </a:lnTo>
                <a:lnTo>
                  <a:pt x="949378" y="1247392"/>
                </a:lnTo>
                <a:lnTo>
                  <a:pt x="950769" y="1236368"/>
                </a:lnTo>
                <a:lnTo>
                  <a:pt x="953626" y="1226595"/>
                </a:lnTo>
                <a:lnTo>
                  <a:pt x="957014" y="1224287"/>
                </a:lnTo>
                <a:lnTo>
                  <a:pt x="961344" y="1222487"/>
                </a:lnTo>
                <a:lnTo>
                  <a:pt x="968857" y="1221120"/>
                </a:lnTo>
                <a:lnTo>
                  <a:pt x="1000114" y="1221464"/>
                </a:lnTo>
                <a:lnTo>
                  <a:pt x="1028056" y="1223960"/>
                </a:lnTo>
                <a:moveTo>
                  <a:pt x="981518" y="1865748"/>
                </a:moveTo>
                <a:lnTo>
                  <a:pt x="951457" y="1880848"/>
                </a:lnTo>
                <a:lnTo>
                  <a:pt x="920904" y="1896210"/>
                </a:lnTo>
                <a:moveTo>
                  <a:pt x="909970" y="1901285"/>
                </a:moveTo>
                <a:lnTo>
                  <a:pt x="880260" y="1913963"/>
                </a:lnTo>
                <a:lnTo>
                  <a:pt x="848455" y="1927524"/>
                </a:lnTo>
                <a:moveTo>
                  <a:pt x="836145" y="1933016"/>
                </a:moveTo>
                <a:lnTo>
                  <a:pt x="823623" y="1938844"/>
                </a:lnTo>
                <a:lnTo>
                  <a:pt x="800240" y="1944491"/>
                </a:lnTo>
                <a:lnTo>
                  <a:pt x="794347" y="1943893"/>
                </a:lnTo>
                <a:lnTo>
                  <a:pt x="755847" y="1943329"/>
                </a:lnTo>
                <a:moveTo>
                  <a:pt x="744078" y="1943214"/>
                </a:moveTo>
                <a:lnTo>
                  <a:pt x="685485" y="1942969"/>
                </a:lnTo>
                <a:lnTo>
                  <a:pt x="678291" y="1940472"/>
                </a:lnTo>
                <a:lnTo>
                  <a:pt x="669280" y="1937362"/>
                </a:lnTo>
                <a:lnTo>
                  <a:pt x="650267" y="1925961"/>
                </a:lnTo>
                <a:lnTo>
                  <a:pt x="643760" y="1913406"/>
                </a:lnTo>
                <a:lnTo>
                  <a:pt x="636231" y="1893158"/>
                </a:lnTo>
                <a:lnTo>
                  <a:pt x="634291" y="1887969"/>
                </a:lnTo>
                <a:lnTo>
                  <a:pt x="635920" y="1846031"/>
                </a:lnTo>
                <a:lnTo>
                  <a:pt x="640552" y="1829253"/>
                </a:lnTo>
                <a:lnTo>
                  <a:pt x="650824" y="1810159"/>
                </a:lnTo>
                <a:lnTo>
                  <a:pt x="657248" y="1803529"/>
                </a:lnTo>
                <a:lnTo>
                  <a:pt x="678193" y="1791023"/>
                </a:lnTo>
                <a:lnTo>
                  <a:pt x="692016" y="1783502"/>
                </a:lnTo>
                <a:lnTo>
                  <a:pt x="700045" y="1779131"/>
                </a:lnTo>
                <a:lnTo>
                  <a:pt x="711700" y="1768303"/>
                </a:lnTo>
                <a:moveTo>
                  <a:pt x="717036" y="1759644"/>
                </a:moveTo>
                <a:lnTo>
                  <a:pt x="720826" y="1747760"/>
                </a:lnTo>
                <a:lnTo>
                  <a:pt x="724517" y="1734673"/>
                </a:lnTo>
                <a:lnTo>
                  <a:pt x="725327" y="1731784"/>
                </a:lnTo>
                <a:lnTo>
                  <a:pt x="725900" y="1729779"/>
                </a:lnTo>
                <a:lnTo>
                  <a:pt x="722258" y="1700290"/>
                </a:lnTo>
                <a:lnTo>
                  <a:pt x="721914" y="1697663"/>
                </a:lnTo>
                <a:moveTo>
                  <a:pt x="1039792" y="1224991"/>
                </a:moveTo>
                <a:lnTo>
                  <a:pt x="1054582" y="1226268"/>
                </a:lnTo>
                <a:moveTo>
                  <a:pt x="1064100" y="1229730"/>
                </a:moveTo>
                <a:lnTo>
                  <a:pt x="1098180" y="1249995"/>
                </a:lnTo>
                <a:lnTo>
                  <a:pt x="1102101" y="1252327"/>
                </a:lnTo>
                <a:lnTo>
                  <a:pt x="1126474" y="1264318"/>
                </a:lnTo>
                <a:moveTo>
                  <a:pt x="1134593" y="1270399"/>
                </a:moveTo>
                <a:lnTo>
                  <a:pt x="1148433" y="1286743"/>
                </a:lnTo>
                <a:lnTo>
                  <a:pt x="1159245" y="1305387"/>
                </a:lnTo>
                <a:lnTo>
                  <a:pt x="1161561" y="1329393"/>
                </a:lnTo>
                <a:lnTo>
                  <a:pt x="1163386" y="1350230"/>
                </a:lnTo>
                <a:lnTo>
                  <a:pt x="1163935" y="1358644"/>
                </a:lnTo>
                <a:lnTo>
                  <a:pt x="1165629" y="1371788"/>
                </a:lnTo>
                <a:lnTo>
                  <a:pt x="1163632" y="1385154"/>
                </a:lnTo>
                <a:lnTo>
                  <a:pt x="1154449" y="1397250"/>
                </a:lnTo>
                <a:lnTo>
                  <a:pt x="1143604" y="1406523"/>
                </a:lnTo>
                <a:lnTo>
                  <a:pt x="1104572" y="1424390"/>
                </a:lnTo>
                <a:moveTo>
                  <a:pt x="641534" y="1613485"/>
                </a:moveTo>
                <a:lnTo>
                  <a:pt x="682588" y="1594505"/>
                </a:lnTo>
                <a:moveTo>
                  <a:pt x="855976" y="1573389"/>
                </a:moveTo>
                <a:lnTo>
                  <a:pt x="853218" y="1576172"/>
                </a:lnTo>
                <a:lnTo>
                  <a:pt x="851385" y="1577424"/>
                </a:lnTo>
                <a:lnTo>
                  <a:pt x="791589" y="1593867"/>
                </a:lnTo>
                <a:lnTo>
                  <a:pt x="789878" y="1595045"/>
                </a:lnTo>
                <a:lnTo>
                  <a:pt x="789003" y="1596543"/>
                </a:lnTo>
                <a:lnTo>
                  <a:pt x="788479" y="1598074"/>
                </a:lnTo>
                <a:lnTo>
                  <a:pt x="788340" y="1599710"/>
                </a:lnTo>
                <a:lnTo>
                  <a:pt x="797040" y="1634527"/>
                </a:lnTo>
                <a:lnTo>
                  <a:pt x="804815" y="1669549"/>
                </a:lnTo>
                <a:lnTo>
                  <a:pt x="805069" y="1670506"/>
                </a:lnTo>
                <a:moveTo>
                  <a:pt x="808572" y="1682218"/>
                </a:moveTo>
                <a:lnTo>
                  <a:pt x="808776" y="1682840"/>
                </a:lnTo>
                <a:lnTo>
                  <a:pt x="848389" y="1807482"/>
                </a:lnTo>
                <a:lnTo>
                  <a:pt x="907531" y="1791645"/>
                </a:lnTo>
                <a:lnTo>
                  <a:pt x="921305" y="1783338"/>
                </a:lnTo>
                <a:lnTo>
                  <a:pt x="922492" y="1782618"/>
                </a:lnTo>
                <a:moveTo>
                  <a:pt x="751518" y="1780089"/>
                </a:moveTo>
                <a:lnTo>
                  <a:pt x="719467" y="1765185"/>
                </a:lnTo>
                <a:moveTo>
                  <a:pt x="717609" y="1865011"/>
                </a:moveTo>
                <a:lnTo>
                  <a:pt x="749463" y="1865576"/>
                </a:lnTo>
                <a:lnTo>
                  <a:pt x="749095" y="1906376"/>
                </a:lnTo>
                <a:lnTo>
                  <a:pt x="748710" y="1938623"/>
                </a:lnTo>
                <a:moveTo>
                  <a:pt x="835957" y="1895286"/>
                </a:moveTo>
                <a:lnTo>
                  <a:pt x="840540" y="1924946"/>
                </a:lnTo>
                <a:moveTo>
                  <a:pt x="842554" y="1938238"/>
                </a:moveTo>
                <a:lnTo>
                  <a:pt x="843822" y="1946521"/>
                </a:lnTo>
                <a:moveTo>
                  <a:pt x="1101593" y="1928204"/>
                </a:moveTo>
                <a:lnTo>
                  <a:pt x="1104376" y="1925364"/>
                </a:lnTo>
                <a:lnTo>
                  <a:pt x="1126130" y="1902914"/>
                </a:lnTo>
                <a:moveTo>
                  <a:pt x="1152665" y="1838853"/>
                </a:moveTo>
                <a:lnTo>
                  <a:pt x="1134438" y="1837683"/>
                </a:lnTo>
                <a:lnTo>
                  <a:pt x="1127432" y="1840040"/>
                </a:lnTo>
                <a:lnTo>
                  <a:pt x="1103509" y="1865134"/>
                </a:lnTo>
                <a:moveTo>
                  <a:pt x="1045898" y="1766543"/>
                </a:moveTo>
                <a:lnTo>
                  <a:pt x="1054189" y="1768401"/>
                </a:lnTo>
                <a:lnTo>
                  <a:pt x="1065303" y="1770807"/>
                </a:lnTo>
                <a:lnTo>
                  <a:pt x="1068454" y="1773230"/>
                </a:lnTo>
                <a:lnTo>
                  <a:pt x="1069445" y="1777584"/>
                </a:lnTo>
                <a:lnTo>
                  <a:pt x="1065663" y="1806115"/>
                </a:lnTo>
                <a:lnTo>
                  <a:pt x="1059247" y="1844460"/>
                </a:lnTo>
                <a:moveTo>
                  <a:pt x="1252958" y="1763933"/>
                </a:moveTo>
                <a:lnTo>
                  <a:pt x="1235574" y="1768442"/>
                </a:lnTo>
                <a:moveTo>
                  <a:pt x="1226276" y="1679730"/>
                </a:moveTo>
                <a:lnTo>
                  <a:pt x="1214736" y="1688807"/>
                </a:lnTo>
                <a:lnTo>
                  <a:pt x="1199038" y="1708843"/>
                </a:lnTo>
                <a:moveTo>
                  <a:pt x="1154383" y="1750919"/>
                </a:moveTo>
                <a:lnTo>
                  <a:pt x="1157723" y="1740991"/>
                </a:lnTo>
                <a:lnTo>
                  <a:pt x="1167282" y="1705847"/>
                </a:lnTo>
                <a:moveTo>
                  <a:pt x="1207812" y="1596887"/>
                </a:moveTo>
                <a:lnTo>
                  <a:pt x="1167855" y="1602182"/>
                </a:lnTo>
                <a:lnTo>
                  <a:pt x="1145716" y="1614475"/>
                </a:lnTo>
                <a:lnTo>
                  <a:pt x="1136058" y="1632023"/>
                </a:lnTo>
                <a:lnTo>
                  <a:pt x="1131884" y="1650741"/>
                </a:lnTo>
                <a:lnTo>
                  <a:pt x="1124354" y="1684535"/>
                </a:lnTo>
                <a:moveTo>
                  <a:pt x="1082188" y="1337503"/>
                </a:moveTo>
                <a:lnTo>
                  <a:pt x="1067186" y="1345868"/>
                </a:lnTo>
                <a:lnTo>
                  <a:pt x="1083121" y="1389418"/>
                </a:lnTo>
                <a:lnTo>
                  <a:pt x="1096200" y="1422942"/>
                </a:lnTo>
                <a:moveTo>
                  <a:pt x="1150103" y="1223125"/>
                </a:moveTo>
                <a:lnTo>
                  <a:pt x="1133685" y="1259800"/>
                </a:lnTo>
                <a:moveTo>
                  <a:pt x="1028424" y="1277167"/>
                </a:moveTo>
                <a:lnTo>
                  <a:pt x="1031141" y="1260569"/>
                </a:lnTo>
                <a:lnTo>
                  <a:pt x="1034726" y="1229263"/>
                </a:lnTo>
                <a:moveTo>
                  <a:pt x="959870" y="1318777"/>
                </a:moveTo>
                <a:lnTo>
                  <a:pt x="934245" y="1296016"/>
                </a:lnTo>
                <a:moveTo>
                  <a:pt x="849707" y="1048427"/>
                </a:moveTo>
                <a:lnTo>
                  <a:pt x="851172" y="1049008"/>
                </a:lnTo>
                <a:lnTo>
                  <a:pt x="885825" y="1062807"/>
                </a:lnTo>
                <a:lnTo>
                  <a:pt x="921436" y="1076974"/>
                </a:lnTo>
                <a:moveTo>
                  <a:pt x="932346" y="1080960"/>
                </a:moveTo>
                <a:lnTo>
                  <a:pt x="970322" y="1093613"/>
                </a:lnTo>
                <a:lnTo>
                  <a:pt x="1001841" y="1104106"/>
                </a:lnTo>
                <a:lnTo>
                  <a:pt x="1027311" y="1107339"/>
                </a:lnTo>
                <a:lnTo>
                  <a:pt x="1041085" y="1106930"/>
                </a:lnTo>
                <a:moveTo>
                  <a:pt x="1052765" y="1106741"/>
                </a:moveTo>
                <a:lnTo>
                  <a:pt x="1085085" y="1106643"/>
                </a:lnTo>
                <a:lnTo>
                  <a:pt x="1150455" y="1106455"/>
                </a:lnTo>
                <a:lnTo>
                  <a:pt x="1157043" y="1101569"/>
                </a:lnTo>
                <a:lnTo>
                  <a:pt x="1160031" y="1093245"/>
                </a:lnTo>
                <a:lnTo>
                  <a:pt x="1159229" y="1064886"/>
                </a:lnTo>
                <a:lnTo>
                  <a:pt x="1158001" y="1040291"/>
                </a:lnTo>
                <a:lnTo>
                  <a:pt x="1155202" y="1029504"/>
                </a:lnTo>
                <a:moveTo>
                  <a:pt x="817108" y="931839"/>
                </a:moveTo>
                <a:lnTo>
                  <a:pt x="810921" y="920225"/>
                </a:lnTo>
                <a:lnTo>
                  <a:pt x="785966" y="897398"/>
                </a:lnTo>
                <a:lnTo>
                  <a:pt x="784976" y="896416"/>
                </a:lnTo>
                <a:moveTo>
                  <a:pt x="919292" y="1104679"/>
                </a:moveTo>
                <a:lnTo>
                  <a:pt x="926568" y="1083800"/>
                </a:lnTo>
                <a:moveTo>
                  <a:pt x="970617" y="1009182"/>
                </a:moveTo>
                <a:lnTo>
                  <a:pt x="1042771" y="1031804"/>
                </a:lnTo>
                <a:lnTo>
                  <a:pt x="1044768" y="1035315"/>
                </a:lnTo>
                <a:lnTo>
                  <a:pt x="1046978" y="1040308"/>
                </a:lnTo>
                <a:lnTo>
                  <a:pt x="1046332" y="1068446"/>
                </a:lnTo>
                <a:lnTo>
                  <a:pt x="1045693" y="1097395"/>
                </a:lnTo>
                <a:lnTo>
                  <a:pt x="1045636" y="1099441"/>
                </a:lnTo>
                <a:moveTo>
                  <a:pt x="1137065" y="997724"/>
                </a:moveTo>
                <a:lnTo>
                  <a:pt x="1126008" y="1012456"/>
                </a:lnTo>
                <a:lnTo>
                  <a:pt x="1121465" y="1020780"/>
                </a:lnTo>
                <a:lnTo>
                  <a:pt x="1129560" y="1032541"/>
                </a:lnTo>
                <a:lnTo>
                  <a:pt x="1147058" y="1027049"/>
                </a:lnTo>
                <a:moveTo>
                  <a:pt x="1115065" y="938501"/>
                </a:moveTo>
                <a:lnTo>
                  <a:pt x="1104728" y="958708"/>
                </a:lnTo>
                <a:moveTo>
                  <a:pt x="1071712" y="869235"/>
                </a:moveTo>
                <a:lnTo>
                  <a:pt x="1043295" y="885048"/>
                </a:lnTo>
                <a:lnTo>
                  <a:pt x="1033793" y="895843"/>
                </a:lnTo>
                <a:lnTo>
                  <a:pt x="1029512" y="906180"/>
                </a:lnTo>
                <a:lnTo>
                  <a:pt x="1022056" y="933377"/>
                </a:lnTo>
                <a:moveTo>
                  <a:pt x="956089" y="827519"/>
                </a:moveTo>
                <a:lnTo>
                  <a:pt x="968088" y="824802"/>
                </a:lnTo>
                <a:lnTo>
                  <a:pt x="994925" y="816208"/>
                </a:lnTo>
                <a:lnTo>
                  <a:pt x="1075657" y="783486"/>
                </a:lnTo>
                <a:moveTo>
                  <a:pt x="926871" y="759448"/>
                </a:moveTo>
                <a:lnTo>
                  <a:pt x="927452" y="759121"/>
                </a:lnTo>
                <a:lnTo>
                  <a:pt x="930472" y="757402"/>
                </a:lnTo>
                <a:moveTo>
                  <a:pt x="743472" y="309898"/>
                </a:moveTo>
                <a:lnTo>
                  <a:pt x="743644" y="297924"/>
                </a:lnTo>
                <a:lnTo>
                  <a:pt x="743685" y="296705"/>
                </a:lnTo>
                <a:moveTo>
                  <a:pt x="818418" y="392684"/>
                </a:moveTo>
                <a:lnTo>
                  <a:pt x="785581" y="391342"/>
                </a:lnTo>
                <a:lnTo>
                  <a:pt x="713550" y="389550"/>
                </a:lnTo>
                <a:lnTo>
                  <a:pt x="693473" y="386521"/>
                </a:lnTo>
                <a:lnTo>
                  <a:pt x="676425" y="377036"/>
                </a:lnTo>
                <a:moveTo>
                  <a:pt x="906327" y="293472"/>
                </a:moveTo>
                <a:lnTo>
                  <a:pt x="904478" y="351762"/>
                </a:lnTo>
                <a:moveTo>
                  <a:pt x="904101" y="363547"/>
                </a:moveTo>
                <a:lnTo>
                  <a:pt x="903103" y="394706"/>
                </a:lnTo>
                <a:lnTo>
                  <a:pt x="902407" y="416542"/>
                </a:lnTo>
                <a:moveTo>
                  <a:pt x="832241" y="357049"/>
                </a:moveTo>
                <a:lnTo>
                  <a:pt x="865945" y="357974"/>
                </a:lnTo>
                <a:lnTo>
                  <a:pt x="897816" y="358792"/>
                </a:lnTo>
                <a:lnTo>
                  <a:pt x="899657" y="358841"/>
                </a:lnTo>
                <a:moveTo>
                  <a:pt x="2472138" y="1544039"/>
                </a:moveTo>
                <a:lnTo>
                  <a:pt x="2467161" y="1558313"/>
                </a:lnTo>
                <a:lnTo>
                  <a:pt x="2458600" y="1570123"/>
                </a:lnTo>
                <a:lnTo>
                  <a:pt x="2454737" y="1572374"/>
                </a:lnTo>
                <a:lnTo>
                  <a:pt x="2448321" y="1575746"/>
                </a:lnTo>
                <a:lnTo>
                  <a:pt x="2441699" y="1579126"/>
                </a:lnTo>
                <a:moveTo>
                  <a:pt x="2429284" y="1585576"/>
                </a:moveTo>
                <a:lnTo>
                  <a:pt x="2437476" y="1595520"/>
                </a:lnTo>
                <a:lnTo>
                  <a:pt x="2439792" y="1599604"/>
                </a:lnTo>
                <a:lnTo>
                  <a:pt x="2442706" y="1604310"/>
                </a:lnTo>
                <a:lnTo>
                  <a:pt x="2444261" y="1608959"/>
                </a:lnTo>
                <a:lnTo>
                  <a:pt x="2444736" y="1614745"/>
                </a:lnTo>
                <a:lnTo>
                  <a:pt x="2444458" y="1621579"/>
                </a:lnTo>
                <a:lnTo>
                  <a:pt x="2433024" y="1646575"/>
                </a:lnTo>
                <a:moveTo>
                  <a:pt x="2464477" y="1635845"/>
                </a:moveTo>
                <a:lnTo>
                  <a:pt x="2473472" y="1618895"/>
                </a:lnTo>
                <a:lnTo>
                  <a:pt x="2484570" y="1607126"/>
                </a:lnTo>
                <a:lnTo>
                  <a:pt x="2494465" y="1602968"/>
                </a:lnTo>
                <a:lnTo>
                  <a:pt x="2499016" y="1600995"/>
                </a:lnTo>
                <a:moveTo>
                  <a:pt x="2519362" y="1596044"/>
                </a:moveTo>
                <a:lnTo>
                  <a:pt x="2515589" y="1593989"/>
                </a:lnTo>
                <a:lnTo>
                  <a:pt x="2505702" y="1589529"/>
                </a:lnTo>
                <a:lnTo>
                  <a:pt x="2501070" y="1585600"/>
                </a:lnTo>
                <a:lnTo>
                  <a:pt x="2497567" y="1580199"/>
                </a:lnTo>
                <a:lnTo>
                  <a:pt x="2494768" y="1557061"/>
                </a:lnTo>
                <a:moveTo>
                  <a:pt x="2266617" y="2043761"/>
                </a:moveTo>
                <a:lnTo>
                  <a:pt x="2263318" y="2044317"/>
                </a:lnTo>
                <a:lnTo>
                  <a:pt x="2253472" y="2040929"/>
                </a:lnTo>
                <a:lnTo>
                  <a:pt x="2247408" y="2035781"/>
                </a:lnTo>
                <a:lnTo>
                  <a:pt x="2243986" y="2030191"/>
                </a:lnTo>
                <a:lnTo>
                  <a:pt x="2239436" y="2021057"/>
                </a:lnTo>
                <a:lnTo>
                  <a:pt x="2240402" y="2001750"/>
                </a:lnTo>
                <a:moveTo>
                  <a:pt x="2161568" y="2045848"/>
                </a:moveTo>
                <a:lnTo>
                  <a:pt x="2170072" y="2047125"/>
                </a:lnTo>
                <a:lnTo>
                  <a:pt x="2179525" y="2053598"/>
                </a:lnTo>
                <a:lnTo>
                  <a:pt x="2185164" y="2058951"/>
                </a:lnTo>
                <a:lnTo>
                  <a:pt x="2186875" y="2060473"/>
                </a:lnTo>
                <a:lnTo>
                  <a:pt x="2189928" y="2063919"/>
                </a:lnTo>
                <a:lnTo>
                  <a:pt x="2192751" y="2069804"/>
                </a:lnTo>
                <a:lnTo>
                  <a:pt x="2193930" y="2076892"/>
                </a:lnTo>
                <a:lnTo>
                  <a:pt x="2189314" y="2090560"/>
                </a:lnTo>
                <a:moveTo>
                  <a:pt x="2211600" y="2099587"/>
                </a:moveTo>
                <a:lnTo>
                  <a:pt x="2218762" y="2077465"/>
                </a:lnTo>
                <a:lnTo>
                  <a:pt x="2223067" y="2070892"/>
                </a:lnTo>
                <a:lnTo>
                  <a:pt x="2230736" y="2063927"/>
                </a:lnTo>
                <a:lnTo>
                  <a:pt x="2238765" y="2060343"/>
                </a:lnTo>
                <a:lnTo>
                  <a:pt x="2264636" y="2059680"/>
                </a:lnTo>
                <a:moveTo>
                  <a:pt x="2108001" y="2570073"/>
                </a:moveTo>
                <a:lnTo>
                  <a:pt x="2128855" y="2571391"/>
                </a:lnTo>
                <a:lnTo>
                  <a:pt x="2141795" y="2576097"/>
                </a:lnTo>
                <a:lnTo>
                  <a:pt x="2143276" y="2576637"/>
                </a:lnTo>
                <a:lnTo>
                  <a:pt x="2148023" y="2579518"/>
                </a:lnTo>
                <a:lnTo>
                  <a:pt x="2150519" y="2581319"/>
                </a:lnTo>
                <a:lnTo>
                  <a:pt x="2153834" y="2586663"/>
                </a:lnTo>
                <a:lnTo>
                  <a:pt x="2154874" y="2604072"/>
                </a:lnTo>
                <a:moveTo>
                  <a:pt x="2157804" y="2495766"/>
                </a:moveTo>
                <a:lnTo>
                  <a:pt x="2157583" y="2523610"/>
                </a:lnTo>
                <a:lnTo>
                  <a:pt x="2152975" y="2538841"/>
                </a:lnTo>
                <a:lnTo>
                  <a:pt x="2147066" y="2548458"/>
                </a:lnTo>
                <a:lnTo>
                  <a:pt x="2146026" y="2550120"/>
                </a:lnTo>
                <a:lnTo>
                  <a:pt x="2140633" y="2554130"/>
                </a:lnTo>
                <a:lnTo>
                  <a:pt x="2138267" y="2554490"/>
                </a:lnTo>
                <a:lnTo>
                  <a:pt x="2133045" y="2554834"/>
                </a:lnTo>
                <a:moveTo>
                  <a:pt x="2844844" y="2737807"/>
                </a:moveTo>
                <a:lnTo>
                  <a:pt x="2873571" y="2744256"/>
                </a:lnTo>
                <a:lnTo>
                  <a:pt x="2902618" y="2751360"/>
                </a:lnTo>
                <a:moveTo>
                  <a:pt x="2914469" y="2754544"/>
                </a:moveTo>
                <a:lnTo>
                  <a:pt x="2928113" y="2758571"/>
                </a:lnTo>
                <a:lnTo>
                  <a:pt x="2951504" y="2766862"/>
                </a:lnTo>
                <a:lnTo>
                  <a:pt x="2974052" y="2775734"/>
                </a:lnTo>
                <a:lnTo>
                  <a:pt x="2990683" y="2783329"/>
                </a:lnTo>
                <a:lnTo>
                  <a:pt x="3007519" y="2791235"/>
                </a:lnTo>
                <a:lnTo>
                  <a:pt x="3025811" y="2800672"/>
                </a:lnTo>
                <a:lnTo>
                  <a:pt x="3039880" y="2808521"/>
                </a:lnTo>
                <a:moveTo>
                  <a:pt x="3049923" y="2814594"/>
                </a:moveTo>
                <a:lnTo>
                  <a:pt x="3065179" y="2824407"/>
                </a:lnTo>
                <a:lnTo>
                  <a:pt x="3081998" y="2836152"/>
                </a:lnTo>
                <a:lnTo>
                  <a:pt x="3091680" y="2842879"/>
                </a:lnTo>
                <a:lnTo>
                  <a:pt x="3146467" y="2882222"/>
                </a:lnTo>
                <a:lnTo>
                  <a:pt x="3156002" y="2888213"/>
                </a:lnTo>
                <a:lnTo>
                  <a:pt x="3166781" y="2893926"/>
                </a:lnTo>
                <a:lnTo>
                  <a:pt x="3178640" y="2899172"/>
                </a:lnTo>
                <a:lnTo>
                  <a:pt x="3190287" y="2903445"/>
                </a:lnTo>
                <a:lnTo>
                  <a:pt x="3203701" y="2907381"/>
                </a:lnTo>
                <a:lnTo>
                  <a:pt x="3215945" y="2909698"/>
                </a:lnTo>
                <a:lnTo>
                  <a:pt x="3226078" y="2911081"/>
                </a:lnTo>
                <a:lnTo>
                  <a:pt x="3236333" y="2911867"/>
                </a:lnTo>
                <a:lnTo>
                  <a:pt x="3248831" y="2912202"/>
                </a:lnTo>
                <a:lnTo>
                  <a:pt x="3262867" y="2911244"/>
                </a:lnTo>
                <a:lnTo>
                  <a:pt x="3278393" y="2909157"/>
                </a:lnTo>
                <a:lnTo>
                  <a:pt x="3290932" y="2906727"/>
                </a:lnTo>
                <a:lnTo>
                  <a:pt x="3303863" y="2902847"/>
                </a:lnTo>
                <a:lnTo>
                  <a:pt x="3316377" y="2897806"/>
                </a:lnTo>
                <a:lnTo>
                  <a:pt x="3327042" y="2892788"/>
                </a:lnTo>
                <a:lnTo>
                  <a:pt x="3339171" y="2886036"/>
                </a:lnTo>
                <a:lnTo>
                  <a:pt x="3349893" y="2879292"/>
                </a:lnTo>
                <a:lnTo>
                  <a:pt x="3361081" y="2871206"/>
                </a:lnTo>
                <a:lnTo>
                  <a:pt x="3370354" y="2862907"/>
                </a:lnTo>
                <a:moveTo>
                  <a:pt x="984039" y="1536649"/>
                </a:moveTo>
                <a:lnTo>
                  <a:pt x="983589" y="1532917"/>
                </a:lnTo>
                <a:lnTo>
                  <a:pt x="980168" y="1504574"/>
                </a:lnTo>
                <a:lnTo>
                  <a:pt x="979726" y="1497732"/>
                </a:lnTo>
                <a:lnTo>
                  <a:pt x="972303" y="1478269"/>
                </a:lnTo>
                <a:lnTo>
                  <a:pt x="965600" y="1457415"/>
                </a:lnTo>
                <a:lnTo>
                  <a:pt x="961900" y="1451325"/>
                </a:lnTo>
                <a:lnTo>
                  <a:pt x="950442" y="1432460"/>
                </a:lnTo>
                <a:lnTo>
                  <a:pt x="948265" y="1429874"/>
                </a:lnTo>
                <a:lnTo>
                  <a:pt x="925643" y="1401220"/>
                </a:lnTo>
                <a:lnTo>
                  <a:pt x="902284" y="1377485"/>
                </a:lnTo>
                <a:lnTo>
                  <a:pt x="896236" y="1371346"/>
                </a:lnTo>
                <a:lnTo>
                  <a:pt x="873696" y="1345901"/>
                </a:lnTo>
                <a:moveTo>
                  <a:pt x="828476" y="1155898"/>
                </a:moveTo>
                <a:lnTo>
                  <a:pt x="828509" y="1150774"/>
                </a:lnTo>
                <a:lnTo>
                  <a:pt x="829238" y="1128275"/>
                </a:lnTo>
                <a:lnTo>
                  <a:pt x="830318" y="1103746"/>
                </a:lnTo>
                <a:lnTo>
                  <a:pt x="833461" y="1080412"/>
                </a:lnTo>
                <a:lnTo>
                  <a:pt x="843544" y="1050980"/>
                </a:lnTo>
                <a:moveTo>
                  <a:pt x="848692" y="1040087"/>
                </a:moveTo>
                <a:lnTo>
                  <a:pt x="868376" y="1007750"/>
                </a:lnTo>
                <a:lnTo>
                  <a:pt x="931888" y="918211"/>
                </a:lnTo>
                <a:moveTo>
                  <a:pt x="937707" y="906712"/>
                </a:moveTo>
                <a:lnTo>
                  <a:pt x="943780" y="889500"/>
                </a:lnTo>
                <a:lnTo>
                  <a:pt x="949804" y="863924"/>
                </a:lnTo>
                <a:lnTo>
                  <a:pt x="951768" y="832282"/>
                </a:lnTo>
                <a:moveTo>
                  <a:pt x="950196" y="822076"/>
                </a:moveTo>
                <a:lnTo>
                  <a:pt x="942814" y="802073"/>
                </a:lnTo>
                <a:lnTo>
                  <a:pt x="937592" y="791687"/>
                </a:lnTo>
                <a:lnTo>
                  <a:pt x="926952" y="769360"/>
                </a:lnTo>
                <a:lnTo>
                  <a:pt x="925021" y="765480"/>
                </a:lnTo>
                <a:moveTo>
                  <a:pt x="919431" y="755692"/>
                </a:moveTo>
                <a:lnTo>
                  <a:pt x="913816" y="747082"/>
                </a:lnTo>
                <a:lnTo>
                  <a:pt x="902841" y="727995"/>
                </a:lnTo>
                <a:lnTo>
                  <a:pt x="890605" y="704399"/>
                </a:lnTo>
                <a:lnTo>
                  <a:pt x="881316" y="685174"/>
                </a:lnTo>
                <a:lnTo>
                  <a:pt x="878484" y="678921"/>
                </a:lnTo>
                <a:lnTo>
                  <a:pt x="869137" y="640118"/>
                </a:lnTo>
                <a:lnTo>
                  <a:pt x="868425" y="635813"/>
                </a:lnTo>
                <a:lnTo>
                  <a:pt x="867377" y="629454"/>
                </a:lnTo>
                <a:moveTo>
                  <a:pt x="865454" y="617824"/>
                </a:moveTo>
                <a:lnTo>
                  <a:pt x="857065" y="566891"/>
                </a:lnTo>
                <a:lnTo>
                  <a:pt x="856116" y="559591"/>
                </a:lnTo>
                <a:lnTo>
                  <a:pt x="854200" y="545104"/>
                </a:lnTo>
                <a:lnTo>
                  <a:pt x="849715" y="530323"/>
                </a:lnTo>
                <a:lnTo>
                  <a:pt x="846998" y="521320"/>
                </a:lnTo>
                <a:lnTo>
                  <a:pt x="836113" y="503650"/>
                </a:lnTo>
                <a:lnTo>
                  <a:pt x="827404" y="493395"/>
                </a:lnTo>
                <a:lnTo>
                  <a:pt x="823770" y="490849"/>
                </a:lnTo>
                <a:lnTo>
                  <a:pt x="817411" y="486413"/>
                </a:lnTo>
                <a:lnTo>
                  <a:pt x="806886" y="480889"/>
                </a:lnTo>
                <a:moveTo>
                  <a:pt x="796131" y="476715"/>
                </a:moveTo>
                <a:lnTo>
                  <a:pt x="788741" y="474963"/>
                </a:lnTo>
                <a:lnTo>
                  <a:pt x="769998" y="472230"/>
                </a:lnTo>
                <a:lnTo>
                  <a:pt x="763639" y="472311"/>
                </a:lnTo>
                <a:lnTo>
                  <a:pt x="678536" y="484400"/>
                </a:lnTo>
                <a:lnTo>
                  <a:pt x="636918" y="490072"/>
                </a:lnTo>
                <a:lnTo>
                  <a:pt x="626818" y="491831"/>
                </a:lnTo>
                <a:lnTo>
                  <a:pt x="534751" y="506875"/>
                </a:lnTo>
                <a:lnTo>
                  <a:pt x="524545" y="508675"/>
                </a:lnTo>
                <a:moveTo>
                  <a:pt x="866886" y="1335924"/>
                </a:moveTo>
                <a:lnTo>
                  <a:pt x="852727" y="1308874"/>
                </a:lnTo>
                <a:lnTo>
                  <a:pt x="850894" y="1304970"/>
                </a:lnTo>
                <a:lnTo>
                  <a:pt x="849183" y="1300673"/>
                </a:lnTo>
                <a:lnTo>
                  <a:pt x="835916" y="1267379"/>
                </a:lnTo>
                <a:lnTo>
                  <a:pt x="829164" y="1229190"/>
                </a:lnTo>
                <a:lnTo>
                  <a:pt x="828476" y="1220809"/>
                </a:lnTo>
                <a:lnTo>
                  <a:pt x="828255" y="1218116"/>
                </a:lnTo>
                <a:lnTo>
                  <a:pt x="828395" y="1176056"/>
                </a:lnTo>
                <a:lnTo>
                  <a:pt x="828403" y="1173069"/>
                </a:lnTo>
                <a:moveTo>
                  <a:pt x="584717" y="306150"/>
                </a:moveTo>
                <a:lnTo>
                  <a:pt x="598189" y="295305"/>
                </a:lnTo>
                <a:lnTo>
                  <a:pt x="612152" y="288070"/>
                </a:lnTo>
                <a:lnTo>
                  <a:pt x="655129" y="289371"/>
                </a:lnTo>
                <a:lnTo>
                  <a:pt x="696289" y="290550"/>
                </a:lnTo>
                <a:lnTo>
                  <a:pt x="736646" y="291876"/>
                </a:lnTo>
                <a:moveTo>
                  <a:pt x="748416" y="292244"/>
                </a:moveTo>
                <a:lnTo>
                  <a:pt x="788225" y="293398"/>
                </a:lnTo>
                <a:lnTo>
                  <a:pt x="821454" y="294405"/>
                </a:lnTo>
                <a:lnTo>
                  <a:pt x="825047" y="296148"/>
                </a:lnTo>
                <a:lnTo>
                  <a:pt x="826414" y="299741"/>
                </a:lnTo>
                <a:lnTo>
                  <a:pt x="825235" y="349675"/>
                </a:lnTo>
                <a:moveTo>
                  <a:pt x="824810" y="361329"/>
                </a:moveTo>
                <a:lnTo>
                  <a:pt x="824679" y="363998"/>
                </a:lnTo>
                <a:lnTo>
                  <a:pt x="823320" y="388322"/>
                </a:lnTo>
                <a:moveTo>
                  <a:pt x="822633" y="400091"/>
                </a:moveTo>
                <a:lnTo>
                  <a:pt x="821626" y="416485"/>
                </a:lnTo>
                <a:lnTo>
                  <a:pt x="819171" y="434147"/>
                </a:lnTo>
                <a:lnTo>
                  <a:pt x="810912" y="457481"/>
                </a:lnTo>
                <a:lnTo>
                  <a:pt x="803276" y="473187"/>
                </a:lnTo>
                <a:lnTo>
                  <a:pt x="803211" y="473285"/>
                </a:lnTo>
                <a:moveTo>
                  <a:pt x="774729" y="896056"/>
                </a:moveTo>
                <a:lnTo>
                  <a:pt x="750863" y="917581"/>
                </a:lnTo>
                <a:lnTo>
                  <a:pt x="724566" y="942585"/>
                </a:lnTo>
                <a:lnTo>
                  <a:pt x="740362" y="977213"/>
                </a:lnTo>
                <a:lnTo>
                  <a:pt x="760185" y="1002381"/>
                </a:lnTo>
                <a:lnTo>
                  <a:pt x="775973" y="1014109"/>
                </a:lnTo>
                <a:lnTo>
                  <a:pt x="800264" y="1028317"/>
                </a:lnTo>
                <a:lnTo>
                  <a:pt x="802351" y="1029169"/>
                </a:lnTo>
                <a:lnTo>
                  <a:pt x="836522" y="1043090"/>
                </a:lnTo>
                <a:lnTo>
                  <a:pt x="838453" y="1043884"/>
                </a:lnTo>
                <a:moveTo>
                  <a:pt x="1098246" y="961867"/>
                </a:moveTo>
                <a:lnTo>
                  <a:pt x="1062430" y="950106"/>
                </a:lnTo>
                <a:lnTo>
                  <a:pt x="1027728" y="939835"/>
                </a:lnTo>
                <a:moveTo>
                  <a:pt x="1016417" y="936553"/>
                </a:moveTo>
                <a:lnTo>
                  <a:pt x="981600" y="926633"/>
                </a:lnTo>
                <a:lnTo>
                  <a:pt x="977099" y="925176"/>
                </a:lnTo>
                <a:lnTo>
                  <a:pt x="940293" y="913252"/>
                </a:lnTo>
                <a:moveTo>
                  <a:pt x="929490" y="907645"/>
                </a:moveTo>
                <a:lnTo>
                  <a:pt x="927975" y="906557"/>
                </a:lnTo>
                <a:lnTo>
                  <a:pt x="901040" y="887249"/>
                </a:lnTo>
                <a:lnTo>
                  <a:pt x="838650" y="838928"/>
                </a:lnTo>
                <a:lnTo>
                  <a:pt x="807238" y="864087"/>
                </a:lnTo>
                <a:lnTo>
                  <a:pt x="783142" y="888076"/>
                </a:lnTo>
                <a:moveTo>
                  <a:pt x="1152092" y="1018038"/>
                </a:moveTo>
                <a:lnTo>
                  <a:pt x="1146845" y="999541"/>
                </a:lnTo>
                <a:moveTo>
                  <a:pt x="1142311" y="986716"/>
                </a:moveTo>
                <a:lnTo>
                  <a:pt x="1140797" y="983589"/>
                </a:lnTo>
                <a:lnTo>
                  <a:pt x="1137933" y="977762"/>
                </a:lnTo>
                <a:lnTo>
                  <a:pt x="1135199" y="975216"/>
                </a:lnTo>
                <a:lnTo>
                  <a:pt x="1132072" y="973399"/>
                </a:lnTo>
                <a:lnTo>
                  <a:pt x="1109352" y="965771"/>
                </a:lnTo>
                <a:moveTo>
                  <a:pt x="1436896" y="1321388"/>
                </a:moveTo>
                <a:lnTo>
                  <a:pt x="1437911" y="1277388"/>
                </a:lnTo>
                <a:lnTo>
                  <a:pt x="1442331" y="1229648"/>
                </a:lnTo>
                <a:lnTo>
                  <a:pt x="1439826" y="1220571"/>
                </a:lnTo>
                <a:lnTo>
                  <a:pt x="1432051" y="1217044"/>
                </a:lnTo>
                <a:lnTo>
                  <a:pt x="1399051" y="1216602"/>
                </a:lnTo>
                <a:lnTo>
                  <a:pt x="1373491" y="1218124"/>
                </a:lnTo>
                <a:moveTo>
                  <a:pt x="1377681" y="1388206"/>
                </a:moveTo>
                <a:lnTo>
                  <a:pt x="1433033" y="1374759"/>
                </a:lnTo>
                <a:lnTo>
                  <a:pt x="1436315" y="1333100"/>
                </a:lnTo>
                <a:moveTo>
                  <a:pt x="1371592" y="1382248"/>
                </a:moveTo>
                <a:lnTo>
                  <a:pt x="1366288" y="1358202"/>
                </a:lnTo>
                <a:moveTo>
                  <a:pt x="1362000" y="1218378"/>
                </a:moveTo>
                <a:lnTo>
                  <a:pt x="1303882" y="1217551"/>
                </a:lnTo>
                <a:lnTo>
                  <a:pt x="1295746" y="1220989"/>
                </a:lnTo>
                <a:lnTo>
                  <a:pt x="1294019" y="1230507"/>
                </a:lnTo>
                <a:lnTo>
                  <a:pt x="1293520" y="1340213"/>
                </a:lnTo>
                <a:lnTo>
                  <a:pt x="1298480" y="1401073"/>
                </a:lnTo>
                <a:lnTo>
                  <a:pt x="1302007" y="1406515"/>
                </a:lnTo>
                <a:lnTo>
                  <a:pt x="1366141" y="1391006"/>
                </a:lnTo>
                <a:moveTo>
                  <a:pt x="1527057" y="1162650"/>
                </a:moveTo>
                <a:lnTo>
                  <a:pt x="1532688" y="1086763"/>
                </a:lnTo>
                <a:moveTo>
                  <a:pt x="1533629" y="1075067"/>
                </a:moveTo>
                <a:lnTo>
                  <a:pt x="1539767" y="1004672"/>
                </a:lnTo>
                <a:lnTo>
                  <a:pt x="1541322" y="984489"/>
                </a:lnTo>
                <a:lnTo>
                  <a:pt x="1544432" y="960272"/>
                </a:lnTo>
                <a:lnTo>
                  <a:pt x="1553042" y="939794"/>
                </a:lnTo>
                <a:moveTo>
                  <a:pt x="1559033" y="929318"/>
                </a:moveTo>
                <a:lnTo>
                  <a:pt x="1569444" y="915085"/>
                </a:lnTo>
                <a:lnTo>
                  <a:pt x="1583080" y="902350"/>
                </a:lnTo>
                <a:lnTo>
                  <a:pt x="1585870" y="899747"/>
                </a:lnTo>
                <a:lnTo>
                  <a:pt x="1604457" y="889156"/>
                </a:lnTo>
                <a:lnTo>
                  <a:pt x="1613248" y="884066"/>
                </a:lnTo>
                <a:lnTo>
                  <a:pt x="1642180" y="876839"/>
                </a:lnTo>
                <a:moveTo>
                  <a:pt x="1600226" y="1334459"/>
                </a:moveTo>
                <a:lnTo>
                  <a:pt x="1563027" y="1330203"/>
                </a:lnTo>
                <a:lnTo>
                  <a:pt x="1526034" y="1326815"/>
                </a:lnTo>
                <a:moveTo>
                  <a:pt x="1513757" y="1326029"/>
                </a:moveTo>
                <a:lnTo>
                  <a:pt x="1475110" y="1324711"/>
                </a:lnTo>
                <a:lnTo>
                  <a:pt x="1441447" y="1325881"/>
                </a:lnTo>
                <a:moveTo>
                  <a:pt x="1737300" y="1469888"/>
                </a:moveTo>
                <a:lnTo>
                  <a:pt x="1732209" y="1460869"/>
                </a:lnTo>
                <a:lnTo>
                  <a:pt x="1721897" y="1449860"/>
                </a:lnTo>
                <a:lnTo>
                  <a:pt x="1709456" y="1441438"/>
                </a:lnTo>
                <a:lnTo>
                  <a:pt x="1698964" y="1439122"/>
                </a:lnTo>
                <a:lnTo>
                  <a:pt x="1689642" y="1437903"/>
                </a:lnTo>
                <a:lnTo>
                  <a:pt x="1645683" y="1435267"/>
                </a:lnTo>
                <a:lnTo>
                  <a:pt x="1619288" y="1434236"/>
                </a:lnTo>
                <a:lnTo>
                  <a:pt x="1610097" y="1436986"/>
                </a:lnTo>
                <a:lnTo>
                  <a:pt x="1608754" y="1445130"/>
                </a:lnTo>
                <a:lnTo>
                  <a:pt x="1606495" y="1479210"/>
                </a:lnTo>
                <a:lnTo>
                  <a:pt x="1598851" y="1509026"/>
                </a:lnTo>
                <a:moveTo>
                  <a:pt x="1744838" y="1473882"/>
                </a:moveTo>
                <a:lnTo>
                  <a:pt x="1760282" y="1465067"/>
                </a:lnTo>
                <a:lnTo>
                  <a:pt x="1781709" y="1443583"/>
                </a:lnTo>
                <a:lnTo>
                  <a:pt x="1794714" y="1413243"/>
                </a:lnTo>
                <a:lnTo>
                  <a:pt x="1738184" y="1381471"/>
                </a:lnTo>
                <a:lnTo>
                  <a:pt x="1689519" y="1357973"/>
                </a:lnTo>
                <a:lnTo>
                  <a:pt x="1644946" y="1344231"/>
                </a:lnTo>
                <a:lnTo>
                  <a:pt x="1611873" y="1336186"/>
                </a:lnTo>
                <a:moveTo>
                  <a:pt x="1857539" y="1308383"/>
                </a:moveTo>
                <a:lnTo>
                  <a:pt x="1835179" y="1341678"/>
                </a:lnTo>
                <a:moveTo>
                  <a:pt x="1595315" y="1519813"/>
                </a:moveTo>
                <a:lnTo>
                  <a:pt x="1580493" y="1554998"/>
                </a:lnTo>
                <a:lnTo>
                  <a:pt x="1574453" y="1588440"/>
                </a:lnTo>
                <a:moveTo>
                  <a:pt x="1690452" y="1808808"/>
                </a:moveTo>
                <a:lnTo>
                  <a:pt x="1655995" y="1805706"/>
                </a:lnTo>
                <a:lnTo>
                  <a:pt x="1634519" y="1800861"/>
                </a:lnTo>
                <a:lnTo>
                  <a:pt x="1614786" y="1793372"/>
                </a:lnTo>
                <a:lnTo>
                  <a:pt x="1592459" y="1780547"/>
                </a:lnTo>
                <a:lnTo>
                  <a:pt x="1588481" y="1778255"/>
                </a:lnTo>
                <a:lnTo>
                  <a:pt x="1572742" y="1764235"/>
                </a:lnTo>
                <a:lnTo>
                  <a:pt x="1558731" y="1748505"/>
                </a:lnTo>
                <a:lnTo>
                  <a:pt x="1550342" y="1736588"/>
                </a:lnTo>
                <a:moveTo>
                  <a:pt x="1526762" y="1439605"/>
                </a:moveTo>
                <a:lnTo>
                  <a:pt x="1521278" y="1333763"/>
                </a:lnTo>
                <a:moveTo>
                  <a:pt x="1521066" y="1321642"/>
                </a:moveTo>
                <a:lnTo>
                  <a:pt x="1521851" y="1281325"/>
                </a:lnTo>
                <a:lnTo>
                  <a:pt x="1522719" y="1261682"/>
                </a:lnTo>
                <a:lnTo>
                  <a:pt x="1526410" y="1178438"/>
                </a:lnTo>
                <a:lnTo>
                  <a:pt x="1526492" y="1174771"/>
                </a:lnTo>
                <a:moveTo>
                  <a:pt x="1545063" y="1727364"/>
                </a:moveTo>
                <a:lnTo>
                  <a:pt x="1535937" y="1707337"/>
                </a:lnTo>
                <a:lnTo>
                  <a:pt x="1523726" y="1673535"/>
                </a:lnTo>
                <a:moveTo>
                  <a:pt x="1519731" y="1662453"/>
                </a:moveTo>
                <a:lnTo>
                  <a:pt x="1512226" y="1641623"/>
                </a:lnTo>
                <a:lnTo>
                  <a:pt x="1500825" y="1608067"/>
                </a:lnTo>
                <a:moveTo>
                  <a:pt x="1498034" y="1596379"/>
                </a:moveTo>
                <a:lnTo>
                  <a:pt x="1496324" y="1583972"/>
                </a:lnTo>
                <a:lnTo>
                  <a:pt x="1495112" y="1570729"/>
                </a:lnTo>
                <a:lnTo>
                  <a:pt x="1498419" y="1550816"/>
                </a:lnTo>
                <a:moveTo>
                  <a:pt x="1500883" y="1539685"/>
                </a:moveTo>
                <a:lnTo>
                  <a:pt x="1508502" y="1513167"/>
                </a:lnTo>
                <a:lnTo>
                  <a:pt x="1520550" y="1486216"/>
                </a:lnTo>
                <a:lnTo>
                  <a:pt x="1524593" y="1472834"/>
                </a:lnTo>
                <a:lnTo>
                  <a:pt x="1526598" y="1458069"/>
                </a:lnTo>
                <a:lnTo>
                  <a:pt x="1526836" y="1451743"/>
                </a:lnTo>
                <a:moveTo>
                  <a:pt x="1702090" y="1812352"/>
                </a:moveTo>
                <a:lnTo>
                  <a:pt x="1703416" y="1812442"/>
                </a:lnTo>
                <a:lnTo>
                  <a:pt x="1738217" y="1814922"/>
                </a:lnTo>
                <a:lnTo>
                  <a:pt x="1746761" y="1815470"/>
                </a:lnTo>
                <a:lnTo>
                  <a:pt x="1761477" y="1816616"/>
                </a:lnTo>
                <a:lnTo>
                  <a:pt x="1798103" y="1819219"/>
                </a:lnTo>
                <a:moveTo>
                  <a:pt x="1809725" y="1819849"/>
                </a:moveTo>
                <a:lnTo>
                  <a:pt x="1831758" y="1820667"/>
                </a:lnTo>
                <a:lnTo>
                  <a:pt x="1843044" y="1820144"/>
                </a:lnTo>
                <a:lnTo>
                  <a:pt x="1858283" y="1818392"/>
                </a:lnTo>
                <a:lnTo>
                  <a:pt x="1872557" y="1814889"/>
                </a:lnTo>
                <a:lnTo>
                  <a:pt x="1891030" y="1808325"/>
                </a:lnTo>
                <a:lnTo>
                  <a:pt x="1901187" y="1803922"/>
                </a:lnTo>
                <a:moveTo>
                  <a:pt x="1671104" y="872525"/>
                </a:moveTo>
                <a:lnTo>
                  <a:pt x="1693930" y="870578"/>
                </a:lnTo>
                <a:lnTo>
                  <a:pt x="1720571" y="870291"/>
                </a:lnTo>
                <a:lnTo>
                  <a:pt x="1767501" y="874130"/>
                </a:lnTo>
                <a:lnTo>
                  <a:pt x="1796163" y="879630"/>
                </a:lnTo>
                <a:moveTo>
                  <a:pt x="1807728" y="882527"/>
                </a:moveTo>
                <a:lnTo>
                  <a:pt x="1849935" y="895508"/>
                </a:lnTo>
                <a:lnTo>
                  <a:pt x="1895531" y="916509"/>
                </a:lnTo>
                <a:lnTo>
                  <a:pt x="1940497" y="942814"/>
                </a:lnTo>
                <a:moveTo>
                  <a:pt x="1950523" y="948830"/>
                </a:moveTo>
                <a:lnTo>
                  <a:pt x="2003084" y="981158"/>
                </a:lnTo>
                <a:lnTo>
                  <a:pt x="2024142" y="993959"/>
                </a:lnTo>
                <a:lnTo>
                  <a:pt x="2061652" y="1014281"/>
                </a:lnTo>
                <a:moveTo>
                  <a:pt x="2072226" y="1019044"/>
                </a:moveTo>
                <a:lnTo>
                  <a:pt x="2100283" y="1029005"/>
                </a:lnTo>
                <a:lnTo>
                  <a:pt x="2131048" y="1038916"/>
                </a:lnTo>
                <a:lnTo>
                  <a:pt x="2189723" y="1051079"/>
                </a:lnTo>
                <a:lnTo>
                  <a:pt x="2231980" y="1055425"/>
                </a:lnTo>
                <a:moveTo>
                  <a:pt x="1599244" y="1919643"/>
                </a:moveTo>
                <a:lnTo>
                  <a:pt x="1564689" y="1917089"/>
                </a:lnTo>
                <a:lnTo>
                  <a:pt x="1495931" y="1913193"/>
                </a:lnTo>
                <a:moveTo>
                  <a:pt x="1484170" y="1912588"/>
                </a:moveTo>
                <a:lnTo>
                  <a:pt x="1442568" y="1910664"/>
                </a:lnTo>
                <a:lnTo>
                  <a:pt x="1436200" y="1910361"/>
                </a:lnTo>
                <a:lnTo>
                  <a:pt x="1427975" y="1907890"/>
                </a:lnTo>
                <a:lnTo>
                  <a:pt x="1422025" y="1903028"/>
                </a:lnTo>
                <a:lnTo>
                  <a:pt x="1415371" y="1893706"/>
                </a:lnTo>
                <a:lnTo>
                  <a:pt x="1403528" y="1852587"/>
                </a:lnTo>
                <a:lnTo>
                  <a:pt x="1392708" y="1815012"/>
                </a:lnTo>
                <a:lnTo>
                  <a:pt x="1511277" y="1753080"/>
                </a:lnTo>
                <a:lnTo>
                  <a:pt x="1541911" y="1736703"/>
                </a:lnTo>
                <a:moveTo>
                  <a:pt x="2310649" y="1600013"/>
                </a:moveTo>
                <a:lnTo>
                  <a:pt x="2234599" y="1568798"/>
                </a:lnTo>
                <a:moveTo>
                  <a:pt x="2107387" y="1563306"/>
                </a:moveTo>
                <a:lnTo>
                  <a:pt x="2074690" y="1544220"/>
                </a:lnTo>
                <a:lnTo>
                  <a:pt x="2058501" y="1535217"/>
                </a:lnTo>
                <a:lnTo>
                  <a:pt x="2052027" y="1531640"/>
                </a:lnTo>
                <a:lnTo>
                  <a:pt x="2040953" y="1531656"/>
                </a:lnTo>
                <a:lnTo>
                  <a:pt x="1949377" y="1635591"/>
                </a:lnTo>
                <a:lnTo>
                  <a:pt x="1954492" y="1648777"/>
                </a:lnTo>
                <a:lnTo>
                  <a:pt x="1976181" y="1668280"/>
                </a:lnTo>
                <a:lnTo>
                  <a:pt x="2004532" y="1693971"/>
                </a:lnTo>
                <a:moveTo>
                  <a:pt x="2057093" y="1747261"/>
                </a:moveTo>
                <a:lnTo>
                  <a:pt x="2040184" y="1769473"/>
                </a:lnTo>
                <a:moveTo>
                  <a:pt x="2013396" y="1701910"/>
                </a:moveTo>
                <a:lnTo>
                  <a:pt x="2056741" y="1740320"/>
                </a:lnTo>
                <a:moveTo>
                  <a:pt x="2065474" y="1748333"/>
                </a:moveTo>
                <a:lnTo>
                  <a:pt x="2094603" y="1775915"/>
                </a:lnTo>
                <a:lnTo>
                  <a:pt x="2114377" y="1781791"/>
                </a:lnTo>
                <a:moveTo>
                  <a:pt x="2125704" y="1784206"/>
                </a:moveTo>
                <a:lnTo>
                  <a:pt x="2158737" y="1788249"/>
                </a:lnTo>
                <a:lnTo>
                  <a:pt x="2199790" y="1789067"/>
                </a:lnTo>
                <a:moveTo>
                  <a:pt x="2211649" y="1789247"/>
                </a:moveTo>
                <a:lnTo>
                  <a:pt x="2254708" y="1789656"/>
                </a:lnTo>
                <a:lnTo>
                  <a:pt x="2272984" y="1781529"/>
                </a:lnTo>
                <a:lnTo>
                  <a:pt x="2291023" y="1763474"/>
                </a:lnTo>
                <a:lnTo>
                  <a:pt x="2371452" y="1663779"/>
                </a:lnTo>
                <a:lnTo>
                  <a:pt x="2385153" y="1626711"/>
                </a:lnTo>
                <a:lnTo>
                  <a:pt x="2321551" y="1604204"/>
                </a:lnTo>
                <a:moveTo>
                  <a:pt x="2061382" y="1308768"/>
                </a:moveTo>
                <a:lnTo>
                  <a:pt x="2094120" y="1322763"/>
                </a:lnTo>
                <a:lnTo>
                  <a:pt x="2156240" y="1349248"/>
                </a:lnTo>
                <a:moveTo>
                  <a:pt x="2345720" y="1497862"/>
                </a:moveTo>
                <a:lnTo>
                  <a:pt x="2333369" y="1492232"/>
                </a:lnTo>
                <a:lnTo>
                  <a:pt x="2311582" y="1477057"/>
                </a:lnTo>
                <a:moveTo>
                  <a:pt x="2302825" y="1470109"/>
                </a:moveTo>
                <a:lnTo>
                  <a:pt x="2281905" y="1451203"/>
                </a:lnTo>
                <a:lnTo>
                  <a:pt x="2269236" y="1439499"/>
                </a:lnTo>
                <a:lnTo>
                  <a:pt x="2246204" y="1424709"/>
                </a:lnTo>
                <a:lnTo>
                  <a:pt x="2211887" y="1413136"/>
                </a:lnTo>
                <a:lnTo>
                  <a:pt x="2189142" y="1408177"/>
                </a:lnTo>
                <a:lnTo>
                  <a:pt x="2166921" y="1405083"/>
                </a:lnTo>
                <a:moveTo>
                  <a:pt x="2101150" y="1241352"/>
                </a:moveTo>
                <a:lnTo>
                  <a:pt x="2131278" y="1254611"/>
                </a:lnTo>
                <a:lnTo>
                  <a:pt x="2166733" y="1269924"/>
                </a:lnTo>
                <a:moveTo>
                  <a:pt x="2178527" y="1274565"/>
                </a:moveTo>
                <a:lnTo>
                  <a:pt x="2208949" y="1285434"/>
                </a:lnTo>
                <a:lnTo>
                  <a:pt x="2345998" y="1330596"/>
                </a:lnTo>
                <a:lnTo>
                  <a:pt x="2375135" y="1340335"/>
                </a:lnTo>
                <a:lnTo>
                  <a:pt x="2399230" y="1349911"/>
                </a:lnTo>
                <a:lnTo>
                  <a:pt x="2410860" y="1357785"/>
                </a:lnTo>
                <a:moveTo>
                  <a:pt x="2418235" y="1364488"/>
                </a:moveTo>
                <a:lnTo>
                  <a:pt x="2429374" y="1377886"/>
                </a:lnTo>
                <a:lnTo>
                  <a:pt x="2437558" y="1394615"/>
                </a:lnTo>
                <a:lnTo>
                  <a:pt x="2441061" y="1413922"/>
                </a:lnTo>
                <a:lnTo>
                  <a:pt x="2439465" y="1435030"/>
                </a:lnTo>
                <a:lnTo>
                  <a:pt x="2428146" y="1517063"/>
                </a:lnTo>
                <a:lnTo>
                  <a:pt x="2424897" y="1520918"/>
                </a:lnTo>
                <a:lnTo>
                  <a:pt x="2420583" y="1521311"/>
                </a:lnTo>
                <a:lnTo>
                  <a:pt x="2356933" y="1502135"/>
                </a:lnTo>
                <a:moveTo>
                  <a:pt x="2410107" y="1206019"/>
                </a:moveTo>
                <a:lnTo>
                  <a:pt x="2418284" y="1194021"/>
                </a:lnTo>
                <a:lnTo>
                  <a:pt x="2413242" y="1166938"/>
                </a:lnTo>
                <a:lnTo>
                  <a:pt x="2399754" y="1128365"/>
                </a:lnTo>
                <a:lnTo>
                  <a:pt x="2306631" y="1145520"/>
                </a:lnTo>
                <a:lnTo>
                  <a:pt x="2299690" y="1154809"/>
                </a:lnTo>
                <a:lnTo>
                  <a:pt x="2275677" y="1215661"/>
                </a:lnTo>
                <a:moveTo>
                  <a:pt x="720466" y="1685787"/>
                </a:moveTo>
                <a:lnTo>
                  <a:pt x="720408" y="1685296"/>
                </a:lnTo>
                <a:lnTo>
                  <a:pt x="716602" y="1646698"/>
                </a:lnTo>
                <a:lnTo>
                  <a:pt x="714785" y="1639062"/>
                </a:lnTo>
                <a:lnTo>
                  <a:pt x="691427" y="1595217"/>
                </a:lnTo>
                <a:moveTo>
                  <a:pt x="685747" y="1584798"/>
                </a:moveTo>
                <a:lnTo>
                  <a:pt x="667127" y="1551275"/>
                </a:lnTo>
                <a:lnTo>
                  <a:pt x="647214" y="1517456"/>
                </a:lnTo>
                <a:moveTo>
                  <a:pt x="1557650" y="2257687"/>
                </a:moveTo>
                <a:lnTo>
                  <a:pt x="1556996" y="2255027"/>
                </a:lnTo>
                <a:lnTo>
                  <a:pt x="1550783" y="2229819"/>
                </a:lnTo>
                <a:lnTo>
                  <a:pt x="1549736" y="2220505"/>
                </a:lnTo>
                <a:lnTo>
                  <a:pt x="1548025" y="2205347"/>
                </a:lnTo>
                <a:lnTo>
                  <a:pt x="1551299" y="2185811"/>
                </a:lnTo>
                <a:lnTo>
                  <a:pt x="1559778" y="2169450"/>
                </a:lnTo>
                <a:lnTo>
                  <a:pt x="1570443" y="2156003"/>
                </a:lnTo>
                <a:lnTo>
                  <a:pt x="1593556" y="2138685"/>
                </a:lnTo>
                <a:lnTo>
                  <a:pt x="1614328" y="2133135"/>
                </a:lnTo>
                <a:lnTo>
                  <a:pt x="1686794" y="2132121"/>
                </a:lnTo>
                <a:lnTo>
                  <a:pt x="1800034" y="2128446"/>
                </a:lnTo>
                <a:moveTo>
                  <a:pt x="1659562" y="2614245"/>
                </a:moveTo>
                <a:lnTo>
                  <a:pt x="1673641" y="2610202"/>
                </a:lnTo>
                <a:lnTo>
                  <a:pt x="1689535" y="2607035"/>
                </a:lnTo>
                <a:lnTo>
                  <a:pt x="1703899" y="2603826"/>
                </a:lnTo>
                <a:lnTo>
                  <a:pt x="1717256" y="2600749"/>
                </a:lnTo>
                <a:lnTo>
                  <a:pt x="1731567" y="2596751"/>
                </a:lnTo>
                <a:moveTo>
                  <a:pt x="1046127" y="2602844"/>
                </a:moveTo>
                <a:lnTo>
                  <a:pt x="1046160" y="2601731"/>
                </a:lnTo>
                <a:lnTo>
                  <a:pt x="1047895" y="2570565"/>
                </a:lnTo>
                <a:lnTo>
                  <a:pt x="1051029" y="2526581"/>
                </a:lnTo>
                <a:lnTo>
                  <a:pt x="1051553" y="2521335"/>
                </a:lnTo>
                <a:lnTo>
                  <a:pt x="1056472" y="2498295"/>
                </a:lnTo>
                <a:lnTo>
                  <a:pt x="1063920" y="2474446"/>
                </a:lnTo>
                <a:lnTo>
                  <a:pt x="1064215" y="2473701"/>
                </a:lnTo>
                <a:moveTo>
                  <a:pt x="1069191" y="2461792"/>
                </a:moveTo>
                <a:lnTo>
                  <a:pt x="1069608" y="2460851"/>
                </a:lnTo>
                <a:lnTo>
                  <a:pt x="1092901" y="2400335"/>
                </a:lnTo>
                <a:lnTo>
                  <a:pt x="1099326" y="2379988"/>
                </a:lnTo>
                <a:lnTo>
                  <a:pt x="1100161" y="2373212"/>
                </a:lnTo>
                <a:lnTo>
                  <a:pt x="1101659" y="2355828"/>
                </a:lnTo>
                <a:lnTo>
                  <a:pt x="1101536" y="2338116"/>
                </a:lnTo>
                <a:moveTo>
                  <a:pt x="1100513" y="2326961"/>
                </a:moveTo>
                <a:lnTo>
                  <a:pt x="1099261" y="2319906"/>
                </a:lnTo>
                <a:lnTo>
                  <a:pt x="1093237" y="2299093"/>
                </a:lnTo>
                <a:lnTo>
                  <a:pt x="1074028" y="2266068"/>
                </a:lnTo>
                <a:lnTo>
                  <a:pt x="1059460" y="2249364"/>
                </a:lnTo>
                <a:lnTo>
                  <a:pt x="1032058" y="2226382"/>
                </a:lnTo>
                <a:lnTo>
                  <a:pt x="1002937" y="2211027"/>
                </a:lnTo>
                <a:moveTo>
                  <a:pt x="1768" y="2178003"/>
                </a:moveTo>
                <a:lnTo>
                  <a:pt x="3560" y="2176374"/>
                </a:lnTo>
                <a:lnTo>
                  <a:pt x="14372" y="2166004"/>
                </a:lnTo>
                <a:lnTo>
                  <a:pt x="31641" y="2150806"/>
                </a:lnTo>
                <a:lnTo>
                  <a:pt x="52864" y="2140723"/>
                </a:lnTo>
                <a:lnTo>
                  <a:pt x="73595" y="2132202"/>
                </a:lnTo>
                <a:lnTo>
                  <a:pt x="86576" y="2128642"/>
                </a:lnTo>
                <a:lnTo>
                  <a:pt x="114076" y="2124051"/>
                </a:lnTo>
                <a:lnTo>
                  <a:pt x="145741" y="2121759"/>
                </a:lnTo>
                <a:lnTo>
                  <a:pt x="148270" y="2121571"/>
                </a:lnTo>
                <a:lnTo>
                  <a:pt x="180714" y="2122692"/>
                </a:lnTo>
                <a:lnTo>
                  <a:pt x="187204" y="2123609"/>
                </a:lnTo>
                <a:lnTo>
                  <a:pt x="205505" y="2127284"/>
                </a:lnTo>
                <a:lnTo>
                  <a:pt x="229764" y="2134961"/>
                </a:lnTo>
                <a:lnTo>
                  <a:pt x="253589" y="2146272"/>
                </a:lnTo>
                <a:lnTo>
                  <a:pt x="273559" y="2156944"/>
                </a:lnTo>
                <a:lnTo>
                  <a:pt x="286842" y="2165333"/>
                </a:lnTo>
                <a:lnTo>
                  <a:pt x="320014" y="2189920"/>
                </a:lnTo>
                <a:lnTo>
                  <a:pt x="342521" y="2205732"/>
                </a:lnTo>
                <a:lnTo>
                  <a:pt x="351484" y="2213221"/>
                </a:lnTo>
                <a:lnTo>
                  <a:pt x="424031" y="2262794"/>
                </a:lnTo>
                <a:lnTo>
                  <a:pt x="442978" y="2271077"/>
                </a:lnTo>
                <a:lnTo>
                  <a:pt x="462424" y="2276757"/>
                </a:lnTo>
                <a:lnTo>
                  <a:pt x="481085" y="2280367"/>
                </a:lnTo>
                <a:lnTo>
                  <a:pt x="507611" y="2281177"/>
                </a:lnTo>
                <a:lnTo>
                  <a:pt x="528310" y="2277748"/>
                </a:lnTo>
                <a:lnTo>
                  <a:pt x="551914" y="2272591"/>
                </a:lnTo>
                <a:lnTo>
                  <a:pt x="600317" y="2257859"/>
                </a:lnTo>
                <a:moveTo>
                  <a:pt x="612193" y="2254217"/>
                </a:moveTo>
                <a:lnTo>
                  <a:pt x="616007" y="2253030"/>
                </a:lnTo>
                <a:lnTo>
                  <a:pt x="616866" y="2252760"/>
                </a:lnTo>
                <a:lnTo>
                  <a:pt x="652240" y="2241629"/>
                </a:lnTo>
                <a:lnTo>
                  <a:pt x="723134" y="2222167"/>
                </a:lnTo>
                <a:lnTo>
                  <a:pt x="757230" y="2213123"/>
                </a:lnTo>
                <a:lnTo>
                  <a:pt x="769065" y="2210684"/>
                </a:lnTo>
                <a:moveTo>
                  <a:pt x="780532" y="2208646"/>
                </a:moveTo>
                <a:lnTo>
                  <a:pt x="800788" y="2205544"/>
                </a:lnTo>
                <a:lnTo>
                  <a:pt x="815831" y="2203760"/>
                </a:lnTo>
                <a:lnTo>
                  <a:pt x="850951" y="2200011"/>
                </a:lnTo>
                <a:moveTo>
                  <a:pt x="2142425" y="1475633"/>
                </a:moveTo>
                <a:lnTo>
                  <a:pt x="2128912" y="1468668"/>
                </a:lnTo>
                <a:lnTo>
                  <a:pt x="2035372" y="1419889"/>
                </a:lnTo>
                <a:lnTo>
                  <a:pt x="1985814" y="1390204"/>
                </a:lnTo>
                <a:lnTo>
                  <a:pt x="1967907" y="1378066"/>
                </a:lnTo>
                <a:lnTo>
                  <a:pt x="1935521" y="1356099"/>
                </a:lnTo>
                <a:moveTo>
                  <a:pt x="2320986" y="1927181"/>
                </a:moveTo>
                <a:lnTo>
                  <a:pt x="2338747" y="1896595"/>
                </a:lnTo>
                <a:lnTo>
                  <a:pt x="2359077" y="1869930"/>
                </a:lnTo>
                <a:moveTo>
                  <a:pt x="2366427" y="1860641"/>
                </a:moveTo>
                <a:lnTo>
                  <a:pt x="2413725" y="1802784"/>
                </a:lnTo>
                <a:lnTo>
                  <a:pt x="2466981" y="1863562"/>
                </a:lnTo>
                <a:moveTo>
                  <a:pt x="2466940" y="1869652"/>
                </a:moveTo>
                <a:lnTo>
                  <a:pt x="2438147" y="1901596"/>
                </a:lnTo>
                <a:lnTo>
                  <a:pt x="2416336" y="1949991"/>
                </a:lnTo>
                <a:moveTo>
                  <a:pt x="2412735" y="1962284"/>
                </a:moveTo>
                <a:lnTo>
                  <a:pt x="2408691" y="1987198"/>
                </a:lnTo>
                <a:lnTo>
                  <a:pt x="2402856" y="2022767"/>
                </a:lnTo>
                <a:lnTo>
                  <a:pt x="2290818" y="2003419"/>
                </a:lnTo>
                <a:lnTo>
                  <a:pt x="2289828" y="1999041"/>
                </a:lnTo>
                <a:lnTo>
                  <a:pt x="2290360" y="1989186"/>
                </a:lnTo>
                <a:lnTo>
                  <a:pt x="2315347" y="1937714"/>
                </a:lnTo>
                <a:moveTo>
                  <a:pt x="2695550" y="1827886"/>
                </a:moveTo>
                <a:lnTo>
                  <a:pt x="2606585" y="1824342"/>
                </a:lnTo>
                <a:lnTo>
                  <a:pt x="2563018" y="1825226"/>
                </a:lnTo>
                <a:lnTo>
                  <a:pt x="2524813" y="1837421"/>
                </a:lnTo>
                <a:moveTo>
                  <a:pt x="2513993" y="1841522"/>
                </a:moveTo>
                <a:lnTo>
                  <a:pt x="2494866" y="1849927"/>
                </a:lnTo>
                <a:lnTo>
                  <a:pt x="2475051" y="1862736"/>
                </a:lnTo>
                <a:moveTo>
                  <a:pt x="2706493" y="1908528"/>
                </a:moveTo>
                <a:lnTo>
                  <a:pt x="2733493" y="1908954"/>
                </a:lnTo>
                <a:lnTo>
                  <a:pt x="2768850" y="1905197"/>
                </a:lnTo>
                <a:lnTo>
                  <a:pt x="2771715" y="1904747"/>
                </a:lnTo>
                <a:lnTo>
                  <a:pt x="2803897" y="1899738"/>
                </a:lnTo>
                <a:lnTo>
                  <a:pt x="2814708" y="1897479"/>
                </a:lnTo>
                <a:lnTo>
                  <a:pt x="2819357" y="1896489"/>
                </a:lnTo>
                <a:lnTo>
                  <a:pt x="2845588" y="1889712"/>
                </a:lnTo>
                <a:moveTo>
                  <a:pt x="2857693" y="1886446"/>
                </a:moveTo>
                <a:lnTo>
                  <a:pt x="2978865" y="1852415"/>
                </a:lnTo>
                <a:moveTo>
                  <a:pt x="2518773" y="1834499"/>
                </a:moveTo>
                <a:lnTo>
                  <a:pt x="2498033" y="1785875"/>
                </a:lnTo>
                <a:moveTo>
                  <a:pt x="2492574" y="1776455"/>
                </a:moveTo>
                <a:lnTo>
                  <a:pt x="2480764" y="1760912"/>
                </a:lnTo>
                <a:lnTo>
                  <a:pt x="2462251" y="1745190"/>
                </a:lnTo>
                <a:lnTo>
                  <a:pt x="2510146" y="1656486"/>
                </a:lnTo>
                <a:lnTo>
                  <a:pt x="2517905" y="1653745"/>
                </a:lnTo>
                <a:lnTo>
                  <a:pt x="2627406" y="1678756"/>
                </a:lnTo>
                <a:moveTo>
                  <a:pt x="2638889" y="1680721"/>
                </a:moveTo>
                <a:lnTo>
                  <a:pt x="2688904" y="1686597"/>
                </a:lnTo>
                <a:lnTo>
                  <a:pt x="2744117" y="1689863"/>
                </a:lnTo>
                <a:lnTo>
                  <a:pt x="2746883" y="1692916"/>
                </a:lnTo>
                <a:lnTo>
                  <a:pt x="2748782" y="1696680"/>
                </a:lnTo>
                <a:lnTo>
                  <a:pt x="2771674" y="1808243"/>
                </a:lnTo>
                <a:lnTo>
                  <a:pt x="2761877" y="1816968"/>
                </a:lnTo>
                <a:lnTo>
                  <a:pt x="2741514" y="1822820"/>
                </a:lnTo>
                <a:lnTo>
                  <a:pt x="2707557" y="1827371"/>
                </a:lnTo>
                <a:moveTo>
                  <a:pt x="2554744" y="1753555"/>
                </a:moveTo>
                <a:lnTo>
                  <a:pt x="2526532" y="1763024"/>
                </a:lnTo>
                <a:lnTo>
                  <a:pt x="2498868" y="1777715"/>
                </a:lnTo>
                <a:moveTo>
                  <a:pt x="3068927" y="2119680"/>
                </a:moveTo>
                <a:lnTo>
                  <a:pt x="3134125" y="2128037"/>
                </a:lnTo>
                <a:lnTo>
                  <a:pt x="3135835" y="2028407"/>
                </a:lnTo>
                <a:lnTo>
                  <a:pt x="3136588" y="1984227"/>
                </a:lnTo>
                <a:lnTo>
                  <a:pt x="3142923" y="1955777"/>
                </a:lnTo>
                <a:lnTo>
                  <a:pt x="3151378" y="1931224"/>
                </a:lnTo>
                <a:moveTo>
                  <a:pt x="3156100" y="1921943"/>
                </a:moveTo>
                <a:lnTo>
                  <a:pt x="3174843" y="1895989"/>
                </a:lnTo>
                <a:lnTo>
                  <a:pt x="3195983" y="1866705"/>
                </a:lnTo>
                <a:moveTo>
                  <a:pt x="2613124" y="1564263"/>
                </a:moveTo>
                <a:lnTo>
                  <a:pt x="2552804" y="1552584"/>
                </a:lnTo>
                <a:lnTo>
                  <a:pt x="2550390" y="1551610"/>
                </a:lnTo>
                <a:lnTo>
                  <a:pt x="2548826" y="1550546"/>
                </a:lnTo>
                <a:lnTo>
                  <a:pt x="2547460" y="1548639"/>
                </a:lnTo>
                <a:lnTo>
                  <a:pt x="2546846" y="1546495"/>
                </a:lnTo>
                <a:lnTo>
                  <a:pt x="2546813" y="1544391"/>
                </a:lnTo>
                <a:lnTo>
                  <a:pt x="2555243" y="1500547"/>
                </a:lnTo>
                <a:lnTo>
                  <a:pt x="2556659" y="1498157"/>
                </a:lnTo>
                <a:lnTo>
                  <a:pt x="2558656" y="1496463"/>
                </a:lnTo>
                <a:lnTo>
                  <a:pt x="2561365" y="1495767"/>
                </a:lnTo>
                <a:lnTo>
                  <a:pt x="2619418" y="1493762"/>
                </a:lnTo>
                <a:moveTo>
                  <a:pt x="2565130" y="1227438"/>
                </a:moveTo>
                <a:lnTo>
                  <a:pt x="2560989" y="1251026"/>
                </a:lnTo>
                <a:lnTo>
                  <a:pt x="2561046" y="1253465"/>
                </a:lnTo>
                <a:lnTo>
                  <a:pt x="2561545" y="1255986"/>
                </a:lnTo>
                <a:lnTo>
                  <a:pt x="2562257" y="1258106"/>
                </a:lnTo>
                <a:lnTo>
                  <a:pt x="2563632" y="1260144"/>
                </a:lnTo>
                <a:lnTo>
                  <a:pt x="2565359" y="1261641"/>
                </a:lnTo>
                <a:lnTo>
                  <a:pt x="2567815" y="1262853"/>
                </a:lnTo>
                <a:lnTo>
                  <a:pt x="2570188" y="1263655"/>
                </a:lnTo>
                <a:lnTo>
                  <a:pt x="2573126" y="1263859"/>
                </a:lnTo>
                <a:lnTo>
                  <a:pt x="2617364" y="1262844"/>
                </a:lnTo>
                <a:moveTo>
                  <a:pt x="3057469" y="1411205"/>
                </a:moveTo>
                <a:lnTo>
                  <a:pt x="3030083" y="1430308"/>
                </a:lnTo>
                <a:moveTo>
                  <a:pt x="3008296" y="1443305"/>
                </a:moveTo>
                <a:lnTo>
                  <a:pt x="2885987" y="1453380"/>
                </a:lnTo>
                <a:lnTo>
                  <a:pt x="2883344" y="1452308"/>
                </a:lnTo>
                <a:lnTo>
                  <a:pt x="2881739" y="1449852"/>
                </a:lnTo>
                <a:lnTo>
                  <a:pt x="2876362" y="1430602"/>
                </a:lnTo>
                <a:lnTo>
                  <a:pt x="2866361" y="1406916"/>
                </a:lnTo>
                <a:lnTo>
                  <a:pt x="2856400" y="1390490"/>
                </a:lnTo>
                <a:lnTo>
                  <a:pt x="2851858" y="1380881"/>
                </a:lnTo>
                <a:lnTo>
                  <a:pt x="2851702" y="1367712"/>
                </a:lnTo>
                <a:lnTo>
                  <a:pt x="2853945" y="1334565"/>
                </a:lnTo>
                <a:lnTo>
                  <a:pt x="2855516" y="1308980"/>
                </a:lnTo>
                <a:moveTo>
                  <a:pt x="2856449" y="1297187"/>
                </a:moveTo>
                <a:lnTo>
                  <a:pt x="2859248" y="1267518"/>
                </a:lnTo>
                <a:moveTo>
                  <a:pt x="3249453" y="1304414"/>
                </a:moveTo>
                <a:lnTo>
                  <a:pt x="3275774" y="1349846"/>
                </a:lnTo>
                <a:moveTo>
                  <a:pt x="3383990" y="1645437"/>
                </a:moveTo>
                <a:lnTo>
                  <a:pt x="3400760" y="1642196"/>
                </a:lnTo>
                <a:moveTo>
                  <a:pt x="3346947" y="1515459"/>
                </a:moveTo>
                <a:lnTo>
                  <a:pt x="3392223" y="1503657"/>
                </a:lnTo>
                <a:moveTo>
                  <a:pt x="2548605" y="841604"/>
                </a:moveTo>
                <a:lnTo>
                  <a:pt x="2549334" y="840270"/>
                </a:lnTo>
                <a:moveTo>
                  <a:pt x="2554826" y="829655"/>
                </a:moveTo>
                <a:lnTo>
                  <a:pt x="2557338" y="824532"/>
                </a:lnTo>
                <a:lnTo>
                  <a:pt x="2560710" y="812124"/>
                </a:lnTo>
                <a:lnTo>
                  <a:pt x="2571146" y="763213"/>
                </a:lnTo>
                <a:moveTo>
                  <a:pt x="2587637" y="910076"/>
                </a:moveTo>
                <a:lnTo>
                  <a:pt x="2537573" y="881790"/>
                </a:lnTo>
                <a:lnTo>
                  <a:pt x="2534962" y="880317"/>
                </a:lnTo>
                <a:lnTo>
                  <a:pt x="2531966" y="877305"/>
                </a:lnTo>
                <a:lnTo>
                  <a:pt x="2531091" y="873941"/>
                </a:lnTo>
                <a:lnTo>
                  <a:pt x="2531664" y="870839"/>
                </a:lnTo>
                <a:lnTo>
                  <a:pt x="2532989" y="866764"/>
                </a:lnTo>
                <a:lnTo>
                  <a:pt x="2542467" y="851991"/>
                </a:lnTo>
                <a:moveTo>
                  <a:pt x="2763310" y="633988"/>
                </a:moveTo>
                <a:lnTo>
                  <a:pt x="2766264" y="669173"/>
                </a:lnTo>
                <a:moveTo>
                  <a:pt x="2767827" y="680795"/>
                </a:moveTo>
                <a:lnTo>
                  <a:pt x="2771036" y="697230"/>
                </a:lnTo>
                <a:moveTo>
                  <a:pt x="2772272" y="708328"/>
                </a:moveTo>
                <a:lnTo>
                  <a:pt x="2773327" y="738177"/>
                </a:lnTo>
                <a:moveTo>
                  <a:pt x="2773254" y="753686"/>
                </a:moveTo>
                <a:lnTo>
                  <a:pt x="2770864" y="788160"/>
                </a:lnTo>
                <a:moveTo>
                  <a:pt x="2768957" y="798808"/>
                </a:moveTo>
                <a:lnTo>
                  <a:pt x="2766387" y="807254"/>
                </a:lnTo>
                <a:lnTo>
                  <a:pt x="2758612" y="822183"/>
                </a:lnTo>
                <a:lnTo>
                  <a:pt x="2750558" y="834386"/>
                </a:lnTo>
                <a:lnTo>
                  <a:pt x="2742030" y="842136"/>
                </a:lnTo>
                <a:moveTo>
                  <a:pt x="2732961" y="850869"/>
                </a:moveTo>
                <a:lnTo>
                  <a:pt x="2714194" y="870078"/>
                </a:lnTo>
                <a:lnTo>
                  <a:pt x="2686351" y="899903"/>
                </a:lnTo>
                <a:moveTo>
                  <a:pt x="2678338" y="908627"/>
                </a:moveTo>
                <a:lnTo>
                  <a:pt x="2653015" y="936692"/>
                </a:lnTo>
                <a:lnTo>
                  <a:pt x="2650102" y="939000"/>
                </a:lnTo>
                <a:lnTo>
                  <a:pt x="2647933" y="939025"/>
                </a:lnTo>
                <a:lnTo>
                  <a:pt x="2642351" y="937658"/>
                </a:lnTo>
                <a:lnTo>
                  <a:pt x="2630983" y="933459"/>
                </a:lnTo>
                <a:lnTo>
                  <a:pt x="2618886" y="928295"/>
                </a:lnTo>
                <a:lnTo>
                  <a:pt x="2611462" y="923924"/>
                </a:lnTo>
                <a:lnTo>
                  <a:pt x="2597819" y="915936"/>
                </a:lnTo>
                <a:moveTo>
                  <a:pt x="2686744" y="910084"/>
                </a:moveTo>
                <a:lnTo>
                  <a:pt x="2691703" y="914635"/>
                </a:lnTo>
                <a:moveTo>
                  <a:pt x="2531549" y="728544"/>
                </a:moveTo>
                <a:lnTo>
                  <a:pt x="2524895" y="719492"/>
                </a:lnTo>
                <a:lnTo>
                  <a:pt x="2519960" y="708950"/>
                </a:lnTo>
                <a:lnTo>
                  <a:pt x="2517185" y="697091"/>
                </a:lnTo>
                <a:lnTo>
                  <a:pt x="2515041" y="686786"/>
                </a:lnTo>
                <a:lnTo>
                  <a:pt x="2513273" y="675811"/>
                </a:lnTo>
                <a:lnTo>
                  <a:pt x="2514533" y="663141"/>
                </a:lnTo>
                <a:lnTo>
                  <a:pt x="2517005" y="651994"/>
                </a:lnTo>
                <a:moveTo>
                  <a:pt x="2519845" y="640683"/>
                </a:moveTo>
                <a:lnTo>
                  <a:pt x="2526745" y="616751"/>
                </a:lnTo>
                <a:lnTo>
                  <a:pt x="2530248" y="597682"/>
                </a:lnTo>
                <a:lnTo>
                  <a:pt x="2531451" y="582098"/>
                </a:lnTo>
                <a:moveTo>
                  <a:pt x="2532089" y="572391"/>
                </a:moveTo>
                <a:lnTo>
                  <a:pt x="2532097" y="572228"/>
                </a:lnTo>
                <a:moveTo>
                  <a:pt x="2537131" y="739519"/>
                </a:moveTo>
                <a:lnTo>
                  <a:pt x="2540102" y="743456"/>
                </a:lnTo>
                <a:lnTo>
                  <a:pt x="2550660" y="750323"/>
                </a:lnTo>
                <a:lnTo>
                  <a:pt x="2562036" y="756551"/>
                </a:lnTo>
                <a:lnTo>
                  <a:pt x="2565105" y="757239"/>
                </a:lnTo>
                <a:moveTo>
                  <a:pt x="2576531" y="759432"/>
                </a:moveTo>
                <a:lnTo>
                  <a:pt x="2582915" y="760455"/>
                </a:lnTo>
                <a:lnTo>
                  <a:pt x="2593858" y="761634"/>
                </a:lnTo>
                <a:lnTo>
                  <a:pt x="2620105" y="757811"/>
                </a:lnTo>
                <a:lnTo>
                  <a:pt x="2630328" y="755651"/>
                </a:lnTo>
                <a:moveTo>
                  <a:pt x="2641827" y="753400"/>
                </a:moveTo>
                <a:lnTo>
                  <a:pt x="2666479" y="748898"/>
                </a:lnTo>
                <a:lnTo>
                  <a:pt x="2678207" y="747761"/>
                </a:lnTo>
                <a:lnTo>
                  <a:pt x="2694363" y="748219"/>
                </a:lnTo>
                <a:moveTo>
                  <a:pt x="2706075" y="748432"/>
                </a:moveTo>
                <a:lnTo>
                  <a:pt x="2768916" y="748989"/>
                </a:lnTo>
                <a:moveTo>
                  <a:pt x="2540126" y="841973"/>
                </a:moveTo>
                <a:lnTo>
                  <a:pt x="2529536" y="835351"/>
                </a:lnTo>
                <a:lnTo>
                  <a:pt x="2527473" y="833551"/>
                </a:lnTo>
                <a:lnTo>
                  <a:pt x="2526802" y="830940"/>
                </a:lnTo>
                <a:lnTo>
                  <a:pt x="2528242" y="828526"/>
                </a:lnTo>
                <a:lnTo>
                  <a:pt x="2530640" y="826488"/>
                </a:lnTo>
                <a:lnTo>
                  <a:pt x="2533939" y="827151"/>
                </a:lnTo>
                <a:lnTo>
                  <a:pt x="2545127" y="832863"/>
                </a:lnTo>
                <a:moveTo>
                  <a:pt x="2851219" y="741385"/>
                </a:moveTo>
                <a:lnTo>
                  <a:pt x="2854730" y="663673"/>
                </a:lnTo>
                <a:lnTo>
                  <a:pt x="2847037" y="626843"/>
                </a:lnTo>
                <a:lnTo>
                  <a:pt x="2837658" y="601757"/>
                </a:lnTo>
                <a:lnTo>
                  <a:pt x="2829874" y="587066"/>
                </a:lnTo>
                <a:lnTo>
                  <a:pt x="2819766" y="572424"/>
                </a:lnTo>
                <a:lnTo>
                  <a:pt x="2808955" y="560696"/>
                </a:lnTo>
                <a:lnTo>
                  <a:pt x="2798298" y="550899"/>
                </a:lnTo>
                <a:lnTo>
                  <a:pt x="2781045" y="537935"/>
                </a:lnTo>
                <a:lnTo>
                  <a:pt x="2764194" y="528973"/>
                </a:lnTo>
                <a:lnTo>
                  <a:pt x="2757891" y="525519"/>
                </a:lnTo>
                <a:moveTo>
                  <a:pt x="2536672" y="569723"/>
                </a:moveTo>
                <a:lnTo>
                  <a:pt x="2543597" y="569412"/>
                </a:lnTo>
                <a:moveTo>
                  <a:pt x="2696819" y="565885"/>
                </a:moveTo>
                <a:lnTo>
                  <a:pt x="2704373" y="566335"/>
                </a:lnTo>
                <a:lnTo>
                  <a:pt x="2716494" y="567055"/>
                </a:lnTo>
                <a:lnTo>
                  <a:pt x="2722731" y="568921"/>
                </a:lnTo>
                <a:lnTo>
                  <a:pt x="2753316" y="579995"/>
                </a:lnTo>
                <a:lnTo>
                  <a:pt x="2758505" y="584324"/>
                </a:lnTo>
                <a:lnTo>
                  <a:pt x="2759602" y="588859"/>
                </a:lnTo>
                <a:lnTo>
                  <a:pt x="2759880" y="593229"/>
                </a:lnTo>
                <a:lnTo>
                  <a:pt x="2762319" y="622235"/>
                </a:lnTo>
                <a:moveTo>
                  <a:pt x="2797185" y="453896"/>
                </a:moveTo>
                <a:lnTo>
                  <a:pt x="2825888" y="471427"/>
                </a:lnTo>
                <a:moveTo>
                  <a:pt x="2836364" y="477664"/>
                </a:moveTo>
                <a:lnTo>
                  <a:pt x="2887067" y="499214"/>
                </a:lnTo>
                <a:moveTo>
                  <a:pt x="2897969" y="504010"/>
                </a:moveTo>
                <a:lnTo>
                  <a:pt x="2927311" y="517318"/>
                </a:lnTo>
                <a:lnTo>
                  <a:pt x="2934693" y="522057"/>
                </a:lnTo>
                <a:moveTo>
                  <a:pt x="2944826" y="528383"/>
                </a:moveTo>
                <a:lnTo>
                  <a:pt x="2946798" y="529578"/>
                </a:lnTo>
                <a:lnTo>
                  <a:pt x="2945480" y="578636"/>
                </a:lnTo>
                <a:moveTo>
                  <a:pt x="2945137" y="590406"/>
                </a:moveTo>
                <a:lnTo>
                  <a:pt x="2943786" y="633219"/>
                </a:lnTo>
                <a:moveTo>
                  <a:pt x="2943377" y="645013"/>
                </a:moveTo>
                <a:lnTo>
                  <a:pt x="2942779" y="660964"/>
                </a:lnTo>
                <a:moveTo>
                  <a:pt x="2940758" y="670704"/>
                </a:moveTo>
                <a:lnTo>
                  <a:pt x="2936494" y="681082"/>
                </a:lnTo>
                <a:lnTo>
                  <a:pt x="2929897" y="693465"/>
                </a:lnTo>
                <a:lnTo>
                  <a:pt x="2909108" y="713697"/>
                </a:lnTo>
                <a:moveTo>
                  <a:pt x="2900408" y="721742"/>
                </a:moveTo>
                <a:lnTo>
                  <a:pt x="2880528" y="739224"/>
                </a:lnTo>
                <a:lnTo>
                  <a:pt x="2859036" y="747122"/>
                </a:lnTo>
                <a:moveTo>
                  <a:pt x="2938728" y="76280"/>
                </a:moveTo>
                <a:lnTo>
                  <a:pt x="3027325" y="76083"/>
                </a:lnTo>
                <a:lnTo>
                  <a:pt x="3031876" y="162503"/>
                </a:lnTo>
                <a:lnTo>
                  <a:pt x="3029658" y="200700"/>
                </a:lnTo>
                <a:lnTo>
                  <a:pt x="3021842" y="215703"/>
                </a:lnTo>
                <a:moveTo>
                  <a:pt x="3018609" y="226563"/>
                </a:moveTo>
                <a:lnTo>
                  <a:pt x="3015916" y="247000"/>
                </a:lnTo>
                <a:moveTo>
                  <a:pt x="2834523" y="386701"/>
                </a:moveTo>
                <a:lnTo>
                  <a:pt x="2840359" y="378926"/>
                </a:lnTo>
                <a:lnTo>
                  <a:pt x="2850024" y="370177"/>
                </a:lnTo>
                <a:lnTo>
                  <a:pt x="2861344" y="359930"/>
                </a:lnTo>
                <a:lnTo>
                  <a:pt x="2893451" y="335098"/>
                </a:lnTo>
                <a:lnTo>
                  <a:pt x="2924880" y="317411"/>
                </a:lnTo>
                <a:lnTo>
                  <a:pt x="2947076" y="308769"/>
                </a:lnTo>
                <a:moveTo>
                  <a:pt x="2957552" y="305454"/>
                </a:moveTo>
                <a:lnTo>
                  <a:pt x="2998590" y="295289"/>
                </a:lnTo>
                <a:lnTo>
                  <a:pt x="3019411" y="294618"/>
                </a:lnTo>
                <a:lnTo>
                  <a:pt x="3043768" y="294830"/>
                </a:lnTo>
                <a:lnTo>
                  <a:pt x="3071751" y="297859"/>
                </a:lnTo>
                <a:moveTo>
                  <a:pt x="3082865" y="299741"/>
                </a:moveTo>
                <a:lnTo>
                  <a:pt x="3101575" y="304013"/>
                </a:lnTo>
                <a:lnTo>
                  <a:pt x="3119458" y="309129"/>
                </a:lnTo>
                <a:lnTo>
                  <a:pt x="3137497" y="317133"/>
                </a:lnTo>
                <a:moveTo>
                  <a:pt x="3147777" y="322224"/>
                </a:moveTo>
                <a:lnTo>
                  <a:pt x="3163933" y="331211"/>
                </a:lnTo>
                <a:lnTo>
                  <a:pt x="3178043" y="342464"/>
                </a:lnTo>
                <a:lnTo>
                  <a:pt x="3197211" y="356206"/>
                </a:lnTo>
                <a:moveTo>
                  <a:pt x="3205134" y="363490"/>
                </a:moveTo>
                <a:lnTo>
                  <a:pt x="3217149" y="378116"/>
                </a:lnTo>
                <a:lnTo>
                  <a:pt x="3222689" y="384614"/>
                </a:lnTo>
                <a:lnTo>
                  <a:pt x="3240826" y="405870"/>
                </a:lnTo>
                <a:moveTo>
                  <a:pt x="3306008" y="498174"/>
                </a:moveTo>
                <a:lnTo>
                  <a:pt x="3328761" y="478720"/>
                </a:lnTo>
                <a:lnTo>
                  <a:pt x="3478071" y="350952"/>
                </a:lnTo>
                <a:lnTo>
                  <a:pt x="3495864" y="336931"/>
                </a:lnTo>
                <a:lnTo>
                  <a:pt x="3506634" y="328444"/>
                </a:lnTo>
                <a:lnTo>
                  <a:pt x="3537695" y="316421"/>
                </a:lnTo>
                <a:lnTo>
                  <a:pt x="3545887" y="313196"/>
                </a:lnTo>
                <a:lnTo>
                  <a:pt x="3560006" y="309342"/>
                </a:lnTo>
                <a:lnTo>
                  <a:pt x="3582055" y="304022"/>
                </a:lnTo>
                <a:lnTo>
                  <a:pt x="3617191" y="302761"/>
                </a:lnTo>
                <a:lnTo>
                  <a:pt x="3655388" y="301394"/>
                </a:lnTo>
                <a:lnTo>
                  <a:pt x="3704323" y="298914"/>
                </a:lnTo>
                <a:lnTo>
                  <a:pt x="3706435" y="298800"/>
                </a:lnTo>
                <a:lnTo>
                  <a:pt x="3715577" y="299193"/>
                </a:lnTo>
                <a:moveTo>
                  <a:pt x="3423824" y="829279"/>
                </a:moveTo>
                <a:lnTo>
                  <a:pt x="3386691" y="831587"/>
                </a:lnTo>
                <a:lnTo>
                  <a:pt x="3348886" y="834787"/>
                </a:lnTo>
                <a:lnTo>
                  <a:pt x="3294492" y="839124"/>
                </a:lnTo>
                <a:moveTo>
                  <a:pt x="3282706" y="839951"/>
                </a:moveTo>
                <a:lnTo>
                  <a:pt x="3254527" y="841653"/>
                </a:lnTo>
                <a:moveTo>
                  <a:pt x="3243535" y="841539"/>
                </a:moveTo>
                <a:lnTo>
                  <a:pt x="3223467" y="839959"/>
                </a:lnTo>
                <a:lnTo>
                  <a:pt x="3203047" y="833379"/>
                </a:lnTo>
                <a:lnTo>
                  <a:pt x="3192701" y="826872"/>
                </a:lnTo>
                <a:moveTo>
                  <a:pt x="3183854" y="819973"/>
                </a:moveTo>
                <a:lnTo>
                  <a:pt x="3119245" y="751485"/>
                </a:lnTo>
                <a:lnTo>
                  <a:pt x="3100282" y="726637"/>
                </a:lnTo>
                <a:lnTo>
                  <a:pt x="3099226" y="702067"/>
                </a:lnTo>
                <a:lnTo>
                  <a:pt x="3108008" y="681712"/>
                </a:lnTo>
                <a:lnTo>
                  <a:pt x="3110038" y="678143"/>
                </a:lnTo>
                <a:lnTo>
                  <a:pt x="3180146" y="611284"/>
                </a:lnTo>
                <a:moveTo>
                  <a:pt x="3188961" y="603272"/>
                </a:moveTo>
                <a:lnTo>
                  <a:pt x="3216600" y="579537"/>
                </a:lnTo>
                <a:lnTo>
                  <a:pt x="3236595" y="561539"/>
                </a:lnTo>
                <a:moveTo>
                  <a:pt x="3245369" y="553575"/>
                </a:moveTo>
                <a:lnTo>
                  <a:pt x="3271813" y="529284"/>
                </a:lnTo>
                <a:lnTo>
                  <a:pt x="3296424" y="506678"/>
                </a:lnTo>
                <a:moveTo>
                  <a:pt x="2930765" y="2680376"/>
                </a:moveTo>
                <a:lnTo>
                  <a:pt x="2920632" y="2711534"/>
                </a:lnTo>
                <a:lnTo>
                  <a:pt x="2909698" y="2745533"/>
                </a:lnTo>
                <a:moveTo>
                  <a:pt x="2905376" y="2756934"/>
                </a:moveTo>
                <a:lnTo>
                  <a:pt x="2890161" y="2791898"/>
                </a:lnTo>
                <a:lnTo>
                  <a:pt x="2872180" y="2830881"/>
                </a:lnTo>
                <a:lnTo>
                  <a:pt x="2860812" y="2858561"/>
                </a:lnTo>
                <a:lnTo>
                  <a:pt x="2858184" y="2866385"/>
                </a:lnTo>
                <a:lnTo>
                  <a:pt x="2855262" y="2881248"/>
                </a:lnTo>
                <a:lnTo>
                  <a:pt x="2855361" y="2886069"/>
                </a:lnTo>
                <a:lnTo>
                  <a:pt x="2857521" y="2889547"/>
                </a:lnTo>
                <a:moveTo>
                  <a:pt x="3126243" y="2396988"/>
                </a:moveTo>
                <a:lnTo>
                  <a:pt x="3123600" y="2457414"/>
                </a:lnTo>
                <a:moveTo>
                  <a:pt x="3122961" y="2469208"/>
                </a:moveTo>
                <a:lnTo>
                  <a:pt x="3119532" y="2523291"/>
                </a:lnTo>
                <a:moveTo>
                  <a:pt x="3133617" y="2392543"/>
                </a:moveTo>
                <a:lnTo>
                  <a:pt x="3189223" y="2393714"/>
                </a:lnTo>
                <a:moveTo>
                  <a:pt x="2841750" y="2300934"/>
                </a:moveTo>
                <a:lnTo>
                  <a:pt x="2781168" y="2296310"/>
                </a:lnTo>
                <a:moveTo>
                  <a:pt x="2673526" y="2243504"/>
                </a:moveTo>
                <a:lnTo>
                  <a:pt x="2656706" y="2255600"/>
                </a:lnTo>
                <a:lnTo>
                  <a:pt x="2636106" y="2279352"/>
                </a:lnTo>
                <a:moveTo>
                  <a:pt x="2296114" y="2507683"/>
                </a:moveTo>
                <a:lnTo>
                  <a:pt x="2301221" y="2507740"/>
                </a:lnTo>
                <a:moveTo>
                  <a:pt x="2292267" y="2500227"/>
                </a:moveTo>
                <a:lnTo>
                  <a:pt x="2293756" y="2434743"/>
                </a:lnTo>
                <a:moveTo>
                  <a:pt x="2297120" y="2654022"/>
                </a:moveTo>
                <a:lnTo>
                  <a:pt x="2301654" y="2728812"/>
                </a:lnTo>
                <a:lnTo>
                  <a:pt x="2302432" y="2739034"/>
                </a:lnTo>
                <a:lnTo>
                  <a:pt x="2303005" y="2747014"/>
                </a:lnTo>
                <a:lnTo>
                  <a:pt x="2305354" y="2771985"/>
                </a:lnTo>
                <a:lnTo>
                  <a:pt x="2308644" y="2801228"/>
                </a:lnTo>
                <a:lnTo>
                  <a:pt x="2313727" y="2838984"/>
                </a:lnTo>
                <a:lnTo>
                  <a:pt x="2319398" y="2888181"/>
                </a:lnTo>
                <a:moveTo>
                  <a:pt x="1319719" y="2148244"/>
                </a:moveTo>
                <a:lnTo>
                  <a:pt x="1329254" y="2156159"/>
                </a:lnTo>
                <a:lnTo>
                  <a:pt x="1338878" y="2167658"/>
                </a:lnTo>
                <a:lnTo>
                  <a:pt x="1345262" y="2178846"/>
                </a:lnTo>
                <a:lnTo>
                  <a:pt x="1353480" y="2203612"/>
                </a:lnTo>
                <a:lnTo>
                  <a:pt x="1359332" y="2249429"/>
                </a:lnTo>
                <a:lnTo>
                  <a:pt x="1364226" y="2287741"/>
                </a:lnTo>
                <a:moveTo>
                  <a:pt x="1365494" y="2299592"/>
                </a:moveTo>
                <a:lnTo>
                  <a:pt x="1368163" y="2330366"/>
                </a:lnTo>
                <a:lnTo>
                  <a:pt x="1362163" y="2347095"/>
                </a:lnTo>
                <a:lnTo>
                  <a:pt x="1354634" y="2358995"/>
                </a:lnTo>
                <a:lnTo>
                  <a:pt x="1351654" y="2362801"/>
                </a:lnTo>
                <a:lnTo>
                  <a:pt x="1321511" y="2394385"/>
                </a:lnTo>
                <a:moveTo>
                  <a:pt x="1313425" y="2403060"/>
                </a:moveTo>
                <a:lnTo>
                  <a:pt x="1288045" y="2430847"/>
                </a:lnTo>
                <a:lnTo>
                  <a:pt x="1264342" y="2457201"/>
                </a:lnTo>
                <a:moveTo>
                  <a:pt x="1256264" y="2465868"/>
                </a:moveTo>
                <a:lnTo>
                  <a:pt x="1237783" y="2485061"/>
                </a:lnTo>
                <a:lnTo>
                  <a:pt x="1221472" y="2493025"/>
                </a:lnTo>
                <a:lnTo>
                  <a:pt x="1217527" y="2494449"/>
                </a:lnTo>
                <a:lnTo>
                  <a:pt x="1202737" y="2496004"/>
                </a:lnTo>
                <a:lnTo>
                  <a:pt x="1191230" y="2495062"/>
                </a:lnTo>
                <a:lnTo>
                  <a:pt x="1173363" y="2491199"/>
                </a:lnTo>
                <a:lnTo>
                  <a:pt x="1118576" y="2478792"/>
                </a:lnTo>
                <a:lnTo>
                  <a:pt x="1072898" y="2467472"/>
                </a:lnTo>
                <a:lnTo>
                  <a:pt x="1071998" y="2467276"/>
                </a:lnTo>
                <a:moveTo>
                  <a:pt x="625607" y="2071138"/>
                </a:moveTo>
                <a:lnTo>
                  <a:pt x="767330" y="2075353"/>
                </a:lnTo>
                <a:lnTo>
                  <a:pt x="769327" y="2124615"/>
                </a:lnTo>
                <a:moveTo>
                  <a:pt x="769916" y="2136409"/>
                </a:moveTo>
                <a:lnTo>
                  <a:pt x="771897" y="2169818"/>
                </a:lnTo>
                <a:lnTo>
                  <a:pt x="772683" y="2201206"/>
                </a:lnTo>
                <a:lnTo>
                  <a:pt x="772699" y="2202065"/>
                </a:lnTo>
                <a:moveTo>
                  <a:pt x="930906" y="1937853"/>
                </a:moveTo>
                <a:lnTo>
                  <a:pt x="919316" y="1905377"/>
                </a:lnTo>
                <a:moveTo>
                  <a:pt x="914921" y="1893992"/>
                </a:moveTo>
                <a:lnTo>
                  <a:pt x="914823" y="1893771"/>
                </a:lnTo>
                <a:lnTo>
                  <a:pt x="909045" y="1880226"/>
                </a:lnTo>
                <a:moveTo>
                  <a:pt x="1820606" y="2009218"/>
                </a:moveTo>
                <a:lnTo>
                  <a:pt x="1955270" y="2016588"/>
                </a:lnTo>
                <a:lnTo>
                  <a:pt x="2050235" y="2024683"/>
                </a:lnTo>
                <a:lnTo>
                  <a:pt x="2103966" y="2031476"/>
                </a:lnTo>
                <a:moveTo>
                  <a:pt x="586927" y="1693112"/>
                </a:moveTo>
                <a:lnTo>
                  <a:pt x="597043" y="1693963"/>
                </a:lnTo>
                <a:lnTo>
                  <a:pt x="630649" y="1696836"/>
                </a:lnTo>
                <a:lnTo>
                  <a:pt x="668371" y="1695338"/>
                </a:lnTo>
                <a:lnTo>
                  <a:pt x="713820" y="1693538"/>
                </a:lnTo>
                <a:moveTo>
                  <a:pt x="725916" y="1692515"/>
                </a:moveTo>
                <a:lnTo>
                  <a:pt x="768083" y="1686998"/>
                </a:lnTo>
                <a:lnTo>
                  <a:pt x="802417" y="1678601"/>
                </a:lnTo>
                <a:moveTo>
                  <a:pt x="814235" y="1675941"/>
                </a:moveTo>
                <a:lnTo>
                  <a:pt x="886128" y="1661037"/>
                </a:lnTo>
                <a:moveTo>
                  <a:pt x="1015779" y="229387"/>
                </a:moveTo>
                <a:lnTo>
                  <a:pt x="1032434" y="234290"/>
                </a:lnTo>
                <a:lnTo>
                  <a:pt x="1036567" y="236630"/>
                </a:lnTo>
                <a:lnTo>
                  <a:pt x="1040823" y="238554"/>
                </a:lnTo>
                <a:lnTo>
                  <a:pt x="1044916" y="241107"/>
                </a:lnTo>
                <a:lnTo>
                  <a:pt x="1047003" y="242851"/>
                </a:lnTo>
                <a:lnTo>
                  <a:pt x="1048631" y="245159"/>
                </a:lnTo>
                <a:lnTo>
                  <a:pt x="1047911" y="250159"/>
                </a:lnTo>
                <a:moveTo>
                  <a:pt x="1960221" y="1855157"/>
                </a:moveTo>
                <a:lnTo>
                  <a:pt x="1988008" y="1825357"/>
                </a:lnTo>
                <a:moveTo>
                  <a:pt x="686156" y="1181040"/>
                </a:moveTo>
                <a:lnTo>
                  <a:pt x="675213" y="1180999"/>
                </a:lnTo>
                <a:lnTo>
                  <a:pt x="665204" y="1178511"/>
                </a:lnTo>
                <a:lnTo>
                  <a:pt x="655955" y="1171645"/>
                </a:lnTo>
                <a:lnTo>
                  <a:pt x="642304" y="1158795"/>
                </a:lnTo>
                <a:moveTo>
                  <a:pt x="1052478" y="80838"/>
                </a:moveTo>
                <a:lnTo>
                  <a:pt x="1055073" y="95276"/>
                </a:lnTo>
                <a:lnTo>
                  <a:pt x="1053182" y="101300"/>
                </a:lnTo>
                <a:lnTo>
                  <a:pt x="1050178" y="106579"/>
                </a:lnTo>
                <a:lnTo>
                  <a:pt x="1047878" y="109558"/>
                </a:lnTo>
                <a:lnTo>
                  <a:pt x="1043066" y="114714"/>
                </a:lnTo>
                <a:lnTo>
                  <a:pt x="1037885" y="118896"/>
                </a:lnTo>
                <a:lnTo>
                  <a:pt x="1030233" y="122391"/>
                </a:lnTo>
                <a:lnTo>
                  <a:pt x="1015689" y="126148"/>
                </a:lnTo>
                <a:lnTo>
                  <a:pt x="993689" y="126672"/>
                </a:lnTo>
                <a:moveTo>
                  <a:pt x="3375371" y="2200715"/>
                </a:moveTo>
                <a:lnTo>
                  <a:pt x="3232715" y="2186891"/>
                </a:lnTo>
                <a:lnTo>
                  <a:pt x="3080074" y="2169655"/>
                </a:lnTo>
                <a:moveTo>
                  <a:pt x="3048269" y="2166062"/>
                </a:moveTo>
                <a:lnTo>
                  <a:pt x="2988310" y="2159285"/>
                </a:lnTo>
                <a:lnTo>
                  <a:pt x="2961276" y="2155978"/>
                </a:lnTo>
                <a:lnTo>
                  <a:pt x="2957732" y="2155676"/>
                </a:lnTo>
                <a:moveTo>
                  <a:pt x="2201664" y="2036108"/>
                </a:moveTo>
                <a:lnTo>
                  <a:pt x="2193905" y="2034905"/>
                </a:lnTo>
                <a:lnTo>
                  <a:pt x="2166045" y="2030731"/>
                </a:lnTo>
                <a:moveTo>
                  <a:pt x="2080763" y="2016400"/>
                </a:moveTo>
                <a:lnTo>
                  <a:pt x="2063264" y="2013453"/>
                </a:lnTo>
                <a:lnTo>
                  <a:pt x="1930610" y="1999008"/>
                </a:lnTo>
                <a:moveTo>
                  <a:pt x="2163619" y="2029016"/>
                </a:moveTo>
                <a:lnTo>
                  <a:pt x="2087437" y="2016195"/>
                </a:lnTo>
                <a:moveTo>
                  <a:pt x="1913226" y="1997616"/>
                </a:moveTo>
                <a:lnTo>
                  <a:pt x="1821846" y="1990512"/>
                </a:lnTo>
                <a:moveTo>
                  <a:pt x="2165636" y="2466499"/>
                </a:moveTo>
                <a:lnTo>
                  <a:pt x="2165980" y="2469551"/>
                </a:lnTo>
                <a:lnTo>
                  <a:pt x="2167077" y="2477376"/>
                </a:lnTo>
                <a:lnTo>
                  <a:pt x="2167887" y="2487459"/>
                </a:lnTo>
                <a:lnTo>
                  <a:pt x="2167740" y="2502568"/>
                </a:lnTo>
                <a:lnTo>
                  <a:pt x="2168141" y="2553639"/>
                </a:lnTo>
                <a:lnTo>
                  <a:pt x="2168149" y="2554793"/>
                </a:lnTo>
                <a:moveTo>
                  <a:pt x="1871215" y="2566448"/>
                </a:moveTo>
                <a:lnTo>
                  <a:pt x="1889000" y="2560015"/>
                </a:lnTo>
                <a:lnTo>
                  <a:pt x="1908577" y="2552894"/>
                </a:lnTo>
                <a:lnTo>
                  <a:pt x="1912367" y="2550701"/>
                </a:lnTo>
                <a:lnTo>
                  <a:pt x="1913242" y="2549858"/>
                </a:lnTo>
                <a:moveTo>
                  <a:pt x="1997035" y="2542574"/>
                </a:moveTo>
                <a:lnTo>
                  <a:pt x="1965304" y="2547116"/>
                </a:lnTo>
                <a:lnTo>
                  <a:pt x="1937649" y="2551634"/>
                </a:lnTo>
                <a:lnTo>
                  <a:pt x="1927238" y="2557379"/>
                </a:lnTo>
                <a:lnTo>
                  <a:pt x="1926149" y="2558492"/>
                </a:lnTo>
                <a:moveTo>
                  <a:pt x="1435308" y="2625646"/>
                </a:moveTo>
                <a:lnTo>
                  <a:pt x="1435210" y="2625515"/>
                </a:lnTo>
                <a:moveTo>
                  <a:pt x="2198742" y="2146313"/>
                </a:moveTo>
                <a:lnTo>
                  <a:pt x="2198849" y="2118281"/>
                </a:lnTo>
                <a:lnTo>
                  <a:pt x="2210569" y="2053664"/>
                </a:lnTo>
                <a:lnTo>
                  <a:pt x="2210880" y="2052461"/>
                </a:lnTo>
                <a:moveTo>
                  <a:pt x="1913251" y="2000440"/>
                </a:moveTo>
                <a:lnTo>
                  <a:pt x="1903789" y="2001373"/>
                </a:lnTo>
                <a:lnTo>
                  <a:pt x="1827706" y="2000006"/>
                </a:lnTo>
                <a:lnTo>
                  <a:pt x="1821420" y="2002437"/>
                </a:lnTo>
                <a:moveTo>
                  <a:pt x="1770423" y="1997862"/>
                </a:moveTo>
                <a:lnTo>
                  <a:pt x="1808366" y="1998042"/>
                </a:lnTo>
                <a:lnTo>
                  <a:pt x="1809848" y="1996479"/>
                </a:lnTo>
                <a:moveTo>
                  <a:pt x="1253850" y="1994261"/>
                </a:moveTo>
                <a:lnTo>
                  <a:pt x="1288274" y="1987484"/>
                </a:lnTo>
                <a:lnTo>
                  <a:pt x="1351335" y="1980126"/>
                </a:lnTo>
                <a:moveTo>
                  <a:pt x="1350746" y="1980192"/>
                </a:moveTo>
                <a:lnTo>
                  <a:pt x="1350910" y="1980175"/>
                </a:lnTo>
                <a:moveTo>
                  <a:pt x="1445064" y="1974430"/>
                </a:moveTo>
                <a:lnTo>
                  <a:pt x="1443321" y="1974888"/>
                </a:lnTo>
                <a:lnTo>
                  <a:pt x="1386717" y="1980634"/>
                </a:lnTo>
                <a:moveTo>
                  <a:pt x="1386471" y="1980650"/>
                </a:moveTo>
                <a:lnTo>
                  <a:pt x="1383345" y="1980945"/>
                </a:lnTo>
                <a:lnTo>
                  <a:pt x="1379866" y="1981272"/>
                </a:lnTo>
                <a:lnTo>
                  <a:pt x="1375406" y="1981755"/>
                </a:lnTo>
                <a:moveTo>
                  <a:pt x="2618902" y="1198719"/>
                </a:moveTo>
                <a:lnTo>
                  <a:pt x="2618837" y="1199136"/>
                </a:lnTo>
                <a:lnTo>
                  <a:pt x="2618272" y="1205888"/>
                </a:lnTo>
                <a:lnTo>
                  <a:pt x="2617773" y="1212624"/>
                </a:lnTo>
                <a:lnTo>
                  <a:pt x="2617814" y="1219843"/>
                </a:lnTo>
                <a:lnTo>
                  <a:pt x="2621513" y="1255454"/>
                </a:lnTo>
                <a:moveTo>
                  <a:pt x="2622855" y="1267149"/>
                </a:moveTo>
                <a:lnTo>
                  <a:pt x="2626833" y="1298570"/>
                </a:lnTo>
                <a:lnTo>
                  <a:pt x="2627987" y="1307425"/>
                </a:lnTo>
                <a:lnTo>
                  <a:pt x="2628666" y="1315831"/>
                </a:lnTo>
                <a:lnTo>
                  <a:pt x="2628985" y="1326765"/>
                </a:lnTo>
                <a:lnTo>
                  <a:pt x="2628863" y="1331537"/>
                </a:lnTo>
                <a:moveTo>
                  <a:pt x="2628249" y="1343372"/>
                </a:moveTo>
                <a:lnTo>
                  <a:pt x="2627831" y="1347652"/>
                </a:lnTo>
                <a:lnTo>
                  <a:pt x="2626833" y="1355608"/>
                </a:lnTo>
                <a:lnTo>
                  <a:pt x="2624247" y="1373933"/>
                </a:lnTo>
                <a:moveTo>
                  <a:pt x="1442077" y="2575050"/>
                </a:moveTo>
                <a:lnTo>
                  <a:pt x="1443877" y="2531050"/>
                </a:lnTo>
                <a:lnTo>
                  <a:pt x="1444328" y="2522554"/>
                </a:lnTo>
                <a:moveTo>
                  <a:pt x="2802898" y="2888287"/>
                </a:moveTo>
                <a:lnTo>
                  <a:pt x="2803987" y="2875699"/>
                </a:lnTo>
                <a:lnTo>
                  <a:pt x="2816296" y="2812417"/>
                </a:lnTo>
                <a:lnTo>
                  <a:pt x="2822451" y="2786717"/>
                </a:lnTo>
                <a:lnTo>
                  <a:pt x="2837952" y="2741514"/>
                </a:lnTo>
                <a:moveTo>
                  <a:pt x="2842691" y="2729737"/>
                </a:moveTo>
                <a:lnTo>
                  <a:pt x="2853135" y="2707221"/>
                </a:lnTo>
                <a:lnTo>
                  <a:pt x="2863578" y="2684722"/>
                </a:lnTo>
                <a:lnTo>
                  <a:pt x="2864879" y="2681915"/>
                </a:lnTo>
                <a:lnTo>
                  <a:pt x="2893345" y="2634125"/>
                </a:lnTo>
                <a:lnTo>
                  <a:pt x="2907340" y="2608082"/>
                </a:lnTo>
                <a:lnTo>
                  <a:pt x="2926312" y="2570172"/>
                </a:lnTo>
                <a:lnTo>
                  <a:pt x="2944490" y="2527768"/>
                </a:lnTo>
                <a:moveTo>
                  <a:pt x="2948099" y="2516580"/>
                </a:moveTo>
                <a:lnTo>
                  <a:pt x="2963732" y="2452749"/>
                </a:lnTo>
                <a:lnTo>
                  <a:pt x="2971474" y="2380725"/>
                </a:lnTo>
                <a:moveTo>
                  <a:pt x="2971769" y="2368309"/>
                </a:moveTo>
                <a:lnTo>
                  <a:pt x="2968732" y="2317361"/>
                </a:lnTo>
                <a:moveTo>
                  <a:pt x="2967816" y="2305616"/>
                </a:moveTo>
                <a:lnTo>
                  <a:pt x="2955023" y="2175580"/>
                </a:lnTo>
                <a:lnTo>
                  <a:pt x="2954581" y="2171144"/>
                </a:lnTo>
                <a:moveTo>
                  <a:pt x="908144" y="140675"/>
                </a:moveTo>
                <a:lnTo>
                  <a:pt x="896915" y="141731"/>
                </a:lnTo>
                <a:lnTo>
                  <a:pt x="858481" y="145889"/>
                </a:lnTo>
                <a:lnTo>
                  <a:pt x="819809" y="148663"/>
                </a:lnTo>
                <a:lnTo>
                  <a:pt x="758376" y="150120"/>
                </a:lnTo>
                <a:lnTo>
                  <a:pt x="737538" y="153116"/>
                </a:lnTo>
                <a:moveTo>
                  <a:pt x="991454" y="129430"/>
                </a:moveTo>
                <a:lnTo>
                  <a:pt x="936201" y="135413"/>
                </a:lnTo>
                <a:lnTo>
                  <a:pt x="914422" y="137459"/>
                </a:lnTo>
                <a:moveTo>
                  <a:pt x="1047130" y="129692"/>
                </a:moveTo>
                <a:lnTo>
                  <a:pt x="1039227" y="129569"/>
                </a:lnTo>
                <a:lnTo>
                  <a:pt x="1020256" y="130265"/>
                </a:lnTo>
                <a:lnTo>
                  <a:pt x="994000" y="131848"/>
                </a:lnTo>
                <a:moveTo>
                  <a:pt x="3227019" y="2000178"/>
                </a:moveTo>
                <a:lnTo>
                  <a:pt x="3219301" y="1998369"/>
                </a:lnTo>
                <a:moveTo>
                  <a:pt x="2894802" y="2155406"/>
                </a:moveTo>
                <a:lnTo>
                  <a:pt x="2896611" y="2155520"/>
                </a:lnTo>
                <a:lnTo>
                  <a:pt x="2942067" y="2160676"/>
                </a:lnTo>
                <a:lnTo>
                  <a:pt x="2946708" y="2161372"/>
                </a:lnTo>
                <a:moveTo>
                  <a:pt x="3048089" y="2168722"/>
                </a:moveTo>
                <a:lnTo>
                  <a:pt x="3034994" y="2167805"/>
                </a:lnTo>
                <a:lnTo>
                  <a:pt x="2961718" y="2159211"/>
                </a:lnTo>
                <a:lnTo>
                  <a:pt x="2957438" y="2158876"/>
                </a:lnTo>
                <a:moveTo>
                  <a:pt x="2946266" y="2098515"/>
                </a:moveTo>
                <a:lnTo>
                  <a:pt x="2945840" y="2095487"/>
                </a:lnTo>
                <a:lnTo>
                  <a:pt x="2944187" y="2085322"/>
                </a:lnTo>
                <a:lnTo>
                  <a:pt x="2942550" y="2076507"/>
                </a:lnTo>
                <a:lnTo>
                  <a:pt x="2940635" y="2068511"/>
                </a:lnTo>
                <a:lnTo>
                  <a:pt x="2936788" y="2056283"/>
                </a:lnTo>
                <a:lnTo>
                  <a:pt x="2932819" y="2045095"/>
                </a:lnTo>
                <a:lnTo>
                  <a:pt x="2926509" y="2029847"/>
                </a:lnTo>
                <a:lnTo>
                  <a:pt x="2921647" y="2019927"/>
                </a:lnTo>
                <a:lnTo>
                  <a:pt x="2916262" y="2009934"/>
                </a:lnTo>
                <a:lnTo>
                  <a:pt x="2895293" y="1973472"/>
                </a:lnTo>
                <a:lnTo>
                  <a:pt x="2884538" y="1954574"/>
                </a:lnTo>
                <a:lnTo>
                  <a:pt x="2874283" y="1934211"/>
                </a:lnTo>
                <a:lnTo>
                  <a:pt x="2866500" y="1918178"/>
                </a:lnTo>
                <a:lnTo>
                  <a:pt x="2858880" y="1901858"/>
                </a:lnTo>
                <a:lnTo>
                  <a:pt x="2854919" y="1892118"/>
                </a:lnTo>
                <a:moveTo>
                  <a:pt x="2850123" y="1880545"/>
                </a:moveTo>
                <a:lnTo>
                  <a:pt x="2849722" y="1879604"/>
                </a:lnTo>
                <a:lnTo>
                  <a:pt x="2847504" y="1874358"/>
                </a:lnTo>
                <a:lnTo>
                  <a:pt x="2842290" y="1861762"/>
                </a:lnTo>
                <a:lnTo>
                  <a:pt x="2833664" y="1837814"/>
                </a:lnTo>
                <a:lnTo>
                  <a:pt x="2826960" y="1816723"/>
                </a:lnTo>
                <a:lnTo>
                  <a:pt x="2823335" y="1804413"/>
                </a:lnTo>
                <a:lnTo>
                  <a:pt x="2819856" y="1792095"/>
                </a:lnTo>
                <a:lnTo>
                  <a:pt x="2817507" y="1783428"/>
                </a:lnTo>
                <a:lnTo>
                  <a:pt x="2813530" y="1765725"/>
                </a:lnTo>
                <a:lnTo>
                  <a:pt x="2806188" y="1728330"/>
                </a:lnTo>
                <a:lnTo>
                  <a:pt x="2796522" y="1671038"/>
                </a:lnTo>
                <a:lnTo>
                  <a:pt x="2795442" y="1665301"/>
                </a:lnTo>
                <a:lnTo>
                  <a:pt x="2793911" y="1659727"/>
                </a:lnTo>
                <a:lnTo>
                  <a:pt x="2791186" y="1654399"/>
                </a:lnTo>
                <a:lnTo>
                  <a:pt x="2787536" y="1649669"/>
                </a:lnTo>
                <a:lnTo>
                  <a:pt x="2782830" y="1645257"/>
                </a:lnTo>
                <a:lnTo>
                  <a:pt x="2777321" y="1641271"/>
                </a:lnTo>
                <a:lnTo>
                  <a:pt x="2771764" y="1638440"/>
                </a:lnTo>
                <a:lnTo>
                  <a:pt x="2764513" y="1636614"/>
                </a:lnTo>
                <a:lnTo>
                  <a:pt x="2758473" y="1635436"/>
                </a:lnTo>
                <a:lnTo>
                  <a:pt x="2751295" y="1634773"/>
                </a:lnTo>
                <a:lnTo>
                  <a:pt x="2721904" y="1633946"/>
                </a:lnTo>
                <a:lnTo>
                  <a:pt x="2686318" y="1631008"/>
                </a:lnTo>
                <a:lnTo>
                  <a:pt x="2660275" y="1626425"/>
                </a:lnTo>
                <a:lnTo>
                  <a:pt x="2614785" y="1617536"/>
                </a:lnTo>
                <a:moveTo>
                  <a:pt x="2942477" y="2153605"/>
                </a:moveTo>
                <a:lnTo>
                  <a:pt x="2940643" y="2153294"/>
                </a:lnTo>
                <a:lnTo>
                  <a:pt x="2904214" y="2148514"/>
                </a:lnTo>
                <a:lnTo>
                  <a:pt x="2824644" y="2137408"/>
                </a:lnTo>
                <a:lnTo>
                  <a:pt x="2672241" y="2114516"/>
                </a:lnTo>
                <a:lnTo>
                  <a:pt x="2623837" y="2105873"/>
                </a:lnTo>
                <a:lnTo>
                  <a:pt x="2541788" y="2093244"/>
                </a:lnTo>
                <a:lnTo>
                  <a:pt x="2489759" y="2083865"/>
                </a:lnTo>
                <a:moveTo>
                  <a:pt x="2953738" y="2163066"/>
                </a:moveTo>
                <a:lnTo>
                  <a:pt x="2953722" y="2162903"/>
                </a:lnTo>
                <a:moveTo>
                  <a:pt x="2953206" y="2157935"/>
                </a:moveTo>
                <a:lnTo>
                  <a:pt x="2953198" y="2157771"/>
                </a:lnTo>
                <a:moveTo>
                  <a:pt x="2958919" y="2166692"/>
                </a:moveTo>
                <a:lnTo>
                  <a:pt x="2962774" y="2166978"/>
                </a:lnTo>
                <a:lnTo>
                  <a:pt x="3002158" y="2171365"/>
                </a:lnTo>
                <a:lnTo>
                  <a:pt x="3375560" y="2211306"/>
                </a:lnTo>
                <a:moveTo>
                  <a:pt x="2368342" y="510901"/>
                </a:moveTo>
                <a:lnTo>
                  <a:pt x="2360092" y="510492"/>
                </a:lnTo>
                <a:lnTo>
                  <a:pt x="2348576" y="509510"/>
                </a:lnTo>
                <a:lnTo>
                  <a:pt x="2336987" y="508511"/>
                </a:lnTo>
                <a:lnTo>
                  <a:pt x="2299166" y="505549"/>
                </a:lnTo>
                <a:lnTo>
                  <a:pt x="2290483" y="502790"/>
                </a:lnTo>
                <a:lnTo>
                  <a:pt x="2280768" y="497192"/>
                </a:lnTo>
                <a:lnTo>
                  <a:pt x="2270971" y="488369"/>
                </a:lnTo>
                <a:lnTo>
                  <a:pt x="2261027" y="477468"/>
                </a:lnTo>
                <a:lnTo>
                  <a:pt x="2259283" y="474087"/>
                </a:lnTo>
                <a:lnTo>
                  <a:pt x="2253972" y="463767"/>
                </a:lnTo>
                <a:lnTo>
                  <a:pt x="2249773" y="449624"/>
                </a:lnTo>
                <a:lnTo>
                  <a:pt x="2247792" y="438419"/>
                </a:lnTo>
                <a:lnTo>
                  <a:pt x="2244715" y="426364"/>
                </a:lnTo>
                <a:lnTo>
                  <a:pt x="2241637" y="415445"/>
                </a:lnTo>
                <a:lnTo>
                  <a:pt x="2234460" y="401147"/>
                </a:lnTo>
                <a:lnTo>
                  <a:pt x="2228534" y="393552"/>
                </a:lnTo>
                <a:lnTo>
                  <a:pt x="2216282" y="379196"/>
                </a:lnTo>
                <a:lnTo>
                  <a:pt x="2206968" y="371413"/>
                </a:lnTo>
                <a:lnTo>
                  <a:pt x="2192563" y="362451"/>
                </a:lnTo>
                <a:lnTo>
                  <a:pt x="2166438" y="350780"/>
                </a:lnTo>
                <a:lnTo>
                  <a:pt x="2163246" y="349487"/>
                </a:lnTo>
                <a:lnTo>
                  <a:pt x="2159211" y="347710"/>
                </a:lnTo>
                <a:lnTo>
                  <a:pt x="2147761" y="343119"/>
                </a:lnTo>
                <a:lnTo>
                  <a:pt x="2118559" y="331423"/>
                </a:lnTo>
                <a:lnTo>
                  <a:pt x="2101601" y="324638"/>
                </a:lnTo>
                <a:lnTo>
                  <a:pt x="2089307" y="319711"/>
                </a:lnTo>
                <a:lnTo>
                  <a:pt x="2087499" y="319163"/>
                </a:lnTo>
                <a:lnTo>
                  <a:pt x="2076744" y="314211"/>
                </a:lnTo>
                <a:lnTo>
                  <a:pt x="2073364" y="313090"/>
                </a:lnTo>
                <a:lnTo>
                  <a:pt x="2067479" y="311142"/>
                </a:lnTo>
                <a:lnTo>
                  <a:pt x="2058779" y="308253"/>
                </a:lnTo>
                <a:lnTo>
                  <a:pt x="2046756" y="306060"/>
                </a:lnTo>
                <a:lnTo>
                  <a:pt x="2034357" y="305446"/>
                </a:lnTo>
                <a:lnTo>
                  <a:pt x="2031950" y="305986"/>
                </a:lnTo>
                <a:lnTo>
                  <a:pt x="2022072" y="308204"/>
                </a:lnTo>
                <a:lnTo>
                  <a:pt x="2014215" y="311502"/>
                </a:lnTo>
                <a:lnTo>
                  <a:pt x="1989604" y="328788"/>
                </a:lnTo>
                <a:moveTo>
                  <a:pt x="2860263" y="1255716"/>
                </a:moveTo>
                <a:lnTo>
                  <a:pt x="2860484" y="1252958"/>
                </a:lnTo>
                <a:lnTo>
                  <a:pt x="2860787" y="1249086"/>
                </a:lnTo>
                <a:lnTo>
                  <a:pt x="2861172" y="1244192"/>
                </a:lnTo>
                <a:lnTo>
                  <a:pt x="2861974" y="1227234"/>
                </a:lnTo>
                <a:lnTo>
                  <a:pt x="2862097" y="1225204"/>
                </a:lnTo>
                <a:moveTo>
                  <a:pt x="2862424" y="1213516"/>
                </a:moveTo>
                <a:lnTo>
                  <a:pt x="2862309" y="1200839"/>
                </a:lnTo>
                <a:lnTo>
                  <a:pt x="2866082" y="1183258"/>
                </a:lnTo>
                <a:lnTo>
                  <a:pt x="2875413" y="1158705"/>
                </a:lnTo>
                <a:lnTo>
                  <a:pt x="2883082" y="1142794"/>
                </a:lnTo>
                <a:moveTo>
                  <a:pt x="2887329" y="1131835"/>
                </a:moveTo>
                <a:lnTo>
                  <a:pt x="2898550" y="1096388"/>
                </a:lnTo>
                <a:lnTo>
                  <a:pt x="2898910" y="1088785"/>
                </a:lnTo>
                <a:lnTo>
                  <a:pt x="2899033" y="1084177"/>
                </a:lnTo>
                <a:lnTo>
                  <a:pt x="2897593" y="1078865"/>
                </a:lnTo>
                <a:moveTo>
                  <a:pt x="2893378" y="1067971"/>
                </a:moveTo>
                <a:lnTo>
                  <a:pt x="2893091" y="1067390"/>
                </a:lnTo>
                <a:lnTo>
                  <a:pt x="2888451" y="1061481"/>
                </a:lnTo>
                <a:lnTo>
                  <a:pt x="2853364" y="1021983"/>
                </a:lnTo>
                <a:moveTo>
                  <a:pt x="2845400" y="1013348"/>
                </a:moveTo>
                <a:lnTo>
                  <a:pt x="2808013" y="974586"/>
                </a:lnTo>
                <a:moveTo>
                  <a:pt x="2971433" y="1218828"/>
                </a:moveTo>
                <a:lnTo>
                  <a:pt x="2945120" y="1218468"/>
                </a:lnTo>
                <a:lnTo>
                  <a:pt x="2937476" y="1220825"/>
                </a:lnTo>
                <a:moveTo>
                  <a:pt x="2936993" y="1227004"/>
                </a:moveTo>
                <a:lnTo>
                  <a:pt x="2944981" y="1229042"/>
                </a:lnTo>
                <a:lnTo>
                  <a:pt x="2971278" y="1230074"/>
                </a:lnTo>
                <a:moveTo>
                  <a:pt x="1014682" y="2166013"/>
                </a:moveTo>
                <a:lnTo>
                  <a:pt x="1015345" y="2166160"/>
                </a:lnTo>
                <a:lnTo>
                  <a:pt x="1035905" y="2170817"/>
                </a:lnTo>
                <a:lnTo>
                  <a:pt x="1041838" y="2189232"/>
                </a:lnTo>
                <a:lnTo>
                  <a:pt x="1043090" y="2193144"/>
                </a:lnTo>
                <a:lnTo>
                  <a:pt x="1047469" y="2198644"/>
                </a:lnTo>
                <a:lnTo>
                  <a:pt x="1077204" y="2222723"/>
                </a:lnTo>
                <a:lnTo>
                  <a:pt x="1084422" y="2224573"/>
                </a:lnTo>
                <a:lnTo>
                  <a:pt x="1101741" y="2216331"/>
                </a:lnTo>
                <a:lnTo>
                  <a:pt x="1104302" y="2209603"/>
                </a:lnTo>
                <a:lnTo>
                  <a:pt x="1104204" y="2208638"/>
                </a:lnTo>
                <a:lnTo>
                  <a:pt x="1098614" y="2180794"/>
                </a:lnTo>
                <a:lnTo>
                  <a:pt x="1097607" y="2175810"/>
                </a:lnTo>
                <a:lnTo>
                  <a:pt x="1097534" y="2172315"/>
                </a:lnTo>
                <a:lnTo>
                  <a:pt x="1097157" y="2155225"/>
                </a:lnTo>
                <a:moveTo>
                  <a:pt x="3447632" y="1372697"/>
                </a:moveTo>
                <a:lnTo>
                  <a:pt x="3422727" y="1373286"/>
                </a:lnTo>
                <a:lnTo>
                  <a:pt x="3397764" y="1376756"/>
                </a:lnTo>
                <a:lnTo>
                  <a:pt x="3348305" y="1387552"/>
                </a:lnTo>
                <a:lnTo>
                  <a:pt x="3307080" y="1399043"/>
                </a:lnTo>
                <a:moveTo>
                  <a:pt x="3295376" y="1403814"/>
                </a:moveTo>
                <a:lnTo>
                  <a:pt x="3230637" y="1438689"/>
                </a:lnTo>
                <a:moveTo>
                  <a:pt x="3220848" y="1444884"/>
                </a:moveTo>
                <a:lnTo>
                  <a:pt x="3211518" y="1451694"/>
                </a:lnTo>
                <a:lnTo>
                  <a:pt x="3203652" y="1457398"/>
                </a:lnTo>
                <a:lnTo>
                  <a:pt x="3182446" y="1474078"/>
                </a:lnTo>
                <a:lnTo>
                  <a:pt x="3154152" y="1498427"/>
                </a:lnTo>
                <a:lnTo>
                  <a:pt x="3138987" y="1509411"/>
                </a:lnTo>
                <a:lnTo>
                  <a:pt x="3132955" y="1498239"/>
                </a:lnTo>
                <a:lnTo>
                  <a:pt x="3117576" y="1478555"/>
                </a:lnTo>
                <a:moveTo>
                  <a:pt x="2536542" y="509195"/>
                </a:moveTo>
                <a:lnTo>
                  <a:pt x="2536435" y="478090"/>
                </a:lnTo>
                <a:lnTo>
                  <a:pt x="2536169" y="474640"/>
                </a:lnTo>
                <a:moveTo>
                  <a:pt x="2532179" y="553952"/>
                </a:moveTo>
                <a:lnTo>
                  <a:pt x="2535068" y="546807"/>
                </a:lnTo>
                <a:lnTo>
                  <a:pt x="2538097" y="526255"/>
                </a:lnTo>
                <a:lnTo>
                  <a:pt x="2537900" y="524827"/>
                </a:lnTo>
                <a:moveTo>
                  <a:pt x="2525824" y="523915"/>
                </a:moveTo>
                <a:lnTo>
                  <a:pt x="2528308" y="546070"/>
                </a:lnTo>
                <a:lnTo>
                  <a:pt x="2527256" y="551963"/>
                </a:lnTo>
                <a:moveTo>
                  <a:pt x="2783673" y="748407"/>
                </a:moveTo>
                <a:lnTo>
                  <a:pt x="2791939" y="749619"/>
                </a:lnTo>
                <a:lnTo>
                  <a:pt x="2843362" y="752999"/>
                </a:lnTo>
                <a:moveTo>
                  <a:pt x="1431887" y="2628789"/>
                </a:moveTo>
                <a:lnTo>
                  <a:pt x="1432051" y="2628797"/>
                </a:lnTo>
                <a:moveTo>
                  <a:pt x="1291621" y="2620019"/>
                </a:moveTo>
                <a:lnTo>
                  <a:pt x="1304193" y="2620956"/>
                </a:lnTo>
                <a:lnTo>
                  <a:pt x="1320054" y="2622045"/>
                </a:lnTo>
                <a:lnTo>
                  <a:pt x="1326004" y="2622462"/>
                </a:lnTo>
                <a:lnTo>
                  <a:pt x="1348168" y="2624451"/>
                </a:lnTo>
                <a:lnTo>
                  <a:pt x="1361419" y="2625990"/>
                </a:lnTo>
                <a:moveTo>
                  <a:pt x="1427251" y="2624504"/>
                </a:moveTo>
                <a:lnTo>
                  <a:pt x="1427238" y="2624668"/>
                </a:lnTo>
                <a:moveTo>
                  <a:pt x="1437829" y="2621881"/>
                </a:moveTo>
                <a:lnTo>
                  <a:pt x="1437665" y="2621873"/>
                </a:lnTo>
                <a:moveTo>
                  <a:pt x="1440546" y="2624234"/>
                </a:moveTo>
                <a:lnTo>
                  <a:pt x="1440546" y="2624071"/>
                </a:lnTo>
                <a:moveTo>
                  <a:pt x="1050514" y="2610161"/>
                </a:moveTo>
                <a:lnTo>
                  <a:pt x="1170564" y="2613500"/>
                </a:lnTo>
                <a:lnTo>
                  <a:pt x="1215104" y="2614933"/>
                </a:lnTo>
                <a:lnTo>
                  <a:pt x="1244642" y="2616038"/>
                </a:lnTo>
                <a:lnTo>
                  <a:pt x="1253678" y="2616357"/>
                </a:lnTo>
                <a:moveTo>
                  <a:pt x="1424562" y="2293200"/>
                </a:moveTo>
                <a:lnTo>
                  <a:pt x="1430348" y="2339500"/>
                </a:lnTo>
                <a:lnTo>
                  <a:pt x="1434768" y="2407775"/>
                </a:lnTo>
                <a:lnTo>
                  <a:pt x="1435889" y="2432336"/>
                </a:lnTo>
                <a:lnTo>
                  <a:pt x="1436548" y="2442788"/>
                </a:lnTo>
                <a:moveTo>
                  <a:pt x="1450249" y="2621930"/>
                </a:moveTo>
                <a:lnTo>
                  <a:pt x="1446525" y="2621947"/>
                </a:lnTo>
                <a:moveTo>
                  <a:pt x="670925" y="3008231"/>
                </a:moveTo>
                <a:lnTo>
                  <a:pt x="677857" y="2866033"/>
                </a:lnTo>
                <a:lnTo>
                  <a:pt x="678340" y="2826355"/>
                </a:lnTo>
                <a:lnTo>
                  <a:pt x="682023" y="2749060"/>
                </a:lnTo>
                <a:lnTo>
                  <a:pt x="684994" y="2708441"/>
                </a:lnTo>
                <a:lnTo>
                  <a:pt x="685231" y="2703661"/>
                </a:lnTo>
                <a:lnTo>
                  <a:pt x="688227" y="2629886"/>
                </a:lnTo>
                <a:lnTo>
                  <a:pt x="689716" y="2600430"/>
                </a:lnTo>
                <a:moveTo>
                  <a:pt x="663239" y="2587785"/>
                </a:moveTo>
                <a:lnTo>
                  <a:pt x="682768" y="2589962"/>
                </a:lnTo>
                <a:moveTo>
                  <a:pt x="694832" y="2591239"/>
                </a:moveTo>
                <a:lnTo>
                  <a:pt x="711765" y="2592941"/>
                </a:lnTo>
                <a:moveTo>
                  <a:pt x="117570" y="2537949"/>
                </a:moveTo>
                <a:lnTo>
                  <a:pt x="143442" y="2538465"/>
                </a:lnTo>
                <a:lnTo>
                  <a:pt x="214041" y="2543899"/>
                </a:lnTo>
                <a:lnTo>
                  <a:pt x="306158" y="2552428"/>
                </a:lnTo>
                <a:lnTo>
                  <a:pt x="383559" y="2559638"/>
                </a:lnTo>
                <a:lnTo>
                  <a:pt x="599269" y="2581515"/>
                </a:lnTo>
                <a:lnTo>
                  <a:pt x="653876" y="2586713"/>
                </a:lnTo>
                <a:moveTo>
                  <a:pt x="690527" y="2583316"/>
                </a:moveTo>
                <a:lnTo>
                  <a:pt x="691345" y="2564172"/>
                </a:lnTo>
                <a:moveTo>
                  <a:pt x="2161110" y="2690402"/>
                </a:moveTo>
                <a:lnTo>
                  <a:pt x="2162420" y="2720963"/>
                </a:lnTo>
                <a:lnTo>
                  <a:pt x="2163312" y="2729843"/>
                </a:lnTo>
                <a:lnTo>
                  <a:pt x="2164940" y="2753562"/>
                </a:lnTo>
                <a:lnTo>
                  <a:pt x="2168714" y="2796179"/>
                </a:lnTo>
                <a:lnTo>
                  <a:pt x="2170719" y="2815789"/>
                </a:lnTo>
                <a:lnTo>
                  <a:pt x="2173428" y="2840629"/>
                </a:lnTo>
                <a:lnTo>
                  <a:pt x="2175998" y="2865550"/>
                </a:lnTo>
                <a:lnTo>
                  <a:pt x="2176170" y="2867195"/>
                </a:lnTo>
                <a:lnTo>
                  <a:pt x="2180033" y="2897323"/>
                </a:lnTo>
                <a:lnTo>
                  <a:pt x="2181637" y="2912259"/>
                </a:lnTo>
                <a:moveTo>
                  <a:pt x="2157566" y="2606593"/>
                </a:moveTo>
                <a:lnTo>
                  <a:pt x="2157624" y="2633577"/>
                </a:lnTo>
                <a:lnTo>
                  <a:pt x="2158082" y="2650331"/>
                </a:lnTo>
                <a:lnTo>
                  <a:pt x="2159522" y="2683912"/>
                </a:lnTo>
                <a:moveTo>
                  <a:pt x="2199405" y="2926762"/>
                </a:moveTo>
                <a:lnTo>
                  <a:pt x="2196042" y="2896381"/>
                </a:lnTo>
                <a:lnTo>
                  <a:pt x="2188602" y="2829580"/>
                </a:lnTo>
                <a:lnTo>
                  <a:pt x="2184444" y="2795123"/>
                </a:lnTo>
                <a:lnTo>
                  <a:pt x="2178633" y="2720153"/>
                </a:lnTo>
                <a:lnTo>
                  <a:pt x="2176378" y="2674156"/>
                </a:lnTo>
                <a:moveTo>
                  <a:pt x="2175908" y="2647454"/>
                </a:moveTo>
                <a:lnTo>
                  <a:pt x="2175237" y="2574747"/>
                </a:lnTo>
                <a:lnTo>
                  <a:pt x="2175237" y="2574329"/>
                </a:lnTo>
                <a:moveTo>
                  <a:pt x="2169237" y="2569640"/>
                </a:moveTo>
                <a:lnTo>
                  <a:pt x="2169401" y="2569648"/>
                </a:lnTo>
                <a:moveTo>
                  <a:pt x="2167175" y="2559376"/>
                </a:moveTo>
                <a:lnTo>
                  <a:pt x="2167011" y="2559376"/>
                </a:lnTo>
                <a:moveTo>
                  <a:pt x="2171496" y="2559352"/>
                </a:moveTo>
                <a:lnTo>
                  <a:pt x="2171333" y="2559352"/>
                </a:lnTo>
                <a:moveTo>
                  <a:pt x="2175392" y="2563362"/>
                </a:moveTo>
                <a:lnTo>
                  <a:pt x="2175400" y="2563198"/>
                </a:lnTo>
                <a:moveTo>
                  <a:pt x="2169753" y="2564033"/>
                </a:moveTo>
                <a:lnTo>
                  <a:pt x="2169908" y="2564320"/>
                </a:lnTo>
                <a:moveTo>
                  <a:pt x="2171570" y="2647761"/>
                </a:moveTo>
                <a:lnTo>
                  <a:pt x="2170833" y="2642523"/>
                </a:lnTo>
                <a:lnTo>
                  <a:pt x="2166332" y="2574837"/>
                </a:lnTo>
                <a:moveTo>
                  <a:pt x="2158704" y="2574906"/>
                </a:moveTo>
                <a:lnTo>
                  <a:pt x="2158868" y="2604047"/>
                </a:lnTo>
                <a:moveTo>
                  <a:pt x="2181129" y="2569746"/>
                </a:moveTo>
                <a:lnTo>
                  <a:pt x="2227028" y="2570008"/>
                </a:lnTo>
                <a:lnTo>
                  <a:pt x="2341186" y="2569320"/>
                </a:lnTo>
                <a:moveTo>
                  <a:pt x="2108169" y="2567426"/>
                </a:moveTo>
                <a:lnTo>
                  <a:pt x="2150323" y="2568895"/>
                </a:lnTo>
                <a:lnTo>
                  <a:pt x="2152406" y="2568944"/>
                </a:lnTo>
                <a:moveTo>
                  <a:pt x="2153040" y="2559065"/>
                </a:moveTo>
                <a:lnTo>
                  <a:pt x="2150102" y="2558877"/>
                </a:lnTo>
                <a:lnTo>
                  <a:pt x="2133037" y="2557625"/>
                </a:lnTo>
                <a:moveTo>
                  <a:pt x="2341317" y="2566701"/>
                </a:moveTo>
                <a:lnTo>
                  <a:pt x="2217976" y="2561668"/>
                </a:lnTo>
                <a:lnTo>
                  <a:pt x="2181309" y="2559646"/>
                </a:lnTo>
                <a:moveTo>
                  <a:pt x="2161683" y="2495795"/>
                </a:moveTo>
                <a:lnTo>
                  <a:pt x="2160504" y="2522628"/>
                </a:lnTo>
                <a:lnTo>
                  <a:pt x="2159293" y="2553672"/>
                </a:lnTo>
                <a:lnTo>
                  <a:pt x="2159228" y="2554682"/>
                </a:lnTo>
                <a:moveTo>
                  <a:pt x="656504" y="1197303"/>
                </a:moveTo>
                <a:lnTo>
                  <a:pt x="682972" y="1188546"/>
                </a:lnTo>
                <a:lnTo>
                  <a:pt x="688129" y="1187113"/>
                </a:lnTo>
                <a:moveTo>
                  <a:pt x="694868" y="1186467"/>
                </a:moveTo>
                <a:lnTo>
                  <a:pt x="707759" y="1182812"/>
                </a:lnTo>
                <a:lnTo>
                  <a:pt x="711896" y="1181589"/>
                </a:lnTo>
                <a:lnTo>
                  <a:pt x="737076" y="1174996"/>
                </a:lnTo>
                <a:lnTo>
                  <a:pt x="739003" y="1174726"/>
                </a:lnTo>
                <a:lnTo>
                  <a:pt x="762509" y="1171448"/>
                </a:lnTo>
                <a:lnTo>
                  <a:pt x="773513" y="1170511"/>
                </a:lnTo>
                <a:lnTo>
                  <a:pt x="801746" y="1168097"/>
                </a:lnTo>
                <a:lnTo>
                  <a:pt x="821106" y="1167303"/>
                </a:lnTo>
                <a:moveTo>
                  <a:pt x="833088" y="1167020"/>
                </a:moveTo>
                <a:lnTo>
                  <a:pt x="996292" y="1166054"/>
                </a:lnTo>
                <a:moveTo>
                  <a:pt x="1213975" y="1103566"/>
                </a:moveTo>
                <a:lnTo>
                  <a:pt x="1213435" y="1147762"/>
                </a:lnTo>
                <a:moveTo>
                  <a:pt x="1088621" y="1159491"/>
                </a:moveTo>
                <a:lnTo>
                  <a:pt x="1002855" y="1162011"/>
                </a:lnTo>
                <a:moveTo>
                  <a:pt x="1172447" y="1157273"/>
                </a:moveTo>
                <a:lnTo>
                  <a:pt x="1102706" y="1157764"/>
                </a:lnTo>
                <a:lnTo>
                  <a:pt x="1095128" y="1157985"/>
                </a:lnTo>
                <a:moveTo>
                  <a:pt x="1213042" y="1177431"/>
                </a:moveTo>
                <a:lnTo>
                  <a:pt x="1213156" y="1187948"/>
                </a:lnTo>
                <a:moveTo>
                  <a:pt x="1158607" y="1170621"/>
                </a:moveTo>
                <a:lnTo>
                  <a:pt x="1206355" y="1170302"/>
                </a:lnTo>
                <a:moveTo>
                  <a:pt x="1390719" y="1160808"/>
                </a:moveTo>
                <a:lnTo>
                  <a:pt x="1318491" y="1157731"/>
                </a:lnTo>
                <a:lnTo>
                  <a:pt x="1291891" y="1158050"/>
                </a:lnTo>
                <a:lnTo>
                  <a:pt x="1242359" y="1158517"/>
                </a:lnTo>
                <a:moveTo>
                  <a:pt x="1242113" y="1158517"/>
                </a:moveTo>
                <a:lnTo>
                  <a:pt x="1239052" y="1158549"/>
                </a:lnTo>
                <a:lnTo>
                  <a:pt x="1235238" y="1158631"/>
                </a:lnTo>
                <a:lnTo>
                  <a:pt x="1231195" y="1158435"/>
                </a:lnTo>
                <a:moveTo>
                  <a:pt x="1224385" y="1147746"/>
                </a:moveTo>
                <a:lnTo>
                  <a:pt x="1224557" y="1117897"/>
                </a:lnTo>
                <a:lnTo>
                  <a:pt x="1224590" y="1096044"/>
                </a:lnTo>
                <a:lnTo>
                  <a:pt x="1223542" y="1064894"/>
                </a:lnTo>
                <a:lnTo>
                  <a:pt x="1220318" y="1036281"/>
                </a:lnTo>
                <a:lnTo>
                  <a:pt x="1217150" y="1017997"/>
                </a:lnTo>
                <a:lnTo>
                  <a:pt x="1214523" y="1003527"/>
                </a:lnTo>
                <a:lnTo>
                  <a:pt x="1208237" y="978457"/>
                </a:lnTo>
                <a:lnTo>
                  <a:pt x="1197311" y="950434"/>
                </a:lnTo>
                <a:lnTo>
                  <a:pt x="1185206" y="923278"/>
                </a:lnTo>
                <a:lnTo>
                  <a:pt x="1170646" y="897251"/>
                </a:lnTo>
                <a:lnTo>
                  <a:pt x="1153025" y="870995"/>
                </a:lnTo>
                <a:lnTo>
                  <a:pt x="1138190" y="850092"/>
                </a:lnTo>
                <a:moveTo>
                  <a:pt x="1231531" y="1169639"/>
                </a:moveTo>
                <a:lnTo>
                  <a:pt x="1235001" y="1169541"/>
                </a:lnTo>
                <a:moveTo>
                  <a:pt x="1224443" y="1200151"/>
                </a:moveTo>
                <a:lnTo>
                  <a:pt x="1224549" y="1188161"/>
                </a:lnTo>
                <a:lnTo>
                  <a:pt x="1224443" y="1177308"/>
                </a:lnTo>
                <a:moveTo>
                  <a:pt x="1055545" y="135814"/>
                </a:moveTo>
                <a:lnTo>
                  <a:pt x="1055474" y="137827"/>
                </a:lnTo>
                <a:lnTo>
                  <a:pt x="1053452" y="197648"/>
                </a:lnTo>
                <a:lnTo>
                  <a:pt x="1052554" y="220077"/>
                </a:lnTo>
                <a:moveTo>
                  <a:pt x="1058238" y="79752"/>
                </a:moveTo>
                <a:lnTo>
                  <a:pt x="1056047" y="123934"/>
                </a:lnTo>
                <a:moveTo>
                  <a:pt x="1074323" y="124233"/>
                </a:moveTo>
                <a:lnTo>
                  <a:pt x="1074928" y="87705"/>
                </a:lnTo>
                <a:lnTo>
                  <a:pt x="1072718" y="39138"/>
                </a:lnTo>
                <a:lnTo>
                  <a:pt x="1073029" y="0"/>
                </a:lnTo>
                <a:moveTo>
                  <a:pt x="1074102" y="135646"/>
                </a:moveTo>
                <a:lnTo>
                  <a:pt x="1074110" y="135482"/>
                </a:lnTo>
                <a:moveTo>
                  <a:pt x="1113747" y="130977"/>
                </a:moveTo>
                <a:lnTo>
                  <a:pt x="1091019" y="129921"/>
                </a:lnTo>
                <a:lnTo>
                  <a:pt x="1087328" y="129773"/>
                </a:lnTo>
                <a:lnTo>
                  <a:pt x="1081476" y="129839"/>
                </a:lnTo>
                <a:moveTo>
                  <a:pt x="1052159" y="231527"/>
                </a:moveTo>
                <a:lnTo>
                  <a:pt x="1051668" y="250258"/>
                </a:lnTo>
                <a:moveTo>
                  <a:pt x="1009280" y="223552"/>
                </a:moveTo>
                <a:lnTo>
                  <a:pt x="1011089" y="223822"/>
                </a:lnTo>
                <a:lnTo>
                  <a:pt x="1027597" y="225532"/>
                </a:lnTo>
                <a:lnTo>
                  <a:pt x="1043827" y="226514"/>
                </a:lnTo>
                <a:moveTo>
                  <a:pt x="1081770" y="225950"/>
                </a:moveTo>
                <a:lnTo>
                  <a:pt x="1085347" y="225606"/>
                </a:lnTo>
                <a:lnTo>
                  <a:pt x="1089276" y="225229"/>
                </a:lnTo>
                <a:lnTo>
                  <a:pt x="1096069" y="224501"/>
                </a:lnTo>
                <a:lnTo>
                  <a:pt x="1114779" y="222340"/>
                </a:lnTo>
                <a:lnTo>
                  <a:pt x="1137695" y="218739"/>
                </a:lnTo>
                <a:lnTo>
                  <a:pt x="1156749" y="214941"/>
                </a:lnTo>
                <a:lnTo>
                  <a:pt x="1167258" y="212494"/>
                </a:lnTo>
                <a:lnTo>
                  <a:pt x="1199906" y="204711"/>
                </a:lnTo>
                <a:lnTo>
                  <a:pt x="1246664" y="192851"/>
                </a:lnTo>
                <a:lnTo>
                  <a:pt x="1303914" y="178725"/>
                </a:lnTo>
                <a:lnTo>
                  <a:pt x="1377567" y="163936"/>
                </a:lnTo>
                <a:lnTo>
                  <a:pt x="1411041" y="157273"/>
                </a:lnTo>
                <a:lnTo>
                  <a:pt x="1417204" y="155571"/>
                </a:lnTo>
                <a:lnTo>
                  <a:pt x="1462595" y="146789"/>
                </a:lnTo>
                <a:moveTo>
                  <a:pt x="1068231" y="281928"/>
                </a:moveTo>
                <a:lnTo>
                  <a:pt x="1070558" y="232012"/>
                </a:lnTo>
                <a:moveTo>
                  <a:pt x="691893" y="2551192"/>
                </a:moveTo>
                <a:lnTo>
                  <a:pt x="693031" y="2527105"/>
                </a:lnTo>
                <a:lnTo>
                  <a:pt x="693031" y="2524813"/>
                </a:lnTo>
                <a:lnTo>
                  <a:pt x="693498" y="2515172"/>
                </a:lnTo>
                <a:lnTo>
                  <a:pt x="693506" y="2499204"/>
                </a:lnTo>
                <a:lnTo>
                  <a:pt x="693154" y="2487287"/>
                </a:lnTo>
                <a:lnTo>
                  <a:pt x="690952" y="2459132"/>
                </a:lnTo>
                <a:lnTo>
                  <a:pt x="690846" y="2458036"/>
                </a:lnTo>
                <a:moveTo>
                  <a:pt x="578178" y="2167895"/>
                </a:moveTo>
                <a:lnTo>
                  <a:pt x="571385" y="2120965"/>
                </a:lnTo>
                <a:lnTo>
                  <a:pt x="570599" y="2086967"/>
                </a:lnTo>
                <a:lnTo>
                  <a:pt x="571295" y="2075042"/>
                </a:lnTo>
                <a:moveTo>
                  <a:pt x="689021" y="2446537"/>
                </a:moveTo>
                <a:lnTo>
                  <a:pt x="678397" y="2399819"/>
                </a:lnTo>
                <a:lnTo>
                  <a:pt x="664901" y="2368121"/>
                </a:lnTo>
                <a:lnTo>
                  <a:pt x="647263" y="2333296"/>
                </a:lnTo>
                <a:lnTo>
                  <a:pt x="636149" y="2311492"/>
                </a:lnTo>
                <a:lnTo>
                  <a:pt x="609778" y="2259946"/>
                </a:lnTo>
                <a:moveTo>
                  <a:pt x="604900" y="2248742"/>
                </a:moveTo>
                <a:lnTo>
                  <a:pt x="592190" y="2213352"/>
                </a:lnTo>
                <a:lnTo>
                  <a:pt x="580944" y="2179566"/>
                </a:lnTo>
                <a:moveTo>
                  <a:pt x="1357973" y="1983294"/>
                </a:moveTo>
                <a:lnTo>
                  <a:pt x="1358014" y="1983457"/>
                </a:lnTo>
                <a:moveTo>
                  <a:pt x="1361934" y="1972719"/>
                </a:moveTo>
                <a:lnTo>
                  <a:pt x="1361771" y="1972719"/>
                </a:lnTo>
                <a:moveTo>
                  <a:pt x="1367876" y="1979733"/>
                </a:moveTo>
                <a:lnTo>
                  <a:pt x="1367843" y="1979570"/>
                </a:lnTo>
                <a:moveTo>
                  <a:pt x="1362098" y="1978506"/>
                </a:moveTo>
                <a:lnTo>
                  <a:pt x="1362221" y="1978399"/>
                </a:lnTo>
                <a:moveTo>
                  <a:pt x="1363923" y="1985372"/>
                </a:moveTo>
                <a:lnTo>
                  <a:pt x="1363800" y="1985487"/>
                </a:lnTo>
                <a:moveTo>
                  <a:pt x="1360518" y="1994191"/>
                </a:moveTo>
                <a:lnTo>
                  <a:pt x="1360662" y="1994805"/>
                </a:lnTo>
                <a:moveTo>
                  <a:pt x="1360715" y="1995038"/>
                </a:moveTo>
                <a:lnTo>
                  <a:pt x="1363882" y="2009148"/>
                </a:lnTo>
                <a:moveTo>
                  <a:pt x="1356336" y="1976419"/>
                </a:moveTo>
                <a:lnTo>
                  <a:pt x="1356377" y="1976574"/>
                </a:lnTo>
                <a:moveTo>
                  <a:pt x="1363907" y="1989481"/>
                </a:moveTo>
                <a:lnTo>
                  <a:pt x="1364070" y="1989481"/>
                </a:lnTo>
                <a:moveTo>
                  <a:pt x="1311501" y="1991642"/>
                </a:moveTo>
                <a:lnTo>
                  <a:pt x="1353872" y="1990095"/>
                </a:lnTo>
                <a:moveTo>
                  <a:pt x="1353095" y="1990160"/>
                </a:moveTo>
                <a:lnTo>
                  <a:pt x="1353259" y="1990152"/>
                </a:lnTo>
                <a:moveTo>
                  <a:pt x="1348970" y="1973161"/>
                </a:moveTo>
                <a:lnTo>
                  <a:pt x="1348806" y="1973178"/>
                </a:lnTo>
                <a:moveTo>
                  <a:pt x="1349682" y="1973104"/>
                </a:moveTo>
                <a:lnTo>
                  <a:pt x="1323082" y="1974061"/>
                </a:lnTo>
                <a:moveTo>
                  <a:pt x="1340556" y="1917858"/>
                </a:moveTo>
                <a:lnTo>
                  <a:pt x="1352833" y="1963152"/>
                </a:lnTo>
                <a:moveTo>
                  <a:pt x="1352899" y="1963381"/>
                </a:moveTo>
                <a:lnTo>
                  <a:pt x="1353701" y="1966376"/>
                </a:lnTo>
                <a:lnTo>
                  <a:pt x="1354003" y="1967506"/>
                </a:lnTo>
                <a:moveTo>
                  <a:pt x="1213222" y="1194397"/>
                </a:moveTo>
                <a:lnTo>
                  <a:pt x="1213533" y="1233773"/>
                </a:lnTo>
                <a:lnTo>
                  <a:pt x="1214589" y="1254226"/>
                </a:lnTo>
                <a:lnTo>
                  <a:pt x="1215751" y="1282274"/>
                </a:lnTo>
                <a:lnTo>
                  <a:pt x="1217772" y="1312033"/>
                </a:lnTo>
                <a:lnTo>
                  <a:pt x="1220973" y="1347767"/>
                </a:lnTo>
                <a:lnTo>
                  <a:pt x="1224074" y="1382490"/>
                </a:lnTo>
                <a:moveTo>
                  <a:pt x="1377370" y="1989096"/>
                </a:moveTo>
                <a:lnTo>
                  <a:pt x="1381602" y="1988982"/>
                </a:lnTo>
                <a:lnTo>
                  <a:pt x="1385383" y="1988884"/>
                </a:lnTo>
                <a:lnTo>
                  <a:pt x="1388272" y="1988794"/>
                </a:lnTo>
                <a:moveTo>
                  <a:pt x="1388517" y="1988794"/>
                </a:moveTo>
                <a:lnTo>
                  <a:pt x="1390965" y="1988728"/>
                </a:lnTo>
                <a:moveTo>
                  <a:pt x="615597" y="2014493"/>
                </a:moveTo>
                <a:lnTo>
                  <a:pt x="703474" y="2018618"/>
                </a:lnTo>
                <a:lnTo>
                  <a:pt x="755438" y="2018471"/>
                </a:lnTo>
                <a:lnTo>
                  <a:pt x="814587" y="2016408"/>
                </a:lnTo>
                <a:lnTo>
                  <a:pt x="1010418" y="2007241"/>
                </a:lnTo>
                <a:moveTo>
                  <a:pt x="1369186" y="1986355"/>
                </a:moveTo>
                <a:lnTo>
                  <a:pt x="1369161" y="1986199"/>
                </a:lnTo>
                <a:moveTo>
                  <a:pt x="1380652" y="2032990"/>
                </a:moveTo>
                <a:lnTo>
                  <a:pt x="1371297" y="1994899"/>
                </a:lnTo>
                <a:lnTo>
                  <a:pt x="1371101" y="1994204"/>
                </a:lnTo>
                <a:moveTo>
                  <a:pt x="1371166" y="1994425"/>
                </a:moveTo>
                <a:lnTo>
                  <a:pt x="1371117" y="1994261"/>
                </a:lnTo>
                <a:moveTo>
                  <a:pt x="1253015" y="1490046"/>
                </a:moveTo>
                <a:lnTo>
                  <a:pt x="1248251" y="1469929"/>
                </a:lnTo>
                <a:lnTo>
                  <a:pt x="1241958" y="1436061"/>
                </a:lnTo>
                <a:lnTo>
                  <a:pt x="1237112" y="1404674"/>
                </a:lnTo>
                <a:lnTo>
                  <a:pt x="1232038" y="1366730"/>
                </a:lnTo>
                <a:lnTo>
                  <a:pt x="1230033" y="1347120"/>
                </a:lnTo>
                <a:lnTo>
                  <a:pt x="1228625" y="1333354"/>
                </a:lnTo>
                <a:lnTo>
                  <a:pt x="1227185" y="1310560"/>
                </a:lnTo>
                <a:moveTo>
                  <a:pt x="1365265" y="1968246"/>
                </a:moveTo>
                <a:lnTo>
                  <a:pt x="1364602" y="1965312"/>
                </a:lnTo>
                <a:lnTo>
                  <a:pt x="1363522" y="1960627"/>
                </a:lnTo>
                <a:moveTo>
                  <a:pt x="1363473" y="1960389"/>
                </a:moveTo>
                <a:lnTo>
                  <a:pt x="1358783" y="1939973"/>
                </a:lnTo>
                <a:lnTo>
                  <a:pt x="1341735" y="1867450"/>
                </a:lnTo>
                <a:lnTo>
                  <a:pt x="1277360" y="1596494"/>
                </a:lnTo>
                <a:moveTo>
                  <a:pt x="1009600" y="1990987"/>
                </a:moveTo>
                <a:lnTo>
                  <a:pt x="812468" y="2000898"/>
                </a:lnTo>
                <a:lnTo>
                  <a:pt x="763090" y="2001823"/>
                </a:lnTo>
                <a:lnTo>
                  <a:pt x="756330" y="2001733"/>
                </a:lnTo>
                <a:moveTo>
                  <a:pt x="749799" y="2000334"/>
                </a:moveTo>
                <a:lnTo>
                  <a:pt x="675647" y="1999311"/>
                </a:lnTo>
                <a:lnTo>
                  <a:pt x="672107" y="1999172"/>
                </a:lnTo>
                <a:moveTo>
                  <a:pt x="669951" y="1997862"/>
                </a:moveTo>
                <a:lnTo>
                  <a:pt x="630428" y="1998779"/>
                </a:lnTo>
                <a:moveTo>
                  <a:pt x="2401898" y="517064"/>
                </a:moveTo>
                <a:lnTo>
                  <a:pt x="2402717" y="517113"/>
                </a:lnTo>
                <a:lnTo>
                  <a:pt x="2418873" y="517915"/>
                </a:lnTo>
                <a:lnTo>
                  <a:pt x="2428326" y="518382"/>
                </a:lnTo>
                <a:lnTo>
                  <a:pt x="2436985" y="518382"/>
                </a:lnTo>
                <a:lnTo>
                  <a:pt x="2466875" y="518374"/>
                </a:lnTo>
                <a:lnTo>
                  <a:pt x="2469420" y="518366"/>
                </a:lnTo>
                <a:lnTo>
                  <a:pt x="2520205" y="519102"/>
                </a:lnTo>
                <a:moveTo>
                  <a:pt x="2390080" y="617672"/>
                </a:moveTo>
                <a:lnTo>
                  <a:pt x="2390505" y="602265"/>
                </a:lnTo>
                <a:lnTo>
                  <a:pt x="2390988" y="588507"/>
                </a:lnTo>
                <a:lnTo>
                  <a:pt x="2392232" y="547650"/>
                </a:lnTo>
                <a:lnTo>
                  <a:pt x="2393067" y="522973"/>
                </a:lnTo>
                <a:lnTo>
                  <a:pt x="2393161" y="521144"/>
                </a:lnTo>
                <a:moveTo>
                  <a:pt x="2394463" y="480819"/>
                </a:moveTo>
                <a:lnTo>
                  <a:pt x="2395285" y="456777"/>
                </a:lnTo>
                <a:lnTo>
                  <a:pt x="2397184" y="399674"/>
                </a:lnTo>
                <a:lnTo>
                  <a:pt x="2397462" y="386955"/>
                </a:lnTo>
                <a:lnTo>
                  <a:pt x="2398674" y="351295"/>
                </a:lnTo>
                <a:lnTo>
                  <a:pt x="2401906" y="254125"/>
                </a:lnTo>
                <a:moveTo>
                  <a:pt x="2402209" y="244508"/>
                </a:moveTo>
                <a:lnTo>
                  <a:pt x="2402545" y="233336"/>
                </a:lnTo>
                <a:moveTo>
                  <a:pt x="2393746" y="504362"/>
                </a:moveTo>
                <a:lnTo>
                  <a:pt x="2393755" y="504141"/>
                </a:lnTo>
                <a:lnTo>
                  <a:pt x="2393984" y="496529"/>
                </a:lnTo>
                <a:moveTo>
                  <a:pt x="2407116" y="510697"/>
                </a:moveTo>
                <a:lnTo>
                  <a:pt x="2402271" y="510566"/>
                </a:lnTo>
                <a:moveTo>
                  <a:pt x="2390694" y="82074"/>
                </a:moveTo>
                <a:lnTo>
                  <a:pt x="2390186" y="112091"/>
                </a:lnTo>
                <a:moveTo>
                  <a:pt x="2406310" y="117579"/>
                </a:moveTo>
                <a:lnTo>
                  <a:pt x="2407677" y="81215"/>
                </a:lnTo>
                <a:moveTo>
                  <a:pt x="2219498" y="2039431"/>
                </a:moveTo>
                <a:lnTo>
                  <a:pt x="2219343" y="2039407"/>
                </a:lnTo>
                <a:moveTo>
                  <a:pt x="2212853" y="2038244"/>
                </a:moveTo>
                <a:lnTo>
                  <a:pt x="2212689" y="2038220"/>
                </a:lnTo>
                <a:moveTo>
                  <a:pt x="2214719" y="2048622"/>
                </a:moveTo>
                <a:lnTo>
                  <a:pt x="2214882" y="2048647"/>
                </a:lnTo>
                <a:moveTo>
                  <a:pt x="2205757" y="2042492"/>
                </a:moveTo>
                <a:lnTo>
                  <a:pt x="2205707" y="2042652"/>
                </a:lnTo>
                <a:moveTo>
                  <a:pt x="2178727" y="2176718"/>
                </a:moveTo>
                <a:lnTo>
                  <a:pt x="2173829" y="2231530"/>
                </a:lnTo>
                <a:lnTo>
                  <a:pt x="2169917" y="2312609"/>
                </a:lnTo>
                <a:moveTo>
                  <a:pt x="2191155" y="2093580"/>
                </a:moveTo>
                <a:lnTo>
                  <a:pt x="2188610" y="2104743"/>
                </a:lnTo>
                <a:lnTo>
                  <a:pt x="2178355" y="2166152"/>
                </a:lnTo>
                <a:lnTo>
                  <a:pt x="2178003" y="2170080"/>
                </a:lnTo>
                <a:moveTo>
                  <a:pt x="2169376" y="2324358"/>
                </a:moveTo>
                <a:lnTo>
                  <a:pt x="2167600" y="2365060"/>
                </a:lnTo>
                <a:moveTo>
                  <a:pt x="2166004" y="2371550"/>
                </a:moveTo>
                <a:lnTo>
                  <a:pt x="2163811" y="2421754"/>
                </a:lnTo>
                <a:lnTo>
                  <a:pt x="2162493" y="2450039"/>
                </a:lnTo>
                <a:moveTo>
                  <a:pt x="2160087" y="2466711"/>
                </a:moveTo>
                <a:lnTo>
                  <a:pt x="2160414" y="2493278"/>
                </a:lnTo>
                <a:moveTo>
                  <a:pt x="2202753" y="2054130"/>
                </a:moveTo>
                <a:lnTo>
                  <a:pt x="2193013" y="2091521"/>
                </a:lnTo>
                <a:moveTo>
                  <a:pt x="2162346" y="2040667"/>
                </a:moveTo>
                <a:lnTo>
                  <a:pt x="2198341" y="2045995"/>
                </a:lnTo>
                <a:moveTo>
                  <a:pt x="2350295" y="2071694"/>
                </a:moveTo>
                <a:lnTo>
                  <a:pt x="2353307" y="2072218"/>
                </a:lnTo>
                <a:lnTo>
                  <a:pt x="2445955" y="2087106"/>
                </a:lnTo>
                <a:lnTo>
                  <a:pt x="2469052" y="2090928"/>
                </a:lnTo>
                <a:moveTo>
                  <a:pt x="2267554" y="2058587"/>
                </a:moveTo>
                <a:lnTo>
                  <a:pt x="2343620" y="2071858"/>
                </a:lnTo>
                <a:moveTo>
                  <a:pt x="2226046" y="2050668"/>
                </a:moveTo>
                <a:lnTo>
                  <a:pt x="2226840" y="2050832"/>
                </a:lnTo>
                <a:lnTo>
                  <a:pt x="2265070" y="2056848"/>
                </a:lnTo>
                <a:moveTo>
                  <a:pt x="2221704" y="2045054"/>
                </a:moveTo>
                <a:lnTo>
                  <a:pt x="2221753" y="2044898"/>
                </a:lnTo>
                <a:moveTo>
                  <a:pt x="2207721" y="2098564"/>
                </a:moveTo>
                <a:lnTo>
                  <a:pt x="2218868" y="2054965"/>
                </a:lnTo>
                <a:lnTo>
                  <a:pt x="2219110" y="2054024"/>
                </a:lnTo>
                <a:moveTo>
                  <a:pt x="2225170" y="2032855"/>
                </a:moveTo>
                <a:lnTo>
                  <a:pt x="2229483" y="2019436"/>
                </a:lnTo>
                <a:lnTo>
                  <a:pt x="2236293" y="2000330"/>
                </a:lnTo>
                <a:moveTo>
                  <a:pt x="2175584" y="2554928"/>
                </a:moveTo>
                <a:lnTo>
                  <a:pt x="2175597" y="2554155"/>
                </a:lnTo>
                <a:lnTo>
                  <a:pt x="2185844" y="2325070"/>
                </a:lnTo>
                <a:moveTo>
                  <a:pt x="2186421" y="2313506"/>
                </a:moveTo>
                <a:lnTo>
                  <a:pt x="2190869" y="2231812"/>
                </a:lnTo>
                <a:moveTo>
                  <a:pt x="2193840" y="2225416"/>
                </a:moveTo>
                <a:lnTo>
                  <a:pt x="2195827" y="2188888"/>
                </a:lnTo>
                <a:lnTo>
                  <a:pt x="2201206" y="2148471"/>
                </a:lnTo>
                <a:moveTo>
                  <a:pt x="2202687" y="2146493"/>
                </a:moveTo>
                <a:lnTo>
                  <a:pt x="2203751" y="2123494"/>
                </a:lnTo>
                <a:lnTo>
                  <a:pt x="2208367" y="2101551"/>
                </a:lnTo>
                <a:moveTo>
                  <a:pt x="2475972" y="1545198"/>
                </a:moveTo>
                <a:lnTo>
                  <a:pt x="2471205" y="1562438"/>
                </a:lnTo>
                <a:lnTo>
                  <a:pt x="2464162" y="1583464"/>
                </a:lnTo>
                <a:moveTo>
                  <a:pt x="2480334" y="1586865"/>
                </a:moveTo>
                <a:lnTo>
                  <a:pt x="2490389" y="1555854"/>
                </a:lnTo>
                <a:moveTo>
                  <a:pt x="2392519" y="1722351"/>
                </a:moveTo>
                <a:lnTo>
                  <a:pt x="2391987" y="1723149"/>
                </a:lnTo>
                <a:lnTo>
                  <a:pt x="2373302" y="1748472"/>
                </a:lnTo>
                <a:lnTo>
                  <a:pt x="2352308" y="1774245"/>
                </a:lnTo>
                <a:lnTo>
                  <a:pt x="2330448" y="1801229"/>
                </a:lnTo>
                <a:lnTo>
                  <a:pt x="2310870" y="1826609"/>
                </a:lnTo>
                <a:lnTo>
                  <a:pt x="2297546" y="1845462"/>
                </a:lnTo>
                <a:moveTo>
                  <a:pt x="2292701" y="1850058"/>
                </a:moveTo>
                <a:lnTo>
                  <a:pt x="2289091" y="1855157"/>
                </a:lnTo>
                <a:lnTo>
                  <a:pt x="2268229" y="1888501"/>
                </a:lnTo>
                <a:lnTo>
                  <a:pt x="2252588" y="1916443"/>
                </a:lnTo>
                <a:moveTo>
                  <a:pt x="2434383" y="1649660"/>
                </a:moveTo>
                <a:lnTo>
                  <a:pt x="2408020" y="1696689"/>
                </a:lnTo>
                <a:lnTo>
                  <a:pt x="2395056" y="1716176"/>
                </a:lnTo>
                <a:moveTo>
                  <a:pt x="2252891" y="1918738"/>
                </a:moveTo>
                <a:lnTo>
                  <a:pt x="2236923" y="1956117"/>
                </a:lnTo>
                <a:moveTo>
                  <a:pt x="2459816" y="1595622"/>
                </a:moveTo>
                <a:lnTo>
                  <a:pt x="2454132" y="1610653"/>
                </a:lnTo>
                <a:lnTo>
                  <a:pt x="2436576" y="1648236"/>
                </a:lnTo>
                <a:moveTo>
                  <a:pt x="2440840" y="1585273"/>
                </a:moveTo>
                <a:lnTo>
                  <a:pt x="2455900" y="1589021"/>
                </a:lnTo>
                <a:moveTo>
                  <a:pt x="2484341" y="1595234"/>
                </a:moveTo>
                <a:lnTo>
                  <a:pt x="2498647" y="1597803"/>
                </a:lnTo>
                <a:moveTo>
                  <a:pt x="2528734" y="1603500"/>
                </a:moveTo>
                <a:lnTo>
                  <a:pt x="2602721" y="1617855"/>
                </a:lnTo>
                <a:moveTo>
                  <a:pt x="2614286" y="1620106"/>
                </a:moveTo>
                <a:lnTo>
                  <a:pt x="2659800" y="1628995"/>
                </a:lnTo>
                <a:lnTo>
                  <a:pt x="2685974" y="1633611"/>
                </a:lnTo>
                <a:lnTo>
                  <a:pt x="2721757" y="1636565"/>
                </a:lnTo>
                <a:lnTo>
                  <a:pt x="2751131" y="1637392"/>
                </a:lnTo>
                <a:lnTo>
                  <a:pt x="2758096" y="1638038"/>
                </a:lnTo>
                <a:lnTo>
                  <a:pt x="2763940" y="1639168"/>
                </a:lnTo>
                <a:lnTo>
                  <a:pt x="2770831" y="1640911"/>
                </a:lnTo>
                <a:lnTo>
                  <a:pt x="2775946" y="1643514"/>
                </a:lnTo>
                <a:lnTo>
                  <a:pt x="2781160" y="1647287"/>
                </a:lnTo>
                <a:lnTo>
                  <a:pt x="2785588" y="1651437"/>
                </a:lnTo>
                <a:lnTo>
                  <a:pt x="2788960" y="1655807"/>
                </a:lnTo>
                <a:lnTo>
                  <a:pt x="2791456" y="1660677"/>
                </a:lnTo>
                <a:lnTo>
                  <a:pt x="2792888" y="1665890"/>
                </a:lnTo>
                <a:lnTo>
                  <a:pt x="2793936" y="1671497"/>
                </a:lnTo>
                <a:lnTo>
                  <a:pt x="2803618" y="1728805"/>
                </a:lnTo>
                <a:lnTo>
                  <a:pt x="2810960" y="1766265"/>
                </a:lnTo>
                <a:lnTo>
                  <a:pt x="2814970" y="1784050"/>
                </a:lnTo>
                <a:lnTo>
                  <a:pt x="2817335" y="1792799"/>
                </a:lnTo>
                <a:lnTo>
                  <a:pt x="2820814" y="1805133"/>
                </a:lnTo>
                <a:lnTo>
                  <a:pt x="2824456" y="1817492"/>
                </a:lnTo>
                <a:lnTo>
                  <a:pt x="2831175" y="1838649"/>
                </a:lnTo>
                <a:lnTo>
                  <a:pt x="2839851" y="1862711"/>
                </a:lnTo>
                <a:lnTo>
                  <a:pt x="2845081" y="1875373"/>
                </a:lnTo>
                <a:lnTo>
                  <a:pt x="2847315" y="1880619"/>
                </a:lnTo>
                <a:lnTo>
                  <a:pt x="2847708" y="1881560"/>
                </a:lnTo>
                <a:moveTo>
                  <a:pt x="2508452" y="1471422"/>
                </a:moveTo>
                <a:lnTo>
                  <a:pt x="2509754" y="1462726"/>
                </a:lnTo>
                <a:lnTo>
                  <a:pt x="2512896" y="1431756"/>
                </a:lnTo>
                <a:lnTo>
                  <a:pt x="2514141" y="1402906"/>
                </a:lnTo>
                <a:lnTo>
                  <a:pt x="2514582" y="1373253"/>
                </a:lnTo>
                <a:lnTo>
                  <a:pt x="2514051" y="1340597"/>
                </a:lnTo>
                <a:lnTo>
                  <a:pt x="2511898" y="1310069"/>
                </a:lnTo>
                <a:lnTo>
                  <a:pt x="2508927" y="1277118"/>
                </a:lnTo>
                <a:lnTo>
                  <a:pt x="2505391" y="1250568"/>
                </a:lnTo>
                <a:lnTo>
                  <a:pt x="2499916" y="1216340"/>
                </a:lnTo>
                <a:lnTo>
                  <a:pt x="2489546" y="1169615"/>
                </a:lnTo>
                <a:lnTo>
                  <a:pt x="2482663" y="1143523"/>
                </a:lnTo>
                <a:lnTo>
                  <a:pt x="2473979" y="1114238"/>
                </a:lnTo>
                <a:lnTo>
                  <a:pt x="2451942" y="1047306"/>
                </a:lnTo>
                <a:moveTo>
                  <a:pt x="2492427" y="1553517"/>
                </a:moveTo>
                <a:lnTo>
                  <a:pt x="2500612" y="1521949"/>
                </a:lnTo>
                <a:lnTo>
                  <a:pt x="2506938" y="1490439"/>
                </a:lnTo>
                <a:lnTo>
                  <a:pt x="2508780" y="1478089"/>
                </a:lnTo>
                <a:moveTo>
                  <a:pt x="2460847" y="1634081"/>
                </a:moveTo>
                <a:lnTo>
                  <a:pt x="2475898" y="1598712"/>
                </a:lnTo>
                <a:moveTo>
                  <a:pt x="1918120" y="2551274"/>
                </a:moveTo>
                <a:lnTo>
                  <a:pt x="1918260" y="2552927"/>
                </a:lnTo>
                <a:lnTo>
                  <a:pt x="1918595" y="2557134"/>
                </a:lnTo>
                <a:moveTo>
                  <a:pt x="1436659" y="2628846"/>
                </a:moveTo>
                <a:lnTo>
                  <a:pt x="1436822" y="2628846"/>
                </a:lnTo>
                <a:moveTo>
                  <a:pt x="1433246" y="2680196"/>
                </a:moveTo>
                <a:lnTo>
                  <a:pt x="1433213" y="2674835"/>
                </a:lnTo>
                <a:lnTo>
                  <a:pt x="1435292" y="2636081"/>
                </a:lnTo>
                <a:moveTo>
                  <a:pt x="1435308" y="2635836"/>
                </a:moveTo>
                <a:lnTo>
                  <a:pt x="1435439" y="2633299"/>
                </a:lnTo>
                <a:moveTo>
                  <a:pt x="2407840" y="249734"/>
                </a:moveTo>
                <a:lnTo>
                  <a:pt x="2410787" y="249685"/>
                </a:lnTo>
                <a:lnTo>
                  <a:pt x="2421279" y="248932"/>
                </a:lnTo>
                <a:moveTo>
                  <a:pt x="1807302" y="2121497"/>
                </a:moveTo>
                <a:lnTo>
                  <a:pt x="1813154" y="2045897"/>
                </a:lnTo>
                <a:lnTo>
                  <a:pt x="1815544" y="2015213"/>
                </a:lnTo>
                <a:lnTo>
                  <a:pt x="1815585" y="2014788"/>
                </a:lnTo>
                <a:moveTo>
                  <a:pt x="1816763" y="1999057"/>
                </a:moveTo>
                <a:lnTo>
                  <a:pt x="1816796" y="1998484"/>
                </a:lnTo>
                <a:moveTo>
                  <a:pt x="2505768" y="1599072"/>
                </a:moveTo>
                <a:lnTo>
                  <a:pt x="2517864" y="1601413"/>
                </a:lnTo>
                <a:moveTo>
                  <a:pt x="2249290" y="1917294"/>
                </a:moveTo>
                <a:lnTo>
                  <a:pt x="2232299" y="1959640"/>
                </a:lnTo>
                <a:lnTo>
                  <a:pt x="2225080" y="1970297"/>
                </a:lnTo>
                <a:lnTo>
                  <a:pt x="2219605" y="1982009"/>
                </a:lnTo>
                <a:lnTo>
                  <a:pt x="2209129" y="2011759"/>
                </a:lnTo>
                <a:lnTo>
                  <a:pt x="2203105" y="2018929"/>
                </a:lnTo>
                <a:lnTo>
                  <a:pt x="2199013" y="2022997"/>
                </a:lnTo>
                <a:lnTo>
                  <a:pt x="2196721" y="2024552"/>
                </a:lnTo>
                <a:lnTo>
                  <a:pt x="2185860" y="2028546"/>
                </a:lnTo>
                <a:lnTo>
                  <a:pt x="2166455" y="2027981"/>
                </a:lnTo>
                <a:moveTo>
                  <a:pt x="2231882" y="1976771"/>
                </a:moveTo>
                <a:lnTo>
                  <a:pt x="2228690" y="1989825"/>
                </a:lnTo>
                <a:lnTo>
                  <a:pt x="2218082" y="2033145"/>
                </a:lnTo>
                <a:lnTo>
                  <a:pt x="2217788" y="2034537"/>
                </a:lnTo>
                <a:moveTo>
                  <a:pt x="2216863" y="2043548"/>
                </a:moveTo>
                <a:lnTo>
                  <a:pt x="2216912" y="2043695"/>
                </a:lnTo>
                <a:moveTo>
                  <a:pt x="2530518" y="473670"/>
                </a:moveTo>
                <a:lnTo>
                  <a:pt x="2529274" y="479972"/>
                </a:lnTo>
                <a:lnTo>
                  <a:pt x="2526949" y="509240"/>
                </a:lnTo>
                <a:moveTo>
                  <a:pt x="2520479" y="514867"/>
                </a:moveTo>
                <a:lnTo>
                  <a:pt x="2485609" y="512538"/>
                </a:lnTo>
                <a:lnTo>
                  <a:pt x="2467522" y="512121"/>
                </a:lnTo>
                <a:lnTo>
                  <a:pt x="2436944" y="511433"/>
                </a:lnTo>
                <a:lnTo>
                  <a:pt x="2422364" y="511110"/>
                </a:lnTo>
                <a:moveTo>
                  <a:pt x="3273671" y="1355706"/>
                </a:moveTo>
                <a:lnTo>
                  <a:pt x="3263113" y="1359667"/>
                </a:lnTo>
                <a:lnTo>
                  <a:pt x="3261435" y="1360396"/>
                </a:lnTo>
                <a:lnTo>
                  <a:pt x="3259970" y="1361288"/>
                </a:lnTo>
                <a:lnTo>
                  <a:pt x="3258816" y="1362679"/>
                </a:lnTo>
                <a:lnTo>
                  <a:pt x="3258186" y="1364692"/>
                </a:lnTo>
                <a:lnTo>
                  <a:pt x="3258087" y="1366583"/>
                </a:lnTo>
                <a:lnTo>
                  <a:pt x="3258497" y="1368670"/>
                </a:lnTo>
                <a:lnTo>
                  <a:pt x="3259389" y="1370536"/>
                </a:lnTo>
                <a:lnTo>
                  <a:pt x="3260911" y="1371870"/>
                </a:lnTo>
                <a:lnTo>
                  <a:pt x="3262924" y="1372689"/>
                </a:lnTo>
                <a:lnTo>
                  <a:pt x="3264930" y="1372893"/>
                </a:lnTo>
                <a:lnTo>
                  <a:pt x="3267426" y="1372599"/>
                </a:lnTo>
                <a:lnTo>
                  <a:pt x="3271207" y="1371355"/>
                </a:lnTo>
                <a:lnTo>
                  <a:pt x="3279539" y="1368294"/>
                </a:lnTo>
                <a:moveTo>
                  <a:pt x="3291038" y="1363849"/>
                </a:moveTo>
                <a:lnTo>
                  <a:pt x="3312162" y="1355313"/>
                </a:lnTo>
                <a:lnTo>
                  <a:pt x="3314470" y="1353913"/>
                </a:lnTo>
                <a:lnTo>
                  <a:pt x="3316050" y="1352244"/>
                </a:lnTo>
                <a:lnTo>
                  <a:pt x="3317040" y="1349870"/>
                </a:lnTo>
                <a:lnTo>
                  <a:pt x="3316893" y="1347251"/>
                </a:lnTo>
                <a:lnTo>
                  <a:pt x="3315428" y="1344231"/>
                </a:lnTo>
                <a:lnTo>
                  <a:pt x="3313374" y="1342488"/>
                </a:lnTo>
                <a:lnTo>
                  <a:pt x="3310796" y="1341301"/>
                </a:lnTo>
                <a:lnTo>
                  <a:pt x="3308373" y="1341440"/>
                </a:lnTo>
                <a:lnTo>
                  <a:pt x="3305533" y="1342496"/>
                </a:lnTo>
                <a:lnTo>
                  <a:pt x="3285145" y="1351139"/>
                </a:lnTo>
                <a:moveTo>
                  <a:pt x="3281307" y="1360265"/>
                </a:moveTo>
                <a:lnTo>
                  <a:pt x="3281372" y="1360412"/>
                </a:lnTo>
                <a:moveTo>
                  <a:pt x="3286676" y="1371068"/>
                </a:moveTo>
                <a:lnTo>
                  <a:pt x="3287069" y="1371756"/>
                </a:lnTo>
                <a:lnTo>
                  <a:pt x="3298183" y="1397226"/>
                </a:lnTo>
                <a:moveTo>
                  <a:pt x="3302366" y="1408439"/>
                </a:moveTo>
                <a:lnTo>
                  <a:pt x="3312310" y="1439687"/>
                </a:lnTo>
                <a:moveTo>
                  <a:pt x="3316132" y="1450990"/>
                </a:moveTo>
                <a:lnTo>
                  <a:pt x="3337412" y="1510557"/>
                </a:lnTo>
                <a:moveTo>
                  <a:pt x="3341545" y="1521982"/>
                </a:moveTo>
                <a:lnTo>
                  <a:pt x="3360844" y="1574535"/>
                </a:lnTo>
                <a:moveTo>
                  <a:pt x="3364208" y="1586132"/>
                </a:moveTo>
                <a:lnTo>
                  <a:pt x="3375478" y="1639815"/>
                </a:lnTo>
                <a:moveTo>
                  <a:pt x="3377892" y="1651878"/>
                </a:moveTo>
                <a:lnTo>
                  <a:pt x="3389596" y="1712763"/>
                </a:lnTo>
                <a:moveTo>
                  <a:pt x="2456644" y="1041977"/>
                </a:moveTo>
                <a:lnTo>
                  <a:pt x="2479888" y="1041576"/>
                </a:lnTo>
                <a:lnTo>
                  <a:pt x="2501667" y="1043680"/>
                </a:lnTo>
                <a:lnTo>
                  <a:pt x="2521204" y="1049532"/>
                </a:lnTo>
                <a:moveTo>
                  <a:pt x="2532425" y="1053649"/>
                </a:moveTo>
                <a:lnTo>
                  <a:pt x="2580149" y="1074208"/>
                </a:lnTo>
                <a:lnTo>
                  <a:pt x="2583782" y="1076123"/>
                </a:lnTo>
                <a:lnTo>
                  <a:pt x="2611119" y="1088171"/>
                </a:lnTo>
                <a:lnTo>
                  <a:pt x="2621169" y="1093147"/>
                </a:lnTo>
                <a:lnTo>
                  <a:pt x="2630205" y="1098082"/>
                </a:lnTo>
                <a:lnTo>
                  <a:pt x="2640395" y="1104171"/>
                </a:lnTo>
                <a:lnTo>
                  <a:pt x="2648342" y="1109442"/>
                </a:lnTo>
                <a:lnTo>
                  <a:pt x="2651125" y="1111366"/>
                </a:lnTo>
                <a:lnTo>
                  <a:pt x="2652410" y="1112732"/>
                </a:lnTo>
                <a:lnTo>
                  <a:pt x="2653253" y="1113944"/>
                </a:lnTo>
                <a:lnTo>
                  <a:pt x="2653891" y="1115302"/>
                </a:lnTo>
                <a:lnTo>
                  <a:pt x="2654046" y="1116939"/>
                </a:lnTo>
                <a:lnTo>
                  <a:pt x="2653883" y="1118527"/>
                </a:lnTo>
                <a:lnTo>
                  <a:pt x="2653596" y="1119804"/>
                </a:lnTo>
                <a:lnTo>
                  <a:pt x="2653089" y="1120991"/>
                </a:lnTo>
                <a:lnTo>
                  <a:pt x="2651976" y="1123078"/>
                </a:lnTo>
                <a:lnTo>
                  <a:pt x="2643186" y="1135412"/>
                </a:lnTo>
                <a:lnTo>
                  <a:pt x="2639421" y="1141198"/>
                </a:lnTo>
                <a:lnTo>
                  <a:pt x="2636057" y="1147255"/>
                </a:lnTo>
                <a:lnTo>
                  <a:pt x="2632996" y="1153017"/>
                </a:lnTo>
                <a:lnTo>
                  <a:pt x="2630180" y="1159081"/>
                </a:lnTo>
                <a:lnTo>
                  <a:pt x="2627496" y="1165817"/>
                </a:lnTo>
                <a:lnTo>
                  <a:pt x="2624640" y="1173380"/>
                </a:lnTo>
                <a:lnTo>
                  <a:pt x="2622839" y="1179567"/>
                </a:lnTo>
                <a:lnTo>
                  <a:pt x="2621382" y="1185329"/>
                </a:lnTo>
                <a:lnTo>
                  <a:pt x="2620981" y="1187187"/>
                </a:lnTo>
                <a:moveTo>
                  <a:pt x="2445325" y="1028792"/>
                </a:moveTo>
                <a:lnTo>
                  <a:pt x="2435062" y="998861"/>
                </a:lnTo>
                <a:lnTo>
                  <a:pt x="2425126" y="969324"/>
                </a:lnTo>
                <a:lnTo>
                  <a:pt x="2415689" y="938820"/>
                </a:lnTo>
                <a:lnTo>
                  <a:pt x="2407603" y="908136"/>
                </a:lnTo>
                <a:lnTo>
                  <a:pt x="2400458" y="875791"/>
                </a:lnTo>
                <a:lnTo>
                  <a:pt x="2395506" y="845492"/>
                </a:lnTo>
                <a:lnTo>
                  <a:pt x="2391414" y="813212"/>
                </a:lnTo>
                <a:lnTo>
                  <a:pt x="2388484" y="781923"/>
                </a:lnTo>
                <a:lnTo>
                  <a:pt x="2387068" y="748931"/>
                </a:lnTo>
                <a:lnTo>
                  <a:pt x="2386814" y="715825"/>
                </a:lnTo>
                <a:lnTo>
                  <a:pt x="2388337" y="668862"/>
                </a:lnTo>
                <a:lnTo>
                  <a:pt x="2389875" y="624212"/>
                </a:lnTo>
                <a:moveTo>
                  <a:pt x="2953051" y="1003379"/>
                </a:moveTo>
                <a:lnTo>
                  <a:pt x="2972710" y="994556"/>
                </a:lnTo>
                <a:lnTo>
                  <a:pt x="3010040" y="982280"/>
                </a:lnTo>
                <a:lnTo>
                  <a:pt x="3034192" y="980839"/>
                </a:lnTo>
                <a:lnTo>
                  <a:pt x="3038407" y="980667"/>
                </a:lnTo>
                <a:moveTo>
                  <a:pt x="1748812" y="2592086"/>
                </a:moveTo>
                <a:lnTo>
                  <a:pt x="1766281" y="2587359"/>
                </a:lnTo>
                <a:lnTo>
                  <a:pt x="1782299" y="2583341"/>
                </a:lnTo>
                <a:lnTo>
                  <a:pt x="1804225" y="2579608"/>
                </a:lnTo>
                <a:lnTo>
                  <a:pt x="1841276" y="2575410"/>
                </a:lnTo>
                <a:lnTo>
                  <a:pt x="1851372" y="2574174"/>
                </a:lnTo>
                <a:moveTo>
                  <a:pt x="1872226" y="2570949"/>
                </a:moveTo>
                <a:lnTo>
                  <a:pt x="1890522" y="2568510"/>
                </a:lnTo>
                <a:lnTo>
                  <a:pt x="1914679" y="2566006"/>
                </a:lnTo>
                <a:moveTo>
                  <a:pt x="1438549" y="2680499"/>
                </a:moveTo>
                <a:lnTo>
                  <a:pt x="1439990" y="2653915"/>
                </a:lnTo>
                <a:lnTo>
                  <a:pt x="1440776" y="2636131"/>
                </a:lnTo>
                <a:moveTo>
                  <a:pt x="1440784" y="2635901"/>
                </a:moveTo>
                <a:lnTo>
                  <a:pt x="1440800" y="2634968"/>
                </a:lnTo>
                <a:moveTo>
                  <a:pt x="1729717" y="2589090"/>
                </a:moveTo>
                <a:lnTo>
                  <a:pt x="1717682" y="2592000"/>
                </a:lnTo>
                <a:lnTo>
                  <a:pt x="1672143" y="2601666"/>
                </a:lnTo>
                <a:lnTo>
                  <a:pt x="1657423" y="2606805"/>
                </a:lnTo>
                <a:moveTo>
                  <a:pt x="2379980" y="415994"/>
                </a:moveTo>
                <a:lnTo>
                  <a:pt x="2377598" y="503633"/>
                </a:lnTo>
                <a:lnTo>
                  <a:pt x="2377586" y="503944"/>
                </a:lnTo>
                <a:moveTo>
                  <a:pt x="2385758" y="239127"/>
                </a:moveTo>
                <a:lnTo>
                  <a:pt x="2385194" y="256134"/>
                </a:lnTo>
                <a:lnTo>
                  <a:pt x="2382084" y="350485"/>
                </a:lnTo>
                <a:lnTo>
                  <a:pt x="2380782" y="397300"/>
                </a:lnTo>
                <a:lnTo>
                  <a:pt x="2380222" y="409467"/>
                </a:lnTo>
                <a:moveTo>
                  <a:pt x="1064387" y="1221324"/>
                </a:moveTo>
                <a:lnTo>
                  <a:pt x="1065622" y="1219859"/>
                </a:lnTo>
                <a:moveTo>
                  <a:pt x="2248472" y="2903003"/>
                </a:moveTo>
                <a:lnTo>
                  <a:pt x="2246704" y="2899230"/>
                </a:lnTo>
                <a:lnTo>
                  <a:pt x="2235090" y="2763301"/>
                </a:lnTo>
                <a:lnTo>
                  <a:pt x="2233060" y="2739935"/>
                </a:lnTo>
                <a:lnTo>
                  <a:pt x="2232544" y="2733796"/>
                </a:lnTo>
                <a:lnTo>
                  <a:pt x="2229704" y="2702171"/>
                </a:lnTo>
                <a:lnTo>
                  <a:pt x="2226447" y="2662198"/>
                </a:lnTo>
                <a:lnTo>
                  <a:pt x="2225187" y="2622233"/>
                </a:lnTo>
                <a:lnTo>
                  <a:pt x="2225612" y="2618861"/>
                </a:lnTo>
                <a:lnTo>
                  <a:pt x="2228256" y="2615956"/>
                </a:lnTo>
                <a:lnTo>
                  <a:pt x="2233862" y="2615006"/>
                </a:lnTo>
                <a:lnTo>
                  <a:pt x="2284205" y="2615039"/>
                </a:lnTo>
                <a:lnTo>
                  <a:pt x="2290188" y="2616046"/>
                </a:lnTo>
                <a:lnTo>
                  <a:pt x="2293486" y="2618804"/>
                </a:lnTo>
                <a:lnTo>
                  <a:pt x="2294976" y="2623469"/>
                </a:lnTo>
                <a:lnTo>
                  <a:pt x="2295631" y="2631588"/>
                </a:lnTo>
                <a:lnTo>
                  <a:pt x="2296367" y="2642277"/>
                </a:lnTo>
                <a:moveTo>
                  <a:pt x="2118870" y="1155087"/>
                </a:moveTo>
                <a:lnTo>
                  <a:pt x="2100815" y="1148491"/>
                </a:lnTo>
                <a:lnTo>
                  <a:pt x="2090625" y="1144914"/>
                </a:lnTo>
                <a:lnTo>
                  <a:pt x="2087098" y="1143072"/>
                </a:lnTo>
                <a:lnTo>
                  <a:pt x="2085092" y="1141149"/>
                </a:lnTo>
                <a:lnTo>
                  <a:pt x="2084012" y="1138710"/>
                </a:lnTo>
                <a:lnTo>
                  <a:pt x="2084380" y="1136435"/>
                </a:lnTo>
                <a:lnTo>
                  <a:pt x="2089005" y="1130345"/>
                </a:lnTo>
                <a:lnTo>
                  <a:pt x="2094644" y="1123438"/>
                </a:lnTo>
                <a:lnTo>
                  <a:pt x="2096109" y="1122235"/>
                </a:lnTo>
                <a:moveTo>
                  <a:pt x="2096559" y="1121989"/>
                </a:moveTo>
                <a:lnTo>
                  <a:pt x="2099358" y="1121130"/>
                </a:lnTo>
                <a:lnTo>
                  <a:pt x="2105758" y="1120729"/>
                </a:lnTo>
                <a:lnTo>
                  <a:pt x="2113836" y="1121858"/>
                </a:lnTo>
                <a:lnTo>
                  <a:pt x="2123052" y="1124133"/>
                </a:lnTo>
                <a:lnTo>
                  <a:pt x="2129272" y="1126188"/>
                </a:lnTo>
                <a:lnTo>
                  <a:pt x="2131818" y="1128111"/>
                </a:lnTo>
                <a:lnTo>
                  <a:pt x="2132031" y="1130436"/>
                </a:lnTo>
                <a:lnTo>
                  <a:pt x="2130942" y="1135665"/>
                </a:lnTo>
                <a:lnTo>
                  <a:pt x="2124738" y="1152378"/>
                </a:lnTo>
                <a:moveTo>
                  <a:pt x="2120908" y="1163427"/>
                </a:moveTo>
                <a:lnTo>
                  <a:pt x="2120253" y="1165465"/>
                </a:lnTo>
                <a:lnTo>
                  <a:pt x="2109834" y="1197990"/>
                </a:lnTo>
                <a:lnTo>
                  <a:pt x="2097304" y="1231711"/>
                </a:lnTo>
                <a:moveTo>
                  <a:pt x="3110406" y="1469356"/>
                </a:moveTo>
                <a:lnTo>
                  <a:pt x="3110308" y="1469225"/>
                </a:lnTo>
                <a:moveTo>
                  <a:pt x="3103564" y="1460377"/>
                </a:moveTo>
                <a:lnTo>
                  <a:pt x="3067781" y="1412735"/>
                </a:lnTo>
                <a:moveTo>
                  <a:pt x="3060432" y="1403250"/>
                </a:moveTo>
                <a:lnTo>
                  <a:pt x="3023037" y="1356434"/>
                </a:lnTo>
                <a:moveTo>
                  <a:pt x="3015556" y="1347382"/>
                </a:moveTo>
                <a:lnTo>
                  <a:pt x="3003942" y="1333796"/>
                </a:lnTo>
                <a:lnTo>
                  <a:pt x="2994276" y="1315585"/>
                </a:lnTo>
                <a:lnTo>
                  <a:pt x="2985879" y="1295304"/>
                </a:lnTo>
                <a:lnTo>
                  <a:pt x="2980404" y="1277577"/>
                </a:lnTo>
                <a:lnTo>
                  <a:pt x="2978472" y="1257836"/>
                </a:lnTo>
                <a:lnTo>
                  <a:pt x="2978349" y="1234632"/>
                </a:lnTo>
                <a:moveTo>
                  <a:pt x="2979160" y="1214638"/>
                </a:moveTo>
                <a:lnTo>
                  <a:pt x="2983931" y="1126793"/>
                </a:lnTo>
                <a:lnTo>
                  <a:pt x="2985404" y="1104843"/>
                </a:lnTo>
                <a:lnTo>
                  <a:pt x="2984586" y="1084897"/>
                </a:lnTo>
                <a:lnTo>
                  <a:pt x="2978472" y="1059558"/>
                </a:lnTo>
                <a:lnTo>
                  <a:pt x="2969125" y="1033326"/>
                </a:lnTo>
                <a:lnTo>
                  <a:pt x="2951480" y="1009329"/>
                </a:lnTo>
                <a:moveTo>
                  <a:pt x="2943958" y="1000269"/>
                </a:moveTo>
                <a:lnTo>
                  <a:pt x="2914052" y="969397"/>
                </a:lnTo>
                <a:lnTo>
                  <a:pt x="2890513" y="937085"/>
                </a:lnTo>
                <a:lnTo>
                  <a:pt x="2874512" y="908005"/>
                </a:lnTo>
                <a:moveTo>
                  <a:pt x="2869757" y="896662"/>
                </a:moveTo>
                <a:lnTo>
                  <a:pt x="2859428" y="867950"/>
                </a:lnTo>
                <a:lnTo>
                  <a:pt x="2853208" y="837103"/>
                </a:lnTo>
                <a:lnTo>
                  <a:pt x="2851539" y="813049"/>
                </a:lnTo>
                <a:lnTo>
                  <a:pt x="2850974" y="759096"/>
                </a:lnTo>
                <a:moveTo>
                  <a:pt x="2843804" y="745592"/>
                </a:moveTo>
                <a:lnTo>
                  <a:pt x="2840784" y="745412"/>
                </a:lnTo>
                <a:lnTo>
                  <a:pt x="2791538" y="746443"/>
                </a:lnTo>
                <a:lnTo>
                  <a:pt x="2784246" y="744495"/>
                </a:lnTo>
                <a:moveTo>
                  <a:pt x="2167535" y="947070"/>
                </a:moveTo>
                <a:lnTo>
                  <a:pt x="2115220" y="931208"/>
                </a:lnTo>
                <a:lnTo>
                  <a:pt x="2109638" y="932158"/>
                </a:lnTo>
                <a:lnTo>
                  <a:pt x="2107387" y="935767"/>
                </a:lnTo>
                <a:moveTo>
                  <a:pt x="2106822" y="937371"/>
                </a:moveTo>
                <a:lnTo>
                  <a:pt x="2106372" y="941038"/>
                </a:lnTo>
                <a:lnTo>
                  <a:pt x="2109540" y="944754"/>
                </a:lnTo>
                <a:lnTo>
                  <a:pt x="2153752" y="957783"/>
                </a:lnTo>
                <a:lnTo>
                  <a:pt x="2159940" y="960067"/>
                </a:lnTo>
                <a:lnTo>
                  <a:pt x="2168525" y="966017"/>
                </a:lnTo>
                <a:lnTo>
                  <a:pt x="2175458" y="964478"/>
                </a:lnTo>
                <a:lnTo>
                  <a:pt x="2176538" y="956179"/>
                </a:lnTo>
                <a:lnTo>
                  <a:pt x="2175646" y="953830"/>
                </a:lnTo>
                <a:moveTo>
                  <a:pt x="950998" y="746901"/>
                </a:moveTo>
                <a:lnTo>
                  <a:pt x="986773" y="728936"/>
                </a:lnTo>
                <a:lnTo>
                  <a:pt x="993918" y="725655"/>
                </a:lnTo>
                <a:lnTo>
                  <a:pt x="997544" y="723878"/>
                </a:lnTo>
                <a:lnTo>
                  <a:pt x="999942" y="721071"/>
                </a:lnTo>
                <a:lnTo>
                  <a:pt x="1001202" y="718027"/>
                </a:lnTo>
                <a:lnTo>
                  <a:pt x="999762" y="710701"/>
                </a:lnTo>
                <a:lnTo>
                  <a:pt x="997626" y="702722"/>
                </a:lnTo>
                <a:moveTo>
                  <a:pt x="996455" y="700806"/>
                </a:moveTo>
                <a:lnTo>
                  <a:pt x="993517" y="698187"/>
                </a:lnTo>
                <a:lnTo>
                  <a:pt x="988909" y="698359"/>
                </a:lnTo>
                <a:lnTo>
                  <a:pt x="984751" y="700266"/>
                </a:lnTo>
                <a:lnTo>
                  <a:pt x="956392" y="729845"/>
                </a:lnTo>
                <a:lnTo>
                  <a:pt x="950049" y="735869"/>
                </a:lnTo>
                <a:lnTo>
                  <a:pt x="945891" y="739830"/>
                </a:lnTo>
                <a:moveTo>
                  <a:pt x="2109572" y="1802187"/>
                </a:moveTo>
                <a:lnTo>
                  <a:pt x="2105014" y="1802874"/>
                </a:lnTo>
                <a:lnTo>
                  <a:pt x="2098900" y="1805870"/>
                </a:lnTo>
                <a:lnTo>
                  <a:pt x="2095331" y="1809209"/>
                </a:lnTo>
                <a:lnTo>
                  <a:pt x="2093842" y="1812778"/>
                </a:lnTo>
                <a:lnTo>
                  <a:pt x="2093711" y="1816878"/>
                </a:lnTo>
                <a:lnTo>
                  <a:pt x="2096281" y="1820348"/>
                </a:lnTo>
                <a:lnTo>
                  <a:pt x="2101502" y="1822656"/>
                </a:lnTo>
                <a:moveTo>
                  <a:pt x="2102509" y="1822951"/>
                </a:moveTo>
                <a:lnTo>
                  <a:pt x="2107346" y="1823671"/>
                </a:lnTo>
                <a:lnTo>
                  <a:pt x="2112723" y="1823115"/>
                </a:lnTo>
                <a:lnTo>
                  <a:pt x="2116136" y="1820594"/>
                </a:lnTo>
                <a:lnTo>
                  <a:pt x="2117970" y="1817034"/>
                </a:lnTo>
                <a:lnTo>
                  <a:pt x="2118870" y="1809577"/>
                </a:lnTo>
                <a:lnTo>
                  <a:pt x="2116766" y="1804888"/>
                </a:lnTo>
                <a:lnTo>
                  <a:pt x="2116603" y="1804700"/>
                </a:lnTo>
                <a:moveTo>
                  <a:pt x="3090878" y="2257106"/>
                </a:moveTo>
                <a:lnTo>
                  <a:pt x="3086933" y="2310510"/>
                </a:lnTo>
                <a:moveTo>
                  <a:pt x="2759888" y="2728943"/>
                </a:moveTo>
                <a:lnTo>
                  <a:pt x="2760551" y="2766592"/>
                </a:lnTo>
                <a:lnTo>
                  <a:pt x="2760101" y="2803365"/>
                </a:lnTo>
                <a:lnTo>
                  <a:pt x="2756279" y="2812318"/>
                </a:lnTo>
                <a:lnTo>
                  <a:pt x="2755813" y="2829048"/>
                </a:lnTo>
                <a:lnTo>
                  <a:pt x="2754659" y="2869250"/>
                </a:lnTo>
                <a:lnTo>
                  <a:pt x="2752760" y="2872941"/>
                </a:lnTo>
                <a:moveTo>
                  <a:pt x="2469437" y="1592213"/>
                </a:moveTo>
                <a:lnTo>
                  <a:pt x="2469519" y="1592230"/>
                </a:lnTo>
                <a:moveTo>
                  <a:pt x="2953133" y="2157509"/>
                </a:moveTo>
                <a:lnTo>
                  <a:pt x="2953116" y="2157345"/>
                </a:lnTo>
                <a:moveTo>
                  <a:pt x="2622872" y="1385890"/>
                </a:moveTo>
                <a:lnTo>
                  <a:pt x="2622561" y="1392094"/>
                </a:lnTo>
                <a:lnTo>
                  <a:pt x="2622315" y="1401506"/>
                </a:lnTo>
                <a:lnTo>
                  <a:pt x="2622291" y="1410067"/>
                </a:lnTo>
                <a:lnTo>
                  <a:pt x="2622323" y="1413006"/>
                </a:lnTo>
                <a:moveTo>
                  <a:pt x="2622520" y="1424758"/>
                </a:moveTo>
                <a:lnTo>
                  <a:pt x="2623846" y="1486421"/>
                </a:lnTo>
                <a:moveTo>
                  <a:pt x="2624140" y="1498190"/>
                </a:moveTo>
                <a:lnTo>
                  <a:pt x="2624345" y="1505441"/>
                </a:lnTo>
                <a:lnTo>
                  <a:pt x="2624329" y="1514993"/>
                </a:lnTo>
                <a:lnTo>
                  <a:pt x="2624034" y="1522539"/>
                </a:lnTo>
                <a:lnTo>
                  <a:pt x="2623199" y="1531787"/>
                </a:lnTo>
                <a:lnTo>
                  <a:pt x="2621595" y="1544039"/>
                </a:lnTo>
                <a:lnTo>
                  <a:pt x="2618477" y="1560621"/>
                </a:lnTo>
                <a:moveTo>
                  <a:pt x="2616267" y="1572227"/>
                </a:moveTo>
                <a:lnTo>
                  <a:pt x="2609138" y="1609155"/>
                </a:lnTo>
                <a:lnTo>
                  <a:pt x="2608631" y="1611627"/>
                </a:lnTo>
                <a:moveTo>
                  <a:pt x="3202375" y="1865740"/>
                </a:moveTo>
                <a:lnTo>
                  <a:pt x="3217631" y="1877247"/>
                </a:lnTo>
                <a:lnTo>
                  <a:pt x="3239795" y="1895138"/>
                </a:lnTo>
                <a:lnTo>
                  <a:pt x="3244485" y="1900401"/>
                </a:lnTo>
                <a:lnTo>
                  <a:pt x="3248086" y="1904444"/>
                </a:lnTo>
                <a:lnTo>
                  <a:pt x="3256753" y="1914200"/>
                </a:lnTo>
                <a:lnTo>
                  <a:pt x="3261230" y="1920707"/>
                </a:lnTo>
                <a:moveTo>
                  <a:pt x="1394697" y="2619303"/>
                </a:moveTo>
                <a:lnTo>
                  <a:pt x="1363538" y="2618100"/>
                </a:lnTo>
                <a:lnTo>
                  <a:pt x="1347669" y="2617355"/>
                </a:lnTo>
                <a:lnTo>
                  <a:pt x="1330236" y="2616087"/>
                </a:lnTo>
                <a:lnTo>
                  <a:pt x="1320676" y="261569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3A6D4142-D9D8-4A80-878B-8255FAE1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137" y="3707317"/>
            <a:ext cx="2154743" cy="664017"/>
          </a:xfrm>
          <a:custGeom xmlns:a="http://schemas.openxmlformats.org/drawingml/2006/main">
            <a:pathLst>
              <a:path w="2154743" h="664017">
                <a:moveTo>
                  <a:pt x="1048" y="664017"/>
                </a:moveTo>
                <a:lnTo>
                  <a:pt x="2185" y="639930"/>
                </a:lnTo>
                <a:lnTo>
                  <a:pt x="2185" y="637638"/>
                </a:lnTo>
                <a:lnTo>
                  <a:pt x="2652" y="627997"/>
                </a:lnTo>
                <a:lnTo>
                  <a:pt x="2660" y="612029"/>
                </a:lnTo>
                <a:lnTo>
                  <a:pt x="2308" y="600112"/>
                </a:lnTo>
                <a:lnTo>
                  <a:pt x="106" y="571958"/>
                </a:lnTo>
                <a:lnTo>
                  <a:pt x="0" y="570861"/>
                </a:lnTo>
                <a:moveTo>
                  <a:pt x="4207" y="566057"/>
                </a:moveTo>
                <a:lnTo>
                  <a:pt x="5647" y="566008"/>
                </a:lnTo>
                <a:lnTo>
                  <a:pt x="38533" y="564068"/>
                </a:lnTo>
                <a:lnTo>
                  <a:pt x="63021" y="560508"/>
                </a:lnTo>
                <a:lnTo>
                  <a:pt x="81215" y="560164"/>
                </a:lnTo>
                <a:lnTo>
                  <a:pt x="101152" y="559656"/>
                </a:lnTo>
                <a:lnTo>
                  <a:pt x="116261" y="561089"/>
                </a:lnTo>
                <a:lnTo>
                  <a:pt x="149154" y="566065"/>
                </a:lnTo>
                <a:lnTo>
                  <a:pt x="158730" y="567939"/>
                </a:lnTo>
                <a:lnTo>
                  <a:pt x="161873" y="568397"/>
                </a:lnTo>
                <a:lnTo>
                  <a:pt x="169321" y="569511"/>
                </a:lnTo>
                <a:lnTo>
                  <a:pt x="177080" y="570337"/>
                </a:lnTo>
                <a:lnTo>
                  <a:pt x="184331" y="571123"/>
                </a:lnTo>
                <a:lnTo>
                  <a:pt x="211438" y="571606"/>
                </a:lnTo>
                <a:lnTo>
                  <a:pt x="225360" y="571074"/>
                </a:lnTo>
                <a:lnTo>
                  <a:pt x="237719" y="570714"/>
                </a:lnTo>
                <a:lnTo>
                  <a:pt x="267609" y="568545"/>
                </a:lnTo>
                <a:lnTo>
                  <a:pt x="277045" y="568733"/>
                </a:lnTo>
                <a:lnTo>
                  <a:pt x="299766" y="569183"/>
                </a:lnTo>
                <a:lnTo>
                  <a:pt x="367517" y="580101"/>
                </a:lnTo>
                <a:lnTo>
                  <a:pt x="367926" y="580175"/>
                </a:lnTo>
                <a:moveTo>
                  <a:pt x="380604" y="582663"/>
                </a:moveTo>
                <a:lnTo>
                  <a:pt x="381463" y="582851"/>
                </a:lnTo>
                <a:lnTo>
                  <a:pt x="427125" y="594170"/>
                </a:lnTo>
                <a:lnTo>
                  <a:pt x="481945" y="606578"/>
                </a:lnTo>
                <a:lnTo>
                  <a:pt x="499991" y="610490"/>
                </a:lnTo>
                <a:lnTo>
                  <a:pt x="511924" y="611464"/>
                </a:lnTo>
                <a:lnTo>
                  <a:pt x="527270" y="609844"/>
                </a:lnTo>
                <a:lnTo>
                  <a:pt x="531641" y="608272"/>
                </a:lnTo>
                <a:lnTo>
                  <a:pt x="548509" y="600031"/>
                </a:lnTo>
                <a:lnTo>
                  <a:pt x="567301" y="580511"/>
                </a:lnTo>
                <a:moveTo>
                  <a:pt x="575436" y="571778"/>
                </a:moveTo>
                <a:lnTo>
                  <a:pt x="599147" y="545424"/>
                </a:lnTo>
                <a:lnTo>
                  <a:pt x="624510" y="517645"/>
                </a:lnTo>
                <a:moveTo>
                  <a:pt x="632556" y="509019"/>
                </a:moveTo>
                <a:lnTo>
                  <a:pt x="662789" y="477345"/>
                </a:lnTo>
                <a:lnTo>
                  <a:pt x="665932" y="473326"/>
                </a:lnTo>
                <a:lnTo>
                  <a:pt x="673691" y="461082"/>
                </a:lnTo>
                <a:lnTo>
                  <a:pt x="679969" y="443535"/>
                </a:lnTo>
                <a:lnTo>
                  <a:pt x="677260" y="412188"/>
                </a:lnTo>
                <a:moveTo>
                  <a:pt x="681507" y="406721"/>
                </a:moveTo>
                <a:lnTo>
                  <a:pt x="692524" y="405084"/>
                </a:lnTo>
                <a:lnTo>
                  <a:pt x="703024" y="403447"/>
                </a:lnTo>
                <a:moveTo>
                  <a:pt x="709699" y="403729"/>
                </a:moveTo>
                <a:lnTo>
                  <a:pt x="725855" y="401204"/>
                </a:lnTo>
                <a:moveTo>
                  <a:pt x="740575" y="385605"/>
                </a:moveTo>
                <a:lnTo>
                  <a:pt x="732849" y="340426"/>
                </a:lnTo>
                <a:lnTo>
                  <a:pt x="722512" y="284387"/>
                </a:lnTo>
                <a:lnTo>
                  <a:pt x="713480" y="245916"/>
                </a:lnTo>
                <a:moveTo>
                  <a:pt x="711986" y="239544"/>
                </a:moveTo>
                <a:lnTo>
                  <a:pt x="701821" y="196264"/>
                </a:lnTo>
                <a:lnTo>
                  <a:pt x="699112" y="185248"/>
                </a:lnTo>
                <a:moveTo>
                  <a:pt x="698854" y="178582"/>
                </a:moveTo>
                <a:lnTo>
                  <a:pt x="691681" y="148004"/>
                </a:lnTo>
                <a:moveTo>
                  <a:pt x="695061" y="144547"/>
                </a:moveTo>
                <a:lnTo>
                  <a:pt x="692090" y="119281"/>
                </a:lnTo>
                <a:lnTo>
                  <a:pt x="693719" y="114125"/>
                </a:lnTo>
                <a:lnTo>
                  <a:pt x="694979" y="111588"/>
                </a:lnTo>
                <a:lnTo>
                  <a:pt x="696436" y="109288"/>
                </a:lnTo>
                <a:lnTo>
                  <a:pt x="697320" y="108387"/>
                </a:lnTo>
                <a:lnTo>
                  <a:pt x="699104" y="106685"/>
                </a:lnTo>
                <a:moveTo>
                  <a:pt x="699235" y="106554"/>
                </a:moveTo>
                <a:lnTo>
                  <a:pt x="699857" y="105907"/>
                </a:lnTo>
                <a:lnTo>
                  <a:pt x="701052" y="104843"/>
                </a:lnTo>
                <a:moveTo>
                  <a:pt x="705173" y="101414"/>
                </a:moveTo>
                <a:lnTo>
                  <a:pt x="781105" y="99900"/>
                </a:lnTo>
                <a:lnTo>
                  <a:pt x="853161" y="101349"/>
                </a:lnTo>
                <a:lnTo>
                  <a:pt x="924677" y="104917"/>
                </a:lnTo>
                <a:lnTo>
                  <a:pt x="1025105" y="112165"/>
                </a:lnTo>
                <a:moveTo>
                  <a:pt x="1079331" y="116122"/>
                </a:moveTo>
                <a:lnTo>
                  <a:pt x="1118232" y="118716"/>
                </a:lnTo>
                <a:moveTo>
                  <a:pt x="1129760" y="122043"/>
                </a:moveTo>
                <a:lnTo>
                  <a:pt x="1264424" y="129413"/>
                </a:lnTo>
                <a:lnTo>
                  <a:pt x="1359389" y="137508"/>
                </a:lnTo>
                <a:lnTo>
                  <a:pt x="1413120" y="144301"/>
                </a:lnTo>
                <a:moveTo>
                  <a:pt x="1419570" y="145209"/>
                </a:moveTo>
                <a:lnTo>
                  <a:pt x="1440137" y="148393"/>
                </a:lnTo>
                <a:moveTo>
                  <a:pt x="1446396" y="150716"/>
                </a:moveTo>
                <a:lnTo>
                  <a:pt x="1468891" y="154409"/>
                </a:lnTo>
                <a:moveTo>
                  <a:pt x="1471500" y="153492"/>
                </a:moveTo>
                <a:lnTo>
                  <a:pt x="1507496" y="158820"/>
                </a:lnTo>
                <a:moveTo>
                  <a:pt x="1517792" y="160457"/>
                </a:moveTo>
                <a:lnTo>
                  <a:pt x="1517955" y="160490"/>
                </a:lnTo>
                <a:moveTo>
                  <a:pt x="1523873" y="161448"/>
                </a:moveTo>
                <a:lnTo>
                  <a:pt x="1524037" y="161472"/>
                </a:lnTo>
                <a:moveTo>
                  <a:pt x="1535200" y="163494"/>
                </a:moveTo>
                <a:lnTo>
                  <a:pt x="1535994" y="163657"/>
                </a:lnTo>
                <a:lnTo>
                  <a:pt x="1574224" y="169673"/>
                </a:lnTo>
                <a:moveTo>
                  <a:pt x="1576708" y="171412"/>
                </a:moveTo>
                <a:lnTo>
                  <a:pt x="1652775" y="184683"/>
                </a:lnTo>
                <a:moveTo>
                  <a:pt x="1659449" y="184520"/>
                </a:moveTo>
                <a:lnTo>
                  <a:pt x="1662461" y="185043"/>
                </a:lnTo>
                <a:lnTo>
                  <a:pt x="1755110" y="199931"/>
                </a:lnTo>
                <a:lnTo>
                  <a:pt x="1778206" y="203753"/>
                </a:lnTo>
                <a:moveTo>
                  <a:pt x="1787651" y="189193"/>
                </a:moveTo>
                <a:lnTo>
                  <a:pt x="1791752" y="154990"/>
                </a:lnTo>
                <a:lnTo>
                  <a:pt x="1799903" y="105760"/>
                </a:lnTo>
                <a:moveTo>
                  <a:pt x="1802482" y="93680"/>
                </a:moveTo>
                <a:lnTo>
                  <a:pt x="1804528" y="85896"/>
                </a:lnTo>
                <a:lnTo>
                  <a:pt x="1817386" y="62693"/>
                </a:lnTo>
                <a:lnTo>
                  <a:pt x="1829605" y="47241"/>
                </a:lnTo>
                <a:lnTo>
                  <a:pt x="1843363" y="36798"/>
                </a:lnTo>
                <a:lnTo>
                  <a:pt x="1858046" y="28032"/>
                </a:lnTo>
                <a:lnTo>
                  <a:pt x="1878123" y="20650"/>
                </a:lnTo>
                <a:lnTo>
                  <a:pt x="1889507" y="17286"/>
                </a:lnTo>
                <a:lnTo>
                  <a:pt x="1901580" y="16590"/>
                </a:lnTo>
                <a:lnTo>
                  <a:pt x="1923432" y="16328"/>
                </a:lnTo>
                <a:lnTo>
                  <a:pt x="2003706" y="20920"/>
                </a:lnTo>
                <a:moveTo>
                  <a:pt x="2015647" y="21353"/>
                </a:moveTo>
                <a:lnTo>
                  <a:pt x="2042648" y="21779"/>
                </a:lnTo>
                <a:lnTo>
                  <a:pt x="2078005" y="18022"/>
                </a:lnTo>
                <a:lnTo>
                  <a:pt x="2080869" y="17572"/>
                </a:lnTo>
                <a:lnTo>
                  <a:pt x="2113051" y="12563"/>
                </a:lnTo>
                <a:lnTo>
                  <a:pt x="2123862" y="10304"/>
                </a:lnTo>
                <a:lnTo>
                  <a:pt x="2128511" y="9314"/>
                </a:lnTo>
                <a:lnTo>
                  <a:pt x="2154743" y="2537"/>
                </a:lnTo>
                <a:moveTo>
                  <a:pt x="2154088" y="0"/>
                </a:moveTo>
                <a:lnTo>
                  <a:pt x="2127906" y="6760"/>
                </a:lnTo>
                <a:lnTo>
                  <a:pt x="2123322" y="7734"/>
                </a:lnTo>
                <a:lnTo>
                  <a:pt x="2112576" y="9993"/>
                </a:lnTo>
                <a:lnTo>
                  <a:pt x="2080460" y="14986"/>
                </a:lnTo>
                <a:lnTo>
                  <a:pt x="2077661" y="15420"/>
                </a:lnTo>
                <a:lnTo>
                  <a:pt x="2042533" y="19160"/>
                </a:lnTo>
                <a:lnTo>
                  <a:pt x="2015688" y="18734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21AAF03C-5BC1-499F-BAD1-95A04893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260" y="2156939"/>
            <a:ext cx="1341088" cy="2309778"/>
          </a:xfrm>
          <a:custGeom xmlns:a="http://schemas.openxmlformats.org/drawingml/2006/main">
            <a:pathLst>
              <a:path w="1341088" h="2309778">
                <a:moveTo>
                  <a:pt x="8987" y="0"/>
                </a:moveTo>
                <a:lnTo>
                  <a:pt x="7284" y="63516"/>
                </a:lnTo>
                <a:lnTo>
                  <a:pt x="5475" y="104774"/>
                </a:lnTo>
                <a:lnTo>
                  <a:pt x="3086" y="152310"/>
                </a:lnTo>
                <a:lnTo>
                  <a:pt x="1007" y="209969"/>
                </a:lnTo>
                <a:lnTo>
                  <a:pt x="344" y="225291"/>
                </a:lnTo>
                <a:lnTo>
                  <a:pt x="336" y="260820"/>
                </a:lnTo>
                <a:lnTo>
                  <a:pt x="0" y="289776"/>
                </a:lnTo>
                <a:lnTo>
                  <a:pt x="1350" y="311064"/>
                </a:lnTo>
                <a:lnTo>
                  <a:pt x="3290" y="332860"/>
                </a:lnTo>
                <a:lnTo>
                  <a:pt x="7661" y="358764"/>
                </a:lnTo>
                <a:lnTo>
                  <a:pt x="12219" y="373520"/>
                </a:lnTo>
                <a:lnTo>
                  <a:pt x="18415" y="393024"/>
                </a:lnTo>
                <a:lnTo>
                  <a:pt x="30234" y="423871"/>
                </a:lnTo>
                <a:lnTo>
                  <a:pt x="34698" y="434233"/>
                </a:lnTo>
                <a:moveTo>
                  <a:pt x="41696" y="447872"/>
                </a:moveTo>
                <a:lnTo>
                  <a:pt x="50351" y="462715"/>
                </a:lnTo>
                <a:lnTo>
                  <a:pt x="72793" y="496795"/>
                </a:lnTo>
                <a:lnTo>
                  <a:pt x="112218" y="554832"/>
                </a:lnTo>
                <a:lnTo>
                  <a:pt x="133407" y="588896"/>
                </a:lnTo>
                <a:lnTo>
                  <a:pt x="149703" y="625202"/>
                </a:lnTo>
                <a:lnTo>
                  <a:pt x="162675" y="666787"/>
                </a:lnTo>
                <a:lnTo>
                  <a:pt x="167455" y="687568"/>
                </a:lnTo>
                <a:lnTo>
                  <a:pt x="168490" y="695016"/>
                </a:lnTo>
                <a:moveTo>
                  <a:pt x="166796" y="701858"/>
                </a:moveTo>
                <a:lnTo>
                  <a:pt x="167688" y="708318"/>
                </a:lnTo>
                <a:lnTo>
                  <a:pt x="169225" y="730514"/>
                </a:lnTo>
                <a:lnTo>
                  <a:pt x="169894" y="757253"/>
                </a:lnTo>
                <a:lnTo>
                  <a:pt x="169264" y="778586"/>
                </a:lnTo>
                <a:moveTo>
                  <a:pt x="172006" y="766769"/>
                </a:moveTo>
                <a:lnTo>
                  <a:pt x="171465" y="810966"/>
                </a:lnTo>
                <a:moveTo>
                  <a:pt x="171073" y="840635"/>
                </a:moveTo>
                <a:lnTo>
                  <a:pt x="171187" y="851152"/>
                </a:lnTo>
                <a:moveTo>
                  <a:pt x="171253" y="857601"/>
                </a:moveTo>
                <a:lnTo>
                  <a:pt x="171564" y="896977"/>
                </a:lnTo>
                <a:lnTo>
                  <a:pt x="172619" y="917430"/>
                </a:lnTo>
                <a:lnTo>
                  <a:pt x="173782" y="945478"/>
                </a:lnTo>
                <a:lnTo>
                  <a:pt x="175803" y="975237"/>
                </a:lnTo>
                <a:lnTo>
                  <a:pt x="179003" y="1010970"/>
                </a:lnTo>
                <a:lnTo>
                  <a:pt x="182105" y="1045693"/>
                </a:lnTo>
                <a:moveTo>
                  <a:pt x="182825" y="1052114"/>
                </a:moveTo>
                <a:lnTo>
                  <a:pt x="186263" y="1077519"/>
                </a:lnTo>
                <a:lnTo>
                  <a:pt x="190764" y="1103022"/>
                </a:lnTo>
                <a:lnTo>
                  <a:pt x="196698" y="1136349"/>
                </a:lnTo>
                <a:lnTo>
                  <a:pt x="201208" y="1155582"/>
                </a:lnTo>
                <a:moveTo>
                  <a:pt x="205243" y="1172811"/>
                </a:moveTo>
                <a:lnTo>
                  <a:pt x="289461" y="1538670"/>
                </a:lnTo>
                <a:moveTo>
                  <a:pt x="289596" y="1545335"/>
                </a:moveTo>
                <a:lnTo>
                  <a:pt x="296668" y="1578746"/>
                </a:lnTo>
                <a:moveTo>
                  <a:pt x="298587" y="1581062"/>
                </a:moveTo>
                <a:lnTo>
                  <a:pt x="310864" y="1626355"/>
                </a:lnTo>
                <a:moveTo>
                  <a:pt x="310929" y="1626584"/>
                </a:moveTo>
                <a:lnTo>
                  <a:pt x="311731" y="1629580"/>
                </a:lnTo>
                <a:lnTo>
                  <a:pt x="312034" y="1630709"/>
                </a:lnTo>
                <a:moveTo>
                  <a:pt x="314367" y="1639622"/>
                </a:moveTo>
                <a:lnTo>
                  <a:pt x="314408" y="1639778"/>
                </a:lnTo>
                <a:moveTo>
                  <a:pt x="316004" y="1646497"/>
                </a:moveTo>
                <a:lnTo>
                  <a:pt x="316045" y="1646661"/>
                </a:lnTo>
                <a:moveTo>
                  <a:pt x="321937" y="1652685"/>
                </a:moveTo>
                <a:lnTo>
                  <a:pt x="322101" y="1652685"/>
                </a:lnTo>
                <a:moveTo>
                  <a:pt x="335401" y="1652300"/>
                </a:moveTo>
                <a:lnTo>
                  <a:pt x="339632" y="1652185"/>
                </a:lnTo>
                <a:lnTo>
                  <a:pt x="343414" y="1652087"/>
                </a:lnTo>
                <a:lnTo>
                  <a:pt x="346303" y="1651997"/>
                </a:lnTo>
                <a:moveTo>
                  <a:pt x="346548" y="1651997"/>
                </a:moveTo>
                <a:lnTo>
                  <a:pt x="348995" y="1651932"/>
                </a:lnTo>
                <a:moveTo>
                  <a:pt x="354049" y="1651793"/>
                </a:moveTo>
                <a:lnTo>
                  <a:pt x="429981" y="1650278"/>
                </a:lnTo>
                <a:lnTo>
                  <a:pt x="502037" y="1651727"/>
                </a:lnTo>
                <a:lnTo>
                  <a:pt x="573554" y="1655296"/>
                </a:lnTo>
                <a:lnTo>
                  <a:pt x="673982" y="1662543"/>
                </a:lnTo>
                <a:moveTo>
                  <a:pt x="728208" y="1666500"/>
                </a:moveTo>
                <a:lnTo>
                  <a:pt x="767109" y="1669095"/>
                </a:lnTo>
                <a:moveTo>
                  <a:pt x="778637" y="1672422"/>
                </a:moveTo>
                <a:lnTo>
                  <a:pt x="913301" y="1679792"/>
                </a:lnTo>
                <a:lnTo>
                  <a:pt x="1008265" y="1687886"/>
                </a:lnTo>
                <a:lnTo>
                  <a:pt x="1061997" y="1694679"/>
                </a:lnTo>
                <a:moveTo>
                  <a:pt x="1068446" y="1695588"/>
                </a:moveTo>
                <a:lnTo>
                  <a:pt x="1089014" y="1698772"/>
                </a:lnTo>
                <a:moveTo>
                  <a:pt x="1095273" y="1701094"/>
                </a:moveTo>
                <a:lnTo>
                  <a:pt x="1117768" y="1704787"/>
                </a:lnTo>
                <a:moveTo>
                  <a:pt x="1119599" y="1709051"/>
                </a:moveTo>
                <a:lnTo>
                  <a:pt x="1128103" y="1710328"/>
                </a:lnTo>
                <a:lnTo>
                  <a:pt x="1137556" y="1716802"/>
                </a:lnTo>
                <a:lnTo>
                  <a:pt x="1143195" y="1722155"/>
                </a:lnTo>
                <a:lnTo>
                  <a:pt x="1144906" y="1723677"/>
                </a:lnTo>
                <a:lnTo>
                  <a:pt x="1147959" y="1727123"/>
                </a:lnTo>
                <a:lnTo>
                  <a:pt x="1150782" y="1733007"/>
                </a:lnTo>
                <a:lnTo>
                  <a:pt x="1151961" y="1740095"/>
                </a:lnTo>
                <a:lnTo>
                  <a:pt x="1147345" y="1753763"/>
                </a:lnTo>
                <a:moveTo>
                  <a:pt x="1149186" y="1756783"/>
                </a:moveTo>
                <a:lnTo>
                  <a:pt x="1146641" y="1767947"/>
                </a:lnTo>
                <a:lnTo>
                  <a:pt x="1136386" y="1829355"/>
                </a:lnTo>
                <a:lnTo>
                  <a:pt x="1136034" y="1833284"/>
                </a:lnTo>
                <a:moveTo>
                  <a:pt x="1136758" y="1839922"/>
                </a:moveTo>
                <a:lnTo>
                  <a:pt x="1131860" y="1894733"/>
                </a:lnTo>
                <a:lnTo>
                  <a:pt x="1127947" y="1975813"/>
                </a:lnTo>
                <a:moveTo>
                  <a:pt x="1127407" y="1987562"/>
                </a:moveTo>
                <a:lnTo>
                  <a:pt x="1125631" y="2028263"/>
                </a:lnTo>
                <a:moveTo>
                  <a:pt x="1124035" y="2034754"/>
                </a:moveTo>
                <a:lnTo>
                  <a:pt x="1121842" y="2084957"/>
                </a:lnTo>
                <a:lnTo>
                  <a:pt x="1120524" y="2113243"/>
                </a:lnTo>
                <a:moveTo>
                  <a:pt x="1123667" y="2129702"/>
                </a:moveTo>
                <a:lnTo>
                  <a:pt x="1124011" y="2132755"/>
                </a:lnTo>
                <a:lnTo>
                  <a:pt x="1125107" y="2140579"/>
                </a:lnTo>
                <a:lnTo>
                  <a:pt x="1125918" y="2150663"/>
                </a:lnTo>
                <a:lnTo>
                  <a:pt x="1125770" y="2165771"/>
                </a:lnTo>
                <a:lnTo>
                  <a:pt x="1126171" y="2216843"/>
                </a:lnTo>
                <a:lnTo>
                  <a:pt x="1126180" y="2217997"/>
                </a:lnTo>
                <a:moveTo>
                  <a:pt x="1127784" y="2227237"/>
                </a:moveTo>
                <a:lnTo>
                  <a:pt x="1127939" y="2227523"/>
                </a:lnTo>
                <a:moveTo>
                  <a:pt x="1139160" y="2232950"/>
                </a:moveTo>
                <a:lnTo>
                  <a:pt x="1185059" y="2233212"/>
                </a:lnTo>
                <a:lnTo>
                  <a:pt x="1299216" y="2232524"/>
                </a:lnTo>
                <a:moveTo>
                  <a:pt x="1299290" y="2232532"/>
                </a:moveTo>
                <a:lnTo>
                  <a:pt x="1301721" y="2232761"/>
                </a:lnTo>
                <a:lnTo>
                  <a:pt x="1313850" y="2232680"/>
                </a:lnTo>
                <a:lnTo>
                  <a:pt x="1336677" y="2232557"/>
                </a:lnTo>
                <a:moveTo>
                  <a:pt x="1341088" y="2237189"/>
                </a:moveTo>
                <a:lnTo>
                  <a:pt x="1339026" y="2274486"/>
                </a:lnTo>
                <a:lnTo>
                  <a:pt x="1338076" y="2294546"/>
                </a:lnTo>
                <a:lnTo>
                  <a:pt x="1338690" y="2299899"/>
                </a:lnTo>
                <a:moveTo>
                  <a:pt x="1334663" y="2305464"/>
                </a:moveTo>
                <a:lnTo>
                  <a:pt x="1319522" y="2306823"/>
                </a:lnTo>
                <a:lnTo>
                  <a:pt x="1299732" y="2309049"/>
                </a:lnTo>
                <a:lnTo>
                  <a:pt x="1291981" y="2309712"/>
                </a:lnTo>
                <a:lnTo>
                  <a:pt x="1262141" y="2309778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48EC5A9E-74F2-44AC-9F8D-AB09EEBF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659" y="2330708"/>
            <a:ext cx="960112" cy="2073712"/>
          </a:xfrm>
          <a:custGeom xmlns:a="http://schemas.openxmlformats.org/drawingml/2006/main">
            <a:pathLst>
              <a:path w="960112" h="2073712">
                <a:moveTo>
                  <a:pt x="960112" y="4301"/>
                </a:moveTo>
                <a:lnTo>
                  <a:pt x="925242" y="1972"/>
                </a:lnTo>
                <a:lnTo>
                  <a:pt x="907154" y="1555"/>
                </a:lnTo>
                <a:lnTo>
                  <a:pt x="876577" y="868"/>
                </a:lnTo>
                <a:lnTo>
                  <a:pt x="861996" y="544"/>
                </a:lnTo>
                <a:moveTo>
                  <a:pt x="846748" y="131"/>
                </a:moveTo>
                <a:lnTo>
                  <a:pt x="841903" y="0"/>
                </a:lnTo>
                <a:moveTo>
                  <a:pt x="816310" y="9596"/>
                </a:moveTo>
                <a:lnTo>
                  <a:pt x="816249" y="10623"/>
                </a:lnTo>
                <a:lnTo>
                  <a:pt x="810094" y="206544"/>
                </a:lnTo>
                <a:lnTo>
                  <a:pt x="810552" y="253245"/>
                </a:lnTo>
                <a:lnTo>
                  <a:pt x="815029" y="312926"/>
                </a:lnTo>
                <a:lnTo>
                  <a:pt x="818753" y="340623"/>
                </a:lnTo>
                <a:lnTo>
                  <a:pt x="829221" y="392840"/>
                </a:lnTo>
                <a:lnTo>
                  <a:pt x="837488" y="426257"/>
                </a:lnTo>
                <a:lnTo>
                  <a:pt x="857621" y="487936"/>
                </a:lnTo>
                <a:lnTo>
                  <a:pt x="868842" y="522302"/>
                </a:lnTo>
                <a:lnTo>
                  <a:pt x="869477" y="524234"/>
                </a:lnTo>
                <a:moveTo>
                  <a:pt x="875550" y="542232"/>
                </a:moveTo>
                <a:lnTo>
                  <a:pt x="893846" y="595644"/>
                </a:lnTo>
                <a:lnTo>
                  <a:pt x="902759" y="623291"/>
                </a:lnTo>
                <a:lnTo>
                  <a:pt x="911050" y="654106"/>
                </a:lnTo>
                <a:lnTo>
                  <a:pt x="917565" y="681794"/>
                </a:lnTo>
                <a:lnTo>
                  <a:pt x="926895" y="731351"/>
                </a:lnTo>
                <a:lnTo>
                  <a:pt x="930840" y="758016"/>
                </a:lnTo>
                <a:lnTo>
                  <a:pt x="934048" y="785958"/>
                </a:lnTo>
                <a:lnTo>
                  <a:pt x="936635" y="819637"/>
                </a:lnTo>
                <a:lnTo>
                  <a:pt x="937568" y="848848"/>
                </a:lnTo>
                <a:lnTo>
                  <a:pt x="937838" y="878001"/>
                </a:lnTo>
                <a:lnTo>
                  <a:pt x="936839" y="907702"/>
                </a:lnTo>
                <a:lnTo>
                  <a:pt x="936156" y="915916"/>
                </a:lnTo>
                <a:moveTo>
                  <a:pt x="934310" y="922328"/>
                </a:moveTo>
                <a:lnTo>
                  <a:pt x="932763" y="940882"/>
                </a:lnTo>
                <a:lnTo>
                  <a:pt x="929080" y="967605"/>
                </a:lnTo>
                <a:lnTo>
                  <a:pt x="923327" y="999958"/>
                </a:lnTo>
                <a:moveTo>
                  <a:pt x="919521" y="1006350"/>
                </a:moveTo>
                <a:lnTo>
                  <a:pt x="915052" y="1031272"/>
                </a:lnTo>
                <a:moveTo>
                  <a:pt x="915605" y="1034632"/>
                </a:moveTo>
                <a:lnTo>
                  <a:pt x="910837" y="1051872"/>
                </a:lnTo>
                <a:lnTo>
                  <a:pt x="903794" y="1072898"/>
                </a:lnTo>
                <a:moveTo>
                  <a:pt x="899448" y="1085057"/>
                </a:moveTo>
                <a:lnTo>
                  <a:pt x="893764" y="1100087"/>
                </a:lnTo>
                <a:lnTo>
                  <a:pt x="876208" y="1137671"/>
                </a:lnTo>
                <a:moveTo>
                  <a:pt x="874015" y="1139095"/>
                </a:moveTo>
                <a:lnTo>
                  <a:pt x="847653" y="1186123"/>
                </a:lnTo>
                <a:lnTo>
                  <a:pt x="834688" y="1205610"/>
                </a:lnTo>
                <a:moveTo>
                  <a:pt x="832151" y="1211785"/>
                </a:moveTo>
                <a:lnTo>
                  <a:pt x="831619" y="1212583"/>
                </a:lnTo>
                <a:lnTo>
                  <a:pt x="812934" y="1237906"/>
                </a:lnTo>
                <a:lnTo>
                  <a:pt x="791941" y="1263679"/>
                </a:lnTo>
                <a:lnTo>
                  <a:pt x="770080" y="1290664"/>
                </a:lnTo>
                <a:lnTo>
                  <a:pt x="750503" y="1316044"/>
                </a:lnTo>
                <a:lnTo>
                  <a:pt x="737178" y="1334897"/>
                </a:lnTo>
                <a:moveTo>
                  <a:pt x="732333" y="1339492"/>
                </a:moveTo>
                <a:lnTo>
                  <a:pt x="728724" y="1344591"/>
                </a:lnTo>
                <a:lnTo>
                  <a:pt x="707861" y="1377935"/>
                </a:lnTo>
                <a:lnTo>
                  <a:pt x="692221" y="1405877"/>
                </a:lnTo>
                <a:moveTo>
                  <a:pt x="692524" y="1408173"/>
                </a:moveTo>
                <a:lnTo>
                  <a:pt x="676556" y="1445551"/>
                </a:lnTo>
                <a:moveTo>
                  <a:pt x="667385" y="1464498"/>
                </a:moveTo>
                <a:lnTo>
                  <a:pt x="666792" y="1465877"/>
                </a:lnTo>
                <a:lnTo>
                  <a:pt x="655742" y="1496406"/>
                </a:lnTo>
                <a:lnTo>
                  <a:pt x="648241" y="1522265"/>
                </a:lnTo>
                <a:moveTo>
                  <a:pt x="645389" y="1531926"/>
                </a:moveTo>
                <a:lnTo>
                  <a:pt x="645340" y="1532086"/>
                </a:lnTo>
                <a:moveTo>
                  <a:pt x="642385" y="1543565"/>
                </a:moveTo>
                <a:lnTo>
                  <a:pt x="632646" y="1580956"/>
                </a:lnTo>
                <a:moveTo>
                  <a:pt x="630788" y="1583014"/>
                </a:moveTo>
                <a:lnTo>
                  <a:pt x="628243" y="1594178"/>
                </a:lnTo>
                <a:lnTo>
                  <a:pt x="617987" y="1655586"/>
                </a:lnTo>
                <a:lnTo>
                  <a:pt x="617635" y="1659515"/>
                </a:lnTo>
                <a:moveTo>
                  <a:pt x="618360" y="1666152"/>
                </a:moveTo>
                <a:lnTo>
                  <a:pt x="613461" y="1720964"/>
                </a:lnTo>
                <a:lnTo>
                  <a:pt x="609549" y="1802044"/>
                </a:lnTo>
                <a:moveTo>
                  <a:pt x="609009" y="1813793"/>
                </a:moveTo>
                <a:lnTo>
                  <a:pt x="607233" y="1854494"/>
                </a:lnTo>
                <a:moveTo>
                  <a:pt x="605637" y="1860984"/>
                </a:moveTo>
                <a:lnTo>
                  <a:pt x="603443" y="1911188"/>
                </a:lnTo>
                <a:lnTo>
                  <a:pt x="602126" y="1939474"/>
                </a:lnTo>
                <a:moveTo>
                  <a:pt x="599720" y="1956146"/>
                </a:moveTo>
                <a:lnTo>
                  <a:pt x="600047" y="1982712"/>
                </a:lnTo>
                <a:moveTo>
                  <a:pt x="597436" y="1985201"/>
                </a:moveTo>
                <a:lnTo>
                  <a:pt x="597215" y="2013044"/>
                </a:lnTo>
                <a:lnTo>
                  <a:pt x="592607" y="2028276"/>
                </a:lnTo>
                <a:lnTo>
                  <a:pt x="586698" y="2037892"/>
                </a:lnTo>
                <a:lnTo>
                  <a:pt x="585659" y="2039554"/>
                </a:lnTo>
                <a:lnTo>
                  <a:pt x="580265" y="2043564"/>
                </a:lnTo>
                <a:lnTo>
                  <a:pt x="577900" y="2043924"/>
                </a:lnTo>
                <a:lnTo>
                  <a:pt x="572678" y="2044268"/>
                </a:lnTo>
                <a:moveTo>
                  <a:pt x="560688" y="2046126"/>
                </a:moveTo>
                <a:lnTo>
                  <a:pt x="535733" y="2043417"/>
                </a:lnTo>
                <a:lnTo>
                  <a:pt x="486732" y="2033342"/>
                </a:lnTo>
                <a:lnTo>
                  <a:pt x="455394" y="2029016"/>
                </a:lnTo>
                <a:moveTo>
                  <a:pt x="436668" y="2032008"/>
                </a:moveTo>
                <a:lnTo>
                  <a:pt x="404937" y="2036550"/>
                </a:lnTo>
                <a:lnTo>
                  <a:pt x="377281" y="2041068"/>
                </a:lnTo>
                <a:lnTo>
                  <a:pt x="366870" y="2046814"/>
                </a:lnTo>
                <a:lnTo>
                  <a:pt x="365782" y="2047927"/>
                </a:lnTo>
                <a:moveTo>
                  <a:pt x="360838" y="2046355"/>
                </a:moveTo>
                <a:lnTo>
                  <a:pt x="360495" y="2042148"/>
                </a:lnTo>
                <a:lnTo>
                  <a:pt x="360364" y="2040503"/>
                </a:lnTo>
                <a:moveTo>
                  <a:pt x="352400" y="2032163"/>
                </a:moveTo>
                <a:lnTo>
                  <a:pt x="328411" y="2035462"/>
                </a:lnTo>
                <a:lnTo>
                  <a:pt x="297458" y="2040872"/>
                </a:lnTo>
                <a:lnTo>
                  <a:pt x="274525" y="2046412"/>
                </a:lnTo>
                <a:lnTo>
                  <a:pt x="270481" y="2047722"/>
                </a:lnTo>
                <a:moveTo>
                  <a:pt x="264249" y="2049735"/>
                </a:moveTo>
                <a:lnTo>
                  <a:pt x="239274" y="2057822"/>
                </a:lnTo>
                <a:lnTo>
                  <a:pt x="237866" y="2058276"/>
                </a:lnTo>
                <a:moveTo>
                  <a:pt x="231628" y="2060203"/>
                </a:moveTo>
                <a:lnTo>
                  <a:pt x="186333" y="2073712"/>
                </a:lnTo>
                <a:moveTo>
                  <a:pt x="176425" y="2067807"/>
                </a:moveTo>
                <a:lnTo>
                  <a:pt x="172055" y="2054098"/>
                </a:lnTo>
                <a:moveTo>
                  <a:pt x="170058" y="2047861"/>
                </a:moveTo>
                <a:lnTo>
                  <a:pt x="161456" y="2021147"/>
                </a:lnTo>
                <a:lnTo>
                  <a:pt x="157445" y="2008428"/>
                </a:lnTo>
                <a:lnTo>
                  <a:pt x="153288" y="1995816"/>
                </a:lnTo>
                <a:lnTo>
                  <a:pt x="150300" y="1986911"/>
                </a:lnTo>
                <a:lnTo>
                  <a:pt x="148311" y="1983040"/>
                </a:lnTo>
                <a:lnTo>
                  <a:pt x="144923" y="1976075"/>
                </a:lnTo>
                <a:lnTo>
                  <a:pt x="141248" y="1970133"/>
                </a:lnTo>
                <a:lnTo>
                  <a:pt x="129553" y="1956784"/>
                </a:lnTo>
                <a:lnTo>
                  <a:pt x="121744" y="1951161"/>
                </a:lnTo>
                <a:lnTo>
                  <a:pt x="113945" y="1946553"/>
                </a:lnTo>
                <a:lnTo>
                  <a:pt x="96102" y="1938778"/>
                </a:lnTo>
                <a:lnTo>
                  <a:pt x="75363" y="1931216"/>
                </a:lnTo>
                <a:lnTo>
                  <a:pt x="59657" y="1923367"/>
                </a:lnTo>
                <a:lnTo>
                  <a:pt x="53584" y="1918153"/>
                </a:lnTo>
                <a:lnTo>
                  <a:pt x="45088" y="1909437"/>
                </a:lnTo>
                <a:lnTo>
                  <a:pt x="37821" y="1900164"/>
                </a:lnTo>
                <a:lnTo>
                  <a:pt x="30430" y="1888623"/>
                </a:lnTo>
                <a:lnTo>
                  <a:pt x="24062" y="1865036"/>
                </a:lnTo>
                <a:lnTo>
                  <a:pt x="22606" y="1858357"/>
                </a:lnTo>
                <a:lnTo>
                  <a:pt x="13013" y="1816060"/>
                </a:lnTo>
                <a:lnTo>
                  <a:pt x="5377" y="1782372"/>
                </a:lnTo>
                <a:lnTo>
                  <a:pt x="0" y="175867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BE4B49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94FA275B-1569-4B33-96FD-7E9DA0B1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665" y="2330708"/>
            <a:ext cx="975106" cy="2069002"/>
          </a:xfrm>
          <a:custGeom xmlns:a="http://schemas.openxmlformats.org/drawingml/2006/main">
            <a:pathLst>
              <a:path w="975106" h="2069002">
                <a:moveTo>
                  <a:pt x="975106" y="4301"/>
                </a:moveTo>
                <a:lnTo>
                  <a:pt x="940236" y="1972"/>
                </a:lnTo>
                <a:lnTo>
                  <a:pt x="922148" y="1555"/>
                </a:lnTo>
                <a:lnTo>
                  <a:pt x="891571" y="868"/>
                </a:lnTo>
                <a:lnTo>
                  <a:pt x="876990" y="544"/>
                </a:lnTo>
                <a:moveTo>
                  <a:pt x="861742" y="131"/>
                </a:moveTo>
                <a:lnTo>
                  <a:pt x="856897" y="0"/>
                </a:lnTo>
                <a:moveTo>
                  <a:pt x="831304" y="9596"/>
                </a:moveTo>
                <a:lnTo>
                  <a:pt x="831243" y="10623"/>
                </a:lnTo>
                <a:lnTo>
                  <a:pt x="825088" y="206544"/>
                </a:lnTo>
                <a:lnTo>
                  <a:pt x="825546" y="253245"/>
                </a:lnTo>
                <a:lnTo>
                  <a:pt x="830023" y="312926"/>
                </a:lnTo>
                <a:lnTo>
                  <a:pt x="833747" y="340623"/>
                </a:lnTo>
                <a:lnTo>
                  <a:pt x="844215" y="392840"/>
                </a:lnTo>
                <a:lnTo>
                  <a:pt x="852482" y="426257"/>
                </a:lnTo>
                <a:lnTo>
                  <a:pt x="872615" y="487936"/>
                </a:lnTo>
                <a:lnTo>
                  <a:pt x="883836" y="522302"/>
                </a:lnTo>
                <a:lnTo>
                  <a:pt x="884471" y="524234"/>
                </a:lnTo>
                <a:moveTo>
                  <a:pt x="879932" y="529947"/>
                </a:moveTo>
                <a:lnTo>
                  <a:pt x="875922" y="530389"/>
                </a:lnTo>
                <a:lnTo>
                  <a:pt x="864865" y="531199"/>
                </a:lnTo>
                <a:moveTo>
                  <a:pt x="858342" y="531674"/>
                </a:moveTo>
                <a:lnTo>
                  <a:pt x="840123" y="532999"/>
                </a:lnTo>
                <a:lnTo>
                  <a:pt x="770203" y="538115"/>
                </a:lnTo>
                <a:moveTo>
                  <a:pt x="758393" y="538819"/>
                </a:moveTo>
                <a:lnTo>
                  <a:pt x="734281" y="539940"/>
                </a:lnTo>
                <a:lnTo>
                  <a:pt x="698040" y="542510"/>
                </a:lnTo>
                <a:moveTo>
                  <a:pt x="690314" y="549974"/>
                </a:moveTo>
                <a:lnTo>
                  <a:pt x="681622" y="589939"/>
                </a:lnTo>
                <a:lnTo>
                  <a:pt x="652641" y="680124"/>
                </a:lnTo>
                <a:moveTo>
                  <a:pt x="649007" y="691288"/>
                </a:moveTo>
                <a:lnTo>
                  <a:pt x="628193" y="754358"/>
                </a:lnTo>
                <a:moveTo>
                  <a:pt x="625255" y="766782"/>
                </a:moveTo>
                <a:lnTo>
                  <a:pt x="620295" y="799724"/>
                </a:lnTo>
                <a:lnTo>
                  <a:pt x="617038" y="833223"/>
                </a:lnTo>
                <a:moveTo>
                  <a:pt x="616170" y="845189"/>
                </a:moveTo>
                <a:lnTo>
                  <a:pt x="614836" y="878713"/>
                </a:lnTo>
                <a:lnTo>
                  <a:pt x="614419" y="889304"/>
                </a:lnTo>
                <a:moveTo>
                  <a:pt x="613461" y="900721"/>
                </a:moveTo>
                <a:lnTo>
                  <a:pt x="611088" y="919554"/>
                </a:lnTo>
                <a:lnTo>
                  <a:pt x="608231" y="942266"/>
                </a:lnTo>
                <a:lnTo>
                  <a:pt x="607217" y="945973"/>
                </a:lnTo>
                <a:lnTo>
                  <a:pt x="602691" y="962588"/>
                </a:lnTo>
                <a:moveTo>
                  <a:pt x="598893" y="974341"/>
                </a:moveTo>
                <a:lnTo>
                  <a:pt x="588998" y="1000351"/>
                </a:lnTo>
                <a:lnTo>
                  <a:pt x="585790" y="1008797"/>
                </a:lnTo>
                <a:lnTo>
                  <a:pt x="582974" y="1016876"/>
                </a:lnTo>
                <a:lnTo>
                  <a:pt x="568021" y="1050792"/>
                </a:lnTo>
                <a:moveTo>
                  <a:pt x="562807" y="1061497"/>
                </a:moveTo>
                <a:lnTo>
                  <a:pt x="557880" y="1070648"/>
                </a:lnTo>
                <a:lnTo>
                  <a:pt x="536200" y="1103116"/>
                </a:lnTo>
                <a:lnTo>
                  <a:pt x="516835" y="1126924"/>
                </a:lnTo>
                <a:lnTo>
                  <a:pt x="491946" y="1155226"/>
                </a:lnTo>
                <a:lnTo>
                  <a:pt x="467556" y="1181155"/>
                </a:lnTo>
                <a:moveTo>
                  <a:pt x="459454" y="1189871"/>
                </a:moveTo>
                <a:lnTo>
                  <a:pt x="391972" y="1263303"/>
                </a:lnTo>
                <a:lnTo>
                  <a:pt x="365700" y="1284820"/>
                </a:lnTo>
                <a:lnTo>
                  <a:pt x="364497" y="1285614"/>
                </a:lnTo>
                <a:moveTo>
                  <a:pt x="354774" y="1290950"/>
                </a:moveTo>
                <a:lnTo>
                  <a:pt x="344690" y="1295321"/>
                </a:lnTo>
                <a:lnTo>
                  <a:pt x="326431" y="1301819"/>
                </a:lnTo>
                <a:lnTo>
                  <a:pt x="312452" y="1305240"/>
                </a:lnTo>
                <a:lnTo>
                  <a:pt x="297458" y="1306959"/>
                </a:lnTo>
                <a:lnTo>
                  <a:pt x="286368" y="1307483"/>
                </a:lnTo>
                <a:lnTo>
                  <a:pt x="264450" y="1306664"/>
                </a:lnTo>
                <a:moveTo>
                  <a:pt x="256993" y="1313498"/>
                </a:moveTo>
                <a:lnTo>
                  <a:pt x="255307" y="1346081"/>
                </a:lnTo>
                <a:lnTo>
                  <a:pt x="259351" y="1369800"/>
                </a:lnTo>
                <a:lnTo>
                  <a:pt x="263312" y="1387241"/>
                </a:lnTo>
                <a:lnTo>
                  <a:pt x="266463" y="1399427"/>
                </a:lnTo>
                <a:lnTo>
                  <a:pt x="269843" y="1418579"/>
                </a:lnTo>
                <a:lnTo>
                  <a:pt x="271382" y="1437109"/>
                </a:lnTo>
                <a:lnTo>
                  <a:pt x="271308" y="1443566"/>
                </a:lnTo>
                <a:lnTo>
                  <a:pt x="270637" y="1460893"/>
                </a:lnTo>
                <a:lnTo>
                  <a:pt x="269598" y="1474823"/>
                </a:lnTo>
                <a:moveTo>
                  <a:pt x="268804" y="1487779"/>
                </a:moveTo>
                <a:lnTo>
                  <a:pt x="268771" y="1488352"/>
                </a:lnTo>
                <a:moveTo>
                  <a:pt x="267609" y="1503984"/>
                </a:moveTo>
                <a:lnTo>
                  <a:pt x="267568" y="1504418"/>
                </a:lnTo>
                <a:lnTo>
                  <a:pt x="265162" y="1535135"/>
                </a:lnTo>
                <a:lnTo>
                  <a:pt x="259318" y="1610735"/>
                </a:lnTo>
                <a:moveTo>
                  <a:pt x="254636" y="1615261"/>
                </a:moveTo>
                <a:lnTo>
                  <a:pt x="141355" y="1618936"/>
                </a:lnTo>
                <a:lnTo>
                  <a:pt x="68594" y="1619951"/>
                </a:lnTo>
                <a:lnTo>
                  <a:pt x="47020" y="1625713"/>
                </a:lnTo>
                <a:lnTo>
                  <a:pt x="23219" y="1643538"/>
                </a:lnTo>
                <a:lnTo>
                  <a:pt x="12195" y="1657460"/>
                </a:lnTo>
                <a:lnTo>
                  <a:pt x="3405" y="1674410"/>
                </a:lnTo>
                <a:lnTo>
                  <a:pt x="0" y="1694716"/>
                </a:lnTo>
                <a:lnTo>
                  <a:pt x="1760" y="1710234"/>
                </a:lnTo>
                <a:lnTo>
                  <a:pt x="2824" y="1719712"/>
                </a:lnTo>
                <a:lnTo>
                  <a:pt x="9085" y="1745084"/>
                </a:lnTo>
                <a:lnTo>
                  <a:pt x="9731" y="1747744"/>
                </a:lnTo>
                <a:moveTo>
                  <a:pt x="12440" y="1759251"/>
                </a:moveTo>
                <a:lnTo>
                  <a:pt x="17818" y="1782945"/>
                </a:lnTo>
                <a:lnTo>
                  <a:pt x="25454" y="1816633"/>
                </a:lnTo>
                <a:lnTo>
                  <a:pt x="35046" y="1858930"/>
                </a:lnTo>
                <a:lnTo>
                  <a:pt x="36503" y="1865658"/>
                </a:lnTo>
                <a:lnTo>
                  <a:pt x="43001" y="1889704"/>
                </a:lnTo>
                <a:lnTo>
                  <a:pt x="50670" y="1901686"/>
                </a:lnTo>
                <a:lnTo>
                  <a:pt x="58102" y="1911155"/>
                </a:lnTo>
                <a:lnTo>
                  <a:pt x="66777" y="1920068"/>
                </a:lnTo>
                <a:lnTo>
                  <a:pt x="73194" y="1925560"/>
                </a:lnTo>
                <a:lnTo>
                  <a:pt x="89326" y="1933622"/>
                </a:lnTo>
                <a:lnTo>
                  <a:pt x="110131" y="1941217"/>
                </a:lnTo>
                <a:lnTo>
                  <a:pt x="127744" y="1948894"/>
                </a:lnTo>
                <a:lnTo>
                  <a:pt x="135298" y="1953355"/>
                </a:lnTo>
                <a:lnTo>
                  <a:pt x="142779" y="1958732"/>
                </a:lnTo>
                <a:lnTo>
                  <a:pt x="154131" y="1971688"/>
                </a:lnTo>
                <a:lnTo>
                  <a:pt x="157625" y="1977335"/>
                </a:lnTo>
                <a:lnTo>
                  <a:pt x="160965" y="1984218"/>
                </a:lnTo>
                <a:lnTo>
                  <a:pt x="162872" y="1987926"/>
                </a:lnTo>
                <a:lnTo>
                  <a:pt x="165794" y="1996634"/>
                </a:lnTo>
                <a:lnTo>
                  <a:pt x="169951" y="2009230"/>
                </a:lnTo>
                <a:lnTo>
                  <a:pt x="173962" y="2021949"/>
                </a:lnTo>
                <a:lnTo>
                  <a:pt x="182555" y="2048663"/>
                </a:lnTo>
                <a:moveTo>
                  <a:pt x="183304" y="2055297"/>
                </a:moveTo>
                <a:lnTo>
                  <a:pt x="187675" y="2069002"/>
                </a:lnTo>
                <a:moveTo>
                  <a:pt x="191419" y="2067807"/>
                </a:moveTo>
                <a:lnTo>
                  <a:pt x="187049" y="2054098"/>
                </a:lnTo>
                <a:moveTo>
                  <a:pt x="185052" y="2047861"/>
                </a:moveTo>
                <a:lnTo>
                  <a:pt x="176450" y="2021147"/>
                </a:lnTo>
                <a:lnTo>
                  <a:pt x="172439" y="2008428"/>
                </a:lnTo>
                <a:lnTo>
                  <a:pt x="168282" y="1995816"/>
                </a:lnTo>
                <a:lnTo>
                  <a:pt x="165294" y="1986911"/>
                </a:lnTo>
                <a:lnTo>
                  <a:pt x="163305" y="1983040"/>
                </a:lnTo>
                <a:lnTo>
                  <a:pt x="159917" y="1976075"/>
                </a:lnTo>
                <a:lnTo>
                  <a:pt x="156242" y="1970133"/>
                </a:lnTo>
                <a:lnTo>
                  <a:pt x="144547" y="1956784"/>
                </a:lnTo>
                <a:lnTo>
                  <a:pt x="136739" y="1951161"/>
                </a:lnTo>
                <a:lnTo>
                  <a:pt x="128939" y="1946553"/>
                </a:lnTo>
                <a:lnTo>
                  <a:pt x="111096" y="1938778"/>
                </a:lnTo>
                <a:lnTo>
                  <a:pt x="90357" y="1931216"/>
                </a:lnTo>
                <a:lnTo>
                  <a:pt x="74651" y="1923367"/>
                </a:lnTo>
                <a:lnTo>
                  <a:pt x="68578" y="1918153"/>
                </a:lnTo>
                <a:lnTo>
                  <a:pt x="60082" y="1909437"/>
                </a:lnTo>
                <a:lnTo>
                  <a:pt x="52815" y="1900164"/>
                </a:lnTo>
                <a:lnTo>
                  <a:pt x="45424" y="1888623"/>
                </a:lnTo>
                <a:lnTo>
                  <a:pt x="39056" y="1865036"/>
                </a:lnTo>
                <a:lnTo>
                  <a:pt x="37600" y="1858357"/>
                </a:lnTo>
                <a:lnTo>
                  <a:pt x="28007" y="1816060"/>
                </a:lnTo>
                <a:lnTo>
                  <a:pt x="20371" y="1782372"/>
                </a:lnTo>
                <a:lnTo>
                  <a:pt x="14994" y="17586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80739190-8425-44F1-B46B-D4CDCCDA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32" y="2331767"/>
            <a:ext cx="446714" cy="644006"/>
          </a:xfrm>
          <a:custGeom xmlns:a="http://schemas.openxmlformats.org/drawingml/2006/main">
            <a:pathLst>
              <a:path w="446714" h="644006">
                <a:moveTo>
                  <a:pt x="446714" y="0"/>
                </a:moveTo>
                <a:lnTo>
                  <a:pt x="436787" y="14311"/>
                </a:lnTo>
                <a:moveTo>
                  <a:pt x="426860" y="28622"/>
                </a:moveTo>
                <a:lnTo>
                  <a:pt x="416933" y="42934"/>
                </a:lnTo>
                <a:moveTo>
                  <a:pt x="407006" y="57245"/>
                </a:moveTo>
                <a:lnTo>
                  <a:pt x="397079" y="71556"/>
                </a:lnTo>
                <a:moveTo>
                  <a:pt x="387152" y="85867"/>
                </a:moveTo>
                <a:lnTo>
                  <a:pt x="377225" y="100179"/>
                </a:lnTo>
                <a:moveTo>
                  <a:pt x="367298" y="114490"/>
                </a:moveTo>
                <a:lnTo>
                  <a:pt x="357371" y="128801"/>
                </a:lnTo>
                <a:moveTo>
                  <a:pt x="347444" y="143112"/>
                </a:moveTo>
                <a:lnTo>
                  <a:pt x="337517" y="157424"/>
                </a:lnTo>
                <a:moveTo>
                  <a:pt x="327591" y="171735"/>
                </a:moveTo>
                <a:lnTo>
                  <a:pt x="317664" y="186046"/>
                </a:lnTo>
                <a:moveTo>
                  <a:pt x="307737" y="200357"/>
                </a:moveTo>
                <a:lnTo>
                  <a:pt x="297810" y="214669"/>
                </a:lnTo>
                <a:moveTo>
                  <a:pt x="287883" y="228980"/>
                </a:moveTo>
                <a:lnTo>
                  <a:pt x="277956" y="243291"/>
                </a:lnTo>
                <a:moveTo>
                  <a:pt x="268029" y="257602"/>
                </a:moveTo>
                <a:lnTo>
                  <a:pt x="258102" y="271914"/>
                </a:lnTo>
                <a:moveTo>
                  <a:pt x="248175" y="286225"/>
                </a:moveTo>
                <a:lnTo>
                  <a:pt x="238248" y="300536"/>
                </a:lnTo>
                <a:moveTo>
                  <a:pt x="228321" y="314847"/>
                </a:moveTo>
                <a:lnTo>
                  <a:pt x="218394" y="329159"/>
                </a:lnTo>
                <a:moveTo>
                  <a:pt x="208467" y="343470"/>
                </a:moveTo>
                <a:lnTo>
                  <a:pt x="198540" y="357781"/>
                </a:lnTo>
                <a:moveTo>
                  <a:pt x="188613" y="372092"/>
                </a:moveTo>
                <a:lnTo>
                  <a:pt x="178686" y="386404"/>
                </a:lnTo>
                <a:moveTo>
                  <a:pt x="168759" y="400715"/>
                </a:moveTo>
                <a:lnTo>
                  <a:pt x="158832" y="415026"/>
                </a:lnTo>
                <a:moveTo>
                  <a:pt x="148905" y="429337"/>
                </a:moveTo>
                <a:lnTo>
                  <a:pt x="138978" y="443649"/>
                </a:lnTo>
                <a:moveTo>
                  <a:pt x="129051" y="457960"/>
                </a:moveTo>
                <a:lnTo>
                  <a:pt x="119124" y="472271"/>
                </a:lnTo>
                <a:moveTo>
                  <a:pt x="109197" y="486582"/>
                </a:moveTo>
                <a:lnTo>
                  <a:pt x="99270" y="500893"/>
                </a:lnTo>
                <a:moveTo>
                  <a:pt x="89343" y="515205"/>
                </a:moveTo>
                <a:lnTo>
                  <a:pt x="79416" y="529516"/>
                </a:lnTo>
                <a:moveTo>
                  <a:pt x="69489" y="543827"/>
                </a:moveTo>
                <a:lnTo>
                  <a:pt x="59562" y="558138"/>
                </a:lnTo>
                <a:moveTo>
                  <a:pt x="49635" y="572450"/>
                </a:moveTo>
                <a:lnTo>
                  <a:pt x="39708" y="586761"/>
                </a:lnTo>
                <a:moveTo>
                  <a:pt x="29781" y="601072"/>
                </a:moveTo>
                <a:lnTo>
                  <a:pt x="19854" y="615383"/>
                </a:lnTo>
                <a:moveTo>
                  <a:pt x="9927" y="629695"/>
                </a:moveTo>
                <a:lnTo>
                  <a:pt x="0" y="644006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CF75F943-A5F1-432D-A220-6C65A9E6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42" y="2331767"/>
            <a:ext cx="865505" cy="1843970"/>
          </a:xfrm>
          <a:custGeom xmlns:a="http://schemas.openxmlformats.org/drawingml/2006/main">
            <a:pathLst>
              <a:path w="865505" h="1843970">
                <a:moveTo>
                  <a:pt x="865505" y="0"/>
                </a:moveTo>
                <a:lnTo>
                  <a:pt x="846271" y="40977"/>
                </a:lnTo>
                <a:moveTo>
                  <a:pt x="827038" y="81954"/>
                </a:moveTo>
                <a:lnTo>
                  <a:pt x="807804" y="122931"/>
                </a:lnTo>
                <a:moveTo>
                  <a:pt x="788571" y="163908"/>
                </a:moveTo>
                <a:lnTo>
                  <a:pt x="769338" y="204886"/>
                </a:lnTo>
                <a:moveTo>
                  <a:pt x="750104" y="245863"/>
                </a:moveTo>
                <a:lnTo>
                  <a:pt x="730871" y="286840"/>
                </a:lnTo>
                <a:moveTo>
                  <a:pt x="711637" y="327817"/>
                </a:moveTo>
                <a:lnTo>
                  <a:pt x="692404" y="368794"/>
                </a:lnTo>
                <a:moveTo>
                  <a:pt x="673170" y="409771"/>
                </a:moveTo>
                <a:lnTo>
                  <a:pt x="653937" y="450748"/>
                </a:lnTo>
                <a:moveTo>
                  <a:pt x="634703" y="491725"/>
                </a:moveTo>
                <a:lnTo>
                  <a:pt x="615470" y="532702"/>
                </a:lnTo>
                <a:moveTo>
                  <a:pt x="596237" y="573679"/>
                </a:moveTo>
                <a:lnTo>
                  <a:pt x="577003" y="614657"/>
                </a:lnTo>
                <a:moveTo>
                  <a:pt x="557770" y="655634"/>
                </a:moveTo>
                <a:lnTo>
                  <a:pt x="538536" y="696611"/>
                </a:lnTo>
                <a:moveTo>
                  <a:pt x="519303" y="737588"/>
                </a:moveTo>
                <a:lnTo>
                  <a:pt x="500069" y="778565"/>
                </a:lnTo>
                <a:moveTo>
                  <a:pt x="480836" y="819542"/>
                </a:moveTo>
                <a:lnTo>
                  <a:pt x="461603" y="860519"/>
                </a:lnTo>
                <a:moveTo>
                  <a:pt x="442369" y="901496"/>
                </a:moveTo>
                <a:lnTo>
                  <a:pt x="423136" y="942473"/>
                </a:lnTo>
                <a:moveTo>
                  <a:pt x="403902" y="983450"/>
                </a:moveTo>
                <a:lnTo>
                  <a:pt x="384669" y="1024428"/>
                </a:lnTo>
                <a:moveTo>
                  <a:pt x="365435" y="1065405"/>
                </a:moveTo>
                <a:lnTo>
                  <a:pt x="346202" y="1106382"/>
                </a:lnTo>
                <a:moveTo>
                  <a:pt x="326968" y="1147359"/>
                </a:moveTo>
                <a:lnTo>
                  <a:pt x="307735" y="1188336"/>
                </a:lnTo>
                <a:moveTo>
                  <a:pt x="288502" y="1229313"/>
                </a:moveTo>
                <a:lnTo>
                  <a:pt x="269268" y="1270290"/>
                </a:lnTo>
                <a:moveTo>
                  <a:pt x="250035" y="1311267"/>
                </a:moveTo>
                <a:lnTo>
                  <a:pt x="230801" y="1352244"/>
                </a:lnTo>
                <a:moveTo>
                  <a:pt x="211568" y="1393221"/>
                </a:moveTo>
                <a:lnTo>
                  <a:pt x="192334" y="1434199"/>
                </a:lnTo>
                <a:moveTo>
                  <a:pt x="173101" y="1475176"/>
                </a:moveTo>
                <a:lnTo>
                  <a:pt x="153868" y="1516153"/>
                </a:lnTo>
                <a:moveTo>
                  <a:pt x="134634" y="1557130"/>
                </a:moveTo>
                <a:lnTo>
                  <a:pt x="115401" y="1598107"/>
                </a:lnTo>
                <a:moveTo>
                  <a:pt x="96167" y="1639084"/>
                </a:moveTo>
                <a:lnTo>
                  <a:pt x="76934" y="1680061"/>
                </a:lnTo>
                <a:moveTo>
                  <a:pt x="57700" y="1721038"/>
                </a:moveTo>
                <a:lnTo>
                  <a:pt x="38467" y="1762015"/>
                </a:lnTo>
                <a:moveTo>
                  <a:pt x="19233" y="1802992"/>
                </a:moveTo>
                <a:lnTo>
                  <a:pt x="0" y="184397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A4C532E0-FDA6-43B0-BA96-B4990F9A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968" y="2373803"/>
            <a:ext cx="1307101" cy="2091277"/>
          </a:xfrm>
          <a:custGeom xmlns:a="http://schemas.openxmlformats.org/drawingml/2006/main">
            <a:pathLst>
              <a:path w="1307101" h="2091277">
                <a:moveTo>
                  <a:pt x="0" y="0"/>
                </a:moveTo>
                <a:lnTo>
                  <a:pt x="29047" y="46473"/>
                </a:lnTo>
                <a:moveTo>
                  <a:pt x="58093" y="92946"/>
                </a:moveTo>
                <a:lnTo>
                  <a:pt x="87140" y="139418"/>
                </a:lnTo>
                <a:moveTo>
                  <a:pt x="116187" y="185891"/>
                </a:moveTo>
                <a:lnTo>
                  <a:pt x="145233" y="232364"/>
                </a:lnTo>
                <a:moveTo>
                  <a:pt x="174280" y="278837"/>
                </a:moveTo>
                <a:lnTo>
                  <a:pt x="203327" y="325310"/>
                </a:lnTo>
                <a:moveTo>
                  <a:pt x="232374" y="371783"/>
                </a:moveTo>
                <a:lnTo>
                  <a:pt x="261420" y="418255"/>
                </a:lnTo>
                <a:moveTo>
                  <a:pt x="290467" y="464728"/>
                </a:moveTo>
                <a:lnTo>
                  <a:pt x="319514" y="511201"/>
                </a:lnTo>
                <a:moveTo>
                  <a:pt x="348560" y="557674"/>
                </a:moveTo>
                <a:lnTo>
                  <a:pt x="377607" y="604147"/>
                </a:lnTo>
                <a:moveTo>
                  <a:pt x="406654" y="650619"/>
                </a:moveTo>
                <a:lnTo>
                  <a:pt x="435700" y="697092"/>
                </a:lnTo>
                <a:moveTo>
                  <a:pt x="464747" y="743565"/>
                </a:moveTo>
                <a:lnTo>
                  <a:pt x="493794" y="790038"/>
                </a:lnTo>
                <a:moveTo>
                  <a:pt x="522841" y="836511"/>
                </a:moveTo>
                <a:lnTo>
                  <a:pt x="551887" y="882983"/>
                </a:lnTo>
                <a:moveTo>
                  <a:pt x="580934" y="929456"/>
                </a:moveTo>
                <a:lnTo>
                  <a:pt x="609981" y="975929"/>
                </a:lnTo>
                <a:moveTo>
                  <a:pt x="639027" y="1022402"/>
                </a:moveTo>
                <a:lnTo>
                  <a:pt x="668074" y="1068875"/>
                </a:lnTo>
                <a:moveTo>
                  <a:pt x="697121" y="1115348"/>
                </a:moveTo>
                <a:lnTo>
                  <a:pt x="726167" y="1161820"/>
                </a:lnTo>
                <a:moveTo>
                  <a:pt x="755214" y="1208293"/>
                </a:moveTo>
                <a:lnTo>
                  <a:pt x="784261" y="1254766"/>
                </a:lnTo>
                <a:moveTo>
                  <a:pt x="813307" y="1301239"/>
                </a:moveTo>
                <a:lnTo>
                  <a:pt x="842354" y="1347712"/>
                </a:lnTo>
                <a:moveTo>
                  <a:pt x="871401" y="1394184"/>
                </a:moveTo>
                <a:lnTo>
                  <a:pt x="900448" y="1440657"/>
                </a:lnTo>
                <a:moveTo>
                  <a:pt x="929494" y="1487130"/>
                </a:moveTo>
                <a:lnTo>
                  <a:pt x="958541" y="1533603"/>
                </a:lnTo>
                <a:moveTo>
                  <a:pt x="987588" y="1580076"/>
                </a:moveTo>
                <a:lnTo>
                  <a:pt x="1016634" y="1626549"/>
                </a:lnTo>
                <a:moveTo>
                  <a:pt x="1045681" y="1673021"/>
                </a:moveTo>
                <a:lnTo>
                  <a:pt x="1074728" y="1719494"/>
                </a:lnTo>
                <a:moveTo>
                  <a:pt x="1103774" y="1765967"/>
                </a:moveTo>
                <a:lnTo>
                  <a:pt x="1132821" y="1812440"/>
                </a:lnTo>
                <a:moveTo>
                  <a:pt x="1161868" y="1858913"/>
                </a:moveTo>
                <a:lnTo>
                  <a:pt x="1190915" y="1905385"/>
                </a:lnTo>
                <a:moveTo>
                  <a:pt x="1219961" y="1951858"/>
                </a:moveTo>
                <a:lnTo>
                  <a:pt x="1249008" y="1998331"/>
                </a:lnTo>
                <a:moveTo>
                  <a:pt x="1278055" y="2044804"/>
                </a:moveTo>
                <a:lnTo>
                  <a:pt x="1307101" y="209127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E723549A-57F9-4E54-9DF8-7692E01A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42" y="2331767"/>
            <a:ext cx="865505" cy="1843970"/>
          </a:xfrm>
          <a:custGeom xmlns:a="http://schemas.openxmlformats.org/drawingml/2006/main">
            <a:pathLst>
              <a:path w="865505" h="1843970">
                <a:moveTo>
                  <a:pt x="0" y="1843970"/>
                </a:moveTo>
                <a:lnTo>
                  <a:pt x="865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0542C0DE-EEA6-4120-95CE-3D1C9054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4646" y="229366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6EF95778-76E5-4C05-9F5B-383C3014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821" y="210316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43AE3B27-FB8B-40CB-ABD9-FE84768D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142" y="413763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71D2C702-5F3B-44A8-800D-73780E0A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442" y="420431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ECEA827C-C894-40B2-999D-7691A0A4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211" y="3478731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07692EC2-0620-418F-B35B-D2B4ACA5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036" y="3288231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39DB75BA-FA63-4858-BE8A-B9EBB2E1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932" y="293767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7A67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7321632D-789B-4242-BD3A-E1A93262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07" y="286147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9DBA0B5A-915F-4160-AE7C-50DC2946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868" y="233570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9830156C-03EB-418E-9DFD-FFEE2C9A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643" y="225950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63022EFD-F9A8-435E-A7AB-07E1A3D2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70" y="442697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1D9A7A73-3748-4519-9E01-C1A0385D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745" y="4350779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C109EB32-0E29-4738-957A-0968C4DC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689" y="429539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2147E293-57F9-45C4-9A98-E61BA0A3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464" y="421919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364A77B-AD41-4535-AD5C-A06E3D67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472" y="367797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0D8233A7-179F-4896-BD0E-E07AF3E7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247" y="3601779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3A2355A4-32D9-4AA3-A246-3BA7E8FE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1283E43D-98CB-4104-B29D-E2BB18AE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227594B6-3598-400A-8C0C-B87B6261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Dispersed suburban network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2F7B9321-4989-43CD-9162-E5E99AE8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4B49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2E683057-92B0-4AAD-BDA7-18E286F9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Primary ground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EF2FC52D-2518-467A-A815-F424BF1B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06491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CF7FFB6F-908B-40E1-A2C8-8CD85FA5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Detour</a:t>
            </a: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F17FBE82-30E8-44FE-BC34-AC1F8747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17A67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ECE1FF00-0B0A-4A23-ABD4-B4A21F40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Primary air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DE87257C-EE2C-4A29-A917-A459E486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A8867A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BB2D4495-7ECD-4303-BA3B-BB0374C1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Auxiliary ground</a:t>
            </a: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B50257EB-64DB-42E1-A647-FE73D5AF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6797AC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03DBDD65-FD0D-448D-93E0-9AA6AAC0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C720E1B6-216A-4347-97BB-0E14618A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© OpenStreetMap contributors. Auxiliary routes show site context; they are not additional frozen E1 missions.</a:t>
            </a:r>
          </a:p>
        </p:txBody>
      </p:sp>
    </p:spTree>
    <p:extLst>
      <p:ext uri="{BB962C8B-B14F-4D97-AF65-F5344CB8AC3E}">
        <p14:creationId xmlns:p14="http://schemas.microsoft.com/office/powerpoint/2010/main" val="1221106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1400A-FBA5-46F9-9E82-22B4A2F4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E1: emergency transport and existing-service consequences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851C5-856D-402C-945D-64AE2BC9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60283-ADD3-40C3-B972-930BB815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FB400-AECE-455F-8D48-09CBEEFC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895BD-6748-4AC5-8F95-D6E0694F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E4B26-9F3E-4BD2-8062-AA88B69C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21FCB-E31E-4162-ACB5-AC1E08B8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DCA60-A8E8-431D-807A-1417C9FD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5B9A3-9EE3-44AF-B718-010A1D02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E657C-1BE1-494B-89BB-C8293612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4735B-DDE8-4F4C-BF45-D55B2EAC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Emergency completion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619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ed1f3af9834fb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2E2B1-E266-4333-BCAB-D5461043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Deadline violations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862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fd05cf0b914932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22304-5ED3-484D-8ABB-4DB60489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Service damage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2105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60f4e8fc4f4d6f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87FCB-8D93-4670-B149-C3DFE435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Means over 240 runs per site and policy. Damage counts non-primary missions in specified horizon states.</a:t>
            </a:r>
          </a:p>
        </p:txBody>
      </p:sp>
    </p:spTree>
    <p:extLst>
      <p:ext uri="{BB962C8B-B14F-4D97-AF65-F5344CB8AC3E}">
        <p14:creationId xmlns:p14="http://schemas.microsoft.com/office/powerpoint/2010/main" val="212661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8BA444B-0386-49CB-B4D3-55448FA8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E1: effect of the executable candidate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C2299-DA12-4F9E-BAC1-6379A3E1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32BDA-119F-4628-852F-B6C601D4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Completion difference (s)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E09FA-5CAE-4060-8A14-4D0662AC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C048F-3E18-4515-9B2D-7779E4D6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A404-3D15-44E2-9916-1C0A4A8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" y="2276475"/>
            <a:ext cx="1084198" cy="95"/>
          </a:xfrm>
          <a:custGeom xmlns:a="http://schemas.openxmlformats.org/drawingml/2006/main">
            <a:pathLst>
              <a:path w="1084198" h="95">
                <a:moveTo>
                  <a:pt x="0" y="0"/>
                </a:moveTo>
                <a:lnTo>
                  <a:pt x="1084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5DC8E-2357-465B-BA4C-3791643D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A6006-88CD-4741-A684-98CD1BAD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002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ECA40-DA63-4943-B16A-A065D57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753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8A046-FC08-487F-BFB6-BC295ED3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-13.57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D985F-009C-4237-BDD7-E9749562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C86A0-C4DD-4989-811D-D43DA3AD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84" y="3314700"/>
            <a:ext cx="573859" cy="95"/>
          </a:xfrm>
          <a:custGeom xmlns:a="http://schemas.openxmlformats.org/drawingml/2006/main">
            <a:pathLst>
              <a:path w="573859" h="95">
                <a:moveTo>
                  <a:pt x="0" y="0"/>
                </a:moveTo>
                <a:lnTo>
                  <a:pt x="5738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88AC2-B345-467D-BE72-B67920BA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84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32ED7-C67D-46A8-8C0C-A6FB2046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74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0EE4B-25BE-4D88-9286-C452D7B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663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FED38-9EB7-4FDC-8250-F5C3DB4D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1.45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47F16-738E-4AC7-AFC8-0C371B0C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5C144-0FDE-4318-8B2C-0B3D7674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CC7EC-2E0F-4C69-935F-FA17764B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0137D-F022-4935-B259-AFFEB84E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33F44-A23F-46DC-BCB9-76CC3C1D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594DB-B3E5-47E5-9841-BD8056E3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C0830-3976-4E59-8C5C-8AE20099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C3A2C-FE86-4DF7-9E17-290D363B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05E1DF-BFFA-4D7F-8E0B-293EC9AA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46917B-4D50-4FE7-B46D-3B71AE83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951FE-1ABE-47FF-8B8E-B4C61411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Service damage difference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42C813-D7CA-4043-BCF1-CB5618C3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6E410E-8637-4219-BB29-4C1E55E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B9C68A-A931-4EAF-976F-E5C504EF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50" y="2276475"/>
            <a:ext cx="971168" cy="95"/>
          </a:xfrm>
          <a:custGeom xmlns:a="http://schemas.openxmlformats.org/drawingml/2006/main">
            <a:pathLst>
              <a:path w="971168" h="95">
                <a:moveTo>
                  <a:pt x="0" y="0"/>
                </a:moveTo>
                <a:lnTo>
                  <a:pt x="97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BAA0F-3834-4D87-BBED-7A010436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50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AF80D6-BCEA-45B2-B4BF-0B2E0DE3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4918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80EAA2-F954-42A8-BF1C-43BB8D6B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184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B60C01-319E-46DD-8614-4F2ECDDD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-0.383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11C29C-1E2A-4FED-98C4-6E4D2A41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6E0B77-DC61-4D35-AD10-69D910CD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08" y="3314700"/>
            <a:ext cx="255715" cy="95"/>
          </a:xfrm>
          <a:custGeom xmlns:a="http://schemas.openxmlformats.org/drawingml/2006/main">
            <a:pathLst>
              <a:path w="255715" h="95">
                <a:moveTo>
                  <a:pt x="0" y="0"/>
                </a:moveTo>
                <a:lnTo>
                  <a:pt x="255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F21224-D3D2-431C-B53A-0FFFDE49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08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1FD414-D3D1-4F90-81F9-7351D878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92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7ECF4E-1860-4366-8156-D569673C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16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74EC06-EF88-4DD9-9EC7-677746BF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-0.017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61D880-2D13-41A3-9ED4-C7C78FCD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6995DE-D7EE-48AC-A3FC-28D25D24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E13BE5-B9E0-42E5-9E87-AE06F012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7F33AA-3150-49C9-8206-CE7638E0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1985B6-B718-4AB4-A49A-B505DA67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66F8B3-A2CC-4AA3-B53B-75B7C191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596ACB-0A2C-4325-92E8-00BFA338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6DA015-381C-4F54-BF34-08CA55A2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5893A4-0107-4DC1-89BD-98CD685B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9F697D-AE9B-41C2-875E-E48A7EF8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68E47F-77E9-4AFC-86FD-212C97F0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Air intervention difference (pp)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013F0B-EEFB-420A-872F-CB8B9E53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691806-2252-4797-9CBC-E0C9FD94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4C2412-6F8F-4646-9A10-2EEC9DC6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5" y="2276475"/>
            <a:ext cx="971168" cy="95"/>
          </a:xfrm>
          <a:custGeom xmlns:a="http://schemas.openxmlformats.org/drawingml/2006/main">
            <a:pathLst>
              <a:path w="971168" h="95">
                <a:moveTo>
                  <a:pt x="0" y="0"/>
                </a:moveTo>
                <a:lnTo>
                  <a:pt x="97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6B0036-190D-4BE1-A537-B71A3BA5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5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FA2891-8CB0-41A3-9711-C89410AC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593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A6D48B-6922-4B50-AF93-7B7AD3DF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859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7FA5F7-326A-4E73-B71E-352F3219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-38.33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64A6BE-11A4-41C8-8F92-4BB9038E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AA0A3F-FFEE-432B-8A21-16BDE621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83" y="3314700"/>
            <a:ext cx="255715" cy="95"/>
          </a:xfrm>
          <a:custGeom xmlns:a="http://schemas.openxmlformats.org/drawingml/2006/main">
            <a:pathLst>
              <a:path w="255715" h="95">
                <a:moveTo>
                  <a:pt x="0" y="0"/>
                </a:moveTo>
                <a:lnTo>
                  <a:pt x="255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C51B66-87DA-4E51-9450-09860E95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8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36AB02-C584-4E23-84F4-101A303B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598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03EECA-D780-462C-A2CD-D99A1D83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591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EB25F3-061D-4F4F-964C-7A358E66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-1.67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3C92A1-4EED-478C-BA16-243077C0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7866AA-AA1F-48E0-BAC5-C886DA82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48F321-9EA4-41BB-A3EF-2298EA31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8638798-313C-4BCE-A7F8-F3F4EC95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62AD7E-E1C0-4978-8C62-D90D9453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488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E9CDCEF-4BEB-48A2-87A6-971EE822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DC1202-A2B0-4980-AEAE-5EEF71A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E00DAF-E545-455E-B736-799F2399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-60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BBE6612-E45C-49E8-9AD4-91031982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ADC6C9-D8F4-4DA0-B421-B6A00E32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25B2741-E505-4A47-A199-6CA98990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293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Negative differences indicate lower completion time, fewer damaged services or less air intervention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2E32B7-D212-43D6-89E4-005730AC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60 matched B4b–B4a runs per site. Bars show 95% intervals. The explicit-table effect is largest at Site A.</a:t>
            </a:r>
          </a:p>
        </p:txBody>
      </p:sp>
    </p:spTree>
    <p:extLst>
      <p:ext uri="{BB962C8B-B14F-4D97-AF65-F5344CB8AC3E}">
        <p14:creationId xmlns:p14="http://schemas.microsoft.com/office/powerpoint/2010/main" val="12031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7D5C6E-138A-4AF0-8C66-D3AB972C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E2: restoring a path and meeting the deadline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EC428-1F19-46CD-9C7D-FAC5211E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74C7C-A2FF-4898-915A-8FCAF787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1D5D0-4036-4AA0-826A-A781DE9C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68710-AC75-4E92-88FA-F105B0C7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C65BE-9CF0-43F0-B402-5670D32E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A602B-80D2-48B6-BF15-A938F959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D1D81-C3CF-47AE-8EB0-E4CE06BB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55FB6-538A-46E3-8B3A-1FCAFF64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97CDE-4AC7-4AF7-86CA-0E1B0814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FA605-F0C4-4471-946A-8D77C6B1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Deadline violations in all runs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381000" y="2057400"/>
          <a:ext xmlns:a="http://schemas.openxmlformats.org/drawingml/2006/main" cx="54768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984481da19425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F9EB9-3622-4EB0-BCCB-F5BE6864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Recovered / affected critical chains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FC581-CE70-41A8-9124-8CCB60DB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AB4DE-7217-4830-B7DE-BD42DD1D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Rule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(B1)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AA0EF-E8B5-4924-86A0-63757CD7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Heuristic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(B2)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C9FEA-13B4-48EB-846A-51DCD1C5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LLM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(B4b)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B364D-A46E-4294-9B96-46FA392C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670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C07A1-294E-43AB-BCD8-43F53415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E68B9-0FAB-45AD-ADEB-147E6BDA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FA582F-AAD5-4FDA-A2EE-3E221763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559F5-B989-46A1-A478-B140DA5D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191/191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4342C-381C-4E61-A953-F5D7D516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C5C01-399D-4A0F-819C-4E0CD3AD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BCC91-240C-41DB-AB20-279A9813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06B3E-6284-4148-AC11-7A175375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BDBB4C-AE6A-4C77-B345-1422A782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199/199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97487-8BEC-4E2B-B9F6-7E4D908D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434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95DC2D-1F87-4AEB-B54A-011AEC51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487AD6-9626-4E5E-898D-79070BAE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0A6969-F2E3-4AF4-8A88-34119C58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BDD7F1-6E93-4441-B479-DD02DECC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201/201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D3B1A4-2DA7-4DDF-963D-D103E860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581650"/>
            <a:ext cx="521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Every affected coordinated run restores a path</a:t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 recovery: not applicable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4F4FE4-CC82-4B47-A539-68CF9AE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All-run outcomes: 320 runs per site and policy. Conditional restoration can coexist with substantial lateness.</a:t>
            </a:r>
          </a:p>
        </p:txBody>
      </p:sp>
    </p:spTree>
    <p:extLst>
      <p:ext uri="{BB962C8B-B14F-4D97-AF65-F5344CB8AC3E}">
        <p14:creationId xmlns:p14="http://schemas.microsoft.com/office/powerpoint/2010/main" val="1852651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1AB0A-2F46-4393-A6FA-1DFB92C3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E3: priority-weighted service loss across network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3A22C-D213-444E-9909-59A07AB1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37765-EA1B-47D8-97BA-978EC3D4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16480-5502-4C22-AB03-A1CF2807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BE934-A7D0-41C7-9244-4142C580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C9FDC-3500-4F3E-9E16-CB69F0F3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D498E-0718-4AF0-96B6-8A317C95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2D6F2-08C2-47C2-8CBB-F790B885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CBE3C-AA5F-42DA-A4DD-7EEEF227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61BD7-6A07-46BB-9BE7-96BD1E34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281F3-6EAE-48E5-ACA2-038D52CF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Site A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429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4bc57b801c4df9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5F1BC-30E1-4041-938D-971BFCDB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Site B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672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d1e72546174bcd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4A70B-F923-40E5-A11B-070ABB0F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Site C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1915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f18e858b634bc9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F29D2-ADA7-44E5-B308-CDA35FE6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L1/L4: 40 runs per policy. L2/L3: 80. Levels vary in both disturbance structure and mission demand.</a:t>
            </a:r>
          </a:p>
        </p:txBody>
      </p:sp>
    </p:spTree>
    <p:extLst>
      <p:ext uri="{BB962C8B-B14F-4D97-AF65-F5344CB8AC3E}">
        <p14:creationId xmlns:p14="http://schemas.microsoft.com/office/powerpoint/2010/main" val="952080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E3D89-8168-4FA3-9676-4E68FF74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E4: observation, execution and input burden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B1E2B-F29F-453C-A7D9-37199972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03E03-EDAA-4604-A60C-47EAAD0F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DD88C-D3A2-4459-BF74-A313B225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CA596-3A46-46C0-AA43-211B75CA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A0BDE-EC18-44F8-B037-D148D190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FA730-9C56-4DDF-899B-E3A252F6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7651A-2C5F-4A5C-A6B7-E4302DD1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188DD-3586-405E-B45C-5E4F179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36614-D0D3-4EFD-8CF5-8A8961CD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7137B-F644-4F94-8C25-850D3F3D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Observation interval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429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dd3f0267324fb9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EA7DE-6768-4B29-A048-1D97D086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Execution delay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672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29f247332646c9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D95DB-AB0F-47E5-AB8A-92FFBA10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LLM input burden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1915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500fb8a16e45c4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C80CF-D2D0-4A8A-A2A6-8179A68E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20 runs per arm and policy. B2/B4b overlap in (a,b). Panel (c) expands records around a fixed four-aircraft fleet.</a:t>
            </a:r>
          </a:p>
        </p:txBody>
      </p:sp>
    </p:spTree>
    <p:extLst>
      <p:ext uri="{BB962C8B-B14F-4D97-AF65-F5344CB8AC3E}">
        <p14:creationId xmlns:p14="http://schemas.microsoft.com/office/powerpoint/2010/main" val="2086378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7112CE-B3D0-4B5E-B3FB-F395AB85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Execution sequence with a 60 s action delay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3F8A1-1EB0-45A8-B4E7-60FC7E87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B4E8B-8D20-4DED-B24F-767B3AAA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76900"/>
            <a:ext cx="9525000" cy="95"/>
          </a:xfrm>
          <a:custGeom xmlns:a="http://schemas.openxmlformats.org/drawingml/2006/main">
            <a:pathLst>
              <a:path w="9525000" h="9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2B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1DEB0-45C9-4BD3-BD6D-FEDE82B1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2DE00-5F3E-4EFD-B138-F82DEB1B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1F7B3-6C17-4434-B85F-FEF14543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6FE21-2ACA-42F4-85A0-C86A1C5F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E0199-8037-4E4B-9932-A45569EA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10512-E603-44C4-AF11-F20D4642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6DDF9-05A7-4D68-ABCD-B0CDFE2F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51D08-6D77-421E-9C7E-22E50F53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941EB-8714-4FA2-972A-73EBE577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D6D45-C42B-410D-8F3D-DB7BE7D6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BB14A-662D-45C0-B152-D185D73B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63B65-291F-47A4-B76B-75F2ADB1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563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B5E15-DE71-4001-96DE-E8ACACFA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134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F2FA2-8547-40CF-B653-F12644FE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383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Air command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6D5E3-3EB8-4CA2-8CF9-ED1989C4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48125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4D125-C308-468D-ADBE-01950197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1785938" cy="95"/>
          </a:xfrm>
          <a:custGeom xmlns:a="http://schemas.openxmlformats.org/drawingml/2006/main">
            <a:pathLst>
              <a:path w="1785938" h="95">
                <a:moveTo>
                  <a:pt x="0" y="0"/>
                </a:moveTo>
                <a:lnTo>
                  <a:pt x="1785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3266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1C37F-10A4-4CB5-AD84-0FFEB42B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2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B28BB-4AA8-41A8-8AB2-9B33C3F2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230505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E4B4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CFC60-55E7-4611-A50F-CA00DBB3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47775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300 s</a:t>
            </a:r>
          </a:p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Initial dispatch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9F305-2164-4B8B-A2B9-DA3C7498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7908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360 s</a:t>
            </a:r>
          </a:p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Failure and replacement 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D1AB6A-E362-4FEE-BAB6-C885AF21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219575"/>
            <a:ext cx="1785938" cy="95"/>
          </a:xfrm>
          <a:custGeom xmlns:a="http://schemas.openxmlformats.org/drawingml/2006/main">
            <a:pathLst>
              <a:path w="1785938" h="95">
                <a:moveTo>
                  <a:pt x="0" y="0"/>
                </a:moveTo>
                <a:lnTo>
                  <a:pt x="1785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D28A2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159E3-5DA8-486C-85ED-77A13A6B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19575"/>
            <a:ext cx="5417344" cy="95"/>
          </a:xfrm>
          <a:custGeom xmlns:a="http://schemas.openxmlformats.org/drawingml/2006/main">
            <a:pathLst>
              <a:path w="5417344" h="95">
                <a:moveTo>
                  <a:pt x="0" y="0"/>
                </a:moveTo>
                <a:lnTo>
                  <a:pt x="5417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17A6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2A918A-82EB-47FB-A993-2B366E42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6FB061-1E11-4256-A1B3-B1172B12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D0C2F5-88A8-4BDC-91E3-81FBB44D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319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6181C5-B472-47BC-9F14-CD661D87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781" y="2447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266A8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7B32CD-A079-40A6-9314-3C54600D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4314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28A2E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565485-DD3F-4D2B-A07A-6BD085C3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420 s</a:t>
            </a:r>
          </a:p>
          <a:p xmlns:a="http://schemas.openxmlformats.org/drawingml/2006/main">
            <a:pPr algn="l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Ground executes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6F2230-1075-4AD3-B297-5376E65A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919" y="4591050"/>
            <a:ext cx="2066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602 s</a:t>
            </a:r>
          </a:p>
          <a:p xmlns:a="http://schemas.openxmlformats.org/drawingml/2006/main">
            <a:pPr algn="r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Mission completes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295C4A-9A7A-4E39-965C-5726FD67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0522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7A67"/>
                </a:solidFill>
                <a:latin typeface="Arial"/>
                <a:ea typeface="Arial"/>
                <a:cs typeface="Arial"/>
              </a:rPr>
              <a:t>Ground travel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CB7A62-7FAD-4EB8-85FC-8FE936AF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1200150"/>
            <a:ext cx="95" cy="4305300"/>
          </a:xfrm>
          <a:custGeom xmlns:a="http://schemas.openxmlformats.org/drawingml/2006/main">
            <a:pathLst>
              <a:path w="95" h="4305300">
                <a:moveTo>
                  <a:pt x="0" y="0"/>
                </a:moveTo>
                <a:lnTo>
                  <a:pt x="0" y="4305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43B3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FA3618-86CC-4BBB-9424-69DC5623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1295400"/>
            <a:ext cx="1647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480 s</a:t>
            </a:r>
          </a:p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2443CD-BB44-4281-BC06-AA984DB9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Pending dispatch is superseded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39FF05-387F-46C1-B06D-450B79D3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Completion duration: 602 − 300 = 302 s. This is a tested queue transition, not a universal delay threshold.</a:t>
            </a:r>
          </a:p>
        </p:txBody>
      </p:sp>
    </p:spTree>
    <p:extLst>
      <p:ext uri="{BB962C8B-B14F-4D97-AF65-F5344CB8AC3E}">
        <p14:creationId xmlns:p14="http://schemas.microsoft.com/office/powerpoint/2010/main" val="892013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2026-09-11T05:20:00.6970000Z</dcterms:created>
  <dcterms:modified xsi:type="dcterms:W3CDTF">2026-09-11T05:20:00.6970000Z</dcterms:modified>
</coreProperties>
</file>