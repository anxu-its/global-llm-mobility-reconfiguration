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13bb92a0564307" /><Relationship Type="http://schemas.openxmlformats.org/officeDocument/2006/relationships/extended-properties" Target="/docProps/app.xml" Id="Re588fe98e3104c9d" /><Relationship Type="http://schemas.openxmlformats.org/officeDocument/2006/relationships/officeDocument" Target="/ppt/presentation.xml" Id="Ra5cb6169f51f4d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807eeeb77244c3"/>
  </p:sldMasterIdLst>
  <p:notesMasterIdLst>
    <p:notesMasterId xmlns:r="http://schemas.openxmlformats.org/officeDocument/2006/relationships" r:id="R236cda5c1b7e4f17"/>
  </p:notesMasterIdLst>
  <p:sldIdLst>
    <p:sldId xmlns:r="http://schemas.openxmlformats.org/officeDocument/2006/relationships" id="256" r:id="R49c588f09d8442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753aac1e724273" /><Relationship Type="http://schemas.openxmlformats.org/officeDocument/2006/relationships/slideMaster" Target="/ppt/slideMasters/slideMaster1.xml" Id="Re7807eeeb77244c3" /><Relationship Type="http://schemas.openxmlformats.org/officeDocument/2006/relationships/notesMaster" Target="/ppt/notesMasters/notesMaster1.xml" Id="R236cda5c1b7e4f17" /><Relationship Type="http://schemas.openxmlformats.org/officeDocument/2006/relationships/presProps" Target="/ppt/presProps.xml" Id="R934bef0024864ca8" /><Relationship Type="http://schemas.openxmlformats.org/officeDocument/2006/relationships/tableStyles" Target="/ppt/tableStyles.xml" Id="R38f23ba1651447cc" /><Relationship Type="http://schemas.openxmlformats.org/officeDocument/2006/relationships/slide" Target="/ppt/slides/slide1.xml" Id="R49c588f09d8442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35633ba74741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b02dfaa48041f1" /><Relationship Type="http://schemas.openxmlformats.org/officeDocument/2006/relationships/notesMaster" Target="/ppt/notesMasters/notesMaster1.xml" Id="R67bb3dc901ae43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275be5c14f4f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9200574f974fbf" /><Relationship Type="http://schemas.openxmlformats.org/officeDocument/2006/relationships/slideLayout" Target="/ppt/slideLayouts/slideLayout1.xml" Id="R644930e9f7104c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4930e9f7104c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ca0bc55534a96" /><Relationship Type="http://schemas.openxmlformats.org/officeDocument/2006/relationships/notesSlide" Target="/ppt/notesSlides/notesSlide1.xml" Id="R083841d822284a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78293-1BDF-4A74-8511-5FB74F5C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457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334455"/>
            </a:solidFill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Ground–Low-Altitude Mobility Manager</a:t>
            </a:r>
          </a:p>
        </p:txBody>
      </p:sp>
    </p:spTree>
    <p:extLst>
      <p:ext uri="{BB962C8B-B14F-4D97-AF65-F5344CB8AC3E}">
        <p14:creationId xmlns:p14="http://schemas.microsoft.com/office/powerpoint/2010/main" val="1075813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2026-09-10T23:52:03.0430000Z</dcterms:created>
  <dcterms:modified xsi:type="dcterms:W3CDTF">2026-09-10T23:52:03.0430000Z</dcterms:modified>
</coreProperties>
</file>