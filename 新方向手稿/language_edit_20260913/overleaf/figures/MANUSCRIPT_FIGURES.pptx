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>
        <a:latin typeface="Times New Roman"/>
        <a:ea typeface="Times New Roman"/>
        <a:cs typeface="Times New Roman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187.66666667</c:v>
                </c:pt>
                <c:pt idx="1">
                  <c:v>262.66666667</c:v>
                </c:pt>
                <c:pt idx="2">
                  <c:v>323.66666667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0A8-4C53-BD38-AF03613C8EEE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1.6467804399999999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plus>
            <c:minus>
              <c:numLit>
                <c:formatCode>General</c:formatCode>
                <c:ptCount val="3"/>
                <c:pt idx="0">
                  <c:v>1.6467804399999999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160.775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0A8-4C53-BD38-AF03613C8EEE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0.41936910999999999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plus>
            <c:minus>
              <c:numLit>
                <c:formatCode>General</c:formatCode>
                <c:ptCount val="3"/>
                <c:pt idx="0">
                  <c:v>0.41936910999999999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147.61666667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A8-4C53-BD38-AF03613C8EEE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0.75035246</c:v>
                </c:pt>
                <c:pt idx="1">
                  <c:v>2.0694934800000002</c:v>
                </c:pt>
                <c:pt idx="2">
                  <c:v>3.0681303899999999</c:v>
                </c:pt>
              </c:numLit>
            </c:plus>
            <c:minus>
              <c:numLit>
                <c:formatCode>General</c:formatCode>
                <c:ptCount val="3"/>
                <c:pt idx="0">
                  <c:v>0.75035246</c:v>
                </c:pt>
                <c:pt idx="1">
                  <c:v>2.0694934800000002</c:v>
                </c:pt>
                <c:pt idx="2">
                  <c:v>3.0681303899999999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146.63333333</c:v>
                </c:pt>
                <c:pt idx="1">
                  <c:v>49.09583333</c:v>
                </c:pt>
                <c:pt idx="2">
                  <c:v>168.65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0A8-4C53-BD38-AF03613C8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120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33.33333333</c:v>
                </c:pt>
                <c:pt idx="1">
                  <c:v>50</c:v>
                </c:pt>
                <c:pt idx="2">
                  <c:v>83.33333333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670-4F61-BFEC-558F2187E326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670-4F61-BFEC-558F2187E326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670-4F61-BFEC-558F2187E326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670-4F61-BFEC-558F2187E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2D2-4863-9930-57628001D518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2D2-4863-9930-57628001D518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1.83369E-2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1.83369E-2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0.05833333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2D2-4863-9930-57628001D518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1.9602970000000001E-2</c:v>
                </c:pt>
                <c:pt idx="1">
                  <c:v>1.428799E-2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1.9602970000000001E-2</c:v>
                </c:pt>
                <c:pt idx="1">
                  <c:v>1.428799E-2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0.13333333</c:v>
                </c:pt>
                <c:pt idx="1">
                  <c:v>0.4875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2D2-4863-9930-57628001D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B1</c:v>
          </c:tx>
          <c:spPr>
            <a:solidFill>
              <a:srgbClr val="F28E2B"/>
            </a:solidFill>
            <a:ln w="0">
              <a:noFill/>
            </a:ln>
          </c:spPr>
          <c:invertIfNegative val="1"/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F79-4FD7-BC9F-8E6BE72F1D04}"/>
            </c:ext>
          </c:extLst>
        </c:ser>
        <c:ser>
          <c:idx val="1"/>
          <c:order val="1"/>
          <c:tx>
            <c:v>B2</c:v>
          </c:tx>
          <c:spPr>
            <a:solidFill>
              <a:srgbClr val="20A387"/>
            </a:solidFill>
            <a:ln w="0">
              <a:noFill/>
            </a:ln>
          </c:spPr>
          <c:invertIfNegative val="1"/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F79-4FD7-BC9F-8E6BE72F1D04}"/>
            </c:ext>
          </c:extLst>
        </c:ser>
        <c:ser>
          <c:idx val="2"/>
          <c:order val="2"/>
          <c:tx>
            <c:v>B4b</c:v>
          </c:tx>
          <c:spPr>
            <a:solidFill>
              <a:srgbClr val="9B4BD1"/>
            </a:solidFill>
            <a:ln w="0">
              <a:noFill/>
            </a:ln>
          </c:spPr>
          <c:invertIfNegative val="1"/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F79-4FD7-BC9F-8E6BE72F1D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37583"/>
            </a:solidFill>
          </a:ln>
        </c:spPr>
        <c:txPr>
          <a:bodyPr anchorCtr="1"/>
          <a:lstStyle/>
          <a:p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7620">
              <a:solidFill>
                <a:srgbClr val="E0E5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Air selection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4B3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B5-4F02-8DDC-F18A4A74F0D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B5-4F02-8DDC-F18A4A74F0D2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B5-4F02-8DDC-F18A4A74F0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4B3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B9-401E-A4B2-58709C4C70F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1B9-401E-A4B2-58709C4C70F7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1B9-401E-A4B2-58709C4C70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4B3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1C-455B-9571-6A18B8551E0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D1C-455B-9571-6A18B8551E0A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D1C-455B-9571-6A18B8551E0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2878B5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2878B5"/>
              </a:solidFill>
              <a:ln w="12700">
                <a:solidFill>
                  <a:srgbClr val="2878B5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7A2-44FB-B8BA-3B0F32438A72}"/>
              </c:ext>
            </c:extLst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67A2-44FB-B8BA-3B0F32438A72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F28E2B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F28E2B"/>
              </a:solidFill>
              <a:ln w="12700">
                <a:solidFill>
                  <a:srgbClr val="F28E2B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7A2-44FB-B8BA-3B0F32438A72}"/>
              </c:ext>
            </c:extLst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67A2-44FB-B8BA-3B0F32438A72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20A387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20A387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9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B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D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7A2-44FB-B8BA-3B0F32438A72}"/>
              </c:ext>
            </c:extLst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67A2-44FB-B8BA-3B0F32438A72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9B4BD1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2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4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6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8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A-67A2-44FB-B8BA-3B0F32438A72}"/>
              </c:ext>
            </c:extLst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B-67A2-44FB-B8BA-3B0F32438A72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7A2-44FB-B8BA-3B0F32438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2878B5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2878B5"/>
              </a:solidFill>
              <a:ln w="12700">
                <a:solidFill>
                  <a:srgbClr val="2878B5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6920-4E12-9DB5-6AD09BB34B3D}"/>
              </c:ext>
            </c:extLst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6920-4E12-9DB5-6AD09BB34B3D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F28E2B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F28E2B"/>
              </a:solidFill>
              <a:ln w="12700">
                <a:solidFill>
                  <a:srgbClr val="F28E2B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6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8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A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C-6920-4E12-9DB5-6AD09BB34B3D}"/>
              </c:ext>
            </c:extLst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6920-4E12-9DB5-6AD09BB34B3D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20A387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20A387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1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3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5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7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9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B-6920-4E12-9DB5-6AD09BB34B3D}"/>
              </c:ext>
            </c:extLst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920-4E12-9DB5-6AD09BB34B3D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9B4BD1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E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0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2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4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6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8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A-6920-4E12-9DB5-6AD09BB34B3D}"/>
              </c:ext>
            </c:extLst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B-6920-4E12-9DB5-6AD09BB34B3D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C-6920-4E12-9DB5-6AD09BB34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ln w="22860">
              <a:solidFill>
                <a:srgbClr val="9B4BD1"/>
              </a:solidFill>
              <a:prstDash val="dash"/>
            </a:ln>
          </c:spPr>
          <c:marker>
            <c:symbol val="diamond"/>
            <c:size val="8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60-4A1A-BF8C-ADCAE2D91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Tokens / call (×10³)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Times New Roman"/>
        <a:ea typeface="Times New Roman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E1 selective air support and incumbent cost. Every site–policy mean and existing 95% seed-block interval is retained: 240 runs and 20 seed blocks per site–policy. Bars start at zero. Source: figure_data.json, results.E1. Error bars are custom asymmetric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8566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 first-decision logs. 720 matched scenario-seed states; subsequent trajectories may diverge. Candidate ETA is predictive, not actual completion.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9394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511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25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6783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072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>
            <a:extLst>
              <a:ext uri="{FF2B5EF4-FFF2-40B4-BE49-F238E27FC236}">
                <a16:creationId xmlns:a16="http://schemas.microsoft.com/office/drawing/2014/main" id="{6164D122-7C6E-4125-A37F-8AE5B5B52E4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dirty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1A145FC-50FF-455F-99B9-0691532561A3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FE699-745E-4C34-8605-5CD471704DF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2B7C68C-3D0A-442D-91CC-84576A3320CA}"/>
              </a:ext>
            </a:extLst>
          </p:cNvPr>
          <p:cNvSpPr>
            <a:spLocks noGrp="1"/>
          </p:cNvSpPr>
          <p:nvPr/>
        </p:nvSpPr>
        <p:spPr>
          <a:xfrm>
            <a:off x="2288094" y="1698070"/>
            <a:ext cx="1600140" cy="3111665"/>
          </a:xfrm>
          <a:custGeom>
            <a:avLst/>
            <a:gdLst/>
            <a:ahLst/>
            <a:cxnLst/>
            <a:rect l="0" t="0" r="0" b="0"/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EB3AA8-6635-405C-9635-82766A70195D}"/>
              </a:ext>
            </a:extLst>
          </p:cNvPr>
          <p:cNvSpPr>
            <a:spLocks noGrp="1"/>
          </p:cNvSpPr>
          <p:nvPr/>
        </p:nvSpPr>
        <p:spPr>
          <a:xfrm>
            <a:off x="1949138" y="4473889"/>
            <a:ext cx="743666" cy="476491"/>
          </a:xfrm>
          <a:custGeom>
            <a:avLst/>
            <a:gdLst/>
            <a:ahLst/>
            <a:cxnLst/>
            <a:rect l="0" t="0" r="0" b="0"/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5DC40C9-1AB5-4D31-8116-863AD9ED8F5C}"/>
              </a:ext>
            </a:extLst>
          </p:cNvPr>
          <p:cNvSpPr>
            <a:spLocks noGrp="1"/>
          </p:cNvSpPr>
          <p:nvPr/>
        </p:nvSpPr>
        <p:spPr>
          <a:xfrm>
            <a:off x="3074883" y="4603902"/>
            <a:ext cx="813352" cy="82980"/>
          </a:xfrm>
          <a:custGeom>
            <a:avLst/>
            <a:gdLst/>
            <a:ahLst/>
            <a:cxnLst/>
            <a:rect l="0" t="0" r="0" b="0"/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4F06B2-E153-484F-8819-BC0AA92CF1B8}"/>
              </a:ext>
            </a:extLst>
          </p:cNvPr>
          <p:cNvSpPr>
            <a:spLocks noGrp="1"/>
          </p:cNvSpPr>
          <p:nvPr/>
        </p:nvSpPr>
        <p:spPr>
          <a:xfrm>
            <a:off x="1342814" y="2150288"/>
            <a:ext cx="27227" cy="46058"/>
          </a:xfrm>
          <a:custGeom>
            <a:avLst/>
            <a:gdLst/>
            <a:ahLst/>
            <a:cxnLst/>
            <a:rect l="0" t="0" r="0" b="0"/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33C0D3-07E5-4167-902E-F0A3700F6CBA}"/>
              </a:ext>
            </a:extLst>
          </p:cNvPr>
          <p:cNvSpPr>
            <a:spLocks noGrp="1"/>
          </p:cNvSpPr>
          <p:nvPr/>
        </p:nvSpPr>
        <p:spPr>
          <a:xfrm>
            <a:off x="1428995" y="2072263"/>
            <a:ext cx="11701" cy="6795"/>
          </a:xfrm>
          <a:custGeom>
            <a:avLst/>
            <a:gdLst/>
            <a:ahLst/>
            <a:cxnLst/>
            <a:rect l="0" t="0" r="0" b="0"/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16767B2-C82D-46EE-90C9-C913CB61693D}"/>
              </a:ext>
            </a:extLst>
          </p:cNvPr>
          <p:cNvSpPr>
            <a:spLocks noGrp="1"/>
          </p:cNvSpPr>
          <p:nvPr/>
        </p:nvSpPr>
        <p:spPr>
          <a:xfrm>
            <a:off x="2652038" y="2354712"/>
            <a:ext cx="22690" cy="28018"/>
          </a:xfrm>
          <a:custGeom>
            <a:avLst/>
            <a:gdLst/>
            <a:ahLst/>
            <a:cxnLst/>
            <a:rect l="0" t="0" r="0" b="0"/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89CE971-73E7-4486-88A4-FED4E8EC595F}"/>
              </a:ext>
            </a:extLst>
          </p:cNvPr>
          <p:cNvSpPr>
            <a:spLocks noGrp="1"/>
          </p:cNvSpPr>
          <p:nvPr/>
        </p:nvSpPr>
        <p:spPr>
          <a:xfrm>
            <a:off x="3260101" y="4619680"/>
            <a:ext cx="17293" cy="11259"/>
          </a:xfrm>
          <a:custGeom>
            <a:avLst/>
            <a:gdLst/>
            <a:ahLst/>
            <a:cxnLst/>
            <a:rect l="0" t="0" r="0" b="0"/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53A74B9-F4C8-4098-BE33-AEF868284AD2}"/>
              </a:ext>
            </a:extLst>
          </p:cNvPr>
          <p:cNvSpPr>
            <a:spLocks noGrp="1"/>
          </p:cNvSpPr>
          <p:nvPr/>
        </p:nvSpPr>
        <p:spPr>
          <a:xfrm>
            <a:off x="2656360" y="3023685"/>
            <a:ext cx="209907" cy="45425"/>
          </a:xfrm>
          <a:custGeom>
            <a:avLst/>
            <a:gdLst/>
            <a:ahLst/>
            <a:cxnLst/>
            <a:rect l="0" t="0" r="0" b="0"/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5618DDC-FC6A-4873-8D18-A130C3524FCC}"/>
              </a:ext>
            </a:extLst>
          </p:cNvPr>
          <p:cNvSpPr>
            <a:spLocks noGrp="1"/>
          </p:cNvSpPr>
          <p:nvPr/>
        </p:nvSpPr>
        <p:spPr>
          <a:xfrm>
            <a:off x="2847909" y="2694695"/>
            <a:ext cx="366472" cy="2058573"/>
          </a:xfrm>
          <a:custGeom>
            <a:avLst/>
            <a:gdLst/>
            <a:ahLst/>
            <a:cxnLst/>
            <a:rect l="0" t="0" r="0" b="0"/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2C510EA-5173-484F-9319-7CD2D35E0F59}"/>
              </a:ext>
            </a:extLst>
          </p:cNvPr>
          <p:cNvSpPr>
            <a:spLocks noGrp="1"/>
          </p:cNvSpPr>
          <p:nvPr/>
        </p:nvSpPr>
        <p:spPr>
          <a:xfrm>
            <a:off x="2898243" y="2956371"/>
            <a:ext cx="989992" cy="167899"/>
          </a:xfrm>
          <a:custGeom>
            <a:avLst/>
            <a:gdLst/>
            <a:ahLst/>
            <a:cxnLst/>
            <a:rect l="0" t="0" r="0" b="0"/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BE03796-AA5A-4C41-8E0D-B8F3BEE2FBD7}"/>
              </a:ext>
            </a:extLst>
          </p:cNvPr>
          <p:cNvSpPr>
            <a:spLocks noGrp="1"/>
          </p:cNvSpPr>
          <p:nvPr/>
        </p:nvSpPr>
        <p:spPr>
          <a:xfrm>
            <a:off x="645665" y="3925797"/>
            <a:ext cx="1859438" cy="649790"/>
          </a:xfrm>
          <a:custGeom>
            <a:avLst/>
            <a:gdLst/>
            <a:ahLst/>
            <a:cxnLst/>
            <a:rect l="0" t="0" r="0" b="0"/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04FA2B4-18A6-42BA-A0A0-F19D3CB19438}"/>
              </a:ext>
            </a:extLst>
          </p:cNvPr>
          <p:cNvSpPr>
            <a:spLocks noGrp="1"/>
          </p:cNvSpPr>
          <p:nvPr/>
        </p:nvSpPr>
        <p:spPr>
          <a:xfrm>
            <a:off x="3582199" y="2886919"/>
            <a:ext cx="51675" cy="22403"/>
          </a:xfrm>
          <a:custGeom>
            <a:avLst/>
            <a:gdLst/>
            <a:ahLst/>
            <a:cxnLst/>
            <a:rect l="0" t="0" r="0" b="0"/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EAB98B3-0075-4B26-A8A7-53E0C44CA9B4}"/>
              </a:ext>
            </a:extLst>
          </p:cNvPr>
          <p:cNvSpPr>
            <a:spLocks noGrp="1"/>
          </p:cNvSpPr>
          <p:nvPr/>
        </p:nvSpPr>
        <p:spPr>
          <a:xfrm>
            <a:off x="2623183" y="1877013"/>
            <a:ext cx="32342" cy="237119"/>
          </a:xfrm>
          <a:custGeom>
            <a:avLst/>
            <a:gdLst/>
            <a:ahLst/>
            <a:cxnLst/>
            <a:rect l="0" t="0" r="0" b="0"/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B0EFC16-E3D4-4997-B46F-FEE222E90E36}"/>
              </a:ext>
            </a:extLst>
          </p:cNvPr>
          <p:cNvSpPr>
            <a:spLocks noGrp="1"/>
          </p:cNvSpPr>
          <p:nvPr/>
        </p:nvSpPr>
        <p:spPr>
          <a:xfrm>
            <a:off x="2339966" y="1744055"/>
            <a:ext cx="996424" cy="428502"/>
          </a:xfrm>
          <a:custGeom>
            <a:avLst/>
            <a:gdLst/>
            <a:ahLst/>
            <a:cxnLst/>
            <a:rect l="0" t="0" r="0" b="0"/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AD549159-E9ED-47CA-8751-E919FBF3364D}"/>
              </a:ext>
            </a:extLst>
          </p:cNvPr>
          <p:cNvSpPr>
            <a:spLocks noGrp="1"/>
          </p:cNvSpPr>
          <p:nvPr/>
        </p:nvSpPr>
        <p:spPr>
          <a:xfrm>
            <a:off x="2954814" y="3477953"/>
            <a:ext cx="933421" cy="223473"/>
          </a:xfrm>
          <a:custGeom>
            <a:avLst/>
            <a:gdLst/>
            <a:ahLst/>
            <a:cxnLst/>
            <a:rect l="0" t="0" r="0" b="0"/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C5714E0-2DC8-4E7F-A654-DBAE0797E351}"/>
              </a:ext>
            </a:extLst>
          </p:cNvPr>
          <p:cNvSpPr>
            <a:spLocks noGrp="1"/>
          </p:cNvSpPr>
          <p:nvPr/>
        </p:nvSpPr>
        <p:spPr>
          <a:xfrm>
            <a:off x="2442879" y="1924478"/>
            <a:ext cx="10212" cy="211591"/>
          </a:xfrm>
          <a:custGeom>
            <a:avLst/>
            <a:gdLst/>
            <a:ahLst/>
            <a:cxnLst/>
            <a:rect l="0" t="0" r="0" b="0"/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3AD19D9-51BF-42F2-9799-D3A6F3DBD775}"/>
              </a:ext>
            </a:extLst>
          </p:cNvPr>
          <p:cNvSpPr>
            <a:spLocks noGrp="1"/>
          </p:cNvSpPr>
          <p:nvPr/>
        </p:nvSpPr>
        <p:spPr>
          <a:xfrm>
            <a:off x="645665" y="2174183"/>
            <a:ext cx="1657870" cy="214441"/>
          </a:xfrm>
          <a:custGeom>
            <a:avLst/>
            <a:gdLst/>
            <a:ahLst/>
            <a:cxnLst/>
            <a:rect l="0" t="0" r="0" b="0"/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5C9985D-9D5D-4AC9-9BD1-EC6750DDA297}"/>
              </a:ext>
            </a:extLst>
          </p:cNvPr>
          <p:cNvSpPr>
            <a:spLocks noGrp="1"/>
          </p:cNvSpPr>
          <p:nvPr/>
        </p:nvSpPr>
        <p:spPr>
          <a:xfrm>
            <a:off x="1882306" y="1698070"/>
            <a:ext cx="417586" cy="431227"/>
          </a:xfrm>
          <a:custGeom>
            <a:avLst/>
            <a:gdLst/>
            <a:ahLst/>
            <a:cxnLst/>
            <a:rect l="0" t="0" r="0" b="0"/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B385A23-8849-4356-8C00-82F08347C7DD}"/>
              </a:ext>
            </a:extLst>
          </p:cNvPr>
          <p:cNvSpPr>
            <a:spLocks noGrp="1"/>
          </p:cNvSpPr>
          <p:nvPr/>
        </p:nvSpPr>
        <p:spPr>
          <a:xfrm>
            <a:off x="1190660" y="2337903"/>
            <a:ext cx="167626" cy="1337930"/>
          </a:xfrm>
          <a:custGeom>
            <a:avLst/>
            <a:gdLst/>
            <a:ahLst/>
            <a:cxnLst/>
            <a:rect l="0" t="0" r="0" b="0"/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EEA5DFB-549A-4EE2-8A98-E62CCC1F0056}"/>
              </a:ext>
            </a:extLst>
          </p:cNvPr>
          <p:cNvSpPr>
            <a:spLocks noGrp="1"/>
          </p:cNvSpPr>
          <p:nvPr/>
        </p:nvSpPr>
        <p:spPr>
          <a:xfrm>
            <a:off x="1277092" y="2859503"/>
            <a:ext cx="646477" cy="1120025"/>
          </a:xfrm>
          <a:custGeom>
            <a:avLst/>
            <a:gdLst/>
            <a:ahLst/>
            <a:cxnLst/>
            <a:rect l="0" t="0" r="0" b="0"/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1EEBF8-25BA-4103-BE42-0759D7D7F426}"/>
              </a:ext>
            </a:extLst>
          </p:cNvPr>
          <p:cNvSpPr>
            <a:spLocks noGrp="1"/>
          </p:cNvSpPr>
          <p:nvPr/>
        </p:nvSpPr>
        <p:spPr>
          <a:xfrm>
            <a:off x="1529735" y="3220531"/>
            <a:ext cx="92404" cy="799924"/>
          </a:xfrm>
          <a:custGeom>
            <a:avLst/>
            <a:gdLst/>
            <a:ahLst/>
            <a:cxnLst/>
            <a:rect l="0" t="0" r="0" b="0"/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D9AF234-0C98-4ED7-BE5A-6A8172BDC535}"/>
              </a:ext>
            </a:extLst>
          </p:cNvPr>
          <p:cNvSpPr>
            <a:spLocks noGrp="1"/>
          </p:cNvSpPr>
          <p:nvPr/>
        </p:nvSpPr>
        <p:spPr>
          <a:xfrm>
            <a:off x="1289805" y="3129975"/>
            <a:ext cx="63048" cy="547872"/>
          </a:xfrm>
          <a:custGeom>
            <a:avLst/>
            <a:gdLst/>
            <a:ahLst/>
            <a:cxnLst/>
            <a:rect l="0" t="0" r="0" b="0"/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6C769B3-428C-42CC-B278-1EE8F380F4B5}"/>
              </a:ext>
            </a:extLst>
          </p:cNvPr>
          <p:cNvSpPr>
            <a:spLocks noGrp="1"/>
          </p:cNvSpPr>
          <p:nvPr/>
        </p:nvSpPr>
        <p:spPr>
          <a:xfrm>
            <a:off x="2415230" y="3429380"/>
            <a:ext cx="83061" cy="509215"/>
          </a:xfrm>
          <a:custGeom>
            <a:avLst/>
            <a:gdLst/>
            <a:ahLst/>
            <a:cxnLst/>
            <a:rect l="0" t="0" r="0" b="0"/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810A784-0C20-448E-B2FF-8C6847ADE6B3}"/>
              </a:ext>
            </a:extLst>
          </p:cNvPr>
          <p:cNvSpPr>
            <a:spLocks noGrp="1"/>
          </p:cNvSpPr>
          <p:nvPr/>
        </p:nvSpPr>
        <p:spPr>
          <a:xfrm>
            <a:off x="1933591" y="3492937"/>
            <a:ext cx="78524" cy="437224"/>
          </a:xfrm>
          <a:custGeom>
            <a:avLst/>
            <a:gdLst/>
            <a:ahLst/>
            <a:cxnLst/>
            <a:rect l="0" t="0" r="0" b="0"/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9C74E79-BDDB-43A6-9638-C19D76D20C2E}"/>
              </a:ext>
            </a:extLst>
          </p:cNvPr>
          <p:cNvSpPr>
            <a:spLocks noGrp="1"/>
          </p:cNvSpPr>
          <p:nvPr/>
        </p:nvSpPr>
        <p:spPr>
          <a:xfrm>
            <a:off x="1562475" y="3360599"/>
            <a:ext cx="1118638" cy="135038"/>
          </a:xfrm>
          <a:custGeom>
            <a:avLst/>
            <a:gdLst/>
            <a:ahLst/>
            <a:cxnLst/>
            <a:rect l="0" t="0" r="0" b="0"/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642B866-DBB7-4CC9-8F75-2BF25FC164C9}"/>
              </a:ext>
            </a:extLst>
          </p:cNvPr>
          <p:cNvSpPr>
            <a:spLocks noGrp="1"/>
          </p:cNvSpPr>
          <p:nvPr/>
        </p:nvSpPr>
        <p:spPr>
          <a:xfrm>
            <a:off x="972013" y="4215925"/>
            <a:ext cx="211627" cy="734455"/>
          </a:xfrm>
          <a:custGeom>
            <a:avLst/>
            <a:gdLst/>
            <a:ahLst/>
            <a:cxnLst/>
            <a:rect l="0" t="0" r="0" b="0"/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E33F8C03-2612-496A-BED7-F39CDBFE36F7}"/>
              </a:ext>
            </a:extLst>
          </p:cNvPr>
          <p:cNvSpPr>
            <a:spLocks noGrp="1"/>
          </p:cNvSpPr>
          <p:nvPr/>
        </p:nvSpPr>
        <p:spPr>
          <a:xfrm>
            <a:off x="2312610" y="1698070"/>
            <a:ext cx="1575624" cy="3093381"/>
          </a:xfrm>
          <a:custGeom>
            <a:avLst/>
            <a:gdLst/>
            <a:ahLst/>
            <a:cxnLst/>
            <a:rect l="0" t="0" r="0" b="0"/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677F7BB-CEDE-4BD8-90A9-289E759CBFCD}"/>
              </a:ext>
            </a:extLst>
          </p:cNvPr>
          <p:cNvSpPr>
            <a:spLocks noGrp="1"/>
          </p:cNvSpPr>
          <p:nvPr/>
        </p:nvSpPr>
        <p:spPr>
          <a:xfrm>
            <a:off x="2552888" y="4000203"/>
            <a:ext cx="27597" cy="120539"/>
          </a:xfrm>
          <a:custGeom>
            <a:avLst/>
            <a:gdLst/>
            <a:ahLst/>
            <a:cxnLst/>
            <a:rect l="0" t="0" r="0" b="0"/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DEF1ED9-71A4-4FDA-910B-9B23E054AB7F}"/>
              </a:ext>
            </a:extLst>
          </p:cNvPr>
          <p:cNvSpPr>
            <a:spLocks noGrp="1"/>
          </p:cNvSpPr>
          <p:nvPr/>
        </p:nvSpPr>
        <p:spPr>
          <a:xfrm>
            <a:off x="2132160" y="4308585"/>
            <a:ext cx="613344" cy="534922"/>
          </a:xfrm>
          <a:custGeom>
            <a:avLst/>
            <a:gdLst/>
            <a:ahLst/>
            <a:cxnLst/>
            <a:rect l="0" t="0" r="0" b="0"/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665CEDD-242C-4444-B968-89EA6A30E403}"/>
              </a:ext>
            </a:extLst>
          </p:cNvPr>
          <p:cNvSpPr>
            <a:spLocks noGrp="1"/>
          </p:cNvSpPr>
          <p:nvPr/>
        </p:nvSpPr>
        <p:spPr>
          <a:xfrm>
            <a:off x="2055788" y="2730877"/>
            <a:ext cx="201786" cy="387752"/>
          </a:xfrm>
          <a:custGeom>
            <a:avLst/>
            <a:gdLst/>
            <a:ahLst/>
            <a:cxnLst/>
            <a:rect l="0" t="0" r="0" b="0"/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CBDD16C-39FF-47E7-ACF7-7EE71D237FE3}"/>
              </a:ext>
            </a:extLst>
          </p:cNvPr>
          <p:cNvSpPr>
            <a:spLocks noGrp="1"/>
          </p:cNvSpPr>
          <p:nvPr/>
        </p:nvSpPr>
        <p:spPr>
          <a:xfrm>
            <a:off x="645665" y="2667259"/>
            <a:ext cx="328302" cy="1379134"/>
          </a:xfrm>
          <a:custGeom>
            <a:avLst/>
            <a:gdLst/>
            <a:ahLst/>
            <a:cxnLst/>
            <a:rect l="0" t="0" r="0" b="0"/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69A606D-B83F-42D0-96E3-35EE22FA26AC}"/>
              </a:ext>
            </a:extLst>
          </p:cNvPr>
          <p:cNvSpPr>
            <a:spLocks noGrp="1"/>
          </p:cNvSpPr>
          <p:nvPr/>
        </p:nvSpPr>
        <p:spPr>
          <a:xfrm>
            <a:off x="1361529" y="3750550"/>
            <a:ext cx="34401" cy="299097"/>
          </a:xfrm>
          <a:custGeom>
            <a:avLst/>
            <a:gdLst/>
            <a:ahLst/>
            <a:cxnLst/>
            <a:rect l="0" t="0" r="0" b="0"/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6148AFC-BBE6-48E3-81B1-7EEB84891E1A}"/>
              </a:ext>
            </a:extLst>
          </p:cNvPr>
          <p:cNvSpPr>
            <a:spLocks noGrp="1"/>
          </p:cNvSpPr>
          <p:nvPr/>
        </p:nvSpPr>
        <p:spPr>
          <a:xfrm>
            <a:off x="1358508" y="3752635"/>
            <a:ext cx="42631" cy="274488"/>
          </a:xfrm>
          <a:custGeom>
            <a:avLst/>
            <a:gdLst/>
            <a:ahLst/>
            <a:cxnLst/>
            <a:rect l="0" t="0" r="0" b="0"/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D512EBA-F2F8-4D4F-B3F4-34F372E2E707}"/>
              </a:ext>
            </a:extLst>
          </p:cNvPr>
          <p:cNvSpPr>
            <a:spLocks noGrp="1"/>
          </p:cNvSpPr>
          <p:nvPr/>
        </p:nvSpPr>
        <p:spPr>
          <a:xfrm>
            <a:off x="2789596" y="2125655"/>
            <a:ext cx="59996" cy="550877"/>
          </a:xfrm>
          <a:custGeom>
            <a:avLst/>
            <a:gdLst/>
            <a:ahLst/>
            <a:cxnLst/>
            <a:rect l="0" t="0" r="0" b="0"/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D44C8EA-5039-4B52-8D69-9F3CB65C29C9}"/>
              </a:ext>
            </a:extLst>
          </p:cNvPr>
          <p:cNvSpPr>
            <a:spLocks noGrp="1"/>
          </p:cNvSpPr>
          <p:nvPr/>
        </p:nvSpPr>
        <p:spPr>
          <a:xfrm>
            <a:off x="2786924" y="2107441"/>
            <a:ext cx="4613" cy="6831"/>
          </a:xfrm>
          <a:custGeom>
            <a:avLst/>
            <a:gdLst/>
            <a:ahLst/>
            <a:cxnLst/>
            <a:rect l="0" t="0" r="0" b="0"/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5DF84B6-6A7C-44F1-8B8E-EEEE37CDA85C}"/>
              </a:ext>
            </a:extLst>
          </p:cNvPr>
          <p:cNvSpPr>
            <a:spLocks noGrp="1"/>
          </p:cNvSpPr>
          <p:nvPr/>
        </p:nvSpPr>
        <p:spPr>
          <a:xfrm>
            <a:off x="1292054" y="3894400"/>
            <a:ext cx="1546841" cy="1055980"/>
          </a:xfrm>
          <a:custGeom>
            <a:avLst/>
            <a:gdLst/>
            <a:ahLst/>
            <a:cxnLst/>
            <a:rect l="0" t="0" r="0" b="0"/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2BFF1B1D-579C-4477-BCB4-BC82A9B62FD8}"/>
              </a:ext>
            </a:extLst>
          </p:cNvPr>
          <p:cNvSpPr>
            <a:spLocks noGrp="1"/>
          </p:cNvSpPr>
          <p:nvPr/>
        </p:nvSpPr>
        <p:spPr>
          <a:xfrm>
            <a:off x="2059556" y="2729920"/>
            <a:ext cx="190039" cy="383924"/>
          </a:xfrm>
          <a:custGeom>
            <a:avLst/>
            <a:gdLst/>
            <a:ahLst/>
            <a:cxnLst/>
            <a:rect l="0" t="0" r="0" b="0"/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E8E8A58F-81AF-4B83-BBEA-05BB5E08CAEF}"/>
              </a:ext>
            </a:extLst>
          </p:cNvPr>
          <p:cNvSpPr>
            <a:spLocks noGrp="1"/>
          </p:cNvSpPr>
          <p:nvPr/>
        </p:nvSpPr>
        <p:spPr>
          <a:xfrm>
            <a:off x="2110421" y="2660618"/>
            <a:ext cx="15672" cy="61643"/>
          </a:xfrm>
          <a:custGeom>
            <a:avLst/>
            <a:gdLst/>
            <a:ahLst/>
            <a:cxnLst/>
            <a:rect l="0" t="0" r="0" b="0"/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374600F-0606-499B-A412-DCE3EF38927C}"/>
              </a:ext>
            </a:extLst>
          </p:cNvPr>
          <p:cNvSpPr>
            <a:spLocks noGrp="1"/>
          </p:cNvSpPr>
          <p:nvPr/>
        </p:nvSpPr>
        <p:spPr>
          <a:xfrm>
            <a:off x="2108558" y="2660618"/>
            <a:ext cx="19558" cy="60857"/>
          </a:xfrm>
          <a:custGeom>
            <a:avLst/>
            <a:gdLst/>
            <a:ahLst/>
            <a:cxnLst/>
            <a:rect l="0" t="0" r="0" b="0"/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9E6D45C-D822-4391-AFB0-F1B229DE652C}"/>
              </a:ext>
            </a:extLst>
          </p:cNvPr>
          <p:cNvSpPr>
            <a:spLocks noGrp="1"/>
          </p:cNvSpPr>
          <p:nvPr/>
        </p:nvSpPr>
        <p:spPr>
          <a:xfrm>
            <a:off x="2104999" y="2492113"/>
            <a:ext cx="6456" cy="79589"/>
          </a:xfrm>
          <a:custGeom>
            <a:avLst/>
            <a:gdLst/>
            <a:ahLst/>
            <a:cxnLst/>
            <a:rect l="0" t="0" r="0" b="0"/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AA310E3-8973-4175-8F04-4EC4E75D39FD}"/>
              </a:ext>
            </a:extLst>
          </p:cNvPr>
          <p:cNvSpPr>
            <a:spLocks noGrp="1"/>
          </p:cNvSpPr>
          <p:nvPr/>
        </p:nvSpPr>
        <p:spPr>
          <a:xfrm>
            <a:off x="2101360" y="2493501"/>
            <a:ext cx="11738" cy="76433"/>
          </a:xfrm>
          <a:custGeom>
            <a:avLst/>
            <a:gdLst/>
            <a:ahLst/>
            <a:cxnLst/>
            <a:rect l="0" t="0" r="0" b="0"/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3BD3817-692C-4CB8-A8C6-6376CAABF23B}"/>
              </a:ext>
            </a:extLst>
          </p:cNvPr>
          <p:cNvSpPr>
            <a:spLocks noGrp="1"/>
          </p:cNvSpPr>
          <p:nvPr/>
        </p:nvSpPr>
        <p:spPr>
          <a:xfrm>
            <a:off x="2090471" y="2421271"/>
            <a:ext cx="11863" cy="45762"/>
          </a:xfrm>
          <a:custGeom>
            <a:avLst/>
            <a:gdLst/>
            <a:ahLst/>
            <a:cxnLst/>
            <a:rect l="0" t="0" r="0" b="0"/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23A67C5-1913-4BA0-AC8D-ABF099059EAF}"/>
              </a:ext>
            </a:extLst>
          </p:cNvPr>
          <p:cNvSpPr>
            <a:spLocks noGrp="1"/>
          </p:cNvSpPr>
          <p:nvPr/>
        </p:nvSpPr>
        <p:spPr>
          <a:xfrm>
            <a:off x="2088805" y="2422578"/>
            <a:ext cx="16747" cy="42523"/>
          </a:xfrm>
          <a:custGeom>
            <a:avLst/>
            <a:gdLst/>
            <a:ahLst/>
            <a:cxnLst/>
            <a:rect l="0" t="0" r="0" b="0"/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EA977C4-EA52-49EB-A8BB-A47BB2564EC8}"/>
              </a:ext>
            </a:extLst>
          </p:cNvPr>
          <p:cNvSpPr>
            <a:spLocks noGrp="1"/>
          </p:cNvSpPr>
          <p:nvPr/>
        </p:nvSpPr>
        <p:spPr>
          <a:xfrm>
            <a:off x="2058131" y="2246870"/>
            <a:ext cx="25496" cy="147797"/>
          </a:xfrm>
          <a:custGeom>
            <a:avLst/>
            <a:gdLst/>
            <a:ahLst/>
            <a:cxnLst/>
            <a:rect l="0" t="0" r="0" b="0"/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8708F30-4030-41CD-90E7-23F2FABD49FF}"/>
              </a:ext>
            </a:extLst>
          </p:cNvPr>
          <p:cNvSpPr>
            <a:spLocks noGrp="1"/>
          </p:cNvSpPr>
          <p:nvPr/>
        </p:nvSpPr>
        <p:spPr>
          <a:xfrm>
            <a:off x="2065373" y="2275461"/>
            <a:ext cx="16950" cy="119867"/>
          </a:xfrm>
          <a:custGeom>
            <a:avLst/>
            <a:gdLst/>
            <a:ahLst/>
            <a:cxnLst/>
            <a:rect l="0" t="0" r="0" b="0"/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0C68192B-000B-4AE9-AA03-4DBA15A9565B}"/>
              </a:ext>
            </a:extLst>
          </p:cNvPr>
          <p:cNvSpPr>
            <a:spLocks noGrp="1"/>
          </p:cNvSpPr>
          <p:nvPr/>
        </p:nvSpPr>
        <p:spPr>
          <a:xfrm>
            <a:off x="2103837" y="2605576"/>
            <a:ext cx="8008" cy="49013"/>
          </a:xfrm>
          <a:custGeom>
            <a:avLst/>
            <a:gdLst/>
            <a:ahLst/>
            <a:cxnLst/>
            <a:rect l="0" t="0" r="0" b="0"/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FCA2263-634A-4919-8D30-44946F06E5D2}"/>
              </a:ext>
            </a:extLst>
          </p:cNvPr>
          <p:cNvSpPr>
            <a:spLocks noGrp="1"/>
          </p:cNvSpPr>
          <p:nvPr/>
        </p:nvSpPr>
        <p:spPr>
          <a:xfrm>
            <a:off x="2105151" y="2604356"/>
            <a:ext cx="4380" cy="50233"/>
          </a:xfrm>
          <a:custGeom>
            <a:avLst/>
            <a:gdLst/>
            <a:ahLst/>
            <a:cxnLst/>
            <a:rect l="0" t="0" r="0" b="0"/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47E83F2-6168-43A0-AA4B-9B931F365F2C}"/>
              </a:ext>
            </a:extLst>
          </p:cNvPr>
          <p:cNvSpPr>
            <a:spLocks noGrp="1"/>
          </p:cNvSpPr>
          <p:nvPr/>
        </p:nvSpPr>
        <p:spPr>
          <a:xfrm>
            <a:off x="1885238" y="1698070"/>
            <a:ext cx="438806" cy="430730"/>
          </a:xfrm>
          <a:custGeom>
            <a:avLst/>
            <a:gdLst/>
            <a:ahLst/>
            <a:cxnLst/>
            <a:rect l="0" t="0" r="0" b="0"/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F1318BC-2565-4E7A-AA0D-9AE193C87904}"/>
              </a:ext>
            </a:extLst>
          </p:cNvPr>
          <p:cNvSpPr>
            <a:spLocks noGrp="1"/>
          </p:cNvSpPr>
          <p:nvPr/>
        </p:nvSpPr>
        <p:spPr>
          <a:xfrm>
            <a:off x="645665" y="2190333"/>
            <a:ext cx="1666945" cy="185988"/>
          </a:xfrm>
          <a:custGeom>
            <a:avLst/>
            <a:gdLst/>
            <a:ahLst/>
            <a:cxnLst/>
            <a:rect l="0" t="0" r="0" b="0"/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518C31D-5B2C-4EE1-8DA5-9BAE7104D6F7}"/>
              </a:ext>
            </a:extLst>
          </p:cNvPr>
          <p:cNvSpPr>
            <a:spLocks noGrp="1"/>
          </p:cNvSpPr>
          <p:nvPr/>
        </p:nvSpPr>
        <p:spPr>
          <a:xfrm>
            <a:off x="1358551" y="2109769"/>
            <a:ext cx="44181" cy="33585"/>
          </a:xfrm>
          <a:custGeom>
            <a:avLst/>
            <a:gdLst/>
            <a:ahLst/>
            <a:cxnLst/>
            <a:rect l="0" t="0" r="0" b="0"/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F40EBA78-1683-4B67-A33F-B2E4D50E4CB7}"/>
              </a:ext>
            </a:extLst>
          </p:cNvPr>
          <p:cNvSpPr>
            <a:spLocks noGrp="1"/>
          </p:cNvSpPr>
          <p:nvPr/>
        </p:nvSpPr>
        <p:spPr>
          <a:xfrm>
            <a:off x="2986948" y="2541871"/>
            <a:ext cx="20456" cy="22819"/>
          </a:xfrm>
          <a:custGeom>
            <a:avLst/>
            <a:gdLst/>
            <a:ahLst/>
            <a:cxnLst/>
            <a:rect l="0" t="0" r="0" b="0"/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91205115-2E93-4C5D-82CF-ED97E6A038A9}"/>
              </a:ext>
            </a:extLst>
          </p:cNvPr>
          <p:cNvSpPr>
            <a:spLocks noGrp="1"/>
          </p:cNvSpPr>
          <p:nvPr/>
        </p:nvSpPr>
        <p:spPr>
          <a:xfrm>
            <a:off x="3062796" y="4493641"/>
            <a:ext cx="258703" cy="171318"/>
          </a:xfrm>
          <a:custGeom>
            <a:avLst/>
            <a:gdLst/>
            <a:ahLst/>
            <a:cxnLst/>
            <a:rect l="0" t="0" r="0" b="0"/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AEC35F9-EC2D-4B08-B129-4EF873C8B5C0}"/>
              </a:ext>
            </a:extLst>
          </p:cNvPr>
          <p:cNvSpPr>
            <a:spLocks noGrp="1"/>
          </p:cNvSpPr>
          <p:nvPr/>
        </p:nvSpPr>
        <p:spPr>
          <a:xfrm>
            <a:off x="1246887" y="3884017"/>
            <a:ext cx="1551242" cy="1066363"/>
          </a:xfrm>
          <a:custGeom>
            <a:avLst/>
            <a:gdLst/>
            <a:ahLst/>
            <a:cxnLst/>
            <a:rect l="0" t="0" r="0" b="0"/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4B08E5A-9AA9-4B28-9845-5F78C40EB1A9}"/>
              </a:ext>
            </a:extLst>
          </p:cNvPr>
          <p:cNvSpPr>
            <a:spLocks noGrp="1"/>
          </p:cNvSpPr>
          <p:nvPr/>
        </p:nvSpPr>
        <p:spPr>
          <a:xfrm>
            <a:off x="645542" y="1698070"/>
            <a:ext cx="3242938" cy="3253373"/>
          </a:xfrm>
          <a:custGeom>
            <a:avLst/>
            <a:gdLst/>
            <a:ahLst/>
            <a:cxnLst/>
            <a:rect l="0" t="0" r="0" b="0"/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3C377215-9506-4564-AF6D-631918B6F03A}"/>
              </a:ext>
            </a:extLst>
          </p:cNvPr>
          <p:cNvSpPr>
            <a:spLocks noGrp="1"/>
          </p:cNvSpPr>
          <p:nvPr/>
        </p:nvSpPr>
        <p:spPr>
          <a:xfrm>
            <a:off x="1876958" y="2721567"/>
            <a:ext cx="957783" cy="1300788"/>
          </a:xfrm>
          <a:custGeom>
            <a:avLst/>
            <a:gdLst/>
            <a:ahLst/>
            <a:cxnLst/>
            <a:rect l="0" t="0" r="0" b="0"/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D3B6BB3-1F65-4198-883D-037A36527405}"/>
              </a:ext>
            </a:extLst>
          </p:cNvPr>
          <p:cNvSpPr>
            <a:spLocks noGrp="1"/>
          </p:cNvSpPr>
          <p:nvPr/>
        </p:nvSpPr>
        <p:spPr>
          <a:xfrm>
            <a:off x="1870370" y="2721567"/>
            <a:ext cx="964372" cy="1450597"/>
          </a:xfrm>
          <a:custGeom>
            <a:avLst/>
            <a:gdLst/>
            <a:ahLst/>
            <a:cxnLst/>
            <a:rect l="0" t="0" r="0" b="0"/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2CEAA1C0-BF4A-467A-8E14-B7FF3B8BCADB}"/>
              </a:ext>
            </a:extLst>
          </p:cNvPr>
          <p:cNvSpPr>
            <a:spLocks noGrp="1"/>
          </p:cNvSpPr>
          <p:nvPr/>
        </p:nvSpPr>
        <p:spPr>
          <a:xfrm>
            <a:off x="1925046" y="3155233"/>
            <a:ext cx="573995" cy="839899"/>
          </a:xfrm>
          <a:custGeom>
            <a:avLst/>
            <a:gdLst/>
            <a:ahLst/>
            <a:cxnLst/>
            <a:rect l="0" t="0" r="0" b="0"/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46513B8-CA67-49A9-852B-9E33514A403C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20E3CFE7-9C84-406F-9107-52C0E49F287F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B4397B7-2D81-4E2E-ACDA-BE9AECB87280}"/>
              </a:ext>
            </a:extLst>
          </p:cNvPr>
          <p:cNvSpPr>
            <a:spLocks noGrp="1"/>
          </p:cNvSpPr>
          <p:nvPr/>
        </p:nvSpPr>
        <p:spPr>
          <a:xfrm>
            <a:off x="1886946" y="395703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7494EDC-47F7-4BF7-8DA7-78D1A8DB4155}"/>
              </a:ext>
            </a:extLst>
          </p:cNvPr>
          <p:cNvSpPr>
            <a:spLocks noGrp="1"/>
          </p:cNvSpPr>
          <p:nvPr/>
        </p:nvSpPr>
        <p:spPr>
          <a:xfrm>
            <a:off x="1382121" y="376653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9405CA8B-AEB3-442D-8EF6-FF71F0A80B45}"/>
              </a:ext>
            </a:extLst>
          </p:cNvPr>
          <p:cNvSpPr>
            <a:spLocks noGrp="1"/>
          </p:cNvSpPr>
          <p:nvPr/>
        </p:nvSpPr>
        <p:spPr>
          <a:xfrm>
            <a:off x="2564937" y="272751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C1EE379-05E0-4B9F-B50D-CF6DA0AFABC8}"/>
              </a:ext>
            </a:extLst>
          </p:cNvPr>
          <p:cNvSpPr>
            <a:spLocks noGrp="1"/>
          </p:cNvSpPr>
          <p:nvPr/>
        </p:nvSpPr>
        <p:spPr>
          <a:xfrm>
            <a:off x="2679237" y="279419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C5C2FD37-86DD-4F6B-9ADD-A86C91F80BB0}"/>
              </a:ext>
            </a:extLst>
          </p:cNvPr>
          <p:cNvSpPr>
            <a:spLocks noGrp="1"/>
          </p:cNvSpPr>
          <p:nvPr/>
        </p:nvSpPr>
        <p:spPr>
          <a:xfrm>
            <a:off x="2117344" y="3970677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B205801-8A57-40D5-A92D-9F82F6812411}"/>
              </a:ext>
            </a:extLst>
          </p:cNvPr>
          <p:cNvSpPr>
            <a:spLocks noGrp="1"/>
          </p:cNvSpPr>
          <p:nvPr/>
        </p:nvSpPr>
        <p:spPr>
          <a:xfrm>
            <a:off x="2241169" y="378017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2444B03-CEA8-47F2-B51E-923071B9300E}"/>
              </a:ext>
            </a:extLst>
          </p:cNvPr>
          <p:cNvSpPr>
            <a:spLocks noGrp="1"/>
          </p:cNvSpPr>
          <p:nvPr/>
        </p:nvSpPr>
        <p:spPr>
          <a:xfrm>
            <a:off x="2460941" y="311713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6AAC45C-E18F-40A0-BCB4-B21097551E8E}"/>
              </a:ext>
            </a:extLst>
          </p:cNvPr>
          <p:cNvSpPr>
            <a:spLocks noGrp="1"/>
          </p:cNvSpPr>
          <p:nvPr/>
        </p:nvSpPr>
        <p:spPr>
          <a:xfrm>
            <a:off x="2565716" y="304093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4598F846-3CB1-48C0-B13C-975F207A89DC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A6E8DDC-0BAB-412A-94BE-79DEEC93BD03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71C1E67-F670-4529-9967-B2A7CE6F9E7D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01B874-D9BC-444B-AB77-E28D9761065B}"/>
              </a:ext>
            </a:extLst>
          </p:cNvPr>
          <p:cNvSpPr>
            <a:spLocks noGrp="1"/>
          </p:cNvSpPr>
          <p:nvPr/>
        </p:nvSpPr>
        <p:spPr>
          <a:xfrm>
            <a:off x="43434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C497F396-593F-4AC0-B7C4-A30F87F48534}"/>
              </a:ext>
            </a:extLst>
          </p:cNvPr>
          <p:cNvSpPr>
            <a:spLocks noGrp="1"/>
          </p:cNvSpPr>
          <p:nvPr/>
        </p:nvSpPr>
        <p:spPr>
          <a:xfrm>
            <a:off x="6716762" y="2200035"/>
            <a:ext cx="18685" cy="18660"/>
          </a:xfrm>
          <a:custGeom>
            <a:avLst/>
            <a:gdLst/>
            <a:ahLst/>
            <a:cxnLst/>
            <a:rect l="0" t="0" r="0" b="0"/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22475DA9-5E84-4B30-8604-B3CE39BFA2CF}"/>
              </a:ext>
            </a:extLst>
          </p:cNvPr>
          <p:cNvSpPr>
            <a:spLocks noGrp="1"/>
          </p:cNvSpPr>
          <p:nvPr/>
        </p:nvSpPr>
        <p:spPr>
          <a:xfrm>
            <a:off x="5728017" y="2077359"/>
            <a:ext cx="152981" cy="49399"/>
          </a:xfrm>
          <a:custGeom>
            <a:avLst/>
            <a:gdLst/>
            <a:ahLst/>
            <a:cxnLst/>
            <a:rect l="0" t="0" r="0" b="0"/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A5C748C-61E6-4919-AACD-085F5219ED33}"/>
              </a:ext>
            </a:extLst>
          </p:cNvPr>
          <p:cNvSpPr>
            <a:spLocks noGrp="1"/>
          </p:cNvSpPr>
          <p:nvPr/>
        </p:nvSpPr>
        <p:spPr>
          <a:xfrm>
            <a:off x="6571849" y="1846065"/>
            <a:ext cx="152428" cy="163684"/>
          </a:xfrm>
          <a:custGeom>
            <a:avLst/>
            <a:gdLst/>
            <a:ahLst/>
            <a:cxnLst/>
            <a:rect l="0" t="0" r="0" b="0"/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C3930C23-354E-4FDF-81DA-ED39445E400B}"/>
              </a:ext>
            </a:extLst>
          </p:cNvPr>
          <p:cNvSpPr>
            <a:spLocks noGrp="1"/>
          </p:cNvSpPr>
          <p:nvPr/>
        </p:nvSpPr>
        <p:spPr>
          <a:xfrm>
            <a:off x="4896988" y="2345727"/>
            <a:ext cx="117087" cy="66922"/>
          </a:xfrm>
          <a:custGeom>
            <a:avLst/>
            <a:gdLst/>
            <a:ahLst/>
            <a:cxnLst/>
            <a:rect l="0" t="0" r="0" b="0"/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982B3AD9-9C72-4CAE-B035-B9AAA73B5E58}"/>
              </a:ext>
            </a:extLst>
          </p:cNvPr>
          <p:cNvSpPr>
            <a:spLocks noGrp="1"/>
          </p:cNvSpPr>
          <p:nvPr/>
        </p:nvSpPr>
        <p:spPr>
          <a:xfrm>
            <a:off x="6382933" y="2081901"/>
            <a:ext cx="249955" cy="131607"/>
          </a:xfrm>
          <a:custGeom>
            <a:avLst/>
            <a:gdLst/>
            <a:ahLst/>
            <a:cxnLst/>
            <a:rect l="0" t="0" r="0" b="0"/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D95AE57F-B8AE-4E08-8737-0EECA2D46D5A}"/>
              </a:ext>
            </a:extLst>
          </p:cNvPr>
          <p:cNvSpPr>
            <a:spLocks noGrp="1"/>
          </p:cNvSpPr>
          <p:nvPr/>
        </p:nvSpPr>
        <p:spPr>
          <a:xfrm>
            <a:off x="4847935" y="2405229"/>
            <a:ext cx="166387" cy="155100"/>
          </a:xfrm>
          <a:custGeom>
            <a:avLst/>
            <a:gdLst/>
            <a:ahLst/>
            <a:cxnLst/>
            <a:rect l="0" t="0" r="0" b="0"/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1B884608-A0AE-4CB4-99BE-3FC132C20366}"/>
              </a:ext>
            </a:extLst>
          </p:cNvPr>
          <p:cNvSpPr>
            <a:spLocks noGrp="1"/>
          </p:cNvSpPr>
          <p:nvPr/>
        </p:nvSpPr>
        <p:spPr>
          <a:xfrm>
            <a:off x="5811583" y="3314227"/>
            <a:ext cx="280244" cy="71421"/>
          </a:xfrm>
          <a:custGeom>
            <a:avLst/>
            <a:gdLst/>
            <a:ahLst/>
            <a:cxnLst/>
            <a:rect l="0" t="0" r="0" b="0"/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FBC1700-B9A0-41E9-9A15-645B4797904E}"/>
              </a:ext>
            </a:extLst>
          </p:cNvPr>
          <p:cNvSpPr>
            <a:spLocks noGrp="1"/>
          </p:cNvSpPr>
          <p:nvPr/>
        </p:nvSpPr>
        <p:spPr>
          <a:xfrm>
            <a:off x="6447535" y="2487693"/>
            <a:ext cx="1353046" cy="821828"/>
          </a:xfrm>
          <a:custGeom>
            <a:avLst/>
            <a:gdLst/>
            <a:ahLst/>
            <a:cxnLst/>
            <a:rect l="0" t="0" r="0" b="0"/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69F79987-FFD9-4143-B358-56BF4B324FDD}"/>
              </a:ext>
            </a:extLst>
          </p:cNvPr>
          <p:cNvSpPr>
            <a:spLocks noGrp="1"/>
          </p:cNvSpPr>
          <p:nvPr/>
        </p:nvSpPr>
        <p:spPr>
          <a:xfrm>
            <a:off x="7082175" y="3153618"/>
            <a:ext cx="82065" cy="129104"/>
          </a:xfrm>
          <a:custGeom>
            <a:avLst/>
            <a:gdLst/>
            <a:ahLst/>
            <a:cxnLst/>
            <a:rect l="0" t="0" r="0" b="0"/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C31C132-BF9F-4EB6-BEA6-9C423BC1B872}"/>
              </a:ext>
            </a:extLst>
          </p:cNvPr>
          <p:cNvSpPr>
            <a:spLocks noGrp="1"/>
          </p:cNvSpPr>
          <p:nvPr/>
        </p:nvSpPr>
        <p:spPr>
          <a:xfrm>
            <a:off x="7058342" y="3228407"/>
            <a:ext cx="136307" cy="110290"/>
          </a:xfrm>
          <a:custGeom>
            <a:avLst/>
            <a:gdLst/>
            <a:ahLst/>
            <a:cxnLst/>
            <a:rect l="0" t="0" r="0" b="0"/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DA289DE-6DE5-44C9-88B1-05D930E55DA5}"/>
              </a:ext>
            </a:extLst>
          </p:cNvPr>
          <p:cNvSpPr>
            <a:spLocks noGrp="1"/>
          </p:cNvSpPr>
          <p:nvPr/>
        </p:nvSpPr>
        <p:spPr>
          <a:xfrm>
            <a:off x="4886693" y="4593684"/>
            <a:ext cx="103694" cy="109480"/>
          </a:xfrm>
          <a:custGeom>
            <a:avLst/>
            <a:gdLst/>
            <a:ahLst/>
            <a:cxnLst/>
            <a:rect l="0" t="0" r="0" b="0"/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6950844E-4248-4A29-9A9F-0C05CFCDCEB1}"/>
              </a:ext>
            </a:extLst>
          </p:cNvPr>
          <p:cNvSpPr>
            <a:spLocks noGrp="1"/>
          </p:cNvSpPr>
          <p:nvPr/>
        </p:nvSpPr>
        <p:spPr>
          <a:xfrm>
            <a:off x="5767794" y="4499607"/>
            <a:ext cx="203023" cy="84739"/>
          </a:xfrm>
          <a:custGeom>
            <a:avLst/>
            <a:gdLst/>
            <a:ahLst/>
            <a:cxnLst/>
            <a:rect l="0" t="0" r="0" b="0"/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4C8CC1E3-1E88-45DF-9DAC-F533DFD2D3D0}"/>
              </a:ext>
            </a:extLst>
          </p:cNvPr>
          <p:cNvSpPr>
            <a:spLocks noGrp="1"/>
          </p:cNvSpPr>
          <p:nvPr/>
        </p:nvSpPr>
        <p:spPr>
          <a:xfrm>
            <a:off x="5100077" y="4830846"/>
            <a:ext cx="127305" cy="39530"/>
          </a:xfrm>
          <a:custGeom>
            <a:avLst/>
            <a:gdLst/>
            <a:ahLst/>
            <a:cxnLst/>
            <a:rect l="0" t="0" r="0" b="0"/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06EA43BB-1093-4389-8811-D2640E75B883}"/>
              </a:ext>
            </a:extLst>
          </p:cNvPr>
          <p:cNvSpPr>
            <a:spLocks noGrp="1"/>
          </p:cNvSpPr>
          <p:nvPr/>
        </p:nvSpPr>
        <p:spPr>
          <a:xfrm>
            <a:off x="5332544" y="4405900"/>
            <a:ext cx="416730" cy="464476"/>
          </a:xfrm>
          <a:custGeom>
            <a:avLst/>
            <a:gdLst/>
            <a:ahLst/>
            <a:cxnLst/>
            <a:rect l="0" t="0" r="0" b="0"/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E1707FC2-4FDB-4137-93E1-5F423B329A12}"/>
              </a:ext>
            </a:extLst>
          </p:cNvPr>
          <p:cNvSpPr>
            <a:spLocks noGrp="1"/>
          </p:cNvSpPr>
          <p:nvPr/>
        </p:nvSpPr>
        <p:spPr>
          <a:xfrm>
            <a:off x="6984961" y="3215111"/>
            <a:ext cx="206987" cy="407850"/>
          </a:xfrm>
          <a:custGeom>
            <a:avLst/>
            <a:gdLst/>
            <a:ahLst/>
            <a:cxnLst/>
            <a:rect l="0" t="0" r="0" b="0"/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F4EFE9F9-4C27-4083-A2C0-0B83579FE379}"/>
              </a:ext>
            </a:extLst>
          </p:cNvPr>
          <p:cNvSpPr>
            <a:spLocks noGrp="1"/>
          </p:cNvSpPr>
          <p:nvPr/>
        </p:nvSpPr>
        <p:spPr>
          <a:xfrm>
            <a:off x="7415649" y="3108990"/>
            <a:ext cx="64589" cy="62264"/>
          </a:xfrm>
          <a:custGeom>
            <a:avLst/>
            <a:gdLst/>
            <a:ahLst/>
            <a:cxnLst/>
            <a:rect l="0" t="0" r="0" b="0"/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86058DE7-565B-4FE5-AE00-0738BB130A2A}"/>
              </a:ext>
            </a:extLst>
          </p:cNvPr>
          <p:cNvSpPr>
            <a:spLocks noGrp="1"/>
          </p:cNvSpPr>
          <p:nvPr/>
        </p:nvSpPr>
        <p:spPr>
          <a:xfrm>
            <a:off x="7203767" y="4457661"/>
            <a:ext cx="19615" cy="30267"/>
          </a:xfrm>
          <a:custGeom>
            <a:avLst/>
            <a:gdLst/>
            <a:ahLst/>
            <a:cxnLst/>
            <a:rect l="0" t="0" r="0" b="0"/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B8D13E2-B219-4EF4-B3CF-0804C05B77CD}"/>
              </a:ext>
            </a:extLst>
          </p:cNvPr>
          <p:cNvSpPr>
            <a:spLocks noGrp="1"/>
          </p:cNvSpPr>
          <p:nvPr/>
        </p:nvSpPr>
        <p:spPr>
          <a:xfrm>
            <a:off x="7491663" y="4227611"/>
            <a:ext cx="110680" cy="85330"/>
          </a:xfrm>
          <a:custGeom>
            <a:avLst/>
            <a:gdLst/>
            <a:ahLst/>
            <a:cxnLst/>
            <a:rect l="0" t="0" r="0" b="0"/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B816307-74AC-455D-8329-D4EE67168814}"/>
              </a:ext>
            </a:extLst>
          </p:cNvPr>
          <p:cNvSpPr>
            <a:spLocks noGrp="1"/>
          </p:cNvSpPr>
          <p:nvPr/>
        </p:nvSpPr>
        <p:spPr>
          <a:xfrm>
            <a:off x="7450587" y="3478098"/>
            <a:ext cx="349995" cy="690149"/>
          </a:xfrm>
          <a:custGeom>
            <a:avLst/>
            <a:gdLst/>
            <a:ahLst/>
            <a:cxnLst/>
            <a:rect l="0" t="0" r="0" b="0"/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D3AB58D3-27BA-41B4-863D-FE4CC0228FAA}"/>
              </a:ext>
            </a:extLst>
          </p:cNvPr>
          <p:cNvSpPr>
            <a:spLocks noGrp="1"/>
          </p:cNvSpPr>
          <p:nvPr/>
        </p:nvSpPr>
        <p:spPr>
          <a:xfrm>
            <a:off x="6965743" y="3514505"/>
            <a:ext cx="50352" cy="49156"/>
          </a:xfrm>
          <a:custGeom>
            <a:avLst/>
            <a:gdLst/>
            <a:ahLst/>
            <a:cxnLst/>
            <a:rect l="0" t="0" r="0" b="0"/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31A7A3F1-C73A-4461-A35C-08D66D70EF62}"/>
              </a:ext>
            </a:extLst>
          </p:cNvPr>
          <p:cNvSpPr>
            <a:spLocks noGrp="1"/>
          </p:cNvSpPr>
          <p:nvPr/>
        </p:nvSpPr>
        <p:spPr>
          <a:xfrm>
            <a:off x="7304683" y="2842222"/>
            <a:ext cx="495898" cy="502409"/>
          </a:xfrm>
          <a:custGeom>
            <a:avLst/>
            <a:gdLst/>
            <a:ahLst/>
            <a:cxnLst/>
            <a:rect l="0" t="0" r="0" b="0"/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2CAEDEC1-4324-4C88-ABEC-6C3CD05B7122}"/>
              </a:ext>
            </a:extLst>
          </p:cNvPr>
          <p:cNvSpPr>
            <a:spLocks noGrp="1"/>
          </p:cNvSpPr>
          <p:nvPr/>
        </p:nvSpPr>
        <p:spPr>
          <a:xfrm>
            <a:off x="6823929" y="3621623"/>
            <a:ext cx="299927" cy="280974"/>
          </a:xfrm>
          <a:custGeom>
            <a:avLst/>
            <a:gdLst/>
            <a:ahLst/>
            <a:cxnLst/>
            <a:rect l="0" t="0" r="0" b="0"/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D5D051CB-C9DA-4E4E-A7C5-B617E30EC0D1}"/>
              </a:ext>
            </a:extLst>
          </p:cNvPr>
          <p:cNvSpPr>
            <a:spLocks noGrp="1"/>
          </p:cNvSpPr>
          <p:nvPr/>
        </p:nvSpPr>
        <p:spPr>
          <a:xfrm>
            <a:off x="7159606" y="4058978"/>
            <a:ext cx="317885" cy="231175"/>
          </a:xfrm>
          <a:custGeom>
            <a:avLst/>
            <a:gdLst/>
            <a:ahLst/>
            <a:cxnLst/>
            <a:rect l="0" t="0" r="0" b="0"/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49D57CCF-B74C-4F94-AEEE-267294E560F1}"/>
              </a:ext>
            </a:extLst>
          </p:cNvPr>
          <p:cNvSpPr>
            <a:spLocks noGrp="1"/>
          </p:cNvSpPr>
          <p:nvPr/>
        </p:nvSpPr>
        <p:spPr>
          <a:xfrm>
            <a:off x="7332349" y="3196114"/>
            <a:ext cx="26757" cy="29139"/>
          </a:xfrm>
          <a:custGeom>
            <a:avLst/>
            <a:gdLst/>
            <a:ahLst/>
            <a:cxnLst/>
            <a:rect l="0" t="0" r="0" b="0"/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97139E0F-DA71-4FF3-9A23-7911F6E0724F}"/>
              </a:ext>
            </a:extLst>
          </p:cNvPr>
          <p:cNvSpPr>
            <a:spLocks noGrp="1"/>
          </p:cNvSpPr>
          <p:nvPr/>
        </p:nvSpPr>
        <p:spPr>
          <a:xfrm>
            <a:off x="6934971" y="3297208"/>
            <a:ext cx="156459" cy="203910"/>
          </a:xfrm>
          <a:custGeom>
            <a:avLst/>
            <a:gdLst/>
            <a:ahLst/>
            <a:cxnLst/>
            <a:rect l="0" t="0" r="0" b="0"/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0F815F9-FBDC-47A3-BFCF-20C7D2A69265}"/>
              </a:ext>
            </a:extLst>
          </p:cNvPr>
          <p:cNvSpPr>
            <a:spLocks noGrp="1"/>
          </p:cNvSpPr>
          <p:nvPr/>
        </p:nvSpPr>
        <p:spPr>
          <a:xfrm>
            <a:off x="7139835" y="3307306"/>
            <a:ext cx="55742" cy="33220"/>
          </a:xfrm>
          <a:custGeom>
            <a:avLst/>
            <a:gdLst/>
            <a:ahLst/>
            <a:cxnLst/>
            <a:rect l="0" t="0" r="0" b="0"/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2026A67-A8C6-4E62-A940-F3A567AFC4DF}"/>
              </a:ext>
            </a:extLst>
          </p:cNvPr>
          <p:cNvSpPr>
            <a:spLocks noGrp="1"/>
          </p:cNvSpPr>
          <p:nvPr/>
        </p:nvSpPr>
        <p:spPr>
          <a:xfrm>
            <a:off x="7345249" y="4129640"/>
            <a:ext cx="47934" cy="46232"/>
          </a:xfrm>
          <a:custGeom>
            <a:avLst/>
            <a:gdLst/>
            <a:ahLst/>
            <a:cxnLst/>
            <a:rect l="0" t="0" r="0" b="0"/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5EABD63F-1CF5-4599-8C5B-DE77C44C398E}"/>
              </a:ext>
            </a:extLst>
          </p:cNvPr>
          <p:cNvSpPr>
            <a:spLocks noGrp="1"/>
          </p:cNvSpPr>
          <p:nvPr/>
        </p:nvSpPr>
        <p:spPr>
          <a:xfrm>
            <a:off x="7295844" y="3174328"/>
            <a:ext cx="33363" cy="20207"/>
          </a:xfrm>
          <a:custGeom>
            <a:avLst/>
            <a:gdLst/>
            <a:ahLst/>
            <a:cxnLst/>
            <a:rect l="0" t="0" r="0" b="0"/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8733B6F-7C9F-4491-BC47-332F16012A97}"/>
              </a:ext>
            </a:extLst>
          </p:cNvPr>
          <p:cNvSpPr>
            <a:spLocks noGrp="1"/>
          </p:cNvSpPr>
          <p:nvPr/>
        </p:nvSpPr>
        <p:spPr>
          <a:xfrm>
            <a:off x="5251778" y="2896252"/>
            <a:ext cx="133464" cy="78632"/>
          </a:xfrm>
          <a:custGeom>
            <a:avLst/>
            <a:gdLst/>
            <a:ahLst/>
            <a:cxnLst/>
            <a:rect l="0" t="0" r="0" b="0"/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A858FD3E-6C0F-4156-88FB-08A09C447E49}"/>
              </a:ext>
            </a:extLst>
          </p:cNvPr>
          <p:cNvSpPr>
            <a:spLocks noGrp="1"/>
          </p:cNvSpPr>
          <p:nvPr/>
        </p:nvSpPr>
        <p:spPr>
          <a:xfrm>
            <a:off x="7358183" y="3111672"/>
            <a:ext cx="111662" cy="115446"/>
          </a:xfrm>
          <a:custGeom>
            <a:avLst/>
            <a:gdLst/>
            <a:ahLst/>
            <a:cxnLst/>
            <a:rect l="0" t="0" r="0" b="0"/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F77EAD5E-CC42-47BE-83CF-83C03E2C7671}"/>
              </a:ext>
            </a:extLst>
          </p:cNvPr>
          <p:cNvSpPr>
            <a:spLocks noGrp="1"/>
          </p:cNvSpPr>
          <p:nvPr/>
        </p:nvSpPr>
        <p:spPr>
          <a:xfrm>
            <a:off x="7165717" y="3242837"/>
            <a:ext cx="71552" cy="52225"/>
          </a:xfrm>
          <a:custGeom>
            <a:avLst/>
            <a:gdLst/>
            <a:ahLst/>
            <a:cxnLst/>
            <a:rect l="0" t="0" r="0" b="0"/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BBEDFE9E-3C0D-4E6C-8A08-1060562CB539}"/>
              </a:ext>
            </a:extLst>
          </p:cNvPr>
          <p:cNvSpPr>
            <a:spLocks noGrp="1"/>
          </p:cNvSpPr>
          <p:nvPr/>
        </p:nvSpPr>
        <p:spPr>
          <a:xfrm>
            <a:off x="7153958" y="3547707"/>
            <a:ext cx="309372" cy="293112"/>
          </a:xfrm>
          <a:custGeom>
            <a:avLst/>
            <a:gdLst/>
            <a:ahLst/>
            <a:cxnLst/>
            <a:rect l="0" t="0" r="0" b="0"/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8076D80C-F250-4B58-9302-A0D405C2C05C}"/>
              </a:ext>
            </a:extLst>
          </p:cNvPr>
          <p:cNvSpPr>
            <a:spLocks noGrp="1"/>
          </p:cNvSpPr>
          <p:nvPr/>
        </p:nvSpPr>
        <p:spPr>
          <a:xfrm>
            <a:off x="7090597" y="3669024"/>
            <a:ext cx="183787" cy="331278"/>
          </a:xfrm>
          <a:custGeom>
            <a:avLst/>
            <a:gdLst/>
            <a:ahLst/>
            <a:cxnLst/>
            <a:rect l="0" t="0" r="0" b="0"/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BE065873-0D50-4855-97DE-99F6105F4183}"/>
              </a:ext>
            </a:extLst>
          </p:cNvPr>
          <p:cNvSpPr>
            <a:spLocks noGrp="1"/>
          </p:cNvSpPr>
          <p:nvPr/>
        </p:nvSpPr>
        <p:spPr>
          <a:xfrm>
            <a:off x="7211019" y="4421536"/>
            <a:ext cx="22030" cy="34476"/>
          </a:xfrm>
          <a:custGeom>
            <a:avLst/>
            <a:gdLst/>
            <a:ahLst/>
            <a:cxnLst/>
            <a:rect l="0" t="0" r="0" b="0"/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6D543455-14F6-4EE7-A7CC-835C913819CD}"/>
              </a:ext>
            </a:extLst>
          </p:cNvPr>
          <p:cNvSpPr>
            <a:spLocks noGrp="1"/>
          </p:cNvSpPr>
          <p:nvPr/>
        </p:nvSpPr>
        <p:spPr>
          <a:xfrm>
            <a:off x="7274682" y="3923648"/>
            <a:ext cx="400097" cy="315888"/>
          </a:xfrm>
          <a:custGeom>
            <a:avLst/>
            <a:gdLst/>
            <a:ahLst/>
            <a:cxnLst/>
            <a:rect l="0" t="0" r="0" b="0"/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F27F393-A9D9-4F78-9850-69B6EA92B015}"/>
              </a:ext>
            </a:extLst>
          </p:cNvPr>
          <p:cNvSpPr>
            <a:spLocks noGrp="1"/>
          </p:cNvSpPr>
          <p:nvPr/>
        </p:nvSpPr>
        <p:spPr>
          <a:xfrm>
            <a:off x="6801915" y="4163700"/>
            <a:ext cx="297224" cy="534195"/>
          </a:xfrm>
          <a:custGeom>
            <a:avLst/>
            <a:gdLst/>
            <a:ahLst/>
            <a:cxnLst/>
            <a:rect l="0" t="0" r="0" b="0"/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E7E7E5C7-C22B-4174-9FE0-287C96563C98}"/>
              </a:ext>
            </a:extLst>
          </p:cNvPr>
          <p:cNvSpPr>
            <a:spLocks noGrp="1"/>
          </p:cNvSpPr>
          <p:nvPr/>
        </p:nvSpPr>
        <p:spPr>
          <a:xfrm>
            <a:off x="7112470" y="3824670"/>
            <a:ext cx="240059" cy="261820"/>
          </a:xfrm>
          <a:custGeom>
            <a:avLst/>
            <a:gdLst/>
            <a:ahLst/>
            <a:cxnLst/>
            <a:rect l="0" t="0" r="0" b="0"/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B619A63-26BE-4DA0-A56B-1BE051EA30C2}"/>
              </a:ext>
            </a:extLst>
          </p:cNvPr>
          <p:cNvSpPr>
            <a:spLocks noGrp="1"/>
          </p:cNvSpPr>
          <p:nvPr/>
        </p:nvSpPr>
        <p:spPr>
          <a:xfrm>
            <a:off x="7276382" y="3078407"/>
            <a:ext cx="48349" cy="50747"/>
          </a:xfrm>
          <a:custGeom>
            <a:avLst/>
            <a:gdLst/>
            <a:ahLst/>
            <a:cxnLst/>
            <a:rect l="0" t="0" r="0" b="0"/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F2D8CAD5-3762-4DCC-95C5-FDDD37D8BA23}"/>
              </a:ext>
            </a:extLst>
          </p:cNvPr>
          <p:cNvSpPr>
            <a:spLocks noGrp="1"/>
          </p:cNvSpPr>
          <p:nvPr/>
        </p:nvSpPr>
        <p:spPr>
          <a:xfrm>
            <a:off x="7045850" y="3992040"/>
            <a:ext cx="131247" cy="135835"/>
          </a:xfrm>
          <a:custGeom>
            <a:avLst/>
            <a:gdLst/>
            <a:ahLst/>
            <a:cxnLst/>
            <a:rect l="0" t="0" r="0" b="0"/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974960FD-E49D-4BB9-BF25-B81E2E07E633}"/>
              </a:ext>
            </a:extLst>
          </p:cNvPr>
          <p:cNvSpPr>
            <a:spLocks noGrp="1"/>
          </p:cNvSpPr>
          <p:nvPr/>
        </p:nvSpPr>
        <p:spPr>
          <a:xfrm>
            <a:off x="6962420" y="4277799"/>
            <a:ext cx="82467" cy="165108"/>
          </a:xfrm>
          <a:custGeom>
            <a:avLst/>
            <a:gdLst/>
            <a:ahLst/>
            <a:cxnLst/>
            <a:rect l="0" t="0" r="0" b="0"/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652F77F9-0EF5-41ED-8437-05BA2133BF03}"/>
              </a:ext>
            </a:extLst>
          </p:cNvPr>
          <p:cNvSpPr>
            <a:spLocks noGrp="1"/>
          </p:cNvSpPr>
          <p:nvPr/>
        </p:nvSpPr>
        <p:spPr>
          <a:xfrm>
            <a:off x="7262577" y="3141095"/>
            <a:ext cx="41680" cy="38641"/>
          </a:xfrm>
          <a:custGeom>
            <a:avLst/>
            <a:gdLst/>
            <a:ahLst/>
            <a:cxnLst/>
            <a:rect l="0" t="0" r="0" b="0"/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26860A4-A786-4C17-8899-16755833ACE8}"/>
              </a:ext>
            </a:extLst>
          </p:cNvPr>
          <p:cNvSpPr>
            <a:spLocks noGrp="1"/>
          </p:cNvSpPr>
          <p:nvPr/>
        </p:nvSpPr>
        <p:spPr>
          <a:xfrm>
            <a:off x="7042285" y="3124950"/>
            <a:ext cx="117236" cy="86435"/>
          </a:xfrm>
          <a:custGeom>
            <a:avLst/>
            <a:gdLst/>
            <a:ahLst/>
            <a:cxnLst/>
            <a:rect l="0" t="0" r="0" b="0"/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F9A9268E-F9C9-4B6F-BC7A-77A2EB5B62C6}"/>
              </a:ext>
            </a:extLst>
          </p:cNvPr>
          <p:cNvSpPr>
            <a:spLocks noGrp="1"/>
          </p:cNvSpPr>
          <p:nvPr/>
        </p:nvSpPr>
        <p:spPr>
          <a:xfrm>
            <a:off x="7153228" y="4440857"/>
            <a:ext cx="39415" cy="39754"/>
          </a:xfrm>
          <a:custGeom>
            <a:avLst/>
            <a:gdLst/>
            <a:ahLst/>
            <a:cxnLst/>
            <a:rect l="0" t="0" r="0" b="0"/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4F9F0AB9-4935-448A-A1CE-622A171DDB21}"/>
              </a:ext>
            </a:extLst>
          </p:cNvPr>
          <p:cNvSpPr>
            <a:spLocks noGrp="1"/>
          </p:cNvSpPr>
          <p:nvPr/>
        </p:nvSpPr>
        <p:spPr>
          <a:xfrm>
            <a:off x="7429455" y="4177069"/>
            <a:ext cx="58168" cy="57128"/>
          </a:xfrm>
          <a:custGeom>
            <a:avLst/>
            <a:gdLst/>
            <a:ahLst/>
            <a:cxnLst/>
            <a:rect l="0" t="0" r="0" b="0"/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082F1FD-2A49-4957-A1A7-2033F5B722C8}"/>
              </a:ext>
            </a:extLst>
          </p:cNvPr>
          <p:cNvSpPr>
            <a:spLocks noGrp="1"/>
          </p:cNvSpPr>
          <p:nvPr/>
        </p:nvSpPr>
        <p:spPr>
          <a:xfrm>
            <a:off x="7225873" y="3284420"/>
            <a:ext cx="14557" cy="14246"/>
          </a:xfrm>
          <a:custGeom>
            <a:avLst/>
            <a:gdLst/>
            <a:ahLst/>
            <a:cxnLst/>
            <a:rect l="0" t="0" r="0" b="0"/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13A3AE2B-846C-4099-A479-69F44E517242}"/>
              </a:ext>
            </a:extLst>
          </p:cNvPr>
          <p:cNvSpPr>
            <a:spLocks noGrp="1"/>
          </p:cNvSpPr>
          <p:nvPr/>
        </p:nvSpPr>
        <p:spPr>
          <a:xfrm>
            <a:off x="7303074" y="3227964"/>
            <a:ext cx="19630" cy="18877"/>
          </a:xfrm>
          <a:custGeom>
            <a:avLst/>
            <a:gdLst/>
            <a:ahLst/>
            <a:cxnLst/>
            <a:rect l="0" t="0" r="0" b="0"/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2CDBCCEC-CED5-46B8-8FD0-18981C79AA79}"/>
              </a:ext>
            </a:extLst>
          </p:cNvPr>
          <p:cNvSpPr>
            <a:spLocks noGrp="1"/>
          </p:cNvSpPr>
          <p:nvPr/>
        </p:nvSpPr>
        <p:spPr>
          <a:xfrm>
            <a:off x="5290330" y="1991353"/>
            <a:ext cx="18645" cy="87568"/>
          </a:xfrm>
          <a:custGeom>
            <a:avLst/>
            <a:gdLst/>
            <a:ahLst/>
            <a:cxnLst/>
            <a:rect l="0" t="0" r="0" b="0"/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F78CC446-C1C6-4A58-B7F1-13B396D20D09}"/>
              </a:ext>
            </a:extLst>
          </p:cNvPr>
          <p:cNvSpPr>
            <a:spLocks noGrp="1"/>
          </p:cNvSpPr>
          <p:nvPr/>
        </p:nvSpPr>
        <p:spPr>
          <a:xfrm>
            <a:off x="5318228" y="2050498"/>
            <a:ext cx="107057" cy="56203"/>
          </a:xfrm>
          <a:custGeom>
            <a:avLst/>
            <a:gdLst/>
            <a:ahLst/>
            <a:cxnLst/>
            <a:rect l="0" t="0" r="0" b="0"/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CE3BE1DA-DCE8-4ECB-93AE-2F767EA5353C}"/>
              </a:ext>
            </a:extLst>
          </p:cNvPr>
          <p:cNvSpPr>
            <a:spLocks noGrp="1"/>
          </p:cNvSpPr>
          <p:nvPr/>
        </p:nvSpPr>
        <p:spPr>
          <a:xfrm>
            <a:off x="5450929" y="1993536"/>
            <a:ext cx="146430" cy="63919"/>
          </a:xfrm>
          <a:custGeom>
            <a:avLst/>
            <a:gdLst/>
            <a:ahLst/>
            <a:cxnLst/>
            <a:rect l="0" t="0" r="0" b="0"/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FA13E628-B104-42EE-ADC8-961A75D14BE8}"/>
              </a:ext>
            </a:extLst>
          </p:cNvPr>
          <p:cNvSpPr>
            <a:spLocks noGrp="1"/>
          </p:cNvSpPr>
          <p:nvPr/>
        </p:nvSpPr>
        <p:spPr>
          <a:xfrm>
            <a:off x="5776873" y="2038172"/>
            <a:ext cx="525068" cy="183837"/>
          </a:xfrm>
          <a:custGeom>
            <a:avLst/>
            <a:gdLst/>
            <a:ahLst/>
            <a:cxnLst/>
            <a:rect l="0" t="0" r="0" b="0"/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069EB2B4-4DDC-4075-B92F-4FCE69899BCC}"/>
              </a:ext>
            </a:extLst>
          </p:cNvPr>
          <p:cNvSpPr>
            <a:spLocks noGrp="1"/>
          </p:cNvSpPr>
          <p:nvPr/>
        </p:nvSpPr>
        <p:spPr>
          <a:xfrm>
            <a:off x="4754134" y="1866296"/>
            <a:ext cx="184104" cy="168472"/>
          </a:xfrm>
          <a:custGeom>
            <a:avLst/>
            <a:gdLst/>
            <a:ahLst/>
            <a:cxnLst/>
            <a:rect l="0" t="0" r="0" b="0"/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804788E7-9C35-4A71-8055-49B02BCB4034}"/>
              </a:ext>
            </a:extLst>
          </p:cNvPr>
          <p:cNvSpPr>
            <a:spLocks noGrp="1"/>
          </p:cNvSpPr>
          <p:nvPr/>
        </p:nvSpPr>
        <p:spPr>
          <a:xfrm>
            <a:off x="4641024" y="2149318"/>
            <a:ext cx="375539" cy="270682"/>
          </a:xfrm>
          <a:custGeom>
            <a:avLst/>
            <a:gdLst/>
            <a:ahLst/>
            <a:cxnLst/>
            <a:rect l="0" t="0" r="0" b="0"/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4111FF77-C0F9-45D1-960C-AE17B175A6E7}"/>
              </a:ext>
            </a:extLst>
          </p:cNvPr>
          <p:cNvSpPr>
            <a:spLocks noGrp="1"/>
          </p:cNvSpPr>
          <p:nvPr/>
        </p:nvSpPr>
        <p:spPr>
          <a:xfrm>
            <a:off x="5305788" y="2189501"/>
            <a:ext cx="13163" cy="58605"/>
          </a:xfrm>
          <a:custGeom>
            <a:avLst/>
            <a:gdLst/>
            <a:ahLst/>
            <a:cxnLst/>
            <a:rect l="0" t="0" r="0" b="0"/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53855F21-B95E-4D3E-BA91-F3EF100C294F}"/>
              </a:ext>
            </a:extLst>
          </p:cNvPr>
          <p:cNvSpPr>
            <a:spLocks noGrp="1"/>
          </p:cNvSpPr>
          <p:nvPr/>
        </p:nvSpPr>
        <p:spPr>
          <a:xfrm>
            <a:off x="4581919" y="2241762"/>
            <a:ext cx="1177652" cy="361142"/>
          </a:xfrm>
          <a:custGeom>
            <a:avLst/>
            <a:gdLst/>
            <a:ahLst/>
            <a:cxnLst/>
            <a:rect l="0" t="0" r="0" b="0"/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648D199E-8EC7-49A5-A5C8-AFDADA86F0BD}"/>
              </a:ext>
            </a:extLst>
          </p:cNvPr>
          <p:cNvSpPr>
            <a:spLocks noGrp="1"/>
          </p:cNvSpPr>
          <p:nvPr/>
        </p:nvSpPr>
        <p:spPr>
          <a:xfrm>
            <a:off x="5081155" y="2207491"/>
            <a:ext cx="240509" cy="70739"/>
          </a:xfrm>
          <a:custGeom>
            <a:avLst/>
            <a:gdLst/>
            <a:ahLst/>
            <a:cxnLst/>
            <a:rect l="0" t="0" r="0" b="0"/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423E1FC9-4E18-4E11-B2A5-CEE75B5B898B}"/>
              </a:ext>
            </a:extLst>
          </p:cNvPr>
          <p:cNvSpPr>
            <a:spLocks noGrp="1"/>
          </p:cNvSpPr>
          <p:nvPr/>
        </p:nvSpPr>
        <p:spPr>
          <a:xfrm>
            <a:off x="5713184" y="1986050"/>
            <a:ext cx="428242" cy="154293"/>
          </a:xfrm>
          <a:custGeom>
            <a:avLst/>
            <a:gdLst/>
            <a:ahLst/>
            <a:cxnLst/>
            <a:rect l="0" t="0" r="0" b="0"/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ECF749C-F12E-458C-B683-6594E8E626DF}"/>
              </a:ext>
            </a:extLst>
          </p:cNvPr>
          <p:cNvSpPr>
            <a:spLocks noGrp="1"/>
          </p:cNvSpPr>
          <p:nvPr/>
        </p:nvSpPr>
        <p:spPr>
          <a:xfrm>
            <a:off x="5464238" y="2200529"/>
            <a:ext cx="29519" cy="14524"/>
          </a:xfrm>
          <a:custGeom>
            <a:avLst/>
            <a:gdLst/>
            <a:ahLst/>
            <a:cxnLst/>
            <a:rect l="0" t="0" r="0" b="0"/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7236F6E7-7F8A-4DF5-A9A7-2C2A00D84FD5}"/>
              </a:ext>
            </a:extLst>
          </p:cNvPr>
          <p:cNvSpPr>
            <a:spLocks noGrp="1"/>
          </p:cNvSpPr>
          <p:nvPr/>
        </p:nvSpPr>
        <p:spPr>
          <a:xfrm>
            <a:off x="4659191" y="1967996"/>
            <a:ext cx="403925" cy="254535"/>
          </a:xfrm>
          <a:custGeom>
            <a:avLst/>
            <a:gdLst/>
            <a:ahLst/>
            <a:cxnLst/>
            <a:rect l="0" t="0" r="0" b="0"/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F0717D8F-C3D6-4616-B3D4-C7D3DB4B6FF5}"/>
              </a:ext>
            </a:extLst>
          </p:cNvPr>
          <p:cNvSpPr>
            <a:spLocks noGrp="1"/>
          </p:cNvSpPr>
          <p:nvPr/>
        </p:nvSpPr>
        <p:spPr>
          <a:xfrm>
            <a:off x="5492276" y="2145525"/>
            <a:ext cx="157098" cy="65349"/>
          </a:xfrm>
          <a:custGeom>
            <a:avLst/>
            <a:gdLst/>
            <a:ahLst/>
            <a:cxnLst/>
            <a:rect l="0" t="0" r="0" b="0"/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CF2AFA28-9241-4CED-989D-4285EE04772B}"/>
              </a:ext>
            </a:extLst>
          </p:cNvPr>
          <p:cNvSpPr>
            <a:spLocks noGrp="1"/>
          </p:cNvSpPr>
          <p:nvPr/>
        </p:nvSpPr>
        <p:spPr>
          <a:xfrm>
            <a:off x="5309779" y="2277296"/>
            <a:ext cx="20949" cy="140471"/>
          </a:xfrm>
          <a:custGeom>
            <a:avLst/>
            <a:gdLst/>
            <a:ahLst/>
            <a:cxnLst/>
            <a:rect l="0" t="0" r="0" b="0"/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F3A237F8-06DD-4271-9057-7F18583CF7C8}"/>
              </a:ext>
            </a:extLst>
          </p:cNvPr>
          <p:cNvSpPr>
            <a:spLocks noGrp="1"/>
          </p:cNvSpPr>
          <p:nvPr/>
        </p:nvSpPr>
        <p:spPr>
          <a:xfrm>
            <a:off x="5660474" y="1843513"/>
            <a:ext cx="1083016" cy="241243"/>
          </a:xfrm>
          <a:custGeom>
            <a:avLst/>
            <a:gdLst/>
            <a:ahLst/>
            <a:cxnLst/>
            <a:rect l="0" t="0" r="0" b="0"/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DA03C5EE-9008-4D31-A680-7F0EEB8F5D3B}"/>
              </a:ext>
            </a:extLst>
          </p:cNvPr>
          <p:cNvSpPr>
            <a:spLocks noGrp="1"/>
          </p:cNvSpPr>
          <p:nvPr/>
        </p:nvSpPr>
        <p:spPr>
          <a:xfrm>
            <a:off x="5321380" y="2205301"/>
            <a:ext cx="144908" cy="61401"/>
          </a:xfrm>
          <a:custGeom>
            <a:avLst/>
            <a:gdLst/>
            <a:ahLst/>
            <a:cxnLst/>
            <a:rect l="0" t="0" r="0" b="0"/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71F73121-4CB6-43CC-8975-B5034836E3A5}"/>
              </a:ext>
            </a:extLst>
          </p:cNvPr>
          <p:cNvSpPr>
            <a:spLocks noGrp="1"/>
          </p:cNvSpPr>
          <p:nvPr/>
        </p:nvSpPr>
        <p:spPr>
          <a:xfrm>
            <a:off x="5725179" y="2344510"/>
            <a:ext cx="68958" cy="36235"/>
          </a:xfrm>
          <a:custGeom>
            <a:avLst/>
            <a:gdLst/>
            <a:ahLst/>
            <a:cxnLst/>
            <a:rect l="0" t="0" r="0" b="0"/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5F391C61-E79B-4CA4-9987-CA53CBC1A6F4}"/>
              </a:ext>
            </a:extLst>
          </p:cNvPr>
          <p:cNvSpPr>
            <a:spLocks noGrp="1"/>
          </p:cNvSpPr>
          <p:nvPr/>
        </p:nvSpPr>
        <p:spPr>
          <a:xfrm>
            <a:off x="5536249" y="4330543"/>
            <a:ext cx="563769" cy="539833"/>
          </a:xfrm>
          <a:custGeom>
            <a:avLst/>
            <a:gdLst/>
            <a:ahLst/>
            <a:cxnLst/>
            <a:rect l="0" t="0" r="0" b="0"/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26477E8B-2ECF-44B9-A10B-FD9E3A71ED01}"/>
              </a:ext>
            </a:extLst>
          </p:cNvPr>
          <p:cNvSpPr>
            <a:spLocks noGrp="1"/>
          </p:cNvSpPr>
          <p:nvPr/>
        </p:nvSpPr>
        <p:spPr>
          <a:xfrm>
            <a:off x="4838405" y="3297121"/>
            <a:ext cx="1280252" cy="217519"/>
          </a:xfrm>
          <a:custGeom>
            <a:avLst/>
            <a:gdLst/>
            <a:ahLst/>
            <a:cxnLst/>
            <a:rect l="0" t="0" r="0" b="0"/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F1051B6E-3B9D-445A-A3C5-B4C13F054610}"/>
              </a:ext>
            </a:extLst>
          </p:cNvPr>
          <p:cNvSpPr>
            <a:spLocks noGrp="1"/>
          </p:cNvSpPr>
          <p:nvPr/>
        </p:nvSpPr>
        <p:spPr>
          <a:xfrm>
            <a:off x="6083105" y="3526647"/>
            <a:ext cx="563232" cy="832394"/>
          </a:xfrm>
          <a:custGeom>
            <a:avLst/>
            <a:gdLst/>
            <a:ahLst/>
            <a:cxnLst/>
            <a:rect l="0" t="0" r="0" b="0"/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79DB3481-11F5-49F6-9A2A-C93C7F847099}"/>
              </a:ext>
            </a:extLst>
          </p:cNvPr>
          <p:cNvSpPr>
            <a:spLocks noGrp="1"/>
          </p:cNvSpPr>
          <p:nvPr/>
        </p:nvSpPr>
        <p:spPr>
          <a:xfrm>
            <a:off x="6352559" y="4254756"/>
            <a:ext cx="13439" cy="12580"/>
          </a:xfrm>
          <a:custGeom>
            <a:avLst/>
            <a:gdLst/>
            <a:ahLst/>
            <a:cxnLst/>
            <a:rect l="0" t="0" r="0" b="0"/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46667588-055C-47AF-81A7-0AD06AB1DDCC}"/>
              </a:ext>
            </a:extLst>
          </p:cNvPr>
          <p:cNvSpPr>
            <a:spLocks noGrp="1"/>
          </p:cNvSpPr>
          <p:nvPr/>
        </p:nvSpPr>
        <p:spPr>
          <a:xfrm>
            <a:off x="6615720" y="3920335"/>
            <a:ext cx="1184861" cy="521065"/>
          </a:xfrm>
          <a:custGeom>
            <a:avLst/>
            <a:gdLst/>
            <a:ahLst/>
            <a:cxnLst/>
            <a:rect l="0" t="0" r="0" b="0"/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E27AC0C2-D7D7-4242-BE7D-F5C2140D8967}"/>
              </a:ext>
            </a:extLst>
          </p:cNvPr>
          <p:cNvSpPr>
            <a:spLocks noGrp="1"/>
          </p:cNvSpPr>
          <p:nvPr/>
        </p:nvSpPr>
        <p:spPr>
          <a:xfrm>
            <a:off x="5300245" y="2118661"/>
            <a:ext cx="15696" cy="63379"/>
          </a:xfrm>
          <a:custGeom>
            <a:avLst/>
            <a:gdLst/>
            <a:ahLst/>
            <a:cxnLst/>
            <a:rect l="0" t="0" r="0" b="0"/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3CB4DAD7-D4AB-4766-894E-72DEF44E88E5}"/>
              </a:ext>
            </a:extLst>
          </p:cNvPr>
          <p:cNvSpPr>
            <a:spLocks noGrp="1"/>
          </p:cNvSpPr>
          <p:nvPr/>
        </p:nvSpPr>
        <p:spPr>
          <a:xfrm>
            <a:off x="5321896" y="4397155"/>
            <a:ext cx="569951" cy="400977"/>
          </a:xfrm>
          <a:custGeom>
            <a:avLst/>
            <a:gdLst/>
            <a:ahLst/>
            <a:cxnLst/>
            <a:rect l="0" t="0" r="0" b="0"/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C81F401E-BEBF-45E5-8564-8227036E6474}"/>
              </a:ext>
            </a:extLst>
          </p:cNvPr>
          <p:cNvSpPr>
            <a:spLocks noGrp="1"/>
          </p:cNvSpPr>
          <p:nvPr/>
        </p:nvSpPr>
        <p:spPr>
          <a:xfrm>
            <a:off x="6347259" y="4254231"/>
            <a:ext cx="84127" cy="57277"/>
          </a:xfrm>
          <a:custGeom>
            <a:avLst/>
            <a:gdLst/>
            <a:ahLst/>
            <a:cxnLst/>
            <a:rect l="0" t="0" r="0" b="0"/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D5BA227D-E4D6-4324-B061-6ED8EECACC23}"/>
              </a:ext>
            </a:extLst>
          </p:cNvPr>
          <p:cNvSpPr>
            <a:spLocks noGrp="1"/>
          </p:cNvSpPr>
          <p:nvPr/>
        </p:nvSpPr>
        <p:spPr>
          <a:xfrm>
            <a:off x="4928453" y="2015539"/>
            <a:ext cx="164583" cy="53400"/>
          </a:xfrm>
          <a:custGeom>
            <a:avLst/>
            <a:gdLst/>
            <a:ahLst/>
            <a:cxnLst/>
            <a:rect l="0" t="0" r="0" b="0"/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DCA1A95-FA44-4A2F-9151-E22A9BED475D}"/>
              </a:ext>
            </a:extLst>
          </p:cNvPr>
          <p:cNvSpPr>
            <a:spLocks noGrp="1"/>
          </p:cNvSpPr>
          <p:nvPr/>
        </p:nvSpPr>
        <p:spPr>
          <a:xfrm>
            <a:off x="6114065" y="4588213"/>
            <a:ext cx="117581" cy="113811"/>
          </a:xfrm>
          <a:custGeom>
            <a:avLst/>
            <a:gdLst/>
            <a:ahLst/>
            <a:cxnLst/>
            <a:rect l="0" t="0" r="0" b="0"/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7D0442A5-8299-45E6-9040-8142E61A3417}"/>
              </a:ext>
            </a:extLst>
          </p:cNvPr>
          <p:cNvSpPr>
            <a:spLocks noGrp="1"/>
          </p:cNvSpPr>
          <p:nvPr/>
        </p:nvSpPr>
        <p:spPr>
          <a:xfrm>
            <a:off x="7247253" y="4307912"/>
            <a:ext cx="135829" cy="62469"/>
          </a:xfrm>
          <a:custGeom>
            <a:avLst/>
            <a:gdLst/>
            <a:ahLst/>
            <a:cxnLst/>
            <a:rect l="0" t="0" r="0" b="0"/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FC6DE754-EB6F-4A21-BCA1-CEAD7707C864}"/>
              </a:ext>
            </a:extLst>
          </p:cNvPr>
          <p:cNvSpPr>
            <a:spLocks noGrp="1"/>
          </p:cNvSpPr>
          <p:nvPr/>
        </p:nvSpPr>
        <p:spPr>
          <a:xfrm>
            <a:off x="6444488" y="3066549"/>
            <a:ext cx="313513" cy="247898"/>
          </a:xfrm>
          <a:custGeom>
            <a:avLst/>
            <a:gdLst/>
            <a:ahLst/>
            <a:cxnLst/>
            <a:rect l="0" t="0" r="0" b="0"/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DC2E596E-804D-453C-81AA-69ECA700B26A}"/>
              </a:ext>
            </a:extLst>
          </p:cNvPr>
          <p:cNvSpPr>
            <a:spLocks noGrp="1"/>
          </p:cNvSpPr>
          <p:nvPr/>
        </p:nvSpPr>
        <p:spPr>
          <a:xfrm>
            <a:off x="7393595" y="2478336"/>
            <a:ext cx="406986" cy="171028"/>
          </a:xfrm>
          <a:custGeom>
            <a:avLst/>
            <a:gdLst/>
            <a:ahLst/>
            <a:cxnLst/>
            <a:rect l="0" t="0" r="0" b="0"/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1667D0D8-BF10-459E-BED6-FC2CBFBDA82D}"/>
              </a:ext>
            </a:extLst>
          </p:cNvPr>
          <p:cNvSpPr>
            <a:spLocks noGrp="1"/>
          </p:cNvSpPr>
          <p:nvPr/>
        </p:nvSpPr>
        <p:spPr>
          <a:xfrm>
            <a:off x="6277992" y="3341802"/>
            <a:ext cx="118098" cy="103261"/>
          </a:xfrm>
          <a:custGeom>
            <a:avLst/>
            <a:gdLst/>
            <a:ahLst/>
            <a:cxnLst/>
            <a:rect l="0" t="0" r="0" b="0"/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46B0FCDE-EA51-4BE4-9A35-6D3D1AFC0432}"/>
              </a:ext>
            </a:extLst>
          </p:cNvPr>
          <p:cNvSpPr>
            <a:spLocks noGrp="1"/>
          </p:cNvSpPr>
          <p:nvPr/>
        </p:nvSpPr>
        <p:spPr>
          <a:xfrm>
            <a:off x="6761841" y="2785080"/>
            <a:ext cx="353219" cy="282897"/>
          </a:xfrm>
          <a:custGeom>
            <a:avLst/>
            <a:gdLst/>
            <a:ahLst/>
            <a:cxnLst/>
            <a:rect l="0" t="0" r="0" b="0"/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93F44503-ADBC-4B8A-A937-3159828BCBD7}"/>
              </a:ext>
            </a:extLst>
          </p:cNvPr>
          <p:cNvSpPr>
            <a:spLocks noGrp="1"/>
          </p:cNvSpPr>
          <p:nvPr/>
        </p:nvSpPr>
        <p:spPr>
          <a:xfrm>
            <a:off x="7111076" y="2637496"/>
            <a:ext cx="281426" cy="156116"/>
          </a:xfrm>
          <a:custGeom>
            <a:avLst/>
            <a:gdLst/>
            <a:ahLst/>
            <a:cxnLst/>
            <a:rect l="0" t="0" r="0" b="0"/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DC66FC0-C865-4F6E-ABC7-730CF16F9A98}"/>
              </a:ext>
            </a:extLst>
          </p:cNvPr>
          <p:cNvSpPr>
            <a:spLocks noGrp="1"/>
          </p:cNvSpPr>
          <p:nvPr/>
        </p:nvSpPr>
        <p:spPr>
          <a:xfrm>
            <a:off x="7386367" y="2634597"/>
            <a:ext cx="12297" cy="17309"/>
          </a:xfrm>
          <a:custGeom>
            <a:avLst/>
            <a:gdLst/>
            <a:ahLst/>
            <a:cxnLst/>
            <a:rect l="0" t="0" r="0" b="0"/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3556BB92-8DD4-41C1-9442-20C7EBF5FAD5}"/>
              </a:ext>
            </a:extLst>
          </p:cNvPr>
          <p:cNvSpPr>
            <a:spLocks noGrp="1"/>
          </p:cNvSpPr>
          <p:nvPr/>
        </p:nvSpPr>
        <p:spPr>
          <a:xfrm>
            <a:off x="4937936" y="4627204"/>
            <a:ext cx="55806" cy="78681"/>
          </a:xfrm>
          <a:custGeom>
            <a:avLst/>
            <a:gdLst/>
            <a:ahLst/>
            <a:cxnLst/>
            <a:rect l="0" t="0" r="0" b="0"/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9595A6D9-A3C7-4EBB-AEA0-9B7E555DFD80}"/>
              </a:ext>
            </a:extLst>
          </p:cNvPr>
          <p:cNvSpPr>
            <a:spLocks noGrp="1"/>
          </p:cNvSpPr>
          <p:nvPr/>
        </p:nvSpPr>
        <p:spPr>
          <a:xfrm>
            <a:off x="4781168" y="4432477"/>
            <a:ext cx="197378" cy="109031"/>
          </a:xfrm>
          <a:custGeom>
            <a:avLst/>
            <a:gdLst/>
            <a:ahLst/>
            <a:cxnLst/>
            <a:rect l="0" t="0" r="0" b="0"/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4E6AE015-22B2-49B9-AF6C-7058062A1166}"/>
              </a:ext>
            </a:extLst>
          </p:cNvPr>
          <p:cNvSpPr>
            <a:spLocks noGrp="1"/>
          </p:cNvSpPr>
          <p:nvPr/>
        </p:nvSpPr>
        <p:spPr>
          <a:xfrm>
            <a:off x="6442994" y="4568955"/>
            <a:ext cx="228440" cy="107405"/>
          </a:xfrm>
          <a:custGeom>
            <a:avLst/>
            <a:gdLst/>
            <a:ahLst/>
            <a:cxnLst/>
            <a:rect l="0" t="0" r="0" b="0"/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14DE3198-B76B-45FB-8F62-7EBBF9574B56}"/>
              </a:ext>
            </a:extLst>
          </p:cNvPr>
          <p:cNvSpPr>
            <a:spLocks noGrp="1"/>
          </p:cNvSpPr>
          <p:nvPr/>
        </p:nvSpPr>
        <p:spPr>
          <a:xfrm>
            <a:off x="5679245" y="2176035"/>
            <a:ext cx="15194" cy="44897"/>
          </a:xfrm>
          <a:custGeom>
            <a:avLst/>
            <a:gdLst/>
            <a:ahLst/>
            <a:cxnLst/>
            <a:rect l="0" t="0" r="0" b="0"/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84A20DA8-D60E-45AB-A72B-ABD90B2C2204}"/>
              </a:ext>
            </a:extLst>
          </p:cNvPr>
          <p:cNvSpPr>
            <a:spLocks noGrp="1"/>
          </p:cNvSpPr>
          <p:nvPr/>
        </p:nvSpPr>
        <p:spPr>
          <a:xfrm>
            <a:off x="5688201" y="2172457"/>
            <a:ext cx="15160" cy="45081"/>
          </a:xfrm>
          <a:custGeom>
            <a:avLst/>
            <a:gdLst/>
            <a:ahLst/>
            <a:cxnLst/>
            <a:rect l="0" t="0" r="0" b="0"/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ADCEDCF1-E2A3-4C9E-9A99-127B2DE6EC06}"/>
              </a:ext>
            </a:extLst>
          </p:cNvPr>
          <p:cNvSpPr>
            <a:spLocks noGrp="1"/>
          </p:cNvSpPr>
          <p:nvPr/>
        </p:nvSpPr>
        <p:spPr>
          <a:xfrm>
            <a:off x="5709217" y="2165655"/>
            <a:ext cx="15081" cy="45219"/>
          </a:xfrm>
          <a:custGeom>
            <a:avLst/>
            <a:gdLst/>
            <a:ahLst/>
            <a:cxnLst/>
            <a:rect l="0" t="0" r="0" b="0"/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8CE385AE-B2FC-4257-8D97-CC6D4074224F}"/>
              </a:ext>
            </a:extLst>
          </p:cNvPr>
          <p:cNvSpPr>
            <a:spLocks noGrp="1"/>
          </p:cNvSpPr>
          <p:nvPr/>
        </p:nvSpPr>
        <p:spPr>
          <a:xfrm>
            <a:off x="6118600" y="4486689"/>
            <a:ext cx="153874" cy="311299"/>
          </a:xfrm>
          <a:custGeom>
            <a:avLst/>
            <a:gdLst/>
            <a:ahLst/>
            <a:cxnLst/>
            <a:rect l="0" t="0" r="0" b="0"/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688534BD-0941-473A-8857-B730234DD406}"/>
              </a:ext>
            </a:extLst>
          </p:cNvPr>
          <p:cNvSpPr>
            <a:spLocks noGrp="1"/>
          </p:cNvSpPr>
          <p:nvPr/>
        </p:nvSpPr>
        <p:spPr>
          <a:xfrm>
            <a:off x="5597635" y="2251739"/>
            <a:ext cx="87540" cy="43290"/>
          </a:xfrm>
          <a:custGeom>
            <a:avLst/>
            <a:gdLst/>
            <a:ahLst/>
            <a:cxnLst/>
            <a:rect l="0" t="0" r="0" b="0"/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04F72479-D6AB-4ED9-82DE-C42DCB1CB095}"/>
              </a:ext>
            </a:extLst>
          </p:cNvPr>
          <p:cNvSpPr>
            <a:spLocks noGrp="1"/>
          </p:cNvSpPr>
          <p:nvPr/>
        </p:nvSpPr>
        <p:spPr>
          <a:xfrm>
            <a:off x="5110837" y="2052700"/>
            <a:ext cx="199849" cy="59422"/>
          </a:xfrm>
          <a:custGeom>
            <a:avLst/>
            <a:gdLst/>
            <a:ahLst/>
            <a:cxnLst/>
            <a:rect l="0" t="0" r="0" b="0"/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AB63B2D3-6D0F-48BD-88A0-F256475308BE}"/>
              </a:ext>
            </a:extLst>
          </p:cNvPr>
          <p:cNvSpPr>
            <a:spLocks noGrp="1"/>
          </p:cNvSpPr>
          <p:nvPr/>
        </p:nvSpPr>
        <p:spPr>
          <a:xfrm>
            <a:off x="5381719" y="2844616"/>
            <a:ext cx="50076" cy="53494"/>
          </a:xfrm>
          <a:custGeom>
            <a:avLst/>
            <a:gdLst/>
            <a:ahLst/>
            <a:cxnLst/>
            <a:rect l="0" t="0" r="0" b="0"/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F8BF4687-4E09-42C7-BA4B-878CF2BE688B}"/>
              </a:ext>
            </a:extLst>
          </p:cNvPr>
          <p:cNvSpPr>
            <a:spLocks noGrp="1"/>
          </p:cNvSpPr>
          <p:nvPr/>
        </p:nvSpPr>
        <p:spPr>
          <a:xfrm>
            <a:off x="7324948" y="3191916"/>
            <a:ext cx="9413" cy="7176"/>
          </a:xfrm>
          <a:custGeom>
            <a:avLst/>
            <a:gdLst/>
            <a:ahLst/>
            <a:cxnLst/>
            <a:rect l="0" t="0" r="0" b="0"/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3007D85B-030F-4638-88DB-0F217C3D3DA6}"/>
              </a:ext>
            </a:extLst>
          </p:cNvPr>
          <p:cNvSpPr>
            <a:spLocks noGrp="1"/>
          </p:cNvSpPr>
          <p:nvPr/>
        </p:nvSpPr>
        <p:spPr>
          <a:xfrm>
            <a:off x="7313034" y="3059854"/>
            <a:ext cx="16357" cy="27456"/>
          </a:xfrm>
          <a:custGeom>
            <a:avLst/>
            <a:gdLst/>
            <a:ahLst/>
            <a:cxnLst/>
            <a:rect l="0" t="0" r="0" b="0"/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BDFF057-57E2-4AC8-B95A-C2F15082943A}"/>
              </a:ext>
            </a:extLst>
          </p:cNvPr>
          <p:cNvSpPr>
            <a:spLocks noGrp="1"/>
          </p:cNvSpPr>
          <p:nvPr/>
        </p:nvSpPr>
        <p:spPr>
          <a:xfrm>
            <a:off x="7354669" y="3216640"/>
            <a:ext cx="44889" cy="34118"/>
          </a:xfrm>
          <a:custGeom>
            <a:avLst/>
            <a:gdLst/>
            <a:ahLst/>
            <a:cxnLst/>
            <a:rect l="0" t="0" r="0" b="0"/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94E3BEAB-BE96-4CE2-9A8C-3881740088F7}"/>
              </a:ext>
            </a:extLst>
          </p:cNvPr>
          <p:cNvSpPr>
            <a:spLocks noGrp="1"/>
          </p:cNvSpPr>
          <p:nvPr/>
        </p:nvSpPr>
        <p:spPr>
          <a:xfrm>
            <a:off x="7302940" y="3145135"/>
            <a:ext cx="6102" cy="29747"/>
          </a:xfrm>
          <a:custGeom>
            <a:avLst/>
            <a:gdLst/>
            <a:ahLst/>
            <a:cxnLst/>
            <a:rect l="0" t="0" r="0" b="0"/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5AF503CF-86F7-4EE8-B922-2F784B8F2E65}"/>
              </a:ext>
            </a:extLst>
          </p:cNvPr>
          <p:cNvSpPr>
            <a:spLocks noGrp="1"/>
          </p:cNvSpPr>
          <p:nvPr/>
        </p:nvSpPr>
        <p:spPr>
          <a:xfrm>
            <a:off x="7272663" y="3128968"/>
            <a:ext cx="11433" cy="15430"/>
          </a:xfrm>
          <a:custGeom>
            <a:avLst/>
            <a:gdLst/>
            <a:ahLst/>
            <a:cxnLst/>
            <a:rect l="0" t="0" r="0" b="0"/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6A3FF79B-76B3-4279-A5D3-7E8248617117}"/>
              </a:ext>
            </a:extLst>
          </p:cNvPr>
          <p:cNvSpPr>
            <a:spLocks noGrp="1"/>
          </p:cNvSpPr>
          <p:nvPr/>
        </p:nvSpPr>
        <p:spPr>
          <a:xfrm>
            <a:off x="5296123" y="2904513"/>
            <a:ext cx="13177" cy="12896"/>
          </a:xfrm>
          <a:custGeom>
            <a:avLst/>
            <a:gdLst/>
            <a:ahLst/>
            <a:cxnLst/>
            <a:rect l="0" t="0" r="0" b="0"/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EAC75578-64CD-4A1B-91F3-BE3209152AD1}"/>
              </a:ext>
            </a:extLst>
          </p:cNvPr>
          <p:cNvSpPr>
            <a:spLocks noGrp="1"/>
          </p:cNvSpPr>
          <p:nvPr/>
        </p:nvSpPr>
        <p:spPr>
          <a:xfrm>
            <a:off x="5046928" y="2403875"/>
            <a:ext cx="283806" cy="39350"/>
          </a:xfrm>
          <a:custGeom>
            <a:avLst/>
            <a:gdLst/>
            <a:ahLst/>
            <a:cxnLst/>
            <a:rect l="0" t="0" r="0" b="0"/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66A23128-7AE4-4B9F-AA19-FEEF6107F26F}"/>
              </a:ext>
            </a:extLst>
          </p:cNvPr>
          <p:cNvSpPr>
            <a:spLocks noGrp="1"/>
          </p:cNvSpPr>
          <p:nvPr/>
        </p:nvSpPr>
        <p:spPr>
          <a:xfrm>
            <a:off x="7115084" y="3086712"/>
            <a:ext cx="51870" cy="56338"/>
          </a:xfrm>
          <a:custGeom>
            <a:avLst/>
            <a:gdLst/>
            <a:ahLst/>
            <a:cxnLst/>
            <a:rect l="0" t="0" r="0" b="0"/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9482EC34-3D8A-4827-A602-61F01BBA8E91}"/>
              </a:ext>
            </a:extLst>
          </p:cNvPr>
          <p:cNvSpPr>
            <a:spLocks noGrp="1"/>
          </p:cNvSpPr>
          <p:nvPr/>
        </p:nvSpPr>
        <p:spPr>
          <a:xfrm>
            <a:off x="7154395" y="3194376"/>
            <a:ext cx="37798" cy="62275"/>
          </a:xfrm>
          <a:custGeom>
            <a:avLst/>
            <a:gdLst/>
            <a:ahLst/>
            <a:cxnLst/>
            <a:rect l="0" t="0" r="0" b="0"/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EC0F1683-802E-44E4-8C5D-D800AE140161}"/>
              </a:ext>
            </a:extLst>
          </p:cNvPr>
          <p:cNvSpPr>
            <a:spLocks noGrp="1"/>
          </p:cNvSpPr>
          <p:nvPr/>
        </p:nvSpPr>
        <p:spPr>
          <a:xfrm>
            <a:off x="6747952" y="3055432"/>
            <a:ext cx="24100" cy="23830"/>
          </a:xfrm>
          <a:custGeom>
            <a:avLst/>
            <a:gdLst/>
            <a:ahLst/>
            <a:cxnLst/>
            <a:rect l="0" t="0" r="0" b="0"/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94853C52-E85F-4EA8-9E8B-9E4D57CF752E}"/>
              </a:ext>
            </a:extLst>
          </p:cNvPr>
          <p:cNvSpPr>
            <a:spLocks noGrp="1"/>
          </p:cNvSpPr>
          <p:nvPr/>
        </p:nvSpPr>
        <p:spPr>
          <a:xfrm>
            <a:off x="5448954" y="4580530"/>
            <a:ext cx="9772" cy="9556"/>
          </a:xfrm>
          <a:custGeom>
            <a:avLst/>
            <a:gdLst/>
            <a:ahLst/>
            <a:cxnLst/>
            <a:rect l="0" t="0" r="0" b="0"/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D586450D-F75C-4C06-BEF2-0825EB94C120}"/>
              </a:ext>
            </a:extLst>
          </p:cNvPr>
          <p:cNvSpPr>
            <a:spLocks noGrp="1"/>
          </p:cNvSpPr>
          <p:nvPr/>
        </p:nvSpPr>
        <p:spPr>
          <a:xfrm>
            <a:off x="7140200" y="3203726"/>
            <a:ext cx="20517" cy="30828"/>
          </a:xfrm>
          <a:custGeom>
            <a:avLst/>
            <a:gdLst/>
            <a:ahLst/>
            <a:cxnLst/>
            <a:rect l="0" t="0" r="0" b="0"/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20598181-2140-4469-A4F5-95E6D715FAA5}"/>
              </a:ext>
            </a:extLst>
          </p:cNvPr>
          <p:cNvSpPr>
            <a:spLocks noGrp="1"/>
          </p:cNvSpPr>
          <p:nvPr/>
        </p:nvSpPr>
        <p:spPr>
          <a:xfrm>
            <a:off x="7181781" y="3178405"/>
            <a:ext cx="40215" cy="66628"/>
          </a:xfrm>
          <a:custGeom>
            <a:avLst/>
            <a:gdLst/>
            <a:ahLst/>
            <a:cxnLst/>
            <a:rect l="0" t="0" r="0" b="0"/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5F99ED79-486C-4095-AF04-77FA38226CA1}"/>
              </a:ext>
            </a:extLst>
          </p:cNvPr>
          <p:cNvSpPr>
            <a:spLocks noGrp="1"/>
          </p:cNvSpPr>
          <p:nvPr/>
        </p:nvSpPr>
        <p:spPr>
          <a:xfrm>
            <a:off x="7077970" y="4136503"/>
            <a:ext cx="58743" cy="19854"/>
          </a:xfrm>
          <a:custGeom>
            <a:avLst/>
            <a:gdLst/>
            <a:ahLst/>
            <a:cxnLst/>
            <a:rect l="0" t="0" r="0" b="0"/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594A7037-65A7-4FEF-844A-0D123FE5E82F}"/>
              </a:ext>
            </a:extLst>
          </p:cNvPr>
          <p:cNvSpPr>
            <a:spLocks noGrp="1"/>
          </p:cNvSpPr>
          <p:nvPr/>
        </p:nvSpPr>
        <p:spPr>
          <a:xfrm>
            <a:off x="6459714" y="2327849"/>
            <a:ext cx="33814" cy="36011"/>
          </a:xfrm>
          <a:custGeom>
            <a:avLst/>
            <a:gdLst/>
            <a:ahLst/>
            <a:cxnLst/>
            <a:rect l="0" t="0" r="0" b="0"/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F631E4DC-5A8A-4A1F-88E1-FC2062512AEE}"/>
              </a:ext>
            </a:extLst>
          </p:cNvPr>
          <p:cNvSpPr>
            <a:spLocks noGrp="1"/>
          </p:cNvSpPr>
          <p:nvPr/>
        </p:nvSpPr>
        <p:spPr>
          <a:xfrm>
            <a:off x="6775318" y="3645719"/>
            <a:ext cx="495907" cy="430230"/>
          </a:xfrm>
          <a:custGeom>
            <a:avLst/>
            <a:gdLst/>
            <a:ahLst/>
            <a:cxnLst/>
            <a:rect l="0" t="0" r="0" b="0"/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04CB67BE-9F71-414A-9839-08C3F8D33D2D}"/>
              </a:ext>
            </a:extLst>
          </p:cNvPr>
          <p:cNvSpPr>
            <a:spLocks noGrp="1"/>
          </p:cNvSpPr>
          <p:nvPr/>
        </p:nvSpPr>
        <p:spPr>
          <a:xfrm>
            <a:off x="7352953" y="4104367"/>
            <a:ext cx="72808" cy="68773"/>
          </a:xfrm>
          <a:custGeom>
            <a:avLst/>
            <a:gdLst/>
            <a:ahLst/>
            <a:cxnLst/>
            <a:rect l="0" t="0" r="0" b="0"/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4A66DA13-F8C4-4CE1-9ABD-8A78F00C6B1C}"/>
              </a:ext>
            </a:extLst>
          </p:cNvPr>
          <p:cNvSpPr>
            <a:spLocks noGrp="1"/>
          </p:cNvSpPr>
          <p:nvPr/>
        </p:nvSpPr>
        <p:spPr>
          <a:xfrm>
            <a:off x="6489686" y="2359013"/>
            <a:ext cx="18476" cy="16166"/>
          </a:xfrm>
          <a:custGeom>
            <a:avLst/>
            <a:gdLst/>
            <a:ahLst/>
            <a:cxnLst/>
            <a:rect l="0" t="0" r="0" b="0"/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E88CBEE4-E3F9-4D9F-84EF-69DE24E919BA}"/>
              </a:ext>
            </a:extLst>
          </p:cNvPr>
          <p:cNvSpPr>
            <a:spLocks noGrp="1"/>
          </p:cNvSpPr>
          <p:nvPr/>
        </p:nvSpPr>
        <p:spPr>
          <a:xfrm>
            <a:off x="5703361" y="2217537"/>
            <a:ext cx="14436" cy="28977"/>
          </a:xfrm>
          <a:custGeom>
            <a:avLst/>
            <a:gdLst/>
            <a:ahLst/>
            <a:cxnLst/>
            <a:rect l="0" t="0" r="0" b="0"/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2B23477-CA85-44FE-904F-AA1B6F4C43EC}"/>
              </a:ext>
            </a:extLst>
          </p:cNvPr>
          <p:cNvSpPr>
            <a:spLocks noGrp="1"/>
          </p:cNvSpPr>
          <p:nvPr/>
        </p:nvSpPr>
        <p:spPr>
          <a:xfrm>
            <a:off x="5677003" y="2140860"/>
            <a:ext cx="6642" cy="35175"/>
          </a:xfrm>
          <a:custGeom>
            <a:avLst/>
            <a:gdLst/>
            <a:ahLst/>
            <a:cxnLst/>
            <a:rect l="0" t="0" r="0" b="0"/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B81767D4-0E0D-40BA-842D-F0453880B968}"/>
              </a:ext>
            </a:extLst>
          </p:cNvPr>
          <p:cNvSpPr>
            <a:spLocks noGrp="1"/>
          </p:cNvSpPr>
          <p:nvPr/>
        </p:nvSpPr>
        <p:spPr>
          <a:xfrm>
            <a:off x="5694439" y="2220933"/>
            <a:ext cx="23358" cy="25582"/>
          </a:xfrm>
          <a:custGeom>
            <a:avLst/>
            <a:gdLst/>
            <a:ahLst/>
            <a:cxnLst/>
            <a:rect l="0" t="0" r="0" b="0"/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F7F29581-5719-4886-976E-AC25BC2B1767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25573" cy="24795"/>
          </a:xfrm>
          <a:custGeom>
            <a:avLst/>
            <a:gdLst/>
            <a:ahLst/>
            <a:cxnLst/>
            <a:rect l="0" t="0" r="0" b="0"/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F78BE292-82AF-480A-ADD8-835380CB7E8A}"/>
              </a:ext>
            </a:extLst>
          </p:cNvPr>
          <p:cNvSpPr>
            <a:spLocks noGrp="1"/>
          </p:cNvSpPr>
          <p:nvPr/>
        </p:nvSpPr>
        <p:spPr>
          <a:xfrm>
            <a:off x="5717797" y="2210874"/>
            <a:ext cx="9248" cy="35640"/>
          </a:xfrm>
          <a:custGeom>
            <a:avLst/>
            <a:gdLst/>
            <a:ahLst/>
            <a:cxnLst/>
            <a:rect l="0" t="0" r="0" b="0"/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4B880442-996E-455C-9174-E6C9B7F1A222}"/>
              </a:ext>
            </a:extLst>
          </p:cNvPr>
          <p:cNvSpPr>
            <a:spLocks noGrp="1"/>
          </p:cNvSpPr>
          <p:nvPr/>
        </p:nvSpPr>
        <p:spPr>
          <a:xfrm>
            <a:off x="5706753" y="2167463"/>
            <a:ext cx="6789" cy="2581"/>
          </a:xfrm>
          <a:custGeom>
            <a:avLst/>
            <a:gdLst/>
            <a:ahLst/>
            <a:cxnLst/>
            <a:rect l="0" t="0" r="0" b="0"/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A5DCF05B-0750-4C25-BB97-9C1333F628F9}"/>
              </a:ext>
            </a:extLst>
          </p:cNvPr>
          <p:cNvSpPr>
            <a:spLocks noGrp="1"/>
          </p:cNvSpPr>
          <p:nvPr/>
        </p:nvSpPr>
        <p:spPr>
          <a:xfrm>
            <a:off x="5676914" y="2177870"/>
            <a:ext cx="6695" cy="2221"/>
          </a:xfrm>
          <a:custGeom>
            <a:avLst/>
            <a:gdLst/>
            <a:ahLst/>
            <a:cxnLst/>
            <a:rect l="0" t="0" r="0" b="0"/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6D705349-7FD4-4361-8D94-FF30F2991478}"/>
              </a:ext>
            </a:extLst>
          </p:cNvPr>
          <p:cNvSpPr>
            <a:spLocks noGrp="1"/>
          </p:cNvSpPr>
          <p:nvPr/>
        </p:nvSpPr>
        <p:spPr>
          <a:xfrm>
            <a:off x="5706309" y="2165655"/>
            <a:ext cx="6740" cy="2645"/>
          </a:xfrm>
          <a:custGeom>
            <a:avLst/>
            <a:gdLst/>
            <a:ahLst/>
            <a:cxnLst/>
            <a:rect l="0" t="0" r="0" b="0"/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1FB21A64-504E-4C16-822A-0FFCDDDBA2DA}"/>
              </a:ext>
            </a:extLst>
          </p:cNvPr>
          <p:cNvSpPr>
            <a:spLocks noGrp="1"/>
          </p:cNvSpPr>
          <p:nvPr/>
        </p:nvSpPr>
        <p:spPr>
          <a:xfrm>
            <a:off x="5676378" y="2176035"/>
            <a:ext cx="6649" cy="2507"/>
          </a:xfrm>
          <a:custGeom>
            <a:avLst/>
            <a:gdLst/>
            <a:ahLst/>
            <a:cxnLst/>
            <a:rect l="0" t="0" r="0" b="0"/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6835B66-8178-4852-84A5-742C08893C8F}"/>
              </a:ext>
            </a:extLst>
          </p:cNvPr>
          <p:cNvSpPr>
            <a:spLocks noGrp="1"/>
          </p:cNvSpPr>
          <p:nvPr/>
        </p:nvSpPr>
        <p:spPr>
          <a:xfrm>
            <a:off x="5690485" y="2218002"/>
            <a:ext cx="6649" cy="2931"/>
          </a:xfrm>
          <a:custGeom>
            <a:avLst/>
            <a:gdLst/>
            <a:ahLst/>
            <a:cxnLst/>
            <a:rect l="0" t="0" r="0" b="0"/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FE6CFC0-8FE4-4469-8BDC-2141C004E548}"/>
              </a:ext>
            </a:extLst>
          </p:cNvPr>
          <p:cNvSpPr>
            <a:spLocks noGrp="1"/>
          </p:cNvSpPr>
          <p:nvPr/>
        </p:nvSpPr>
        <p:spPr>
          <a:xfrm>
            <a:off x="5700242" y="2215324"/>
            <a:ext cx="5208" cy="2214"/>
          </a:xfrm>
          <a:custGeom>
            <a:avLst/>
            <a:gdLst/>
            <a:ahLst/>
            <a:cxnLst/>
            <a:rect l="0" t="0" r="0" b="0"/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56769F33-53A6-4BA5-BA32-B1E9F5CD9FED}"/>
              </a:ext>
            </a:extLst>
          </p:cNvPr>
          <p:cNvSpPr>
            <a:spLocks noGrp="1"/>
          </p:cNvSpPr>
          <p:nvPr/>
        </p:nvSpPr>
        <p:spPr>
          <a:xfrm>
            <a:off x="5711794" y="2211222"/>
            <a:ext cx="5526" cy="2624"/>
          </a:xfrm>
          <a:custGeom>
            <a:avLst/>
            <a:gdLst/>
            <a:ahLst/>
            <a:cxnLst/>
            <a:rect l="0" t="0" r="0" b="0"/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2D75C296-DA1A-4717-AE05-B33E492CDAA7}"/>
              </a:ext>
            </a:extLst>
          </p:cNvPr>
          <p:cNvSpPr>
            <a:spLocks noGrp="1"/>
          </p:cNvSpPr>
          <p:nvPr/>
        </p:nvSpPr>
        <p:spPr>
          <a:xfrm>
            <a:off x="5689944" y="2215886"/>
            <a:ext cx="6497" cy="2696"/>
          </a:xfrm>
          <a:custGeom>
            <a:avLst/>
            <a:gdLst/>
            <a:ahLst/>
            <a:cxnLst/>
            <a:rect l="0" t="0" r="0" b="0"/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9371B1EC-726D-45C6-8430-FBCC3253AB20}"/>
              </a:ext>
            </a:extLst>
          </p:cNvPr>
          <p:cNvSpPr>
            <a:spLocks noGrp="1"/>
          </p:cNvSpPr>
          <p:nvPr/>
        </p:nvSpPr>
        <p:spPr>
          <a:xfrm>
            <a:off x="5699951" y="2213738"/>
            <a:ext cx="5012" cy="2204"/>
          </a:xfrm>
          <a:custGeom>
            <a:avLst/>
            <a:gdLst/>
            <a:ahLst/>
            <a:cxnLst/>
            <a:rect l="0" t="0" r="0" b="0"/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BA014CD1-D555-408C-891A-3EC30499E285}"/>
              </a:ext>
            </a:extLst>
          </p:cNvPr>
          <p:cNvSpPr>
            <a:spLocks noGrp="1"/>
          </p:cNvSpPr>
          <p:nvPr/>
        </p:nvSpPr>
        <p:spPr>
          <a:xfrm>
            <a:off x="5711351" y="2209423"/>
            <a:ext cx="5457" cy="2129"/>
          </a:xfrm>
          <a:custGeom>
            <a:avLst/>
            <a:gdLst/>
            <a:ahLst/>
            <a:cxnLst/>
            <a:rect l="0" t="0" r="0" b="0"/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BBF57CCB-CA78-4D4F-9F60-F7D3C550E78A}"/>
              </a:ext>
            </a:extLst>
          </p:cNvPr>
          <p:cNvSpPr>
            <a:spLocks noGrp="1"/>
          </p:cNvSpPr>
          <p:nvPr/>
        </p:nvSpPr>
        <p:spPr>
          <a:xfrm>
            <a:off x="5719920" y="2206077"/>
            <a:ext cx="6417" cy="2672"/>
          </a:xfrm>
          <a:custGeom>
            <a:avLst/>
            <a:gdLst/>
            <a:ahLst/>
            <a:cxnLst/>
            <a:rect l="0" t="0" r="0" b="0"/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B7B0411F-27D6-4E0B-B36E-CCE4D7D722B0}"/>
              </a:ext>
            </a:extLst>
          </p:cNvPr>
          <p:cNvSpPr>
            <a:spLocks noGrp="1"/>
          </p:cNvSpPr>
          <p:nvPr/>
        </p:nvSpPr>
        <p:spPr>
          <a:xfrm>
            <a:off x="5720395" y="2208167"/>
            <a:ext cx="6770" cy="2708"/>
          </a:xfrm>
          <a:custGeom>
            <a:avLst/>
            <a:gdLst/>
            <a:ahLst/>
            <a:cxnLst/>
            <a:rect l="0" t="0" r="0" b="0"/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CDBC1EFD-1791-4E8E-AEA5-43CCC8BCF41B}"/>
              </a:ext>
            </a:extLst>
          </p:cNvPr>
          <p:cNvSpPr>
            <a:spLocks noGrp="1"/>
          </p:cNvSpPr>
          <p:nvPr/>
        </p:nvSpPr>
        <p:spPr>
          <a:xfrm>
            <a:off x="7403936" y="3175198"/>
            <a:ext cx="2673" cy="2640"/>
          </a:xfrm>
          <a:custGeom>
            <a:avLst/>
            <a:gdLst/>
            <a:ahLst/>
            <a:cxnLst/>
            <a:rect l="0" t="0" r="0" b="0"/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5B431554-B51C-4338-B1C0-2AF0811BFD55}"/>
              </a:ext>
            </a:extLst>
          </p:cNvPr>
          <p:cNvSpPr>
            <a:spLocks noGrp="1"/>
          </p:cNvSpPr>
          <p:nvPr/>
        </p:nvSpPr>
        <p:spPr>
          <a:xfrm>
            <a:off x="5463485" y="2206883"/>
            <a:ext cx="20067" cy="6657"/>
          </a:xfrm>
          <a:custGeom>
            <a:avLst/>
            <a:gdLst/>
            <a:ahLst/>
            <a:cxnLst/>
            <a:rect l="0" t="0" r="0" b="0"/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1A2F8721-3B46-4BF3-BCF0-1066EFAEBA70}"/>
              </a:ext>
            </a:extLst>
          </p:cNvPr>
          <p:cNvSpPr>
            <a:spLocks noGrp="1"/>
          </p:cNvSpPr>
          <p:nvPr/>
        </p:nvSpPr>
        <p:spPr>
          <a:xfrm>
            <a:off x="5423170" y="2047091"/>
            <a:ext cx="29523" cy="16295"/>
          </a:xfrm>
          <a:custGeom>
            <a:avLst/>
            <a:gdLst/>
            <a:ahLst/>
            <a:cxnLst/>
            <a:rect l="0" t="0" r="0" b="0"/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FD92BA09-4025-4697-A72E-DD164F17751A}"/>
              </a:ext>
            </a:extLst>
          </p:cNvPr>
          <p:cNvSpPr>
            <a:spLocks noGrp="1"/>
          </p:cNvSpPr>
          <p:nvPr/>
        </p:nvSpPr>
        <p:spPr>
          <a:xfrm>
            <a:off x="6796294" y="4022638"/>
            <a:ext cx="46991" cy="52822"/>
          </a:xfrm>
          <a:custGeom>
            <a:avLst/>
            <a:gdLst/>
            <a:ahLst/>
            <a:cxnLst/>
            <a:rect l="0" t="0" r="0" b="0"/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F54A20A3-C384-49CC-AD67-271990604F8F}"/>
              </a:ext>
            </a:extLst>
          </p:cNvPr>
          <p:cNvSpPr>
            <a:spLocks noGrp="1"/>
          </p:cNvSpPr>
          <p:nvPr/>
        </p:nvSpPr>
        <p:spPr>
          <a:xfrm>
            <a:off x="7176379" y="4280466"/>
            <a:ext cx="28341" cy="9281"/>
          </a:xfrm>
          <a:custGeom>
            <a:avLst/>
            <a:gdLst/>
            <a:ahLst/>
            <a:cxnLst/>
            <a:rect l="0" t="0" r="0" b="0"/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48EEC1E9-EE3F-4E43-B676-A49027C42167}"/>
              </a:ext>
            </a:extLst>
          </p:cNvPr>
          <p:cNvSpPr>
            <a:spLocks noGrp="1"/>
          </p:cNvSpPr>
          <p:nvPr/>
        </p:nvSpPr>
        <p:spPr>
          <a:xfrm>
            <a:off x="7088557" y="4281629"/>
            <a:ext cx="114752" cy="70074"/>
          </a:xfrm>
          <a:custGeom>
            <a:avLst/>
            <a:gdLst/>
            <a:ahLst/>
            <a:cxnLst/>
            <a:rect l="0" t="0" r="0" b="0"/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43B93148-97B3-4E16-8082-FB89A72AE036}"/>
              </a:ext>
            </a:extLst>
          </p:cNvPr>
          <p:cNvSpPr>
            <a:spLocks noGrp="1"/>
          </p:cNvSpPr>
          <p:nvPr/>
        </p:nvSpPr>
        <p:spPr>
          <a:xfrm>
            <a:off x="5245060" y="3453417"/>
            <a:ext cx="18695" cy="12403"/>
          </a:xfrm>
          <a:custGeom>
            <a:avLst/>
            <a:gdLst/>
            <a:ahLst/>
            <a:cxnLst/>
            <a:rect l="0" t="0" r="0" b="0"/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6E37E4C2-E06B-44A4-AED8-803F21158E82}"/>
              </a:ext>
            </a:extLst>
          </p:cNvPr>
          <p:cNvSpPr>
            <a:spLocks noGrp="1"/>
          </p:cNvSpPr>
          <p:nvPr/>
        </p:nvSpPr>
        <p:spPr>
          <a:xfrm>
            <a:off x="4983523" y="4556955"/>
            <a:ext cx="7021" cy="40987"/>
          </a:xfrm>
          <a:custGeom>
            <a:avLst/>
            <a:gdLst/>
            <a:ahLst/>
            <a:cxnLst/>
            <a:rect l="0" t="0" r="0" b="0"/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5F5AEFAF-B5D6-4CC8-838D-41D5EB758294}"/>
              </a:ext>
            </a:extLst>
          </p:cNvPr>
          <p:cNvSpPr>
            <a:spLocks noGrp="1"/>
          </p:cNvSpPr>
          <p:nvPr/>
        </p:nvSpPr>
        <p:spPr>
          <a:xfrm>
            <a:off x="7442471" y="2845637"/>
            <a:ext cx="358110" cy="366325"/>
          </a:xfrm>
          <a:custGeom>
            <a:avLst/>
            <a:gdLst/>
            <a:ahLst/>
            <a:cxnLst/>
            <a:rect l="0" t="0" r="0" b="0"/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50CF652E-E03C-415A-8914-3F8C50905C4B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16314" cy="27880"/>
          </a:xfrm>
          <a:custGeom>
            <a:avLst/>
            <a:gdLst/>
            <a:ahLst/>
            <a:cxnLst/>
            <a:rect l="0" t="0" r="0" b="0"/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2DA7DCF7-7794-4A0E-A136-C0903648B523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4556" cy="31596"/>
          </a:xfrm>
          <a:custGeom>
            <a:avLst/>
            <a:gdLst/>
            <a:ahLst/>
            <a:cxnLst/>
            <a:rect l="0" t="0" r="0" b="0"/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3BF28EDB-80E2-4193-8131-69C516EFE2F4}"/>
              </a:ext>
            </a:extLst>
          </p:cNvPr>
          <p:cNvSpPr>
            <a:spLocks noGrp="1"/>
          </p:cNvSpPr>
          <p:nvPr/>
        </p:nvSpPr>
        <p:spPr>
          <a:xfrm>
            <a:off x="5697844" y="2168741"/>
            <a:ext cx="5185" cy="2305"/>
          </a:xfrm>
          <a:custGeom>
            <a:avLst/>
            <a:gdLst/>
            <a:ahLst/>
            <a:cxnLst/>
            <a:rect l="0" t="0" r="0" b="0"/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88FDEED5-5BA9-498F-BD60-BC2481AF3E65}"/>
              </a:ext>
            </a:extLst>
          </p:cNvPr>
          <p:cNvSpPr>
            <a:spLocks noGrp="1"/>
          </p:cNvSpPr>
          <p:nvPr/>
        </p:nvSpPr>
        <p:spPr>
          <a:xfrm>
            <a:off x="5686111" y="2172457"/>
            <a:ext cx="5290" cy="2806"/>
          </a:xfrm>
          <a:custGeom>
            <a:avLst/>
            <a:gdLst/>
            <a:ahLst/>
            <a:cxnLst/>
            <a:rect l="0" t="0" r="0" b="0"/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6E941B8A-482B-4206-9F3B-AAE9D62D6721}"/>
              </a:ext>
            </a:extLst>
          </p:cNvPr>
          <p:cNvSpPr>
            <a:spLocks noGrp="1"/>
          </p:cNvSpPr>
          <p:nvPr/>
        </p:nvSpPr>
        <p:spPr>
          <a:xfrm>
            <a:off x="5715203" y="2213846"/>
            <a:ext cx="2594" cy="32668"/>
          </a:xfrm>
          <a:custGeom>
            <a:avLst/>
            <a:gdLst/>
            <a:ahLst/>
            <a:cxnLst/>
            <a:rect l="0" t="0" r="0" b="0"/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9240CE6C-D65F-4066-9EF4-B8D9084C2E05}"/>
              </a:ext>
            </a:extLst>
          </p:cNvPr>
          <p:cNvSpPr>
            <a:spLocks noGrp="1"/>
          </p:cNvSpPr>
          <p:nvPr/>
        </p:nvSpPr>
        <p:spPr>
          <a:xfrm>
            <a:off x="5699958" y="2168741"/>
            <a:ext cx="15245" cy="45106"/>
          </a:xfrm>
          <a:custGeom>
            <a:avLst/>
            <a:gdLst/>
            <a:ahLst/>
            <a:cxnLst/>
            <a:rect l="0" t="0" r="0" b="0"/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B800E862-A2BD-4476-8598-EB627FECD53D}"/>
              </a:ext>
            </a:extLst>
          </p:cNvPr>
          <p:cNvSpPr>
            <a:spLocks noGrp="1"/>
          </p:cNvSpPr>
          <p:nvPr/>
        </p:nvSpPr>
        <p:spPr>
          <a:xfrm>
            <a:off x="6863773" y="4148291"/>
            <a:ext cx="106520" cy="134089"/>
          </a:xfrm>
          <a:custGeom>
            <a:avLst/>
            <a:gdLst/>
            <a:ahLst/>
            <a:cxnLst/>
            <a:rect l="0" t="0" r="0" b="0"/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2AF13C50-8FD6-4B5B-92B4-3FEDEDECBBD1}"/>
              </a:ext>
            </a:extLst>
          </p:cNvPr>
          <p:cNvSpPr>
            <a:spLocks noGrp="1"/>
          </p:cNvSpPr>
          <p:nvPr/>
        </p:nvSpPr>
        <p:spPr>
          <a:xfrm>
            <a:off x="6391781" y="3306470"/>
            <a:ext cx="58198" cy="48880"/>
          </a:xfrm>
          <a:custGeom>
            <a:avLst/>
            <a:gdLst/>
            <a:ahLst/>
            <a:cxnLst/>
            <a:rect l="0" t="0" r="0" b="0"/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6690BAD6-E1C8-4A16-B9D0-FF5651B28543}"/>
              </a:ext>
            </a:extLst>
          </p:cNvPr>
          <p:cNvSpPr>
            <a:spLocks noGrp="1"/>
          </p:cNvSpPr>
          <p:nvPr/>
        </p:nvSpPr>
        <p:spPr>
          <a:xfrm>
            <a:off x="5886717" y="2753297"/>
            <a:ext cx="290589" cy="534461"/>
          </a:xfrm>
          <a:custGeom>
            <a:avLst/>
            <a:gdLst/>
            <a:ahLst/>
            <a:cxnLst/>
            <a:rect l="0" t="0" r="0" b="0"/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38C38E7-59D2-49EB-BD47-0A98EF47DC24}"/>
              </a:ext>
            </a:extLst>
          </p:cNvPr>
          <p:cNvSpPr>
            <a:spLocks noGrp="1"/>
          </p:cNvSpPr>
          <p:nvPr/>
        </p:nvSpPr>
        <p:spPr>
          <a:xfrm>
            <a:off x="6177307" y="3287758"/>
            <a:ext cx="96473" cy="231561"/>
          </a:xfrm>
          <a:custGeom>
            <a:avLst/>
            <a:gdLst/>
            <a:ahLst/>
            <a:cxnLst/>
            <a:rect l="0" t="0" r="0" b="0"/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03FC8E7-162F-4D00-906E-7F55F40AB679}"/>
              </a:ext>
            </a:extLst>
          </p:cNvPr>
          <p:cNvSpPr>
            <a:spLocks noGrp="1"/>
          </p:cNvSpPr>
          <p:nvPr/>
        </p:nvSpPr>
        <p:spPr>
          <a:xfrm>
            <a:off x="6405321" y="3309521"/>
            <a:ext cx="42214" cy="32843"/>
          </a:xfrm>
          <a:custGeom>
            <a:avLst/>
            <a:gdLst/>
            <a:ahLst/>
            <a:cxnLst/>
            <a:rect l="0" t="0" r="0" b="0"/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43874E56-B4E2-4809-A482-CB9FA1A1FA0E}"/>
              </a:ext>
            </a:extLst>
          </p:cNvPr>
          <p:cNvSpPr>
            <a:spLocks noGrp="1"/>
          </p:cNvSpPr>
          <p:nvPr/>
        </p:nvSpPr>
        <p:spPr>
          <a:xfrm>
            <a:off x="5426152" y="2826877"/>
            <a:ext cx="20509" cy="19749"/>
          </a:xfrm>
          <a:custGeom>
            <a:avLst/>
            <a:gdLst/>
            <a:ahLst/>
            <a:cxnLst/>
            <a:rect l="0" t="0" r="0" b="0"/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4239356E-BDF8-4517-B624-83BA513F5BE4}"/>
              </a:ext>
            </a:extLst>
          </p:cNvPr>
          <p:cNvSpPr>
            <a:spLocks noGrp="1"/>
          </p:cNvSpPr>
          <p:nvPr/>
        </p:nvSpPr>
        <p:spPr>
          <a:xfrm>
            <a:off x="6409396" y="3725489"/>
            <a:ext cx="47425" cy="89802"/>
          </a:xfrm>
          <a:custGeom>
            <a:avLst/>
            <a:gdLst/>
            <a:ahLst/>
            <a:cxnLst/>
            <a:rect l="0" t="0" r="0" b="0"/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ECC3E41A-0BD0-4476-9780-9A8FFF89285F}"/>
              </a:ext>
            </a:extLst>
          </p:cNvPr>
          <p:cNvSpPr>
            <a:spLocks noGrp="1"/>
          </p:cNvSpPr>
          <p:nvPr/>
        </p:nvSpPr>
        <p:spPr>
          <a:xfrm>
            <a:off x="5730023" y="2358691"/>
            <a:ext cx="577778" cy="1182891"/>
          </a:xfrm>
          <a:custGeom>
            <a:avLst/>
            <a:gdLst/>
            <a:ahLst/>
            <a:cxnLst/>
            <a:rect l="0" t="0" r="0" b="0"/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D56B5D3-1E5D-49FF-A05F-01FF82D5A55F}"/>
              </a:ext>
            </a:extLst>
          </p:cNvPr>
          <p:cNvSpPr>
            <a:spLocks noGrp="1"/>
          </p:cNvSpPr>
          <p:nvPr/>
        </p:nvSpPr>
        <p:spPr>
          <a:xfrm>
            <a:off x="7278683" y="3252243"/>
            <a:ext cx="89383" cy="80166"/>
          </a:xfrm>
          <a:custGeom>
            <a:avLst/>
            <a:gdLst/>
            <a:ahLst/>
            <a:cxnLst/>
            <a:rect l="0" t="0" r="0" b="0"/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B3375EC0-BCC5-4723-BF42-466D99EB045F}"/>
              </a:ext>
            </a:extLst>
          </p:cNvPr>
          <p:cNvSpPr>
            <a:spLocks noGrp="1"/>
          </p:cNvSpPr>
          <p:nvPr/>
        </p:nvSpPr>
        <p:spPr>
          <a:xfrm>
            <a:off x="7454537" y="3481292"/>
            <a:ext cx="346045" cy="677634"/>
          </a:xfrm>
          <a:custGeom>
            <a:avLst/>
            <a:gdLst/>
            <a:ahLst/>
            <a:cxnLst/>
            <a:rect l="0" t="0" r="0" b="0"/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7C8910F-26F2-4A0C-932E-920D7C24DF2B}"/>
              </a:ext>
            </a:extLst>
          </p:cNvPr>
          <p:cNvSpPr>
            <a:spLocks noGrp="1"/>
          </p:cNvSpPr>
          <p:nvPr/>
        </p:nvSpPr>
        <p:spPr>
          <a:xfrm>
            <a:off x="7199056" y="3288454"/>
            <a:ext cx="23521" cy="23007"/>
          </a:xfrm>
          <a:custGeom>
            <a:avLst/>
            <a:gdLst/>
            <a:ahLst/>
            <a:cxnLst/>
            <a:rect l="0" t="0" r="0" b="0"/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94D52F33-63F7-4C36-A158-F4637FC2355D}"/>
              </a:ext>
            </a:extLst>
          </p:cNvPr>
          <p:cNvSpPr>
            <a:spLocks noGrp="1"/>
          </p:cNvSpPr>
          <p:nvPr/>
        </p:nvSpPr>
        <p:spPr>
          <a:xfrm>
            <a:off x="7184297" y="3329111"/>
            <a:ext cx="58309" cy="79629"/>
          </a:xfrm>
          <a:custGeom>
            <a:avLst/>
            <a:gdLst/>
            <a:ahLst/>
            <a:cxnLst/>
            <a:rect l="0" t="0" r="0" b="0"/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4550A5A4-9FA7-4187-AE2A-A4B3E79BB5CA}"/>
              </a:ext>
            </a:extLst>
          </p:cNvPr>
          <p:cNvSpPr>
            <a:spLocks noGrp="1"/>
          </p:cNvSpPr>
          <p:nvPr/>
        </p:nvSpPr>
        <p:spPr>
          <a:xfrm>
            <a:off x="7199749" y="3289037"/>
            <a:ext cx="22164" cy="21842"/>
          </a:xfrm>
          <a:custGeom>
            <a:avLst/>
            <a:gdLst/>
            <a:ahLst/>
            <a:cxnLst/>
            <a:rect l="0" t="0" r="0" b="0"/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CA2318A2-4164-4064-A87A-2A3B91DE75B4}"/>
              </a:ext>
            </a:extLst>
          </p:cNvPr>
          <p:cNvSpPr>
            <a:spLocks noGrp="1"/>
          </p:cNvSpPr>
          <p:nvPr/>
        </p:nvSpPr>
        <p:spPr>
          <a:xfrm>
            <a:off x="7056281" y="3225668"/>
            <a:ext cx="102543" cy="82883"/>
          </a:xfrm>
          <a:custGeom>
            <a:avLst/>
            <a:gdLst/>
            <a:ahLst/>
            <a:cxnLst/>
            <a:rect l="0" t="0" r="0" b="0"/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6A90CB5A-3DF1-403E-ADE5-8B186822C037}"/>
              </a:ext>
            </a:extLst>
          </p:cNvPr>
          <p:cNvSpPr>
            <a:spLocks noGrp="1"/>
          </p:cNvSpPr>
          <p:nvPr/>
        </p:nvSpPr>
        <p:spPr>
          <a:xfrm>
            <a:off x="7012183" y="4439822"/>
            <a:ext cx="42510" cy="30875"/>
          </a:xfrm>
          <a:custGeom>
            <a:avLst/>
            <a:gdLst/>
            <a:ahLst/>
            <a:cxnLst/>
            <a:rect l="0" t="0" r="0" b="0"/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58F2267-2B79-40C0-A5E1-110DA3634476}"/>
              </a:ext>
            </a:extLst>
          </p:cNvPr>
          <p:cNvSpPr>
            <a:spLocks noGrp="1"/>
          </p:cNvSpPr>
          <p:nvPr/>
        </p:nvSpPr>
        <p:spPr>
          <a:xfrm>
            <a:off x="5192055" y="4099347"/>
            <a:ext cx="14754" cy="25130"/>
          </a:xfrm>
          <a:custGeom>
            <a:avLst/>
            <a:gdLst/>
            <a:ahLst/>
            <a:cxnLst/>
            <a:rect l="0" t="0" r="0" b="0"/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9235320D-7032-47A1-81F2-0D13793D3DF8}"/>
              </a:ext>
            </a:extLst>
          </p:cNvPr>
          <p:cNvSpPr>
            <a:spLocks noGrp="1"/>
          </p:cNvSpPr>
          <p:nvPr/>
        </p:nvSpPr>
        <p:spPr>
          <a:xfrm>
            <a:off x="5346452" y="2910252"/>
            <a:ext cx="12694" cy="7360"/>
          </a:xfrm>
          <a:custGeom>
            <a:avLst/>
            <a:gdLst/>
            <a:ahLst/>
            <a:cxnLst/>
            <a:rect l="0" t="0" r="0" b="0"/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E66AA9B5-6C14-45CC-AB2D-93F604F224CF}"/>
              </a:ext>
            </a:extLst>
          </p:cNvPr>
          <p:cNvSpPr>
            <a:spLocks noGrp="1"/>
          </p:cNvSpPr>
          <p:nvPr/>
        </p:nvSpPr>
        <p:spPr>
          <a:xfrm>
            <a:off x="5225004" y="4385066"/>
            <a:ext cx="14626" cy="28969"/>
          </a:xfrm>
          <a:custGeom>
            <a:avLst/>
            <a:gdLst/>
            <a:ahLst/>
            <a:cxnLst/>
            <a:rect l="0" t="0" r="0" b="0"/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FED65E73-2E61-4965-9FF9-CDFDABC38CAA}"/>
              </a:ext>
            </a:extLst>
          </p:cNvPr>
          <p:cNvSpPr>
            <a:spLocks noGrp="1"/>
          </p:cNvSpPr>
          <p:nvPr/>
        </p:nvSpPr>
        <p:spPr>
          <a:xfrm>
            <a:off x="5336526" y="4385893"/>
            <a:ext cx="85389" cy="5909"/>
          </a:xfrm>
          <a:custGeom>
            <a:avLst/>
            <a:gdLst/>
            <a:ahLst/>
            <a:cxnLst/>
            <a:rect l="0" t="0" r="0" b="0"/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A455F662-968F-43FE-BBEF-BA0AA0DA544F}"/>
              </a:ext>
            </a:extLst>
          </p:cNvPr>
          <p:cNvSpPr>
            <a:spLocks noGrp="1"/>
          </p:cNvSpPr>
          <p:nvPr/>
        </p:nvSpPr>
        <p:spPr>
          <a:xfrm>
            <a:off x="5432421" y="4392630"/>
            <a:ext cx="95092" cy="88205"/>
          </a:xfrm>
          <a:custGeom>
            <a:avLst/>
            <a:gdLst/>
            <a:ahLst/>
            <a:cxnLst/>
            <a:rect l="0" t="0" r="0" b="0"/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8E28C0F3-5CA0-4CA6-82D1-7FECCB054B0F}"/>
              </a:ext>
            </a:extLst>
          </p:cNvPr>
          <p:cNvSpPr>
            <a:spLocks noGrp="1"/>
          </p:cNvSpPr>
          <p:nvPr/>
        </p:nvSpPr>
        <p:spPr>
          <a:xfrm>
            <a:off x="5563370" y="4351124"/>
            <a:ext cx="3528" cy="4910"/>
          </a:xfrm>
          <a:custGeom>
            <a:avLst/>
            <a:gdLst/>
            <a:ahLst/>
            <a:cxnLst/>
            <a:rect l="0" t="0" r="0" b="0"/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4C443C0C-26B6-4FB4-9FFB-EBA62E88A458}"/>
              </a:ext>
            </a:extLst>
          </p:cNvPr>
          <p:cNvSpPr>
            <a:spLocks noGrp="1"/>
          </p:cNvSpPr>
          <p:nvPr/>
        </p:nvSpPr>
        <p:spPr>
          <a:xfrm>
            <a:off x="5566931" y="4350616"/>
            <a:ext cx="2482" cy="1662"/>
          </a:xfrm>
          <a:custGeom>
            <a:avLst/>
            <a:gdLst/>
            <a:ahLst/>
            <a:cxnLst/>
            <a:rect l="0" t="0" r="0" b="0"/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C15E237E-2E30-4862-A825-30F602F3A378}"/>
              </a:ext>
            </a:extLst>
          </p:cNvPr>
          <p:cNvSpPr>
            <a:spLocks noGrp="1"/>
          </p:cNvSpPr>
          <p:nvPr/>
        </p:nvSpPr>
        <p:spPr>
          <a:xfrm>
            <a:off x="5563253" y="4356692"/>
            <a:ext cx="12986" cy="22428"/>
          </a:xfrm>
          <a:custGeom>
            <a:avLst/>
            <a:gdLst/>
            <a:ahLst/>
            <a:cxnLst/>
            <a:rect l="0" t="0" r="0" b="0"/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9A03A8D2-AB8B-4620-B3C5-AB244565C478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1244" cy="14312"/>
          </a:xfrm>
          <a:custGeom>
            <a:avLst/>
            <a:gdLst/>
            <a:ahLst/>
            <a:cxnLst/>
            <a:rect l="0" t="0" r="0" b="0"/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60F1A9D9-20DD-43D2-80F6-C826BBB58790}"/>
              </a:ext>
            </a:extLst>
          </p:cNvPr>
          <p:cNvSpPr>
            <a:spLocks noGrp="1"/>
          </p:cNvSpPr>
          <p:nvPr/>
        </p:nvSpPr>
        <p:spPr>
          <a:xfrm>
            <a:off x="5766050" y="4496310"/>
            <a:ext cx="169669" cy="76292"/>
          </a:xfrm>
          <a:custGeom>
            <a:avLst/>
            <a:gdLst/>
            <a:ahLst/>
            <a:cxnLst/>
            <a:rect l="0" t="0" r="0" b="0"/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BE1D073F-2E26-4D47-88ED-F862DB9E5167}"/>
              </a:ext>
            </a:extLst>
          </p:cNvPr>
          <p:cNvSpPr>
            <a:spLocks noGrp="1"/>
          </p:cNvSpPr>
          <p:nvPr/>
        </p:nvSpPr>
        <p:spPr>
          <a:xfrm>
            <a:off x="5766050" y="4497050"/>
            <a:ext cx="2358" cy="4553"/>
          </a:xfrm>
          <a:custGeom>
            <a:avLst/>
            <a:gdLst/>
            <a:ahLst/>
            <a:cxnLst/>
            <a:rect l="0" t="0" r="0" b="0"/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DB8ED661-F978-464E-97FC-76BCB396BEA6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341" cy="4561"/>
          </a:xfrm>
          <a:custGeom>
            <a:avLst/>
            <a:gdLst/>
            <a:ahLst/>
            <a:cxnLst/>
            <a:rect l="0" t="0" r="0" b="0"/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F4BA3CA1-C83F-4BFF-A464-0B441ADF73F9}"/>
              </a:ext>
            </a:extLst>
          </p:cNvPr>
          <p:cNvSpPr>
            <a:spLocks noGrp="1"/>
          </p:cNvSpPr>
          <p:nvPr/>
        </p:nvSpPr>
        <p:spPr>
          <a:xfrm>
            <a:off x="5695224" y="4479118"/>
            <a:ext cx="194991" cy="119029"/>
          </a:xfrm>
          <a:custGeom>
            <a:avLst/>
            <a:gdLst/>
            <a:ahLst/>
            <a:cxnLst/>
            <a:rect l="0" t="0" r="0" b="0"/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6F8B93F7-F26B-4D3A-AF89-8B91EDC6ADC1}"/>
              </a:ext>
            </a:extLst>
          </p:cNvPr>
          <p:cNvSpPr>
            <a:spLocks noGrp="1"/>
          </p:cNvSpPr>
          <p:nvPr/>
        </p:nvSpPr>
        <p:spPr>
          <a:xfrm>
            <a:off x="5826335" y="4373343"/>
            <a:ext cx="9752" cy="8828"/>
          </a:xfrm>
          <a:custGeom>
            <a:avLst/>
            <a:gdLst/>
            <a:ahLst/>
            <a:cxnLst/>
            <a:rect l="0" t="0" r="0" b="0"/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2918C280-C5D7-4E46-B455-5FA5603538A2}"/>
              </a:ext>
            </a:extLst>
          </p:cNvPr>
          <p:cNvSpPr>
            <a:spLocks noGrp="1"/>
          </p:cNvSpPr>
          <p:nvPr/>
        </p:nvSpPr>
        <p:spPr>
          <a:xfrm>
            <a:off x="5809003" y="4373825"/>
            <a:ext cx="16816" cy="9853"/>
          </a:xfrm>
          <a:custGeom>
            <a:avLst/>
            <a:gdLst/>
            <a:ahLst/>
            <a:cxnLst/>
            <a:rect l="0" t="0" r="0" b="0"/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53867E64-7115-44CD-A75F-0DE6BFCBBB80}"/>
              </a:ext>
            </a:extLst>
          </p:cNvPr>
          <p:cNvSpPr>
            <a:spLocks noGrp="1"/>
          </p:cNvSpPr>
          <p:nvPr/>
        </p:nvSpPr>
        <p:spPr>
          <a:xfrm>
            <a:off x="5910343" y="4236043"/>
            <a:ext cx="46313" cy="138002"/>
          </a:xfrm>
          <a:custGeom>
            <a:avLst/>
            <a:gdLst/>
            <a:ahLst/>
            <a:cxnLst/>
            <a:rect l="0" t="0" r="0" b="0"/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CEECB280-EB9B-4F1E-960B-A29CFA86C67C}"/>
              </a:ext>
            </a:extLst>
          </p:cNvPr>
          <p:cNvSpPr>
            <a:spLocks noGrp="1"/>
          </p:cNvSpPr>
          <p:nvPr/>
        </p:nvSpPr>
        <p:spPr>
          <a:xfrm>
            <a:off x="5939770" y="4286067"/>
            <a:ext cx="75675" cy="25253"/>
          </a:xfrm>
          <a:custGeom>
            <a:avLst/>
            <a:gdLst/>
            <a:ahLst/>
            <a:cxnLst/>
            <a:rect l="0" t="0" r="0" b="0"/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BA8276A3-1173-4D96-861B-2BAACCE21077}"/>
              </a:ext>
            </a:extLst>
          </p:cNvPr>
          <p:cNvSpPr>
            <a:spLocks noGrp="1"/>
          </p:cNvSpPr>
          <p:nvPr/>
        </p:nvSpPr>
        <p:spPr>
          <a:xfrm>
            <a:off x="5997677" y="4309775"/>
            <a:ext cx="9951" cy="22795"/>
          </a:xfrm>
          <a:custGeom>
            <a:avLst/>
            <a:gdLst/>
            <a:ahLst/>
            <a:cxnLst/>
            <a:rect l="0" t="0" r="0" b="0"/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6DAB8F94-90D0-43AD-9DE5-1537B98A396A}"/>
              </a:ext>
            </a:extLst>
          </p:cNvPr>
          <p:cNvSpPr>
            <a:spLocks noGrp="1"/>
          </p:cNvSpPr>
          <p:nvPr/>
        </p:nvSpPr>
        <p:spPr>
          <a:xfrm>
            <a:off x="5496358" y="4278852"/>
            <a:ext cx="645537" cy="591524"/>
          </a:xfrm>
          <a:custGeom>
            <a:avLst/>
            <a:gdLst/>
            <a:ahLst/>
            <a:cxnLst/>
            <a:rect l="0" t="0" r="0" b="0"/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4F091E7E-BB09-4F34-92EE-DA9EE1B5146C}"/>
              </a:ext>
            </a:extLst>
          </p:cNvPr>
          <p:cNvSpPr>
            <a:spLocks noGrp="1"/>
          </p:cNvSpPr>
          <p:nvPr/>
        </p:nvSpPr>
        <p:spPr>
          <a:xfrm>
            <a:off x="7268133" y="4210939"/>
            <a:ext cx="12413" cy="15062"/>
          </a:xfrm>
          <a:custGeom>
            <a:avLst/>
            <a:gdLst/>
            <a:ahLst/>
            <a:cxnLst/>
            <a:rect l="0" t="0" r="0" b="0"/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86E36A70-E87C-4DE1-8827-B94EFB2DE0C0}"/>
              </a:ext>
            </a:extLst>
          </p:cNvPr>
          <p:cNvSpPr>
            <a:spLocks noGrp="1"/>
          </p:cNvSpPr>
          <p:nvPr/>
        </p:nvSpPr>
        <p:spPr>
          <a:xfrm>
            <a:off x="7008254" y="4075949"/>
            <a:ext cx="39078" cy="43942"/>
          </a:xfrm>
          <a:custGeom>
            <a:avLst/>
            <a:gdLst/>
            <a:ahLst/>
            <a:cxnLst/>
            <a:rect l="0" t="0" r="0" b="0"/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FD1AB0CA-6BB4-418A-A9B8-4902C44E38C8}"/>
              </a:ext>
            </a:extLst>
          </p:cNvPr>
          <p:cNvSpPr>
            <a:spLocks noGrp="1"/>
          </p:cNvSpPr>
          <p:nvPr/>
        </p:nvSpPr>
        <p:spPr>
          <a:xfrm>
            <a:off x="6710628" y="3862292"/>
            <a:ext cx="48784" cy="35422"/>
          </a:xfrm>
          <a:custGeom>
            <a:avLst/>
            <a:gdLst/>
            <a:ahLst/>
            <a:cxnLst/>
            <a:rect l="0" t="0" r="0" b="0"/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F4600D24-65CF-4B40-B64D-40BDD1E37B72}"/>
              </a:ext>
            </a:extLst>
          </p:cNvPr>
          <p:cNvSpPr>
            <a:spLocks noGrp="1"/>
          </p:cNvSpPr>
          <p:nvPr/>
        </p:nvSpPr>
        <p:spPr>
          <a:xfrm>
            <a:off x="7064735" y="3986103"/>
            <a:ext cx="20530" cy="21170"/>
          </a:xfrm>
          <a:custGeom>
            <a:avLst/>
            <a:gdLst/>
            <a:ahLst/>
            <a:cxnLst/>
            <a:rect l="0" t="0" r="0" b="0"/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9FE81A7D-F2D0-46AF-AC9F-F8A918999C6C}"/>
              </a:ext>
            </a:extLst>
          </p:cNvPr>
          <p:cNvSpPr>
            <a:spLocks noGrp="1"/>
          </p:cNvSpPr>
          <p:nvPr/>
        </p:nvSpPr>
        <p:spPr>
          <a:xfrm>
            <a:off x="7034964" y="4099696"/>
            <a:ext cx="27703" cy="27783"/>
          </a:xfrm>
          <a:custGeom>
            <a:avLst/>
            <a:gdLst/>
            <a:ahLst/>
            <a:cxnLst/>
            <a:rect l="0" t="0" r="0" b="0"/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9433B660-1470-43A1-B01B-70E47FBA322C}"/>
              </a:ext>
            </a:extLst>
          </p:cNvPr>
          <p:cNvSpPr>
            <a:spLocks noGrp="1"/>
          </p:cNvSpPr>
          <p:nvPr/>
        </p:nvSpPr>
        <p:spPr>
          <a:xfrm>
            <a:off x="7184991" y="4078215"/>
            <a:ext cx="4611" cy="7629"/>
          </a:xfrm>
          <a:custGeom>
            <a:avLst/>
            <a:gdLst/>
            <a:ahLst/>
            <a:cxnLst/>
            <a:rect l="0" t="0" r="0" b="0"/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CBD2A61B-F323-44A8-AF7A-5B6983FD7ADD}"/>
              </a:ext>
            </a:extLst>
          </p:cNvPr>
          <p:cNvSpPr>
            <a:spLocks noGrp="1"/>
          </p:cNvSpPr>
          <p:nvPr/>
        </p:nvSpPr>
        <p:spPr>
          <a:xfrm>
            <a:off x="7176204" y="4085844"/>
            <a:ext cx="8787" cy="9225"/>
          </a:xfrm>
          <a:custGeom>
            <a:avLst/>
            <a:gdLst/>
            <a:ahLst/>
            <a:cxnLst/>
            <a:rect l="0" t="0" r="0" b="0"/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BD674096-19C3-41B0-BA67-A38EA28EA890}"/>
              </a:ext>
            </a:extLst>
          </p:cNvPr>
          <p:cNvSpPr>
            <a:spLocks noGrp="1"/>
          </p:cNvSpPr>
          <p:nvPr/>
        </p:nvSpPr>
        <p:spPr>
          <a:xfrm>
            <a:off x="7353789" y="3770197"/>
            <a:ext cx="47676" cy="31475"/>
          </a:xfrm>
          <a:custGeom>
            <a:avLst/>
            <a:gdLst/>
            <a:ahLst/>
            <a:cxnLst/>
            <a:rect l="0" t="0" r="0" b="0"/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716C1F3B-7D63-4715-A0D8-448241760D9A}"/>
              </a:ext>
            </a:extLst>
          </p:cNvPr>
          <p:cNvSpPr>
            <a:spLocks noGrp="1"/>
          </p:cNvSpPr>
          <p:nvPr/>
        </p:nvSpPr>
        <p:spPr>
          <a:xfrm>
            <a:off x="7351167" y="3760448"/>
            <a:ext cx="8872" cy="11295"/>
          </a:xfrm>
          <a:custGeom>
            <a:avLst/>
            <a:gdLst/>
            <a:ahLst/>
            <a:cxnLst/>
            <a:rect l="0" t="0" r="0" b="0"/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C17F9C62-8425-4ACE-903E-EBCF5BD9C839}"/>
              </a:ext>
            </a:extLst>
          </p:cNvPr>
          <p:cNvSpPr>
            <a:spLocks noGrp="1"/>
          </p:cNvSpPr>
          <p:nvPr/>
        </p:nvSpPr>
        <p:spPr>
          <a:xfrm>
            <a:off x="7356219" y="3772270"/>
            <a:ext cx="40414" cy="14697"/>
          </a:xfrm>
          <a:custGeom>
            <a:avLst/>
            <a:gdLst/>
            <a:ahLst/>
            <a:cxnLst/>
            <a:rect l="0" t="0" r="0" b="0"/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E6A3DD50-886C-4489-A82D-34D5F925A42D}"/>
              </a:ext>
            </a:extLst>
          </p:cNvPr>
          <p:cNvSpPr>
            <a:spLocks noGrp="1"/>
          </p:cNvSpPr>
          <p:nvPr/>
        </p:nvSpPr>
        <p:spPr>
          <a:xfrm>
            <a:off x="7349475" y="3746319"/>
            <a:ext cx="7431" cy="32689"/>
          </a:xfrm>
          <a:custGeom>
            <a:avLst/>
            <a:gdLst/>
            <a:ahLst/>
            <a:cxnLst/>
            <a:rect l="0" t="0" r="0" b="0"/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05B690B8-D8DF-461E-BF3D-327F1B5DDE7F}"/>
              </a:ext>
            </a:extLst>
          </p:cNvPr>
          <p:cNvSpPr>
            <a:spLocks noGrp="1"/>
          </p:cNvSpPr>
          <p:nvPr/>
        </p:nvSpPr>
        <p:spPr>
          <a:xfrm>
            <a:off x="7340227" y="3780665"/>
            <a:ext cx="7591" cy="7581"/>
          </a:xfrm>
          <a:custGeom>
            <a:avLst/>
            <a:gdLst/>
            <a:ahLst/>
            <a:cxnLst/>
            <a:rect l="0" t="0" r="0" b="0"/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0221F377-6EB7-4A75-AEB0-4BA631EC3F46}"/>
              </a:ext>
            </a:extLst>
          </p:cNvPr>
          <p:cNvSpPr>
            <a:spLocks noGrp="1"/>
          </p:cNvSpPr>
          <p:nvPr/>
        </p:nvSpPr>
        <p:spPr>
          <a:xfrm>
            <a:off x="7211342" y="3649494"/>
            <a:ext cx="7659" cy="7555"/>
          </a:xfrm>
          <a:custGeom>
            <a:avLst/>
            <a:gdLst/>
            <a:ahLst/>
            <a:cxnLst/>
            <a:rect l="0" t="0" r="0" b="0"/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CFFDBE58-9E52-42A6-8BC5-F9D011246835}"/>
              </a:ext>
            </a:extLst>
          </p:cNvPr>
          <p:cNvSpPr>
            <a:spLocks noGrp="1"/>
          </p:cNvSpPr>
          <p:nvPr/>
        </p:nvSpPr>
        <p:spPr>
          <a:xfrm>
            <a:off x="7220620" y="3635588"/>
            <a:ext cx="12614" cy="12314"/>
          </a:xfrm>
          <a:custGeom>
            <a:avLst/>
            <a:gdLst/>
            <a:ahLst/>
            <a:cxnLst/>
            <a:rect l="0" t="0" r="0" b="0"/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E659350D-FB16-4E8A-9354-10CCFEB92304}"/>
              </a:ext>
            </a:extLst>
          </p:cNvPr>
          <p:cNvSpPr>
            <a:spLocks noGrp="1"/>
          </p:cNvSpPr>
          <p:nvPr/>
        </p:nvSpPr>
        <p:spPr>
          <a:xfrm>
            <a:off x="7199000" y="3593520"/>
            <a:ext cx="77692" cy="62443"/>
          </a:xfrm>
          <a:custGeom>
            <a:avLst/>
            <a:gdLst/>
            <a:ahLst/>
            <a:cxnLst/>
            <a:rect l="0" t="0" r="0" b="0"/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74145DDF-6773-4F19-B383-CA5F440882B6}"/>
              </a:ext>
            </a:extLst>
          </p:cNvPr>
          <p:cNvSpPr>
            <a:spLocks noGrp="1"/>
          </p:cNvSpPr>
          <p:nvPr/>
        </p:nvSpPr>
        <p:spPr>
          <a:xfrm>
            <a:off x="7229678" y="3631986"/>
            <a:ext cx="6991" cy="6824"/>
          </a:xfrm>
          <a:custGeom>
            <a:avLst/>
            <a:gdLst/>
            <a:ahLst/>
            <a:cxnLst/>
            <a:rect l="0" t="0" r="0" b="0"/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8F2A4AD0-4570-45F1-8865-27C303FA8B4E}"/>
              </a:ext>
            </a:extLst>
          </p:cNvPr>
          <p:cNvSpPr>
            <a:spLocks noGrp="1"/>
          </p:cNvSpPr>
          <p:nvPr/>
        </p:nvSpPr>
        <p:spPr>
          <a:xfrm>
            <a:off x="6972234" y="3585870"/>
            <a:ext cx="53791" cy="27352"/>
          </a:xfrm>
          <a:custGeom>
            <a:avLst/>
            <a:gdLst/>
            <a:ahLst/>
            <a:cxnLst/>
            <a:rect l="0" t="0" r="0" b="0"/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A01750B7-9408-42D1-9A49-D4E6602AA738}"/>
              </a:ext>
            </a:extLst>
          </p:cNvPr>
          <p:cNvSpPr>
            <a:spLocks noGrp="1"/>
          </p:cNvSpPr>
          <p:nvPr/>
        </p:nvSpPr>
        <p:spPr>
          <a:xfrm>
            <a:off x="6936389" y="3319385"/>
            <a:ext cx="24523" cy="28478"/>
          </a:xfrm>
          <a:custGeom>
            <a:avLst/>
            <a:gdLst/>
            <a:ahLst/>
            <a:cxnLst/>
            <a:rect l="0" t="0" r="0" b="0"/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D93AE67C-22EE-4E66-A9C3-796BC816046F}"/>
              </a:ext>
            </a:extLst>
          </p:cNvPr>
          <p:cNvSpPr>
            <a:spLocks noGrp="1"/>
          </p:cNvSpPr>
          <p:nvPr/>
        </p:nvSpPr>
        <p:spPr>
          <a:xfrm>
            <a:off x="7071145" y="3429360"/>
            <a:ext cx="54078" cy="56091"/>
          </a:xfrm>
          <a:custGeom>
            <a:avLst/>
            <a:gdLst/>
            <a:ahLst/>
            <a:cxnLst/>
            <a:rect l="0" t="0" r="0" b="0"/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7E4B88C3-FC60-498A-9446-1721F0B1FF65}"/>
              </a:ext>
            </a:extLst>
          </p:cNvPr>
          <p:cNvSpPr>
            <a:spLocks noGrp="1"/>
          </p:cNvSpPr>
          <p:nvPr/>
        </p:nvSpPr>
        <p:spPr>
          <a:xfrm>
            <a:off x="6959837" y="3560422"/>
            <a:ext cx="92611" cy="49290"/>
          </a:xfrm>
          <a:custGeom>
            <a:avLst/>
            <a:gdLst/>
            <a:ahLst/>
            <a:cxnLst/>
            <a:rect l="0" t="0" r="0" b="0"/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4DC08C7F-F0B3-4FF5-95C6-96F12C335A29}"/>
              </a:ext>
            </a:extLst>
          </p:cNvPr>
          <p:cNvSpPr>
            <a:spLocks noGrp="1"/>
          </p:cNvSpPr>
          <p:nvPr/>
        </p:nvSpPr>
        <p:spPr>
          <a:xfrm>
            <a:off x="7094874" y="3504886"/>
            <a:ext cx="20589" cy="20648"/>
          </a:xfrm>
          <a:custGeom>
            <a:avLst/>
            <a:gdLst/>
            <a:ahLst/>
            <a:cxnLst/>
            <a:rect l="0" t="0" r="0" b="0"/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1D643D7C-41FD-4D8A-AC35-C3556FF92C71}"/>
              </a:ext>
            </a:extLst>
          </p:cNvPr>
          <p:cNvSpPr>
            <a:spLocks noGrp="1"/>
          </p:cNvSpPr>
          <p:nvPr/>
        </p:nvSpPr>
        <p:spPr>
          <a:xfrm>
            <a:off x="6774775" y="3900810"/>
            <a:ext cx="50877" cy="22476"/>
          </a:xfrm>
          <a:custGeom>
            <a:avLst/>
            <a:gdLst/>
            <a:ahLst/>
            <a:cxnLst/>
            <a:rect l="0" t="0" r="0" b="0"/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D89D7211-6448-4C3B-915B-D7574B7E09F7}"/>
              </a:ext>
            </a:extLst>
          </p:cNvPr>
          <p:cNvSpPr>
            <a:spLocks noGrp="1"/>
          </p:cNvSpPr>
          <p:nvPr/>
        </p:nvSpPr>
        <p:spPr>
          <a:xfrm>
            <a:off x="6710454" y="3862069"/>
            <a:ext cx="48989" cy="36231"/>
          </a:xfrm>
          <a:custGeom>
            <a:avLst/>
            <a:gdLst/>
            <a:ahLst/>
            <a:cxnLst/>
            <a:rect l="0" t="0" r="0" b="0"/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2DCFC5AB-188A-4617-B442-7E83F504ADC8}"/>
              </a:ext>
            </a:extLst>
          </p:cNvPr>
          <p:cNvSpPr>
            <a:spLocks noGrp="1"/>
          </p:cNvSpPr>
          <p:nvPr/>
        </p:nvSpPr>
        <p:spPr>
          <a:xfrm>
            <a:off x="5314698" y="2257536"/>
            <a:ext cx="15757" cy="1980"/>
          </a:xfrm>
          <a:custGeom>
            <a:avLst/>
            <a:gdLst/>
            <a:ahLst/>
            <a:cxnLst/>
            <a:rect l="0" t="0" r="0" b="0"/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7C56F01B-0649-459C-BA30-2A7357B99298}"/>
              </a:ext>
            </a:extLst>
          </p:cNvPr>
          <p:cNvSpPr>
            <a:spLocks noGrp="1"/>
          </p:cNvSpPr>
          <p:nvPr/>
        </p:nvSpPr>
        <p:spPr>
          <a:xfrm>
            <a:off x="5084288" y="2217520"/>
            <a:ext cx="230410" cy="42646"/>
          </a:xfrm>
          <a:custGeom>
            <a:avLst/>
            <a:gdLst/>
            <a:ahLst/>
            <a:cxnLst/>
            <a:rect l="0" t="0" r="0" b="0"/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5F61D445-14F3-4913-A62B-E83460FB1DE2}"/>
              </a:ext>
            </a:extLst>
          </p:cNvPr>
          <p:cNvSpPr>
            <a:spLocks noGrp="1"/>
          </p:cNvSpPr>
          <p:nvPr/>
        </p:nvSpPr>
        <p:spPr>
          <a:xfrm>
            <a:off x="5059907" y="2212547"/>
            <a:ext cx="24381" cy="4973"/>
          </a:xfrm>
          <a:custGeom>
            <a:avLst/>
            <a:gdLst/>
            <a:ahLst/>
            <a:cxnLst/>
            <a:rect l="0" t="0" r="0" b="0"/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F06C184B-4021-4EC9-A44C-CF01E3011434}"/>
              </a:ext>
            </a:extLst>
          </p:cNvPr>
          <p:cNvSpPr>
            <a:spLocks noGrp="1"/>
          </p:cNvSpPr>
          <p:nvPr/>
        </p:nvSpPr>
        <p:spPr>
          <a:xfrm>
            <a:off x="5303087" y="2086547"/>
            <a:ext cx="1557" cy="24725"/>
          </a:xfrm>
          <a:custGeom>
            <a:avLst/>
            <a:gdLst/>
            <a:ahLst/>
            <a:cxnLst/>
            <a:rect l="0" t="0" r="0" b="0"/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9DDF1FA2-E2BD-4059-BFEF-64AA3F3ADBED}"/>
              </a:ext>
            </a:extLst>
          </p:cNvPr>
          <p:cNvSpPr>
            <a:spLocks noGrp="1"/>
          </p:cNvSpPr>
          <p:nvPr/>
        </p:nvSpPr>
        <p:spPr>
          <a:xfrm>
            <a:off x="5639697" y="2152606"/>
            <a:ext cx="7420" cy="2418"/>
          </a:xfrm>
          <a:custGeom>
            <a:avLst/>
            <a:gdLst/>
            <a:ahLst/>
            <a:cxnLst/>
            <a:rect l="0" t="0" r="0" b="0"/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57860DE5-ABAC-42B8-B854-53B5196F8A82}"/>
              </a:ext>
            </a:extLst>
          </p:cNvPr>
          <p:cNvSpPr>
            <a:spLocks noGrp="1"/>
          </p:cNvSpPr>
          <p:nvPr/>
        </p:nvSpPr>
        <p:spPr>
          <a:xfrm>
            <a:off x="5048327" y="2415014"/>
            <a:ext cx="273964" cy="19265"/>
          </a:xfrm>
          <a:custGeom>
            <a:avLst/>
            <a:gdLst/>
            <a:ahLst/>
            <a:cxnLst/>
            <a:rect l="0" t="0" r="0" b="0"/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C12FFE05-98D6-451D-BD1A-759B2B5A7D81}"/>
              </a:ext>
            </a:extLst>
          </p:cNvPr>
          <p:cNvSpPr>
            <a:spLocks noGrp="1"/>
          </p:cNvSpPr>
          <p:nvPr/>
        </p:nvSpPr>
        <p:spPr>
          <a:xfrm>
            <a:off x="5482206" y="2569436"/>
            <a:ext cx="33468" cy="11190"/>
          </a:xfrm>
          <a:custGeom>
            <a:avLst/>
            <a:gdLst/>
            <a:ahLst/>
            <a:cxnLst/>
            <a:rect l="0" t="0" r="0" b="0"/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B7F5C261-3E4E-4AA8-A6D1-F5A55FFB544D}"/>
              </a:ext>
            </a:extLst>
          </p:cNvPr>
          <p:cNvSpPr>
            <a:spLocks noGrp="1"/>
          </p:cNvSpPr>
          <p:nvPr/>
        </p:nvSpPr>
        <p:spPr>
          <a:xfrm>
            <a:off x="5047060" y="2564036"/>
            <a:ext cx="435147" cy="27179"/>
          </a:xfrm>
          <a:custGeom>
            <a:avLst/>
            <a:gdLst/>
            <a:ahLst/>
            <a:cxnLst/>
            <a:rect l="0" t="0" r="0" b="0"/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CECC8318-D197-4E05-873E-8C4A8E41FD2A}"/>
              </a:ext>
            </a:extLst>
          </p:cNvPr>
          <p:cNvSpPr>
            <a:spLocks noGrp="1"/>
          </p:cNvSpPr>
          <p:nvPr/>
        </p:nvSpPr>
        <p:spPr>
          <a:xfrm>
            <a:off x="5014322" y="2560329"/>
            <a:ext cx="32738" cy="3708"/>
          </a:xfrm>
          <a:custGeom>
            <a:avLst/>
            <a:gdLst/>
            <a:ahLst/>
            <a:cxnLst/>
            <a:rect l="0" t="0" r="0" b="0"/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985309E2-C39B-4496-A100-32B0748AFAEB}"/>
              </a:ext>
            </a:extLst>
          </p:cNvPr>
          <p:cNvSpPr>
            <a:spLocks noGrp="1"/>
          </p:cNvSpPr>
          <p:nvPr/>
        </p:nvSpPr>
        <p:spPr>
          <a:xfrm>
            <a:off x="5621411" y="2522900"/>
            <a:ext cx="22896" cy="8135"/>
          </a:xfrm>
          <a:custGeom>
            <a:avLst/>
            <a:gdLst/>
            <a:ahLst/>
            <a:cxnLst/>
            <a:rect l="0" t="0" r="0" b="0"/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7B615AE-E9EE-4CC0-9A07-43541BBE052D}"/>
              </a:ext>
            </a:extLst>
          </p:cNvPr>
          <p:cNvSpPr>
            <a:spLocks noGrp="1"/>
          </p:cNvSpPr>
          <p:nvPr/>
        </p:nvSpPr>
        <p:spPr>
          <a:xfrm>
            <a:off x="6141851" y="1949850"/>
            <a:ext cx="50960" cy="40496"/>
          </a:xfrm>
          <a:custGeom>
            <a:avLst/>
            <a:gdLst/>
            <a:ahLst/>
            <a:cxnLst/>
            <a:rect l="0" t="0" r="0" b="0"/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BDF87FA9-F2CE-437C-9A79-97E694496FD7}"/>
              </a:ext>
            </a:extLst>
          </p:cNvPr>
          <p:cNvSpPr>
            <a:spLocks noGrp="1"/>
          </p:cNvSpPr>
          <p:nvPr/>
        </p:nvSpPr>
        <p:spPr>
          <a:xfrm>
            <a:off x="6300931" y="2022874"/>
            <a:ext cx="28953" cy="21625"/>
          </a:xfrm>
          <a:custGeom>
            <a:avLst/>
            <a:gdLst/>
            <a:ahLst/>
            <a:cxnLst/>
            <a:rect l="0" t="0" r="0" b="0"/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D49CB98E-506B-470D-A6BE-1A7DFC4DA7BB}"/>
              </a:ext>
            </a:extLst>
          </p:cNvPr>
          <p:cNvSpPr>
            <a:spLocks noGrp="1"/>
          </p:cNvSpPr>
          <p:nvPr/>
        </p:nvSpPr>
        <p:spPr>
          <a:xfrm>
            <a:off x="5811692" y="2175615"/>
            <a:ext cx="108327" cy="35309"/>
          </a:xfrm>
          <a:custGeom>
            <a:avLst/>
            <a:gdLst/>
            <a:ahLst/>
            <a:cxnLst/>
            <a:rect l="0" t="0" r="0" b="0"/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AF2934E2-7790-4723-9DA4-327C16D94E81}"/>
              </a:ext>
            </a:extLst>
          </p:cNvPr>
          <p:cNvSpPr>
            <a:spLocks noGrp="1"/>
          </p:cNvSpPr>
          <p:nvPr/>
        </p:nvSpPr>
        <p:spPr>
          <a:xfrm>
            <a:off x="6652745" y="1941180"/>
            <a:ext cx="198492" cy="127268"/>
          </a:xfrm>
          <a:custGeom>
            <a:avLst/>
            <a:gdLst/>
            <a:ahLst/>
            <a:cxnLst/>
            <a:rect l="0" t="0" r="0" b="0"/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A5D5E248-8C2B-4A92-86C8-295B597AD17F}"/>
              </a:ext>
            </a:extLst>
          </p:cNvPr>
          <p:cNvSpPr>
            <a:spLocks noGrp="1"/>
          </p:cNvSpPr>
          <p:nvPr/>
        </p:nvSpPr>
        <p:spPr>
          <a:xfrm>
            <a:off x="6228903" y="2221833"/>
            <a:ext cx="136138" cy="40246"/>
          </a:xfrm>
          <a:custGeom>
            <a:avLst/>
            <a:gdLst/>
            <a:ahLst/>
            <a:cxnLst/>
            <a:rect l="0" t="0" r="0" b="0"/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448069B2-7379-4CE1-8C73-BF23D10E1EBF}"/>
              </a:ext>
            </a:extLst>
          </p:cNvPr>
          <p:cNvSpPr>
            <a:spLocks noGrp="1"/>
          </p:cNvSpPr>
          <p:nvPr/>
        </p:nvSpPr>
        <p:spPr>
          <a:xfrm>
            <a:off x="6022254" y="2267685"/>
            <a:ext cx="167934" cy="65749"/>
          </a:xfrm>
          <a:custGeom>
            <a:avLst/>
            <a:gdLst/>
            <a:ahLst/>
            <a:cxnLst/>
            <a:rect l="0" t="0" r="0" b="0"/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E64C5BB-943F-4E0E-97A4-6A94EA4417DF}"/>
              </a:ext>
            </a:extLst>
          </p:cNvPr>
          <p:cNvSpPr>
            <a:spLocks noGrp="1"/>
          </p:cNvSpPr>
          <p:nvPr/>
        </p:nvSpPr>
        <p:spPr>
          <a:xfrm>
            <a:off x="5862242" y="2344828"/>
            <a:ext cx="113331" cy="89365"/>
          </a:xfrm>
          <a:custGeom>
            <a:avLst/>
            <a:gdLst/>
            <a:ahLst/>
            <a:cxnLst/>
            <a:rect l="0" t="0" r="0" b="0"/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C5609EC6-2A2A-45CC-B273-A905D5FB1ADA}"/>
              </a:ext>
            </a:extLst>
          </p:cNvPr>
          <p:cNvSpPr>
            <a:spLocks noGrp="1"/>
          </p:cNvSpPr>
          <p:nvPr/>
        </p:nvSpPr>
        <p:spPr>
          <a:xfrm>
            <a:off x="5657686" y="2064047"/>
            <a:ext cx="4755" cy="13930"/>
          </a:xfrm>
          <a:custGeom>
            <a:avLst/>
            <a:gdLst/>
            <a:ahLst/>
            <a:cxnLst/>
            <a:rect l="0" t="0" r="0" b="0"/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C002F472-8480-4397-BB80-845FBD350DED}"/>
              </a:ext>
            </a:extLst>
          </p:cNvPr>
          <p:cNvSpPr>
            <a:spLocks noGrp="1"/>
          </p:cNvSpPr>
          <p:nvPr/>
        </p:nvSpPr>
        <p:spPr>
          <a:xfrm>
            <a:off x="5877946" y="2727532"/>
            <a:ext cx="8771" cy="25765"/>
          </a:xfrm>
          <a:custGeom>
            <a:avLst/>
            <a:gdLst/>
            <a:ahLst/>
            <a:cxnLst/>
            <a:rect l="0" t="0" r="0" b="0"/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998C3206-D18D-4917-A7BD-79DF44F4F7C7}"/>
              </a:ext>
            </a:extLst>
          </p:cNvPr>
          <p:cNvSpPr>
            <a:spLocks noGrp="1"/>
          </p:cNvSpPr>
          <p:nvPr/>
        </p:nvSpPr>
        <p:spPr>
          <a:xfrm>
            <a:off x="5798888" y="2469463"/>
            <a:ext cx="12953" cy="40183"/>
          </a:xfrm>
          <a:custGeom>
            <a:avLst/>
            <a:gdLst/>
            <a:ahLst/>
            <a:cxnLst/>
            <a:rect l="0" t="0" r="0" b="0"/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F3EDDF7-93C8-4B70-B35D-0ACEB7ADA742}"/>
              </a:ext>
            </a:extLst>
          </p:cNvPr>
          <p:cNvSpPr>
            <a:spLocks noGrp="1"/>
          </p:cNvSpPr>
          <p:nvPr/>
        </p:nvSpPr>
        <p:spPr>
          <a:xfrm>
            <a:off x="6313754" y="2014283"/>
            <a:ext cx="240723" cy="60187"/>
          </a:xfrm>
          <a:custGeom>
            <a:avLst/>
            <a:gdLst/>
            <a:ahLst/>
            <a:cxnLst/>
            <a:rect l="0" t="0" r="0" b="0"/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3" name="任意多边形: 形状 292">
            <a:extLst>
              <a:ext uri="{FF2B5EF4-FFF2-40B4-BE49-F238E27FC236}">
                <a16:creationId xmlns:a16="http://schemas.microsoft.com/office/drawing/2014/main" id="{B05CCE49-D791-4FEE-87DB-5214EF89D117}"/>
              </a:ext>
            </a:extLst>
          </p:cNvPr>
          <p:cNvSpPr>
            <a:spLocks noGrp="1"/>
          </p:cNvSpPr>
          <p:nvPr/>
        </p:nvSpPr>
        <p:spPr>
          <a:xfrm>
            <a:off x="6280610" y="3418633"/>
            <a:ext cx="25516" cy="19338"/>
          </a:xfrm>
          <a:custGeom>
            <a:avLst/>
            <a:gdLst/>
            <a:ahLst/>
            <a:cxnLst/>
            <a:rect l="0" t="0" r="0" b="0"/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4" name="任意多边形: 形状 293">
            <a:extLst>
              <a:ext uri="{FF2B5EF4-FFF2-40B4-BE49-F238E27FC236}">
                <a16:creationId xmlns:a16="http://schemas.microsoft.com/office/drawing/2014/main" id="{54328254-1FE2-4738-8960-ED7C3BE65EE9}"/>
              </a:ext>
            </a:extLst>
          </p:cNvPr>
          <p:cNvSpPr>
            <a:spLocks noGrp="1"/>
          </p:cNvSpPr>
          <p:nvPr/>
        </p:nvSpPr>
        <p:spPr>
          <a:xfrm>
            <a:off x="6091827" y="3305766"/>
            <a:ext cx="28581" cy="8460"/>
          </a:xfrm>
          <a:custGeom>
            <a:avLst/>
            <a:gdLst/>
            <a:ahLst/>
            <a:cxnLst/>
            <a:rect l="0" t="0" r="0" b="0"/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54B3FD88-083B-4B32-A272-6AEB9EB0D9BB}"/>
              </a:ext>
            </a:extLst>
          </p:cNvPr>
          <p:cNvSpPr>
            <a:spLocks noGrp="1"/>
          </p:cNvSpPr>
          <p:nvPr/>
        </p:nvSpPr>
        <p:spPr>
          <a:xfrm>
            <a:off x="5780384" y="3385648"/>
            <a:ext cx="31199" cy="7370"/>
          </a:xfrm>
          <a:custGeom>
            <a:avLst/>
            <a:gdLst/>
            <a:ahLst/>
            <a:cxnLst/>
            <a:rect l="0" t="0" r="0" b="0"/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6" name="任意多边形: 形状 295">
            <a:extLst>
              <a:ext uri="{FF2B5EF4-FFF2-40B4-BE49-F238E27FC236}">
                <a16:creationId xmlns:a16="http://schemas.microsoft.com/office/drawing/2014/main" id="{BD3E966C-BF44-45ED-8444-7280FB10F831}"/>
              </a:ext>
            </a:extLst>
          </p:cNvPr>
          <p:cNvSpPr>
            <a:spLocks noGrp="1"/>
          </p:cNvSpPr>
          <p:nvPr/>
        </p:nvSpPr>
        <p:spPr>
          <a:xfrm>
            <a:off x="5549237" y="3450197"/>
            <a:ext cx="8560" cy="2220"/>
          </a:xfrm>
          <a:custGeom>
            <a:avLst/>
            <a:gdLst/>
            <a:ahLst/>
            <a:cxnLst/>
            <a:rect l="0" t="0" r="0" b="0"/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7" name="任意多边形: 形状 296">
            <a:extLst>
              <a:ext uri="{FF2B5EF4-FFF2-40B4-BE49-F238E27FC236}">
                <a16:creationId xmlns:a16="http://schemas.microsoft.com/office/drawing/2014/main" id="{7E51ACD6-C68E-41E0-978F-6A7AB3E8C5CF}"/>
              </a:ext>
            </a:extLst>
          </p:cNvPr>
          <p:cNvSpPr>
            <a:spLocks noGrp="1"/>
          </p:cNvSpPr>
          <p:nvPr/>
        </p:nvSpPr>
        <p:spPr>
          <a:xfrm>
            <a:off x="5311706" y="3452417"/>
            <a:ext cx="237531" cy="47728"/>
          </a:xfrm>
          <a:custGeom>
            <a:avLst/>
            <a:gdLst/>
            <a:ahLst/>
            <a:cxnLst/>
            <a:rect l="0" t="0" r="0" b="0"/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8" name="任意多边形: 形状 297">
            <a:extLst>
              <a:ext uri="{FF2B5EF4-FFF2-40B4-BE49-F238E27FC236}">
                <a16:creationId xmlns:a16="http://schemas.microsoft.com/office/drawing/2014/main" id="{10B89BFE-0999-4EE3-ACF7-974963D4D991}"/>
              </a:ext>
            </a:extLst>
          </p:cNvPr>
          <p:cNvSpPr>
            <a:spLocks noGrp="1"/>
          </p:cNvSpPr>
          <p:nvPr/>
        </p:nvSpPr>
        <p:spPr>
          <a:xfrm>
            <a:off x="5290890" y="3498196"/>
            <a:ext cx="20816" cy="953"/>
          </a:xfrm>
          <a:custGeom>
            <a:avLst/>
            <a:gdLst/>
            <a:ahLst/>
            <a:cxnLst/>
            <a:rect l="0" t="0" r="0" b="0"/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3FCC71C1-1CD4-40FA-96D2-B52E06965547}"/>
              </a:ext>
            </a:extLst>
          </p:cNvPr>
          <p:cNvSpPr>
            <a:spLocks noGrp="1"/>
          </p:cNvSpPr>
          <p:nvPr/>
        </p:nvSpPr>
        <p:spPr>
          <a:xfrm>
            <a:off x="5060738" y="3485154"/>
            <a:ext cx="37242" cy="1814"/>
          </a:xfrm>
          <a:custGeom>
            <a:avLst/>
            <a:gdLst/>
            <a:ahLst/>
            <a:cxnLst/>
            <a:rect l="0" t="0" r="0" b="0"/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8A62D24A-04FB-4B27-84C8-6E1678AC3592}"/>
              </a:ext>
            </a:extLst>
          </p:cNvPr>
          <p:cNvSpPr>
            <a:spLocks noGrp="1"/>
          </p:cNvSpPr>
          <p:nvPr/>
        </p:nvSpPr>
        <p:spPr>
          <a:xfrm>
            <a:off x="4802170" y="3470892"/>
            <a:ext cx="258568" cy="14263"/>
          </a:xfrm>
          <a:custGeom>
            <a:avLst/>
            <a:gdLst/>
            <a:ahLst/>
            <a:cxnLst/>
            <a:rect l="0" t="0" r="0" b="0"/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75285C72-1746-4763-9DB8-BAF3370A65C2}"/>
              </a:ext>
            </a:extLst>
          </p:cNvPr>
          <p:cNvSpPr>
            <a:spLocks noGrp="1"/>
          </p:cNvSpPr>
          <p:nvPr/>
        </p:nvSpPr>
        <p:spPr>
          <a:xfrm>
            <a:off x="6678404" y="3938105"/>
            <a:ext cx="301728" cy="174947"/>
          </a:xfrm>
          <a:custGeom>
            <a:avLst/>
            <a:gdLst/>
            <a:ahLst/>
            <a:cxnLst/>
            <a:rect l="0" t="0" r="0" b="0"/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2" name="任意多边形: 形状 301">
            <a:extLst>
              <a:ext uri="{FF2B5EF4-FFF2-40B4-BE49-F238E27FC236}">
                <a16:creationId xmlns:a16="http://schemas.microsoft.com/office/drawing/2014/main" id="{A1251706-6292-4A05-A10F-D306538FDA2F}"/>
              </a:ext>
            </a:extLst>
          </p:cNvPr>
          <p:cNvSpPr>
            <a:spLocks noGrp="1"/>
          </p:cNvSpPr>
          <p:nvPr/>
        </p:nvSpPr>
        <p:spPr>
          <a:xfrm>
            <a:off x="6646923" y="3949471"/>
            <a:ext cx="31480" cy="12030"/>
          </a:xfrm>
          <a:custGeom>
            <a:avLst/>
            <a:gdLst/>
            <a:ahLst/>
            <a:cxnLst/>
            <a:rect l="0" t="0" r="0" b="0"/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3" name="任意多边形: 形状 302">
            <a:extLst>
              <a:ext uri="{FF2B5EF4-FFF2-40B4-BE49-F238E27FC236}">
                <a16:creationId xmlns:a16="http://schemas.microsoft.com/office/drawing/2014/main" id="{A556BB5E-BE14-43F3-8833-D129BBC8798C}"/>
              </a:ext>
            </a:extLst>
          </p:cNvPr>
          <p:cNvSpPr>
            <a:spLocks noGrp="1"/>
          </p:cNvSpPr>
          <p:nvPr/>
        </p:nvSpPr>
        <p:spPr>
          <a:xfrm>
            <a:off x="6611959" y="3961500"/>
            <a:ext cx="34964" cy="13397"/>
          </a:xfrm>
          <a:custGeom>
            <a:avLst/>
            <a:gdLst/>
            <a:ahLst/>
            <a:cxnLst/>
            <a:rect l="0" t="0" r="0" b="0"/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4" name="任意多边形: 形状 303">
            <a:extLst>
              <a:ext uri="{FF2B5EF4-FFF2-40B4-BE49-F238E27FC236}">
                <a16:creationId xmlns:a16="http://schemas.microsoft.com/office/drawing/2014/main" id="{225A24AE-D2CD-4585-BDDA-0ADE5917DF07}"/>
              </a:ext>
            </a:extLst>
          </p:cNvPr>
          <p:cNvSpPr>
            <a:spLocks noGrp="1"/>
          </p:cNvSpPr>
          <p:nvPr/>
        </p:nvSpPr>
        <p:spPr>
          <a:xfrm>
            <a:off x="6435713" y="3974898"/>
            <a:ext cx="176246" cy="45759"/>
          </a:xfrm>
          <a:custGeom>
            <a:avLst/>
            <a:gdLst/>
            <a:ahLst/>
            <a:cxnLst/>
            <a:rect l="0" t="0" r="0" b="0"/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768DFB5-4203-4EB1-BE2A-226EFB0C0EFE}"/>
              </a:ext>
            </a:extLst>
          </p:cNvPr>
          <p:cNvSpPr>
            <a:spLocks noGrp="1"/>
          </p:cNvSpPr>
          <p:nvPr/>
        </p:nvSpPr>
        <p:spPr>
          <a:xfrm>
            <a:off x="6390126" y="4559128"/>
            <a:ext cx="137560" cy="311248"/>
          </a:xfrm>
          <a:custGeom>
            <a:avLst/>
            <a:gdLst/>
            <a:ahLst/>
            <a:cxnLst/>
            <a:rect l="0" t="0" r="0" b="0"/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2AD3244E-0042-4E99-8FC7-6AE458C329AC}"/>
              </a:ext>
            </a:extLst>
          </p:cNvPr>
          <p:cNvSpPr>
            <a:spLocks noGrp="1"/>
          </p:cNvSpPr>
          <p:nvPr/>
        </p:nvSpPr>
        <p:spPr>
          <a:xfrm>
            <a:off x="6286767" y="4329409"/>
            <a:ext cx="6948" cy="15902"/>
          </a:xfrm>
          <a:custGeom>
            <a:avLst/>
            <a:gdLst/>
            <a:ahLst/>
            <a:cxnLst/>
            <a:rect l="0" t="0" r="0" b="0"/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F361DA28-60F6-44FD-8703-4253CCC3DE1A}"/>
              </a:ext>
            </a:extLst>
          </p:cNvPr>
          <p:cNvSpPr>
            <a:spLocks noGrp="1"/>
          </p:cNvSpPr>
          <p:nvPr/>
        </p:nvSpPr>
        <p:spPr>
          <a:xfrm>
            <a:off x="6273780" y="3519319"/>
            <a:ext cx="7232" cy="28155"/>
          </a:xfrm>
          <a:custGeom>
            <a:avLst/>
            <a:gdLst/>
            <a:ahLst/>
            <a:cxnLst/>
            <a:rect l="0" t="0" r="0" b="0"/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8" name="任意多边形: 形状 307">
            <a:extLst>
              <a:ext uri="{FF2B5EF4-FFF2-40B4-BE49-F238E27FC236}">
                <a16:creationId xmlns:a16="http://schemas.microsoft.com/office/drawing/2014/main" id="{77F46555-E68C-457E-9285-8A7DBFD78A4B}"/>
              </a:ext>
            </a:extLst>
          </p:cNvPr>
          <p:cNvSpPr>
            <a:spLocks noGrp="1"/>
          </p:cNvSpPr>
          <p:nvPr/>
        </p:nvSpPr>
        <p:spPr>
          <a:xfrm>
            <a:off x="6281012" y="3547474"/>
            <a:ext cx="154701" cy="473182"/>
          </a:xfrm>
          <a:custGeom>
            <a:avLst/>
            <a:gdLst/>
            <a:ahLst/>
            <a:cxnLst/>
            <a:rect l="0" t="0" r="0" b="0"/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AECD68BA-19FB-4A28-AE37-AACA580A3706}"/>
              </a:ext>
            </a:extLst>
          </p:cNvPr>
          <p:cNvSpPr>
            <a:spLocks noGrp="1"/>
          </p:cNvSpPr>
          <p:nvPr/>
        </p:nvSpPr>
        <p:spPr>
          <a:xfrm>
            <a:off x="6100018" y="4310673"/>
            <a:ext cx="28812" cy="19870"/>
          </a:xfrm>
          <a:custGeom>
            <a:avLst/>
            <a:gdLst/>
            <a:ahLst/>
            <a:cxnLst/>
            <a:rect l="0" t="0" r="0" b="0"/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0" name="任意多边形: 形状 309">
            <a:extLst>
              <a:ext uri="{FF2B5EF4-FFF2-40B4-BE49-F238E27FC236}">
                <a16:creationId xmlns:a16="http://schemas.microsoft.com/office/drawing/2014/main" id="{81292F37-324B-4FC5-B275-A01D2AFB5825}"/>
              </a:ext>
            </a:extLst>
          </p:cNvPr>
          <p:cNvSpPr>
            <a:spLocks noGrp="1"/>
          </p:cNvSpPr>
          <p:nvPr/>
        </p:nvSpPr>
        <p:spPr>
          <a:xfrm>
            <a:off x="6128830" y="4020657"/>
            <a:ext cx="312542" cy="290016"/>
          </a:xfrm>
          <a:custGeom>
            <a:avLst/>
            <a:gdLst/>
            <a:ahLst/>
            <a:cxnLst/>
            <a:rect l="0" t="0" r="0" b="0"/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6DB898CD-C085-44B2-B051-CA8261EA2D46}"/>
              </a:ext>
            </a:extLst>
          </p:cNvPr>
          <p:cNvSpPr>
            <a:spLocks noGrp="1"/>
          </p:cNvSpPr>
          <p:nvPr/>
        </p:nvSpPr>
        <p:spPr>
          <a:xfrm>
            <a:off x="7002164" y="4128579"/>
            <a:ext cx="743390" cy="285109"/>
          </a:xfrm>
          <a:custGeom>
            <a:avLst/>
            <a:gdLst/>
            <a:ahLst/>
            <a:cxnLst/>
            <a:rect l="0" t="0" r="0" b="0"/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2" name="任意多边形: 形状 311">
            <a:extLst>
              <a:ext uri="{FF2B5EF4-FFF2-40B4-BE49-F238E27FC236}">
                <a16:creationId xmlns:a16="http://schemas.microsoft.com/office/drawing/2014/main" id="{617593DB-B049-4F13-B014-5D22C57F0D79}"/>
              </a:ext>
            </a:extLst>
          </p:cNvPr>
          <p:cNvSpPr>
            <a:spLocks noGrp="1"/>
          </p:cNvSpPr>
          <p:nvPr/>
        </p:nvSpPr>
        <p:spPr>
          <a:xfrm>
            <a:off x="6663292" y="2200288"/>
            <a:ext cx="4860" cy="4864"/>
          </a:xfrm>
          <a:custGeom>
            <a:avLst/>
            <a:gdLst/>
            <a:ahLst/>
            <a:cxnLst/>
            <a:rect l="0" t="0" r="0" b="0"/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C04FD285-BAC0-4CF2-A3B4-6A7CDB235C6B}"/>
              </a:ext>
            </a:extLst>
          </p:cNvPr>
          <p:cNvSpPr>
            <a:spLocks noGrp="1"/>
          </p:cNvSpPr>
          <p:nvPr/>
        </p:nvSpPr>
        <p:spPr>
          <a:xfrm>
            <a:off x="6528982" y="4173693"/>
            <a:ext cx="24280" cy="25583"/>
          </a:xfrm>
          <a:custGeom>
            <a:avLst/>
            <a:gdLst/>
            <a:ahLst/>
            <a:cxnLst/>
            <a:rect l="0" t="0" r="0" b="0"/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4" name="任意多边形: 形状 313">
            <a:extLst>
              <a:ext uri="{FF2B5EF4-FFF2-40B4-BE49-F238E27FC236}">
                <a16:creationId xmlns:a16="http://schemas.microsoft.com/office/drawing/2014/main" id="{38F440D2-43DC-4985-90D8-17DE1F7B6842}"/>
              </a:ext>
            </a:extLst>
          </p:cNvPr>
          <p:cNvSpPr>
            <a:spLocks noGrp="1"/>
          </p:cNvSpPr>
          <p:nvPr/>
        </p:nvSpPr>
        <p:spPr>
          <a:xfrm>
            <a:off x="6563723" y="4195849"/>
            <a:ext cx="30745" cy="17508"/>
          </a:xfrm>
          <a:custGeom>
            <a:avLst/>
            <a:gdLst/>
            <a:ahLst/>
            <a:cxnLst/>
            <a:rect l="0" t="0" r="0" b="0"/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5" name="任意多边形: 形状 314">
            <a:extLst>
              <a:ext uri="{FF2B5EF4-FFF2-40B4-BE49-F238E27FC236}">
                <a16:creationId xmlns:a16="http://schemas.microsoft.com/office/drawing/2014/main" id="{16627E3C-8D06-4C63-A877-131B9C5E4949}"/>
              </a:ext>
            </a:extLst>
          </p:cNvPr>
          <p:cNvSpPr>
            <a:spLocks noGrp="1"/>
          </p:cNvSpPr>
          <p:nvPr/>
        </p:nvSpPr>
        <p:spPr>
          <a:xfrm>
            <a:off x="6456939" y="4559937"/>
            <a:ext cx="231282" cy="132162"/>
          </a:xfrm>
          <a:custGeom>
            <a:avLst/>
            <a:gdLst/>
            <a:ahLst/>
            <a:cxnLst/>
            <a:rect l="0" t="0" r="0" b="0"/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6" name="任意多边形: 形状 315">
            <a:extLst>
              <a:ext uri="{FF2B5EF4-FFF2-40B4-BE49-F238E27FC236}">
                <a16:creationId xmlns:a16="http://schemas.microsoft.com/office/drawing/2014/main" id="{9F9C2998-D0C7-48D4-840A-0909D2C4EE08}"/>
              </a:ext>
            </a:extLst>
          </p:cNvPr>
          <p:cNvSpPr>
            <a:spLocks noGrp="1"/>
          </p:cNvSpPr>
          <p:nvPr/>
        </p:nvSpPr>
        <p:spPr>
          <a:xfrm>
            <a:off x="6240326" y="4288600"/>
            <a:ext cx="234711" cy="420046"/>
          </a:xfrm>
          <a:custGeom>
            <a:avLst/>
            <a:gdLst/>
            <a:ahLst/>
            <a:cxnLst/>
            <a:rect l="0" t="0" r="0" b="0"/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7" name="任意多边形: 形状 316">
            <a:extLst>
              <a:ext uri="{FF2B5EF4-FFF2-40B4-BE49-F238E27FC236}">
                <a16:creationId xmlns:a16="http://schemas.microsoft.com/office/drawing/2014/main" id="{8848102D-C09A-47E9-9592-9895C3F2A5B7}"/>
              </a:ext>
            </a:extLst>
          </p:cNvPr>
          <p:cNvSpPr>
            <a:spLocks noGrp="1"/>
          </p:cNvSpPr>
          <p:nvPr/>
        </p:nvSpPr>
        <p:spPr>
          <a:xfrm>
            <a:off x="7255455" y="3312110"/>
            <a:ext cx="49228" cy="39567"/>
          </a:xfrm>
          <a:custGeom>
            <a:avLst/>
            <a:gdLst/>
            <a:ahLst/>
            <a:cxnLst/>
            <a:rect l="0" t="0" r="0" b="0"/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8" name="任意多边形: 形状 317">
            <a:extLst>
              <a:ext uri="{FF2B5EF4-FFF2-40B4-BE49-F238E27FC236}">
                <a16:creationId xmlns:a16="http://schemas.microsoft.com/office/drawing/2014/main" id="{FD527A3F-4E18-4706-93B1-40EE9CCE8F67}"/>
              </a:ext>
            </a:extLst>
          </p:cNvPr>
          <p:cNvSpPr>
            <a:spLocks noGrp="1"/>
          </p:cNvSpPr>
          <p:nvPr/>
        </p:nvSpPr>
        <p:spPr>
          <a:xfrm>
            <a:off x="7187893" y="3332409"/>
            <a:ext cx="126733" cy="121735"/>
          </a:xfrm>
          <a:custGeom>
            <a:avLst/>
            <a:gdLst/>
            <a:ahLst/>
            <a:cxnLst/>
            <a:rect l="0" t="0" r="0" b="0"/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9" name="任意多边形: 形状 318">
            <a:extLst>
              <a:ext uri="{FF2B5EF4-FFF2-40B4-BE49-F238E27FC236}">
                <a16:creationId xmlns:a16="http://schemas.microsoft.com/office/drawing/2014/main" id="{E970A2EB-D761-4874-B0FD-90D44C05E0A5}"/>
              </a:ext>
            </a:extLst>
          </p:cNvPr>
          <p:cNvSpPr>
            <a:spLocks noGrp="1"/>
          </p:cNvSpPr>
          <p:nvPr/>
        </p:nvSpPr>
        <p:spPr>
          <a:xfrm>
            <a:off x="7266289" y="3300393"/>
            <a:ext cx="32465" cy="27552"/>
          </a:xfrm>
          <a:custGeom>
            <a:avLst/>
            <a:gdLst/>
            <a:ahLst/>
            <a:cxnLst/>
            <a:rect l="0" t="0" r="0" b="0"/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007C402C-300E-4159-BE8C-72E339CC9799}"/>
              </a:ext>
            </a:extLst>
          </p:cNvPr>
          <p:cNvSpPr>
            <a:spLocks noGrp="1"/>
          </p:cNvSpPr>
          <p:nvPr/>
        </p:nvSpPr>
        <p:spPr>
          <a:xfrm>
            <a:off x="6505611" y="2207880"/>
            <a:ext cx="349248" cy="170884"/>
          </a:xfrm>
          <a:custGeom>
            <a:avLst/>
            <a:gdLst/>
            <a:ahLst/>
            <a:cxnLst/>
            <a:rect l="0" t="0" r="0" b="0"/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1" name="任意多边形: 形状 320">
            <a:extLst>
              <a:ext uri="{FF2B5EF4-FFF2-40B4-BE49-F238E27FC236}">
                <a16:creationId xmlns:a16="http://schemas.microsoft.com/office/drawing/2014/main" id="{7E6CA816-1611-43B8-9199-C2524FCA695D}"/>
              </a:ext>
            </a:extLst>
          </p:cNvPr>
          <p:cNvSpPr>
            <a:spLocks noGrp="1"/>
          </p:cNvSpPr>
          <p:nvPr/>
        </p:nvSpPr>
        <p:spPr>
          <a:xfrm>
            <a:off x="7150588" y="2977619"/>
            <a:ext cx="254709" cy="143515"/>
          </a:xfrm>
          <a:custGeom>
            <a:avLst/>
            <a:gdLst/>
            <a:ahLst/>
            <a:cxnLst/>
            <a:rect l="0" t="0" r="0" b="0"/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FFCE8276-0AAF-4A08-A648-AB9491D26909}"/>
              </a:ext>
            </a:extLst>
          </p:cNvPr>
          <p:cNvSpPr>
            <a:spLocks noGrp="1"/>
          </p:cNvSpPr>
          <p:nvPr/>
        </p:nvSpPr>
        <p:spPr>
          <a:xfrm>
            <a:off x="4774724" y="1884363"/>
            <a:ext cx="856581" cy="214453"/>
          </a:xfrm>
          <a:custGeom>
            <a:avLst/>
            <a:gdLst/>
            <a:ahLst/>
            <a:cxnLst/>
            <a:rect l="0" t="0" r="0" b="0"/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3826359C-B86E-47FD-AD6A-0A92D2778A88}"/>
              </a:ext>
            </a:extLst>
          </p:cNvPr>
          <p:cNvSpPr>
            <a:spLocks noGrp="1"/>
          </p:cNvSpPr>
          <p:nvPr/>
        </p:nvSpPr>
        <p:spPr>
          <a:xfrm>
            <a:off x="5546749" y="1801989"/>
            <a:ext cx="242485" cy="564823"/>
          </a:xfrm>
          <a:custGeom>
            <a:avLst/>
            <a:gdLst/>
            <a:ahLst/>
            <a:cxnLst/>
            <a:rect l="0" t="0" r="0" b="0"/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89EFC741-EFAB-44BF-B345-9071330723BD}"/>
              </a:ext>
            </a:extLst>
          </p:cNvPr>
          <p:cNvSpPr>
            <a:spLocks noGrp="1"/>
          </p:cNvSpPr>
          <p:nvPr/>
        </p:nvSpPr>
        <p:spPr>
          <a:xfrm>
            <a:off x="5824167" y="1778074"/>
            <a:ext cx="1208992" cy="680904"/>
          </a:xfrm>
          <a:custGeom>
            <a:avLst/>
            <a:gdLst/>
            <a:ahLst/>
            <a:cxnLst/>
            <a:rect l="0" t="0" r="0" b="0"/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1BDF2FD7-B8C9-4057-8486-3D0A99ED7FE4}"/>
              </a:ext>
            </a:extLst>
          </p:cNvPr>
          <p:cNvSpPr>
            <a:spLocks noGrp="1"/>
          </p:cNvSpPr>
          <p:nvPr/>
        </p:nvSpPr>
        <p:spPr>
          <a:xfrm>
            <a:off x="4581919" y="1778074"/>
            <a:ext cx="3219473" cy="3093923"/>
          </a:xfrm>
          <a:custGeom>
            <a:avLst/>
            <a:gdLst/>
            <a:ahLst/>
            <a:cxnLst/>
            <a:rect l="0" t="0" r="0" b="0"/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F6054A02-E6ED-4A57-8900-A1FC422062C1}"/>
              </a:ext>
            </a:extLst>
          </p:cNvPr>
          <p:cNvSpPr>
            <a:spLocks noGrp="1"/>
          </p:cNvSpPr>
          <p:nvPr/>
        </p:nvSpPr>
        <p:spPr>
          <a:xfrm>
            <a:off x="5868109" y="2427072"/>
            <a:ext cx="771250" cy="1323254"/>
          </a:xfrm>
          <a:custGeom>
            <a:avLst/>
            <a:gdLst/>
            <a:ahLst/>
            <a:cxnLst/>
            <a:rect l="0" t="0" r="0" b="0"/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D2477F5C-D173-4AF8-95EA-07846F6FA1C9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924563" cy="2004082"/>
          </a:xfrm>
          <a:custGeom>
            <a:avLst/>
            <a:gdLst/>
            <a:ahLst/>
            <a:cxnLst/>
            <a:rect l="0" t="0" r="0" b="0"/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8" name="任意多边形: 形状 327">
            <a:extLst>
              <a:ext uri="{FF2B5EF4-FFF2-40B4-BE49-F238E27FC236}">
                <a16:creationId xmlns:a16="http://schemas.microsoft.com/office/drawing/2014/main" id="{7CB6DBAA-EBA6-4A88-9226-8F69610EAAC7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580404" cy="295195"/>
          </a:xfrm>
          <a:custGeom>
            <a:avLst/>
            <a:gdLst/>
            <a:ahLst/>
            <a:cxnLst/>
            <a:rect l="0" t="0" r="0" b="0"/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F6C739A7-BDA7-4AA6-8E39-5247686CEAE7}"/>
              </a:ext>
            </a:extLst>
          </p:cNvPr>
          <p:cNvSpPr>
            <a:spLocks noGrp="1"/>
          </p:cNvSpPr>
          <p:nvPr/>
        </p:nvSpPr>
        <p:spPr>
          <a:xfrm>
            <a:off x="5802048" y="2054907"/>
            <a:ext cx="849944" cy="465105"/>
          </a:xfrm>
          <a:custGeom>
            <a:avLst/>
            <a:gdLst/>
            <a:ahLst/>
            <a:cxnLst/>
            <a:rect l="0" t="0" r="0" b="0"/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27A6D920-2285-4D80-8A89-2CFA09CB19E4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84768" cy="1058834"/>
          </a:xfrm>
          <a:custGeom>
            <a:avLst/>
            <a:gdLst/>
            <a:ahLst/>
            <a:cxnLst/>
            <a:rect l="0" t="0" r="0" b="0"/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1" name="任意多边形: 形状 330">
            <a:extLst>
              <a:ext uri="{FF2B5EF4-FFF2-40B4-BE49-F238E27FC236}">
                <a16:creationId xmlns:a16="http://schemas.microsoft.com/office/drawing/2014/main" id="{3C9DC69A-833C-4790-8D43-F49C91617EC2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3AEADD80-AE08-4744-AB93-82FDB6E887E8}"/>
              </a:ext>
            </a:extLst>
          </p:cNvPr>
          <p:cNvSpPr>
            <a:spLocks noGrp="1"/>
          </p:cNvSpPr>
          <p:nvPr/>
        </p:nvSpPr>
        <p:spPr>
          <a:xfrm>
            <a:off x="5878703" y="3702893"/>
            <a:ext cx="808095" cy="431757"/>
          </a:xfrm>
          <a:custGeom>
            <a:avLst/>
            <a:gdLst/>
            <a:ahLst/>
            <a:cxnLst/>
            <a:rect l="0" t="0" r="0" b="0"/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3" name="任意多边形: 形状 332">
            <a:extLst>
              <a:ext uri="{FF2B5EF4-FFF2-40B4-BE49-F238E27FC236}">
                <a16:creationId xmlns:a16="http://schemas.microsoft.com/office/drawing/2014/main" id="{DACDCEE0-E1AA-48F1-B96D-1CA473BD6EFD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EEEB818F-0BFA-407C-A5C2-F4C4AD64FE3C}"/>
              </a:ext>
            </a:extLst>
          </p:cNvPr>
          <p:cNvSpPr>
            <a:spLocks noGrp="1"/>
          </p:cNvSpPr>
          <p:nvPr/>
        </p:nvSpPr>
        <p:spPr>
          <a:xfrm>
            <a:off x="5859396" y="2202898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7F56BE4E-3F81-40B2-B688-4C25B42ED0BC}"/>
              </a:ext>
            </a:extLst>
          </p:cNvPr>
          <p:cNvSpPr>
            <a:spLocks noGrp="1"/>
          </p:cNvSpPr>
          <p:nvPr/>
        </p:nvSpPr>
        <p:spPr>
          <a:xfrm>
            <a:off x="5354571" y="2012398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530D8C7-AD8F-4821-8BC1-A7FFC66CA9F7}"/>
              </a:ext>
            </a:extLst>
          </p:cNvPr>
          <p:cNvSpPr>
            <a:spLocks noGrp="1"/>
          </p:cNvSpPr>
          <p:nvPr/>
        </p:nvSpPr>
        <p:spPr>
          <a:xfrm>
            <a:off x="6343292" y="244999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33AD6F5C-FD45-4333-A89C-9CF011536E73}"/>
              </a:ext>
            </a:extLst>
          </p:cNvPr>
          <p:cNvSpPr>
            <a:spLocks noGrp="1"/>
          </p:cNvSpPr>
          <p:nvPr/>
        </p:nvSpPr>
        <p:spPr>
          <a:xfrm>
            <a:off x="6457592" y="25166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菱形 337">
            <a:extLst>
              <a:ext uri="{FF2B5EF4-FFF2-40B4-BE49-F238E27FC236}">
                <a16:creationId xmlns:a16="http://schemas.microsoft.com/office/drawing/2014/main" id="{1BD3942D-1164-47EE-9B45-A7C43CBC62D4}"/>
              </a:ext>
            </a:extLst>
          </p:cNvPr>
          <p:cNvSpPr>
            <a:spLocks noGrp="1"/>
          </p:cNvSpPr>
          <p:nvPr/>
        </p:nvSpPr>
        <p:spPr>
          <a:xfrm>
            <a:off x="5953141" y="2288999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02D06C5D-1B90-4566-97A5-FDB85BA13628}"/>
              </a:ext>
            </a:extLst>
          </p:cNvPr>
          <p:cNvSpPr>
            <a:spLocks noGrp="1"/>
          </p:cNvSpPr>
          <p:nvPr/>
        </p:nvSpPr>
        <p:spPr>
          <a:xfrm>
            <a:off x="6076966" y="2098499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2319A5FB-49E8-4A53-BD9F-72EE2DA9AC03}"/>
              </a:ext>
            </a:extLst>
          </p:cNvPr>
          <p:cNvSpPr>
            <a:spLocks noGrp="1"/>
          </p:cNvSpPr>
          <p:nvPr/>
        </p:nvSpPr>
        <p:spPr>
          <a:xfrm>
            <a:off x="5944164" y="3261732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16D01747-400E-4861-B439-574F547D8835}"/>
              </a:ext>
            </a:extLst>
          </p:cNvPr>
          <p:cNvSpPr>
            <a:spLocks noGrp="1"/>
          </p:cNvSpPr>
          <p:nvPr/>
        </p:nvSpPr>
        <p:spPr>
          <a:xfrm>
            <a:off x="6048939" y="3185532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9B334E91-3485-46B5-8521-25B246211923}"/>
              </a:ext>
            </a:extLst>
          </p:cNvPr>
          <p:cNvSpPr>
            <a:spLocks noGrp="1"/>
          </p:cNvSpPr>
          <p:nvPr/>
        </p:nvSpPr>
        <p:spPr>
          <a:xfrm>
            <a:off x="5840603" y="366479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4990C16C-04AB-46FA-8B62-ACEE2499BF48}"/>
              </a:ext>
            </a:extLst>
          </p:cNvPr>
          <p:cNvSpPr>
            <a:spLocks noGrp="1"/>
          </p:cNvSpPr>
          <p:nvPr/>
        </p:nvSpPr>
        <p:spPr>
          <a:xfrm>
            <a:off x="5945378" y="358859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42ACD81-5825-4B54-99B2-9E1C034A10B1}"/>
              </a:ext>
            </a:extLst>
          </p:cNvPr>
          <p:cNvSpPr>
            <a:spLocks noGrp="1"/>
          </p:cNvSpPr>
          <p:nvPr/>
        </p:nvSpPr>
        <p:spPr>
          <a:xfrm>
            <a:off x="6648698" y="4096551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834ABA2C-79BF-4A01-AD30-4F526FC65817}"/>
              </a:ext>
            </a:extLst>
          </p:cNvPr>
          <p:cNvSpPr>
            <a:spLocks noGrp="1"/>
          </p:cNvSpPr>
          <p:nvPr/>
        </p:nvSpPr>
        <p:spPr>
          <a:xfrm>
            <a:off x="6753473" y="4020351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07144CB-8FE4-42B2-A031-18726667C385}"/>
              </a:ext>
            </a:extLst>
          </p:cNvPr>
          <p:cNvSpPr>
            <a:spLocks noGrp="1"/>
          </p:cNvSpPr>
          <p:nvPr/>
        </p:nvSpPr>
        <p:spPr>
          <a:xfrm>
            <a:off x="6860457" y="2405604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23AFA182-09B8-4484-B633-39DCD83D2E95}"/>
              </a:ext>
            </a:extLst>
          </p:cNvPr>
          <p:cNvSpPr>
            <a:spLocks noGrp="1"/>
          </p:cNvSpPr>
          <p:nvPr/>
        </p:nvSpPr>
        <p:spPr>
          <a:xfrm>
            <a:off x="6965232" y="2329404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任意多边形: 形状 347">
            <a:extLst>
              <a:ext uri="{FF2B5EF4-FFF2-40B4-BE49-F238E27FC236}">
                <a16:creationId xmlns:a16="http://schemas.microsoft.com/office/drawing/2014/main" id="{D9F064D7-A8F1-45AC-96E8-4177E717F9AE}"/>
              </a:ext>
            </a:extLst>
          </p:cNvPr>
          <p:cNvSpPr>
            <a:spLocks noGrp="1"/>
          </p:cNvSpPr>
          <p:nvPr/>
        </p:nvSpPr>
        <p:spPr>
          <a:xfrm>
            <a:off x="44577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41186C3-E802-4FFB-8545-F73A4F668EEB}"/>
              </a:ext>
            </a:extLst>
          </p:cNvPr>
          <p:cNvSpPr>
            <a:spLocks noGrp="1"/>
          </p:cNvSpPr>
          <p:nvPr/>
        </p:nvSpPr>
        <p:spPr>
          <a:xfrm>
            <a:off x="44196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CE37CCB-32C3-47A3-A5B8-2BA0D5DE7170}"/>
              </a:ext>
            </a:extLst>
          </p:cNvPr>
          <p:cNvSpPr>
            <a:spLocks noGrp="1"/>
          </p:cNvSpPr>
          <p:nvPr/>
        </p:nvSpPr>
        <p:spPr>
          <a:xfrm>
            <a:off x="43434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A2CE50C9-19F8-4313-A939-6B873AB2D963}"/>
              </a:ext>
            </a:extLst>
          </p:cNvPr>
          <p:cNvSpPr>
            <a:spLocks noGrp="1"/>
          </p:cNvSpPr>
          <p:nvPr/>
        </p:nvSpPr>
        <p:spPr>
          <a:xfrm>
            <a:off x="82677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任意多边形: 形状 351">
            <a:extLst>
              <a:ext uri="{FF2B5EF4-FFF2-40B4-BE49-F238E27FC236}">
                <a16:creationId xmlns:a16="http://schemas.microsoft.com/office/drawing/2014/main" id="{5A8AA2F5-49ED-4068-8086-1E21630D4F1B}"/>
              </a:ext>
            </a:extLst>
          </p:cNvPr>
          <p:cNvSpPr>
            <a:spLocks noGrp="1"/>
          </p:cNvSpPr>
          <p:nvPr/>
        </p:nvSpPr>
        <p:spPr>
          <a:xfrm>
            <a:off x="9633834" y="2058230"/>
            <a:ext cx="204240" cy="64093"/>
          </a:xfrm>
          <a:custGeom>
            <a:avLst/>
            <a:gdLst/>
            <a:ahLst/>
            <a:cxnLst/>
            <a:rect l="0" t="0" r="0" b="0"/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39639A26-2D1B-4A56-8FDA-05501EDE1809}"/>
              </a:ext>
            </a:extLst>
          </p:cNvPr>
          <p:cNvSpPr>
            <a:spLocks noGrp="1"/>
          </p:cNvSpPr>
          <p:nvPr/>
        </p:nvSpPr>
        <p:spPr>
          <a:xfrm>
            <a:off x="9654892" y="2596850"/>
            <a:ext cx="62272" cy="34079"/>
          </a:xfrm>
          <a:custGeom>
            <a:avLst/>
            <a:gdLst/>
            <a:ahLst/>
            <a:cxnLst/>
            <a:rect l="0" t="0" r="0" b="0"/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C00AC330-5AD2-4603-9336-B91D1A7EF58E}"/>
              </a:ext>
            </a:extLst>
          </p:cNvPr>
          <p:cNvSpPr>
            <a:spLocks noGrp="1"/>
          </p:cNvSpPr>
          <p:nvPr/>
        </p:nvSpPr>
        <p:spPr>
          <a:xfrm>
            <a:off x="10074341" y="2189840"/>
            <a:ext cx="62075" cy="133577"/>
          </a:xfrm>
          <a:custGeom>
            <a:avLst/>
            <a:gdLst/>
            <a:ahLst/>
            <a:cxnLst/>
            <a:rect l="0" t="0" r="0" b="0"/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790B370E-13F1-489B-BEB4-9812383E2572}"/>
              </a:ext>
            </a:extLst>
          </p:cNvPr>
          <p:cNvSpPr>
            <a:spLocks noGrp="1"/>
          </p:cNvSpPr>
          <p:nvPr/>
        </p:nvSpPr>
        <p:spPr>
          <a:xfrm>
            <a:off x="10156863" y="2359419"/>
            <a:ext cx="40775" cy="93198"/>
          </a:xfrm>
          <a:custGeom>
            <a:avLst/>
            <a:gdLst/>
            <a:ahLst/>
            <a:cxnLst/>
            <a:rect l="0" t="0" r="0" b="0"/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6" name="任意多边形: 形状 355">
            <a:extLst>
              <a:ext uri="{FF2B5EF4-FFF2-40B4-BE49-F238E27FC236}">
                <a16:creationId xmlns:a16="http://schemas.microsoft.com/office/drawing/2014/main" id="{450E6418-7BCA-482E-8452-65539538BDEF}"/>
              </a:ext>
            </a:extLst>
          </p:cNvPr>
          <p:cNvSpPr>
            <a:spLocks noGrp="1"/>
          </p:cNvSpPr>
          <p:nvPr/>
        </p:nvSpPr>
        <p:spPr>
          <a:xfrm>
            <a:off x="11264266" y="2939632"/>
            <a:ext cx="96517" cy="163721"/>
          </a:xfrm>
          <a:custGeom>
            <a:avLst/>
            <a:gdLst/>
            <a:ahLst/>
            <a:cxnLst/>
            <a:rect l="0" t="0" r="0" b="0"/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7" name="任意多边形: 形状 356">
            <a:extLst>
              <a:ext uri="{FF2B5EF4-FFF2-40B4-BE49-F238E27FC236}">
                <a16:creationId xmlns:a16="http://schemas.microsoft.com/office/drawing/2014/main" id="{A93EE431-5835-4ECF-ACD3-807E769CC5F8}"/>
              </a:ext>
            </a:extLst>
          </p:cNvPr>
          <p:cNvSpPr>
            <a:spLocks noGrp="1"/>
          </p:cNvSpPr>
          <p:nvPr/>
        </p:nvSpPr>
        <p:spPr>
          <a:xfrm>
            <a:off x="10171900" y="4493479"/>
            <a:ext cx="99591" cy="78663"/>
          </a:xfrm>
          <a:custGeom>
            <a:avLst/>
            <a:gdLst/>
            <a:ahLst/>
            <a:cxnLst/>
            <a:rect l="0" t="0" r="0" b="0"/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849F2B47-E623-4E6E-B3D5-EDA973C915A1}"/>
              </a:ext>
            </a:extLst>
          </p:cNvPr>
          <p:cNvSpPr>
            <a:spLocks noGrp="1"/>
          </p:cNvSpPr>
          <p:nvPr/>
        </p:nvSpPr>
        <p:spPr>
          <a:xfrm>
            <a:off x="10893165" y="2833131"/>
            <a:ext cx="993768" cy="1007720"/>
          </a:xfrm>
          <a:custGeom>
            <a:avLst/>
            <a:gdLst/>
            <a:ahLst/>
            <a:cxnLst/>
            <a:rect l="0" t="0" r="0" b="0"/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E23A56FE-381F-4C5A-B2C2-EA4AA75B99CC}"/>
              </a:ext>
            </a:extLst>
          </p:cNvPr>
          <p:cNvSpPr>
            <a:spLocks noGrp="1"/>
          </p:cNvSpPr>
          <p:nvPr/>
        </p:nvSpPr>
        <p:spPr>
          <a:xfrm>
            <a:off x="10409948" y="2426574"/>
            <a:ext cx="210451" cy="284725"/>
          </a:xfrm>
          <a:custGeom>
            <a:avLst/>
            <a:gdLst/>
            <a:ahLst/>
            <a:cxnLst/>
            <a:rect l="0" t="0" r="0" b="0"/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59E3BD16-52D0-4209-8A63-7AF4FCBB7775}"/>
              </a:ext>
            </a:extLst>
          </p:cNvPr>
          <p:cNvSpPr>
            <a:spLocks noGrp="1"/>
          </p:cNvSpPr>
          <p:nvPr/>
        </p:nvSpPr>
        <p:spPr>
          <a:xfrm>
            <a:off x="10126310" y="1924290"/>
            <a:ext cx="131561" cy="215867"/>
          </a:xfrm>
          <a:custGeom>
            <a:avLst/>
            <a:gdLst/>
            <a:ahLst/>
            <a:cxnLst/>
            <a:rect l="0" t="0" r="0" b="0"/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70CACD67-74FF-41FB-A76A-B9021FC6A925}"/>
              </a:ext>
            </a:extLst>
          </p:cNvPr>
          <p:cNvSpPr>
            <a:spLocks noGrp="1"/>
          </p:cNvSpPr>
          <p:nvPr/>
        </p:nvSpPr>
        <p:spPr>
          <a:xfrm>
            <a:off x="10397558" y="2121066"/>
            <a:ext cx="14751" cy="4894"/>
          </a:xfrm>
          <a:custGeom>
            <a:avLst/>
            <a:gdLst/>
            <a:ahLst/>
            <a:cxnLst/>
            <a:rect l="0" t="0" r="0" b="0"/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4BD4946-3F99-4C62-AE1D-53DC32137A83}"/>
              </a:ext>
            </a:extLst>
          </p:cNvPr>
          <p:cNvSpPr>
            <a:spLocks noGrp="1"/>
          </p:cNvSpPr>
          <p:nvPr/>
        </p:nvSpPr>
        <p:spPr>
          <a:xfrm>
            <a:off x="10409876" y="2121794"/>
            <a:ext cx="3849" cy="14089"/>
          </a:xfrm>
          <a:custGeom>
            <a:avLst/>
            <a:gdLst/>
            <a:ahLst/>
            <a:cxnLst/>
            <a:rect l="0" t="0" r="0" b="0"/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9D8AD112-D4D1-452E-9568-297E1C605E2D}"/>
              </a:ext>
            </a:extLst>
          </p:cNvPr>
          <p:cNvSpPr>
            <a:spLocks noGrp="1"/>
          </p:cNvSpPr>
          <p:nvPr/>
        </p:nvSpPr>
        <p:spPr>
          <a:xfrm>
            <a:off x="10409453" y="2101145"/>
            <a:ext cx="2070" cy="16191"/>
          </a:xfrm>
          <a:custGeom>
            <a:avLst/>
            <a:gdLst/>
            <a:ahLst/>
            <a:cxnLst/>
            <a:rect l="0" t="0" r="0" b="0"/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A5E53EC-C996-405A-8C8F-860B0106B073}"/>
              </a:ext>
            </a:extLst>
          </p:cNvPr>
          <p:cNvSpPr>
            <a:spLocks noGrp="1"/>
          </p:cNvSpPr>
          <p:nvPr/>
        </p:nvSpPr>
        <p:spPr>
          <a:xfrm>
            <a:off x="10336653" y="2076528"/>
            <a:ext cx="71527" cy="19682"/>
          </a:xfrm>
          <a:custGeom>
            <a:avLst/>
            <a:gdLst/>
            <a:ahLst/>
            <a:cxnLst/>
            <a:rect l="0" t="0" r="0" b="0"/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C9DD7C7E-29FD-4480-A808-00C9A359ACF1}"/>
              </a:ext>
            </a:extLst>
          </p:cNvPr>
          <p:cNvSpPr>
            <a:spLocks noGrp="1"/>
          </p:cNvSpPr>
          <p:nvPr/>
        </p:nvSpPr>
        <p:spPr>
          <a:xfrm>
            <a:off x="10228290" y="2065592"/>
            <a:ext cx="68023" cy="17590"/>
          </a:xfrm>
          <a:custGeom>
            <a:avLst/>
            <a:gdLst/>
            <a:ahLst/>
            <a:cxnLst/>
            <a:rect l="0" t="0" r="0" b="0"/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DB28F36-B651-4D1C-A41E-E2A1DE0717C7}"/>
              </a:ext>
            </a:extLst>
          </p:cNvPr>
          <p:cNvSpPr>
            <a:spLocks noGrp="1"/>
          </p:cNvSpPr>
          <p:nvPr/>
        </p:nvSpPr>
        <p:spPr>
          <a:xfrm>
            <a:off x="10319770" y="2084900"/>
            <a:ext cx="10241" cy="1123"/>
          </a:xfrm>
          <a:custGeom>
            <a:avLst/>
            <a:gdLst/>
            <a:ahLst/>
            <a:cxnLst/>
            <a:rect l="0" t="0" r="0" b="0"/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7" name="任意多边形: 形状 366">
            <a:extLst>
              <a:ext uri="{FF2B5EF4-FFF2-40B4-BE49-F238E27FC236}">
                <a16:creationId xmlns:a16="http://schemas.microsoft.com/office/drawing/2014/main" id="{01FF97AA-DF04-43D0-815E-6E8E0405D09E}"/>
              </a:ext>
            </a:extLst>
          </p:cNvPr>
          <p:cNvSpPr>
            <a:spLocks noGrp="1"/>
          </p:cNvSpPr>
          <p:nvPr/>
        </p:nvSpPr>
        <p:spPr>
          <a:xfrm>
            <a:off x="10231307" y="2146920"/>
            <a:ext cx="207765" cy="275655"/>
          </a:xfrm>
          <a:custGeom>
            <a:avLst/>
            <a:gdLst/>
            <a:ahLst/>
            <a:cxnLst/>
            <a:rect l="0" t="0" r="0" b="0"/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63650927-66BB-4F39-98DB-1D58B76E72BC}"/>
              </a:ext>
            </a:extLst>
          </p:cNvPr>
          <p:cNvSpPr>
            <a:spLocks noGrp="1"/>
          </p:cNvSpPr>
          <p:nvPr/>
        </p:nvSpPr>
        <p:spPr>
          <a:xfrm>
            <a:off x="10488888" y="2102170"/>
            <a:ext cx="4216" cy="14135"/>
          </a:xfrm>
          <a:custGeom>
            <a:avLst/>
            <a:gdLst/>
            <a:ahLst/>
            <a:cxnLst/>
            <a:rect l="0" t="0" r="0" b="0"/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07E7B9CD-6B16-44E7-944E-CA453E6C8FA0}"/>
              </a:ext>
            </a:extLst>
          </p:cNvPr>
          <p:cNvSpPr>
            <a:spLocks noGrp="1"/>
          </p:cNvSpPr>
          <p:nvPr/>
        </p:nvSpPr>
        <p:spPr>
          <a:xfrm>
            <a:off x="10481672" y="2125101"/>
            <a:ext cx="3382" cy="22708"/>
          </a:xfrm>
          <a:custGeom>
            <a:avLst/>
            <a:gdLst/>
            <a:ahLst/>
            <a:cxnLst/>
            <a:rect l="0" t="0" r="0" b="0"/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4B66709-EEAE-46F1-8F46-673002A438D6}"/>
              </a:ext>
            </a:extLst>
          </p:cNvPr>
          <p:cNvSpPr>
            <a:spLocks noGrp="1"/>
          </p:cNvSpPr>
          <p:nvPr/>
        </p:nvSpPr>
        <p:spPr>
          <a:xfrm>
            <a:off x="10372734" y="2093857"/>
            <a:ext cx="6449" cy="13304"/>
          </a:xfrm>
          <a:custGeom>
            <a:avLst/>
            <a:gdLst/>
            <a:ahLst/>
            <a:cxnLst/>
            <a:rect l="0" t="0" r="0" b="0"/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622999D-9D67-4547-B5BC-7F7F1CB26A4D}"/>
              </a:ext>
            </a:extLst>
          </p:cNvPr>
          <p:cNvSpPr>
            <a:spLocks noGrp="1"/>
          </p:cNvSpPr>
          <p:nvPr/>
        </p:nvSpPr>
        <p:spPr>
          <a:xfrm>
            <a:off x="10361805" y="2078666"/>
            <a:ext cx="17483" cy="11458"/>
          </a:xfrm>
          <a:custGeom>
            <a:avLst/>
            <a:gdLst/>
            <a:ahLst/>
            <a:cxnLst/>
            <a:rect l="0" t="0" r="0" b="0"/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C32CDCFE-B817-4303-9D17-6DE34CF83D82}"/>
              </a:ext>
            </a:extLst>
          </p:cNvPr>
          <p:cNvSpPr>
            <a:spLocks noGrp="1"/>
          </p:cNvSpPr>
          <p:nvPr/>
        </p:nvSpPr>
        <p:spPr>
          <a:xfrm>
            <a:off x="10680139" y="2658118"/>
            <a:ext cx="210539" cy="173461"/>
          </a:xfrm>
          <a:custGeom>
            <a:avLst/>
            <a:gdLst/>
            <a:ahLst/>
            <a:cxnLst/>
            <a:rect l="0" t="0" r="0" b="0"/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64F06D99-CE33-42E3-9DFB-B983DA4C0DB4}"/>
              </a:ext>
            </a:extLst>
          </p:cNvPr>
          <p:cNvSpPr>
            <a:spLocks noGrp="1"/>
          </p:cNvSpPr>
          <p:nvPr/>
        </p:nvSpPr>
        <p:spPr>
          <a:xfrm>
            <a:off x="10342179" y="1942172"/>
            <a:ext cx="261482" cy="160066"/>
          </a:xfrm>
          <a:custGeom>
            <a:avLst/>
            <a:gdLst/>
            <a:ahLst/>
            <a:cxnLst/>
            <a:rect l="0" t="0" r="0" b="0"/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DB84F4C3-8C73-4B41-88EE-169FED9D9C1C}"/>
              </a:ext>
            </a:extLst>
          </p:cNvPr>
          <p:cNvSpPr>
            <a:spLocks noGrp="1"/>
          </p:cNvSpPr>
          <p:nvPr/>
        </p:nvSpPr>
        <p:spPr>
          <a:xfrm>
            <a:off x="11811249" y="3763431"/>
            <a:ext cx="75684" cy="77420"/>
          </a:xfrm>
          <a:custGeom>
            <a:avLst/>
            <a:gdLst/>
            <a:ahLst/>
            <a:cxnLst/>
            <a:rect l="0" t="0" r="0" b="0"/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53F4772E-923B-4559-94CE-FBD391C1362E}"/>
              </a:ext>
            </a:extLst>
          </p:cNvPr>
          <p:cNvSpPr>
            <a:spLocks noGrp="1"/>
          </p:cNvSpPr>
          <p:nvPr/>
        </p:nvSpPr>
        <p:spPr>
          <a:xfrm>
            <a:off x="11791287" y="3732415"/>
            <a:ext cx="25892" cy="31017"/>
          </a:xfrm>
          <a:custGeom>
            <a:avLst/>
            <a:gdLst/>
            <a:ahLst/>
            <a:cxnLst/>
            <a:rect l="0" t="0" r="0" b="0"/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877984A0-2DA5-4CC2-97BD-56874A221869}"/>
              </a:ext>
            </a:extLst>
          </p:cNvPr>
          <p:cNvSpPr>
            <a:spLocks noGrp="1"/>
          </p:cNvSpPr>
          <p:nvPr/>
        </p:nvSpPr>
        <p:spPr>
          <a:xfrm>
            <a:off x="10918537" y="2920057"/>
            <a:ext cx="872750" cy="849289"/>
          </a:xfrm>
          <a:custGeom>
            <a:avLst/>
            <a:gdLst/>
            <a:ahLst/>
            <a:cxnLst/>
            <a:rect l="0" t="0" r="0" b="0"/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B7F486D8-C378-489F-829F-08E12DB56DEA}"/>
              </a:ext>
            </a:extLst>
          </p:cNvPr>
          <p:cNvSpPr>
            <a:spLocks noGrp="1"/>
          </p:cNvSpPr>
          <p:nvPr/>
        </p:nvSpPr>
        <p:spPr>
          <a:xfrm>
            <a:off x="11029790" y="2882400"/>
            <a:ext cx="40997" cy="38052"/>
          </a:xfrm>
          <a:custGeom>
            <a:avLst/>
            <a:gdLst/>
            <a:ahLst/>
            <a:cxnLst/>
            <a:rect l="0" t="0" r="0" b="0"/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C235FAA1-2340-404E-9307-FE0D8E08A91A}"/>
              </a:ext>
            </a:extLst>
          </p:cNvPr>
          <p:cNvSpPr>
            <a:spLocks noGrp="1"/>
          </p:cNvSpPr>
          <p:nvPr/>
        </p:nvSpPr>
        <p:spPr>
          <a:xfrm>
            <a:off x="10228290" y="2018449"/>
            <a:ext cx="801500" cy="883598"/>
          </a:xfrm>
          <a:custGeom>
            <a:avLst/>
            <a:gdLst/>
            <a:ahLst/>
            <a:cxnLst/>
            <a:rect l="0" t="0" r="0" b="0"/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E06F2596-17C3-4DF2-9AE1-E3F7D670103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F40C5DD2-A2AD-4DBB-B7C5-2753F11A0DA4}"/>
              </a:ext>
            </a:extLst>
          </p:cNvPr>
          <p:cNvSpPr>
            <a:spLocks noGrp="1"/>
          </p:cNvSpPr>
          <p:nvPr/>
        </p:nvSpPr>
        <p:spPr>
          <a:xfrm>
            <a:off x="10118674" y="1878248"/>
            <a:ext cx="97047" cy="107713"/>
          </a:xfrm>
          <a:custGeom>
            <a:avLst/>
            <a:gdLst/>
            <a:ahLst/>
            <a:cxnLst/>
            <a:rect l="0" t="0" r="0" b="0"/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1" name="任意多边形: 形状 380">
            <a:extLst>
              <a:ext uri="{FF2B5EF4-FFF2-40B4-BE49-F238E27FC236}">
                <a16:creationId xmlns:a16="http://schemas.microsoft.com/office/drawing/2014/main" id="{9CB13399-FC9D-4B78-B2E1-E5558F01ECE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2" name="任意多边形: 形状 381">
            <a:extLst>
              <a:ext uri="{FF2B5EF4-FFF2-40B4-BE49-F238E27FC236}">
                <a16:creationId xmlns:a16="http://schemas.microsoft.com/office/drawing/2014/main" id="{7D5FAB05-9C46-40B5-B9EB-6C32FD662668}"/>
              </a:ext>
            </a:extLst>
          </p:cNvPr>
          <p:cNvSpPr>
            <a:spLocks noGrp="1"/>
          </p:cNvSpPr>
          <p:nvPr/>
        </p:nvSpPr>
        <p:spPr>
          <a:xfrm>
            <a:off x="10244992" y="2018449"/>
            <a:ext cx="784797" cy="871053"/>
          </a:xfrm>
          <a:custGeom>
            <a:avLst/>
            <a:gdLst/>
            <a:ahLst/>
            <a:cxnLst/>
            <a:rect l="0" t="0" r="0" b="0"/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F0335832-86B6-4729-8A17-309695383AFB}"/>
              </a:ext>
            </a:extLst>
          </p:cNvPr>
          <p:cNvSpPr>
            <a:spLocks noGrp="1"/>
          </p:cNvSpPr>
          <p:nvPr/>
        </p:nvSpPr>
        <p:spPr>
          <a:xfrm>
            <a:off x="11029790" y="2889502"/>
            <a:ext cx="27588" cy="30620"/>
          </a:xfrm>
          <a:custGeom>
            <a:avLst/>
            <a:gdLst/>
            <a:ahLst/>
            <a:cxnLst/>
            <a:rect l="0" t="0" r="0" b="0"/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2C199AED-1376-491E-BB24-E8D0D52C10B9}"/>
              </a:ext>
            </a:extLst>
          </p:cNvPr>
          <p:cNvSpPr>
            <a:spLocks noGrp="1"/>
          </p:cNvSpPr>
          <p:nvPr/>
        </p:nvSpPr>
        <p:spPr>
          <a:xfrm>
            <a:off x="11057378" y="2920122"/>
            <a:ext cx="733909" cy="814571"/>
          </a:xfrm>
          <a:custGeom>
            <a:avLst/>
            <a:gdLst/>
            <a:ahLst/>
            <a:cxnLst/>
            <a:rect l="0" t="0" r="0" b="0"/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5" name="任意多边形: 形状 384">
            <a:extLst>
              <a:ext uri="{FF2B5EF4-FFF2-40B4-BE49-F238E27FC236}">
                <a16:creationId xmlns:a16="http://schemas.microsoft.com/office/drawing/2014/main" id="{B04ED031-06AA-45EC-A454-ECB303FBBFE4}"/>
              </a:ext>
            </a:extLst>
          </p:cNvPr>
          <p:cNvSpPr>
            <a:spLocks noGrp="1"/>
          </p:cNvSpPr>
          <p:nvPr/>
        </p:nvSpPr>
        <p:spPr>
          <a:xfrm>
            <a:off x="11791287" y="3734693"/>
            <a:ext cx="25892" cy="28738"/>
          </a:xfrm>
          <a:custGeom>
            <a:avLst/>
            <a:gdLst/>
            <a:ahLst/>
            <a:cxnLst/>
            <a:rect l="0" t="0" r="0" b="0"/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A893135C-0AEF-4AD7-B026-B1C1ADCC8023}"/>
              </a:ext>
            </a:extLst>
          </p:cNvPr>
          <p:cNvSpPr>
            <a:spLocks noGrp="1"/>
          </p:cNvSpPr>
          <p:nvPr/>
        </p:nvSpPr>
        <p:spPr>
          <a:xfrm>
            <a:off x="11817179" y="3763431"/>
            <a:ext cx="69753" cy="77420"/>
          </a:xfrm>
          <a:custGeom>
            <a:avLst/>
            <a:gdLst/>
            <a:ahLst/>
            <a:cxnLst/>
            <a:rect l="0" t="0" r="0" b="0"/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DF7DA231-056F-4078-8F71-B765B23D3DB0}"/>
              </a:ext>
            </a:extLst>
          </p:cNvPr>
          <p:cNvSpPr>
            <a:spLocks noGrp="1"/>
          </p:cNvSpPr>
          <p:nvPr/>
        </p:nvSpPr>
        <p:spPr>
          <a:xfrm>
            <a:off x="8257291" y="1820142"/>
            <a:ext cx="3715691" cy="3008231"/>
          </a:xfrm>
          <a:custGeom>
            <a:avLst/>
            <a:gdLst/>
            <a:ahLst/>
            <a:cxnLst/>
            <a:rect l="0" t="0" r="0" b="0"/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88" name="任意多边形: 形状 387">
            <a:extLst>
              <a:ext uri="{FF2B5EF4-FFF2-40B4-BE49-F238E27FC236}">
                <a16:creationId xmlns:a16="http://schemas.microsoft.com/office/drawing/2014/main" id="{DC931BF5-24E5-4D65-BC25-AAE291F629AD}"/>
              </a:ext>
            </a:extLst>
          </p:cNvPr>
          <p:cNvSpPr>
            <a:spLocks noGrp="1"/>
          </p:cNvSpPr>
          <p:nvPr/>
        </p:nvSpPr>
        <p:spPr>
          <a:xfrm>
            <a:off x="8948137" y="3707317"/>
            <a:ext cx="2154743" cy="664017"/>
          </a:xfrm>
          <a:custGeom>
            <a:avLst/>
            <a:gdLst/>
            <a:ahLst/>
            <a:cxnLst/>
            <a:rect l="0" t="0" r="0" b="0"/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E4B06F19-280D-441A-AD43-5AEA86A9CDE2}"/>
              </a:ext>
            </a:extLst>
          </p:cNvPr>
          <p:cNvSpPr>
            <a:spLocks noGrp="1"/>
          </p:cNvSpPr>
          <p:nvPr/>
        </p:nvSpPr>
        <p:spPr>
          <a:xfrm>
            <a:off x="9299260" y="2156939"/>
            <a:ext cx="1341088" cy="2309778"/>
          </a:xfrm>
          <a:custGeom>
            <a:avLst/>
            <a:gdLst/>
            <a:ahLst/>
            <a:cxnLst/>
            <a:rect l="0" t="0" r="0" b="0"/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09379C7D-0B33-439F-A81F-D68DA30E5721}"/>
              </a:ext>
            </a:extLst>
          </p:cNvPr>
          <p:cNvSpPr>
            <a:spLocks noGrp="1"/>
          </p:cNvSpPr>
          <p:nvPr/>
        </p:nvSpPr>
        <p:spPr>
          <a:xfrm>
            <a:off x="9817659" y="2330708"/>
            <a:ext cx="960112" cy="2073712"/>
          </a:xfrm>
          <a:custGeom>
            <a:avLst/>
            <a:gdLst/>
            <a:ahLst/>
            <a:cxnLst/>
            <a:rect l="0" t="0" r="0" b="0"/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157649BC-3BAA-4C5D-9D9B-21700CA06EC1}"/>
              </a:ext>
            </a:extLst>
          </p:cNvPr>
          <p:cNvSpPr>
            <a:spLocks noGrp="1"/>
          </p:cNvSpPr>
          <p:nvPr/>
        </p:nvSpPr>
        <p:spPr>
          <a:xfrm>
            <a:off x="9802665" y="2330708"/>
            <a:ext cx="975106" cy="2069002"/>
          </a:xfrm>
          <a:custGeom>
            <a:avLst/>
            <a:gdLst/>
            <a:ahLst/>
            <a:cxnLst/>
            <a:rect l="0" t="0" r="0" b="0"/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1FB743F6-A30F-46E6-BDAD-9B68C8B7B688}"/>
              </a:ext>
            </a:extLst>
          </p:cNvPr>
          <p:cNvSpPr>
            <a:spLocks noGrp="1"/>
          </p:cNvSpPr>
          <p:nvPr/>
        </p:nvSpPr>
        <p:spPr>
          <a:xfrm>
            <a:off x="10256032" y="2331767"/>
            <a:ext cx="446714" cy="644006"/>
          </a:xfrm>
          <a:custGeom>
            <a:avLst/>
            <a:gdLst/>
            <a:ahLst/>
            <a:cxnLst/>
            <a:rect l="0" t="0" r="0" b="0"/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CC4CE2EC-A644-44DF-98EF-43FD57519DDB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923061AF-2731-43E2-8779-F2A81A4FF06F}"/>
              </a:ext>
            </a:extLst>
          </p:cNvPr>
          <p:cNvSpPr>
            <a:spLocks noGrp="1"/>
          </p:cNvSpPr>
          <p:nvPr/>
        </p:nvSpPr>
        <p:spPr>
          <a:xfrm>
            <a:off x="9299968" y="2373803"/>
            <a:ext cx="1307101" cy="2091277"/>
          </a:xfrm>
          <a:custGeom>
            <a:avLst/>
            <a:gdLst/>
            <a:ahLst/>
            <a:cxnLst/>
            <a:rect l="0" t="0" r="0" b="0"/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6260FA7B-90DC-4DC3-8C4F-3639A1667CBE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C7C1133F-2CB2-406F-8C9C-E4602CC1F7DA}"/>
              </a:ext>
            </a:extLst>
          </p:cNvPr>
          <p:cNvSpPr>
            <a:spLocks noGrp="1"/>
          </p:cNvSpPr>
          <p:nvPr/>
        </p:nvSpPr>
        <p:spPr>
          <a:xfrm>
            <a:off x="10664646" y="229366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8BFD9644-7D6E-43B2-A1F2-1DD16E9F7AE7}"/>
              </a:ext>
            </a:extLst>
          </p:cNvPr>
          <p:cNvSpPr>
            <a:spLocks noGrp="1"/>
          </p:cNvSpPr>
          <p:nvPr/>
        </p:nvSpPr>
        <p:spPr>
          <a:xfrm>
            <a:off x="10159821" y="21031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CC4DAEC3-1669-4122-959F-0FF80CEAADF7}"/>
              </a:ext>
            </a:extLst>
          </p:cNvPr>
          <p:cNvSpPr>
            <a:spLocks noGrp="1"/>
          </p:cNvSpPr>
          <p:nvPr/>
        </p:nvSpPr>
        <p:spPr>
          <a:xfrm>
            <a:off x="9799142" y="413763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6C2B11A9-C05D-44FF-B26F-B5B028E8E87F}"/>
              </a:ext>
            </a:extLst>
          </p:cNvPr>
          <p:cNvSpPr>
            <a:spLocks noGrp="1"/>
          </p:cNvSpPr>
          <p:nvPr/>
        </p:nvSpPr>
        <p:spPr>
          <a:xfrm>
            <a:off x="9913442" y="420431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D0CC0D96-9799-42E7-9FB5-CED667BD97AB}"/>
              </a:ext>
            </a:extLst>
          </p:cNvPr>
          <p:cNvSpPr>
            <a:spLocks noGrp="1"/>
          </p:cNvSpPr>
          <p:nvPr/>
        </p:nvSpPr>
        <p:spPr>
          <a:xfrm>
            <a:off x="10627211" y="3478731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401" name="矩形 400">
            <a:extLst>
              <a:ext uri="{FF2B5EF4-FFF2-40B4-BE49-F238E27FC236}">
                <a16:creationId xmlns:a16="http://schemas.microsoft.com/office/drawing/2014/main" id="{4ABC6966-132B-4396-A7E5-D0110C518B91}"/>
              </a:ext>
            </a:extLst>
          </p:cNvPr>
          <p:cNvSpPr>
            <a:spLocks noGrp="1"/>
          </p:cNvSpPr>
          <p:nvPr/>
        </p:nvSpPr>
        <p:spPr>
          <a:xfrm>
            <a:off x="10751036" y="3288231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DF86B956-C2D5-4877-A60F-F0D172ED8622}"/>
              </a:ext>
            </a:extLst>
          </p:cNvPr>
          <p:cNvSpPr>
            <a:spLocks noGrp="1"/>
          </p:cNvSpPr>
          <p:nvPr/>
        </p:nvSpPr>
        <p:spPr>
          <a:xfrm>
            <a:off x="10217932" y="293767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AED69F61-0D28-42BD-968E-1DD36C4AF788}"/>
              </a:ext>
            </a:extLst>
          </p:cNvPr>
          <p:cNvSpPr>
            <a:spLocks noGrp="1"/>
          </p:cNvSpPr>
          <p:nvPr/>
        </p:nvSpPr>
        <p:spPr>
          <a:xfrm>
            <a:off x="10322707" y="286147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DA5EE32C-C040-42B3-8A8B-F568AE138EEF}"/>
              </a:ext>
            </a:extLst>
          </p:cNvPr>
          <p:cNvSpPr>
            <a:spLocks noGrp="1"/>
          </p:cNvSpPr>
          <p:nvPr/>
        </p:nvSpPr>
        <p:spPr>
          <a:xfrm>
            <a:off x="9261868" y="233570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C514BA69-10EF-476F-8828-DB17D49C4342}"/>
              </a:ext>
            </a:extLst>
          </p:cNvPr>
          <p:cNvSpPr>
            <a:spLocks noGrp="1"/>
          </p:cNvSpPr>
          <p:nvPr/>
        </p:nvSpPr>
        <p:spPr>
          <a:xfrm>
            <a:off x="9366643" y="225950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3DF34CD0-98CF-445F-AA26-AB0253E3C98A}"/>
              </a:ext>
            </a:extLst>
          </p:cNvPr>
          <p:cNvSpPr>
            <a:spLocks noGrp="1"/>
          </p:cNvSpPr>
          <p:nvPr/>
        </p:nvSpPr>
        <p:spPr>
          <a:xfrm>
            <a:off x="10568970" y="4426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446C4A5E-CD4E-4DB4-BAEF-2550B3FB5123}"/>
              </a:ext>
            </a:extLst>
          </p:cNvPr>
          <p:cNvSpPr>
            <a:spLocks noGrp="1"/>
          </p:cNvSpPr>
          <p:nvPr/>
        </p:nvSpPr>
        <p:spPr>
          <a:xfrm>
            <a:off x="10673745" y="4350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F8BA55D7-1B6B-47F0-962B-35B4EED219BC}"/>
              </a:ext>
            </a:extLst>
          </p:cNvPr>
          <p:cNvSpPr>
            <a:spLocks noGrp="1"/>
          </p:cNvSpPr>
          <p:nvPr/>
        </p:nvSpPr>
        <p:spPr>
          <a:xfrm>
            <a:off x="8912689" y="4295390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159074B5-A8A8-4B9B-8864-64C81B6DCDED}"/>
              </a:ext>
            </a:extLst>
          </p:cNvPr>
          <p:cNvSpPr>
            <a:spLocks noGrp="1"/>
          </p:cNvSpPr>
          <p:nvPr/>
        </p:nvSpPr>
        <p:spPr>
          <a:xfrm>
            <a:off x="9017464" y="42191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F61CD53B-D5EF-4F77-A7D9-CE8F87F4E7CB}"/>
              </a:ext>
            </a:extLst>
          </p:cNvPr>
          <p:cNvSpPr>
            <a:spLocks noGrp="1"/>
          </p:cNvSpPr>
          <p:nvPr/>
        </p:nvSpPr>
        <p:spPr>
          <a:xfrm>
            <a:off x="11028472" y="3677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5DD65961-DEE8-4C05-B6C1-210C9C1CDD0D}"/>
              </a:ext>
            </a:extLst>
          </p:cNvPr>
          <p:cNvSpPr>
            <a:spLocks noGrp="1"/>
          </p:cNvSpPr>
          <p:nvPr/>
        </p:nvSpPr>
        <p:spPr>
          <a:xfrm>
            <a:off x="11133247" y="3601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DB341445-301B-4070-B373-873CB65CB03F}"/>
              </a:ext>
            </a:extLst>
          </p:cNvPr>
          <p:cNvSpPr>
            <a:spLocks noGrp="1"/>
          </p:cNvSpPr>
          <p:nvPr/>
        </p:nvSpPr>
        <p:spPr>
          <a:xfrm>
            <a:off x="83820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506360A2-A735-4EB8-9F2F-F5D083550819}"/>
              </a:ext>
            </a:extLst>
          </p:cNvPr>
          <p:cNvSpPr>
            <a:spLocks noGrp="1"/>
          </p:cNvSpPr>
          <p:nvPr/>
        </p:nvSpPr>
        <p:spPr>
          <a:xfrm>
            <a:off x="83439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12B21F58-D1CC-4BFE-81A5-48C47B1EE3FE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23011B0D-5702-4C04-B4C5-642AC7F6C6AB}"/>
              </a:ext>
            </a:extLst>
          </p:cNvPr>
          <p:cNvSpPr>
            <a:spLocks noGrp="1"/>
          </p:cNvSpPr>
          <p:nvPr/>
        </p:nvSpPr>
        <p:spPr>
          <a:xfrm>
            <a:off x="4286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49DACAF-6BFE-451D-BF32-3A333342D5FA}"/>
              </a:ext>
            </a:extLst>
          </p:cNvPr>
          <p:cNvSpPr>
            <a:spLocks noGrp="1"/>
          </p:cNvSpPr>
          <p:nvPr/>
        </p:nvSpPr>
        <p:spPr>
          <a:xfrm>
            <a:off x="7715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3084A1C0-4970-4EB9-B5C5-D3E9C2A4AC0F}"/>
              </a:ext>
            </a:extLst>
          </p:cNvPr>
          <p:cNvSpPr>
            <a:spLocks noGrp="1"/>
          </p:cNvSpPr>
          <p:nvPr/>
        </p:nvSpPr>
        <p:spPr>
          <a:xfrm>
            <a:off x="2752725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956CA392-2E3E-4BE2-B73F-52A1D2E84B7A}"/>
              </a:ext>
            </a:extLst>
          </p:cNvPr>
          <p:cNvSpPr>
            <a:spLocks noGrp="1"/>
          </p:cNvSpPr>
          <p:nvPr/>
        </p:nvSpPr>
        <p:spPr>
          <a:xfrm>
            <a:off x="2914650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210F3A2-B705-4DC8-B00E-F6256459DB22}"/>
              </a:ext>
            </a:extLst>
          </p:cNvPr>
          <p:cNvSpPr>
            <a:spLocks noGrp="1"/>
          </p:cNvSpPr>
          <p:nvPr/>
        </p:nvSpPr>
        <p:spPr>
          <a:xfrm>
            <a:off x="30956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315FE9B2-DAFF-4A02-BCA0-67908B68371F}"/>
              </a:ext>
            </a:extLst>
          </p:cNvPr>
          <p:cNvSpPr>
            <a:spLocks noGrp="1"/>
          </p:cNvSpPr>
          <p:nvPr/>
        </p:nvSpPr>
        <p:spPr>
          <a:xfrm>
            <a:off x="50768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F28E2B"/>
            </a:solidFill>
          </a:ln>
        </p:spPr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95D34DA7-C1CA-4328-88F2-3957AFC76DD1}"/>
              </a:ext>
            </a:extLst>
          </p:cNvPr>
          <p:cNvSpPr>
            <a:spLocks noGrp="1"/>
          </p:cNvSpPr>
          <p:nvPr/>
        </p:nvSpPr>
        <p:spPr>
          <a:xfrm>
            <a:off x="54197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2E1301D9-7EAB-42C4-BD6B-93326EA22C6E}"/>
              </a:ext>
            </a:extLst>
          </p:cNvPr>
          <p:cNvSpPr>
            <a:spLocks noGrp="1"/>
          </p:cNvSpPr>
          <p:nvPr/>
        </p:nvSpPr>
        <p:spPr>
          <a:xfrm>
            <a:off x="74009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7D95A8"/>
            </a:solidFill>
          </a:ln>
        </p:spPr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59AAD45-F1BE-4DBF-B2DE-8AB50C19CE4E}"/>
              </a:ext>
            </a:extLst>
          </p:cNvPr>
          <p:cNvSpPr>
            <a:spLocks noGrp="1"/>
          </p:cNvSpPr>
          <p:nvPr/>
        </p:nvSpPr>
        <p:spPr>
          <a:xfrm>
            <a:off x="77438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B4E623CF-5D8D-4097-9C40-8BC5B3C24E57}"/>
              </a:ext>
            </a:extLst>
          </p:cNvPr>
          <p:cNvSpPr>
            <a:spLocks noGrp="1"/>
          </p:cNvSpPr>
          <p:nvPr/>
        </p:nvSpPr>
        <p:spPr>
          <a:xfrm>
            <a:off x="97250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BF9A6A"/>
            </a:solidFill>
          </a:ln>
        </p:spPr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57433D-52EF-4697-B42F-5354BF009D0D}"/>
              </a:ext>
            </a:extLst>
          </p:cNvPr>
          <p:cNvSpPr>
            <a:spLocks noGrp="1"/>
          </p:cNvSpPr>
          <p:nvPr/>
        </p:nvSpPr>
        <p:spPr>
          <a:xfrm>
            <a:off x="100679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</p:spTree>
    <p:extLst>
      <p:ext uri="{BB962C8B-B14F-4D97-AF65-F5344CB8AC3E}">
        <p14:creationId xmlns:p14="http://schemas.microsoft.com/office/powerpoint/2010/main" val="13925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62E14D9-3218-4E1B-966A-FB9E30F3F9AA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B65C1D-DDA3-45F6-ABBC-3ADFBA1CB09A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Completion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93E513-6AFB-408A-8A74-A40F9DE05A1F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Time (s)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90500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F1F66B0-E7F5-49FC-A444-E29A7092477A}"/>
              </a:ext>
            </a:extLst>
          </p:cNvPr>
          <p:cNvSpPr>
            <a:spLocks noGrp="1"/>
          </p:cNvSpPr>
          <p:nvPr/>
        </p:nvSpPr>
        <p:spPr>
          <a:xfrm>
            <a:off x="4257675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2A6C1D-0795-4D10-870B-3B54E51EB55B}"/>
              </a:ext>
            </a:extLst>
          </p:cNvPr>
          <p:cNvSpPr>
            <a:spLocks noGrp="1"/>
          </p:cNvSpPr>
          <p:nvPr/>
        </p:nvSpPr>
        <p:spPr>
          <a:xfrm>
            <a:off x="4638675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Missed deadlines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C0CBDB-9A39-40F6-800F-966C4012AA32}"/>
              </a:ext>
            </a:extLst>
          </p:cNvPr>
          <p:cNvSpPr>
            <a:spLocks noGrp="1"/>
          </p:cNvSpPr>
          <p:nvPr/>
        </p:nvSpPr>
        <p:spPr>
          <a:xfrm>
            <a:off x="4638675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4162425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0621EC2-BBFC-4318-82A3-5DAE2CBDDC1C}"/>
              </a:ext>
            </a:extLst>
          </p:cNvPr>
          <p:cNvSpPr>
            <a:spLocks noGrp="1"/>
          </p:cNvSpPr>
          <p:nvPr/>
        </p:nvSpPr>
        <p:spPr>
          <a:xfrm>
            <a:off x="8229600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9C591A-998E-47B9-A6DD-E96D9E12185E}"/>
              </a:ext>
            </a:extLst>
          </p:cNvPr>
          <p:cNvSpPr>
            <a:spLocks noGrp="1"/>
          </p:cNvSpPr>
          <p:nvPr/>
        </p:nvSpPr>
        <p:spPr>
          <a:xfrm>
            <a:off x="8610600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Incumbent damage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608F1F-F1F0-4D55-B194-CF793624141F}"/>
              </a:ext>
            </a:extLst>
          </p:cNvPr>
          <p:cNvSpPr>
            <a:spLocks noGrp="1"/>
          </p:cNvSpPr>
          <p:nvPr/>
        </p:nvSpPr>
        <p:spPr>
          <a:xfrm>
            <a:off x="8610600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Damaged services / run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8134350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9B55A02-B676-4AD8-B5F5-CFE6BAD45EA2}"/>
              </a:ext>
            </a:extLst>
          </p:cNvPr>
          <p:cNvSpPr>
            <a:spLocks noGrp="1"/>
          </p:cNvSpPr>
          <p:nvPr/>
        </p:nvSpPr>
        <p:spPr>
          <a:xfrm>
            <a:off x="3190875" y="6238875"/>
            <a:ext cx="247650" cy="190500"/>
          </a:xfrm>
          <a:prstGeom prst="rect">
            <a:avLst/>
          </a:prstGeom>
          <a:solidFill>
            <a:srgbClr val="2878B5"/>
          </a:solidFill>
          <a:ln w="6191">
            <a:solidFill>
              <a:srgbClr val="343434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47323-2884-4ADC-9127-9751B029E01B}"/>
              </a:ext>
            </a:extLst>
          </p:cNvPr>
          <p:cNvSpPr>
            <a:spLocks noGrp="1"/>
          </p:cNvSpPr>
          <p:nvPr/>
        </p:nvSpPr>
        <p:spPr>
          <a:xfrm>
            <a:off x="3552825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111D2F-76D1-4D83-BCD7-55C302696550}"/>
              </a:ext>
            </a:extLst>
          </p:cNvPr>
          <p:cNvSpPr>
            <a:spLocks noGrp="1"/>
          </p:cNvSpPr>
          <p:nvPr/>
        </p:nvSpPr>
        <p:spPr>
          <a:xfrm>
            <a:off x="4743450" y="6238875"/>
            <a:ext cx="247650" cy="190500"/>
          </a:xfrm>
          <a:prstGeom prst="rect">
            <a:avLst/>
          </a:prstGeom>
          <a:solidFill>
            <a:srgbClr val="F28E2B"/>
          </a:solidFill>
          <a:ln w="6191">
            <a:solidFill>
              <a:srgbClr val="34343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94D8B5-888F-44BE-A325-D284A4E30FC5}"/>
              </a:ext>
            </a:extLst>
          </p:cNvPr>
          <p:cNvSpPr>
            <a:spLocks noGrp="1"/>
          </p:cNvSpPr>
          <p:nvPr/>
        </p:nvSpPr>
        <p:spPr>
          <a:xfrm>
            <a:off x="5105400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A1BCE6-69ED-4EB7-9A9F-436B05969605}"/>
              </a:ext>
            </a:extLst>
          </p:cNvPr>
          <p:cNvSpPr>
            <a:spLocks noGrp="1"/>
          </p:cNvSpPr>
          <p:nvPr/>
        </p:nvSpPr>
        <p:spPr>
          <a:xfrm>
            <a:off x="6296025" y="6238875"/>
            <a:ext cx="247650" cy="190500"/>
          </a:xfrm>
          <a:prstGeom prst="rect">
            <a:avLst/>
          </a:prstGeom>
          <a:solidFill>
            <a:srgbClr val="20A387"/>
          </a:solidFill>
          <a:ln w="6191">
            <a:solidFill>
              <a:srgbClr val="343434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3E1B90-D04E-4510-9AB1-127D78BF1420}"/>
              </a:ext>
            </a:extLst>
          </p:cNvPr>
          <p:cNvSpPr>
            <a:spLocks noGrp="1"/>
          </p:cNvSpPr>
          <p:nvPr/>
        </p:nvSpPr>
        <p:spPr>
          <a:xfrm>
            <a:off x="6657975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8E918B-92A0-43AC-8EE5-D323B62902A3}"/>
              </a:ext>
            </a:extLst>
          </p:cNvPr>
          <p:cNvSpPr>
            <a:spLocks noGrp="1"/>
          </p:cNvSpPr>
          <p:nvPr/>
        </p:nvSpPr>
        <p:spPr>
          <a:xfrm>
            <a:off x="7848600" y="6238875"/>
            <a:ext cx="247650" cy="190500"/>
          </a:xfrm>
          <a:prstGeom prst="rect">
            <a:avLst/>
          </a:prstGeom>
          <a:solidFill>
            <a:srgbClr val="9B4BD1"/>
          </a:solidFill>
          <a:ln w="6191">
            <a:solidFill>
              <a:srgbClr val="343434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37DE45-E0D8-42C8-8162-DA850499CAD1}"/>
              </a:ext>
            </a:extLst>
          </p:cNvPr>
          <p:cNvSpPr>
            <a:spLocks noGrp="1"/>
          </p:cNvSpPr>
          <p:nvPr/>
        </p:nvSpPr>
        <p:spPr>
          <a:xfrm>
            <a:off x="8210550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</p:spTree>
    <p:extLst>
      <p:ext uri="{BB962C8B-B14F-4D97-AF65-F5344CB8AC3E}">
        <p14:creationId xmlns:p14="http://schemas.microsoft.com/office/powerpoint/2010/main" val="137205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矩形 287">
            <a:extLst>
              <a:ext uri="{FF2B5EF4-FFF2-40B4-BE49-F238E27FC236}">
                <a16:creationId xmlns:a16="http://schemas.microsoft.com/office/drawing/2014/main" id="{7EFABA10-97C1-4B2E-AA1E-E9785562AF5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Supervisory decision regimes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E67E3C3E-7176-4D4E-A7A9-72D4F7D1A282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DFECA4-629F-44CB-B51E-59E77B058B15}"/>
              </a:ext>
            </a:extLst>
          </p:cNvPr>
          <p:cNvSpPr>
            <a:spLocks noGrp="1"/>
          </p:cNvSpPr>
          <p:nvPr/>
        </p:nvSpPr>
        <p:spPr>
          <a:xfrm>
            <a:off x="428625" y="105727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Candidate geometry at Site A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1E7FFCA-23C4-41D4-99D9-C9F129E91028}"/>
              </a:ext>
            </a:extLst>
          </p:cNvPr>
          <p:cNvSpPr>
            <a:spLocks noGrp="1"/>
          </p:cNvSpPr>
          <p:nvPr/>
        </p:nvSpPr>
        <p:spPr>
          <a:xfrm>
            <a:off x="1047750" y="5419725"/>
            <a:ext cx="4629150" cy="95"/>
          </a:xfrm>
          <a:custGeom>
            <a:avLst/>
            <a:gdLst/>
            <a:ahLst/>
            <a:cxnLst/>
            <a:rect l="0" t="0" r="0" b="0"/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3E11F226-4FC8-46FD-8F14-5DB39151F398}"/>
              </a:ext>
            </a:extLst>
          </p:cNvPr>
          <p:cNvSpPr>
            <a:spLocks noGrp="1"/>
          </p:cNvSpPr>
          <p:nvPr/>
        </p:nvSpPr>
        <p:spPr>
          <a:xfrm>
            <a:off x="1047750" y="2038350"/>
            <a:ext cx="95" cy="3381375"/>
          </a:xfrm>
          <a:custGeom>
            <a:avLst/>
            <a:gdLst/>
            <a:ahLst/>
            <a:cxnLst/>
            <a:rect l="0" t="0" r="0" b="0"/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688F9DE-F12B-4BCD-9C56-2C9FE1998A04}"/>
              </a:ext>
            </a:extLst>
          </p:cNvPr>
          <p:cNvSpPr>
            <a:spLocks noGrp="1"/>
          </p:cNvSpPr>
          <p:nvPr/>
        </p:nvSpPr>
        <p:spPr>
          <a:xfrm>
            <a:off x="1197077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861C13-BF0A-4F12-8560-2F1DF21270F9}"/>
              </a:ext>
            </a:extLst>
          </p:cNvPr>
          <p:cNvSpPr>
            <a:spLocks noGrp="1"/>
          </p:cNvSpPr>
          <p:nvPr/>
        </p:nvSpPr>
        <p:spPr>
          <a:xfrm>
            <a:off x="930377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-150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E03B3F6-020C-4145-ACAA-5DCC81F42A1D}"/>
              </a:ext>
            </a:extLst>
          </p:cNvPr>
          <p:cNvSpPr>
            <a:spLocks noGrp="1"/>
          </p:cNvSpPr>
          <p:nvPr/>
        </p:nvSpPr>
        <p:spPr>
          <a:xfrm>
            <a:off x="1943715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4D241F-92EB-4A81-9B8B-730831F50839}"/>
              </a:ext>
            </a:extLst>
          </p:cNvPr>
          <p:cNvSpPr>
            <a:spLocks noGrp="1"/>
          </p:cNvSpPr>
          <p:nvPr/>
        </p:nvSpPr>
        <p:spPr>
          <a:xfrm>
            <a:off x="1677015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-100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83C8A58-F055-4743-AAB4-305504EB88EA}"/>
              </a:ext>
            </a:extLst>
          </p:cNvPr>
          <p:cNvSpPr>
            <a:spLocks noGrp="1"/>
          </p:cNvSpPr>
          <p:nvPr/>
        </p:nvSpPr>
        <p:spPr>
          <a:xfrm>
            <a:off x="2690352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AEF41A-7159-4B9D-9151-CEB11CCBCEDB}"/>
              </a:ext>
            </a:extLst>
          </p:cNvPr>
          <p:cNvSpPr>
            <a:spLocks noGrp="1"/>
          </p:cNvSpPr>
          <p:nvPr/>
        </p:nvSpPr>
        <p:spPr>
          <a:xfrm>
            <a:off x="2423652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76BC6ED-56E1-45F0-9E6D-54E8E4427A51}"/>
              </a:ext>
            </a:extLst>
          </p:cNvPr>
          <p:cNvSpPr>
            <a:spLocks noGrp="1"/>
          </p:cNvSpPr>
          <p:nvPr/>
        </p:nvSpPr>
        <p:spPr>
          <a:xfrm>
            <a:off x="3436989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4C2429-FAA1-4E8D-BDF9-3D14542B4245}"/>
              </a:ext>
            </a:extLst>
          </p:cNvPr>
          <p:cNvSpPr>
            <a:spLocks noGrp="1"/>
          </p:cNvSpPr>
          <p:nvPr/>
        </p:nvSpPr>
        <p:spPr>
          <a:xfrm>
            <a:off x="3170289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F9B67C9-359C-4B6A-BEB7-346CDB2667A4}"/>
              </a:ext>
            </a:extLst>
          </p:cNvPr>
          <p:cNvSpPr>
            <a:spLocks noGrp="1"/>
          </p:cNvSpPr>
          <p:nvPr/>
        </p:nvSpPr>
        <p:spPr>
          <a:xfrm>
            <a:off x="4183626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8F8BD8-DC54-4682-827B-8C92EAB3D0BB}"/>
              </a:ext>
            </a:extLst>
          </p:cNvPr>
          <p:cNvSpPr>
            <a:spLocks noGrp="1"/>
          </p:cNvSpPr>
          <p:nvPr/>
        </p:nvSpPr>
        <p:spPr>
          <a:xfrm>
            <a:off x="3916926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4CB4BA94-32B7-4445-BDEA-89B8E92DDE7C}"/>
              </a:ext>
            </a:extLst>
          </p:cNvPr>
          <p:cNvSpPr>
            <a:spLocks noGrp="1"/>
          </p:cNvSpPr>
          <p:nvPr/>
        </p:nvSpPr>
        <p:spPr>
          <a:xfrm>
            <a:off x="4930263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8BB07E-BD60-487A-8864-7119C3C727DE}"/>
              </a:ext>
            </a:extLst>
          </p:cNvPr>
          <p:cNvSpPr>
            <a:spLocks noGrp="1"/>
          </p:cNvSpPr>
          <p:nvPr/>
        </p:nvSpPr>
        <p:spPr>
          <a:xfrm>
            <a:off x="4663563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1A997A7-AC17-43E1-8841-B5257357DBA6}"/>
              </a:ext>
            </a:extLst>
          </p:cNvPr>
          <p:cNvSpPr>
            <a:spLocks noGrp="1"/>
          </p:cNvSpPr>
          <p:nvPr/>
        </p:nvSpPr>
        <p:spPr>
          <a:xfrm>
            <a:off x="5676900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AEFCAB-A289-4BF8-8334-DC96DA6B9F5B}"/>
              </a:ext>
            </a:extLst>
          </p:cNvPr>
          <p:cNvSpPr>
            <a:spLocks noGrp="1"/>
          </p:cNvSpPr>
          <p:nvPr/>
        </p:nvSpPr>
        <p:spPr>
          <a:xfrm>
            <a:off x="5410200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150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873D8E9-39CC-42C4-A2EB-A0BBC173F368}"/>
              </a:ext>
            </a:extLst>
          </p:cNvPr>
          <p:cNvSpPr>
            <a:spLocks noGrp="1"/>
          </p:cNvSpPr>
          <p:nvPr/>
        </p:nvSpPr>
        <p:spPr>
          <a:xfrm>
            <a:off x="990600" y="5214793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C12682-12F7-4EAC-8B94-D63AF10AAB5E}"/>
              </a:ext>
            </a:extLst>
          </p:cNvPr>
          <p:cNvSpPr>
            <a:spLocks noGrp="1"/>
          </p:cNvSpPr>
          <p:nvPr/>
        </p:nvSpPr>
        <p:spPr>
          <a:xfrm>
            <a:off x="457200" y="508144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EA024F6-945E-4D0C-845E-67536C03C671}"/>
              </a:ext>
            </a:extLst>
          </p:cNvPr>
          <p:cNvSpPr>
            <a:spLocks noGrp="1"/>
          </p:cNvSpPr>
          <p:nvPr/>
        </p:nvSpPr>
        <p:spPr>
          <a:xfrm>
            <a:off x="990600" y="4702464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7DD8257-619E-47DC-98E2-85AD6963FE8D}"/>
              </a:ext>
            </a:extLst>
          </p:cNvPr>
          <p:cNvSpPr>
            <a:spLocks noGrp="1"/>
          </p:cNvSpPr>
          <p:nvPr/>
        </p:nvSpPr>
        <p:spPr>
          <a:xfrm>
            <a:off x="457200" y="4569114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BE5D751E-B908-403D-9D8F-A755EAD70B43}"/>
              </a:ext>
            </a:extLst>
          </p:cNvPr>
          <p:cNvSpPr>
            <a:spLocks noGrp="1"/>
          </p:cNvSpPr>
          <p:nvPr/>
        </p:nvSpPr>
        <p:spPr>
          <a:xfrm>
            <a:off x="990600" y="3677805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FD54B6-5C3A-4AD0-B266-A2327B3CC637}"/>
              </a:ext>
            </a:extLst>
          </p:cNvPr>
          <p:cNvSpPr>
            <a:spLocks noGrp="1"/>
          </p:cNvSpPr>
          <p:nvPr/>
        </p:nvSpPr>
        <p:spPr>
          <a:xfrm>
            <a:off x="457200" y="354445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C2542247-65E7-4819-AD7E-D69585054FA3}"/>
              </a:ext>
            </a:extLst>
          </p:cNvPr>
          <p:cNvSpPr>
            <a:spLocks noGrp="1"/>
          </p:cNvSpPr>
          <p:nvPr/>
        </p:nvSpPr>
        <p:spPr>
          <a:xfrm>
            <a:off x="990600" y="2653145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4C29AD-DAA8-44C3-81EF-468CA7B99E95}"/>
              </a:ext>
            </a:extLst>
          </p:cNvPr>
          <p:cNvSpPr>
            <a:spLocks noGrp="1"/>
          </p:cNvSpPr>
          <p:nvPr/>
        </p:nvSpPr>
        <p:spPr>
          <a:xfrm>
            <a:off x="457200" y="251979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200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9C9E870-245C-4D7A-A449-7A43530F31E6}"/>
              </a:ext>
            </a:extLst>
          </p:cNvPr>
          <p:cNvSpPr>
            <a:spLocks noGrp="1"/>
          </p:cNvSpPr>
          <p:nvPr/>
        </p:nvSpPr>
        <p:spPr>
          <a:xfrm>
            <a:off x="3436989" y="2038350"/>
            <a:ext cx="95" cy="3381375"/>
          </a:xfrm>
          <a:custGeom>
            <a:avLst/>
            <a:gdLst/>
            <a:ahLst/>
            <a:cxnLst/>
            <a:rect l="0" t="0" r="0" b="0"/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/>
          <a:ln w="9525">
            <a:solidFill>
              <a:srgbClr val="A9B5BD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335A892-F93C-4C18-BFFF-485B0FE593A1}"/>
              </a:ext>
            </a:extLst>
          </p:cNvPr>
          <p:cNvSpPr>
            <a:spLocks noGrp="1"/>
          </p:cNvSpPr>
          <p:nvPr/>
        </p:nvSpPr>
        <p:spPr>
          <a:xfrm>
            <a:off x="1047750" y="4702464"/>
            <a:ext cx="4629150" cy="95"/>
          </a:xfrm>
          <a:custGeom>
            <a:avLst/>
            <a:gdLst/>
            <a:ahLst/>
            <a:cxnLst/>
            <a:rect l="0" t="0" r="0" b="0"/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/>
          <a:ln w="9525">
            <a:solidFill>
              <a:srgbClr val="A9B5BD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73DE96-C2CF-4C74-85CC-0A5EB2DCB22C}"/>
              </a:ext>
            </a:extLst>
          </p:cNvPr>
          <p:cNvSpPr>
            <a:spLocks noGrp="1"/>
          </p:cNvSpPr>
          <p:nvPr/>
        </p:nvSpPr>
        <p:spPr>
          <a:xfrm>
            <a:off x="409575" y="1819275"/>
            <a:ext cx="17430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Margin (s)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0D8904-9A5A-473C-B255-893131F849BD}"/>
              </a:ext>
            </a:extLst>
          </p:cNvPr>
          <p:cNvSpPr>
            <a:spLocks noGrp="1"/>
          </p:cNvSpPr>
          <p:nvPr/>
        </p:nvSpPr>
        <p:spPr>
          <a:xfrm>
            <a:off x="1019175" y="5934075"/>
            <a:ext cx="4657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Ground ETA − air ETA (s)</a:t>
            </a:r>
          </a:p>
        </p:txBody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DE55368A-44F5-4227-AB83-DFE1B38CB4D1}"/>
              </a:ext>
            </a:extLst>
          </p:cNvPr>
          <p:cNvSpPr>
            <a:spLocks noGrp="1"/>
          </p:cNvSpPr>
          <p:nvPr/>
        </p:nvSpPr>
        <p:spPr>
          <a:xfrm>
            <a:off x="3634736" y="500068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3" name="菱形 32">
            <a:extLst>
              <a:ext uri="{FF2B5EF4-FFF2-40B4-BE49-F238E27FC236}">
                <a16:creationId xmlns:a16="http://schemas.microsoft.com/office/drawing/2014/main" id="{0E201E43-6A54-41BE-8BD5-121014F05E1C}"/>
              </a:ext>
            </a:extLst>
          </p:cNvPr>
          <p:cNvSpPr>
            <a:spLocks noGrp="1"/>
          </p:cNvSpPr>
          <p:nvPr/>
        </p:nvSpPr>
        <p:spPr>
          <a:xfrm>
            <a:off x="3545394" y="506199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C9214D39-02F2-474B-972C-81C472701D70}"/>
              </a:ext>
            </a:extLst>
          </p:cNvPr>
          <p:cNvSpPr>
            <a:spLocks noGrp="1"/>
          </p:cNvSpPr>
          <p:nvPr/>
        </p:nvSpPr>
        <p:spPr>
          <a:xfrm>
            <a:off x="3606334" y="50201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69EA2363-4321-435E-A3A5-E390FDD2B925}"/>
              </a:ext>
            </a:extLst>
          </p:cNvPr>
          <p:cNvSpPr>
            <a:spLocks noGrp="1"/>
          </p:cNvSpPr>
          <p:nvPr/>
        </p:nvSpPr>
        <p:spPr>
          <a:xfrm>
            <a:off x="3655687" y="498631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1632EBF4-77E1-44F1-91D7-7CC9D3E7D622}"/>
              </a:ext>
            </a:extLst>
          </p:cNvPr>
          <p:cNvSpPr>
            <a:spLocks noGrp="1"/>
          </p:cNvSpPr>
          <p:nvPr/>
        </p:nvSpPr>
        <p:spPr>
          <a:xfrm>
            <a:off x="3723138" y="49400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9F8BCCA1-9176-4884-A8CC-C3FBBD3505FB}"/>
              </a:ext>
            </a:extLst>
          </p:cNvPr>
          <p:cNvSpPr>
            <a:spLocks noGrp="1"/>
          </p:cNvSpPr>
          <p:nvPr/>
        </p:nvSpPr>
        <p:spPr>
          <a:xfrm>
            <a:off x="3713462" y="494666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8" name="菱形 37">
            <a:extLst>
              <a:ext uri="{FF2B5EF4-FFF2-40B4-BE49-F238E27FC236}">
                <a16:creationId xmlns:a16="http://schemas.microsoft.com/office/drawing/2014/main" id="{A60D9149-721D-4342-988B-37A195A3CDEF}"/>
              </a:ext>
            </a:extLst>
          </p:cNvPr>
          <p:cNvSpPr>
            <a:spLocks noGrp="1"/>
          </p:cNvSpPr>
          <p:nvPr/>
        </p:nvSpPr>
        <p:spPr>
          <a:xfrm>
            <a:off x="3817364" y="487537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A75F9186-EAF6-4995-81FE-F9F6056DB453}"/>
              </a:ext>
            </a:extLst>
          </p:cNvPr>
          <p:cNvSpPr>
            <a:spLocks noGrp="1"/>
          </p:cNvSpPr>
          <p:nvPr/>
        </p:nvSpPr>
        <p:spPr>
          <a:xfrm>
            <a:off x="3731978" y="493396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0889A0DE-259E-4EFE-8642-DA4D859F7A71}"/>
              </a:ext>
            </a:extLst>
          </p:cNvPr>
          <p:cNvSpPr>
            <a:spLocks noGrp="1"/>
          </p:cNvSpPr>
          <p:nvPr/>
        </p:nvSpPr>
        <p:spPr>
          <a:xfrm>
            <a:off x="3456290" y="512313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FF998A5E-D102-4E63-81E8-E24F55BA7062}"/>
              </a:ext>
            </a:extLst>
          </p:cNvPr>
          <p:cNvSpPr>
            <a:spLocks noGrp="1"/>
          </p:cNvSpPr>
          <p:nvPr/>
        </p:nvSpPr>
        <p:spPr>
          <a:xfrm>
            <a:off x="3475329" y="5110070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BD21C3DE-2DAF-444D-86F5-D3BE0057CFD9}"/>
              </a:ext>
            </a:extLst>
          </p:cNvPr>
          <p:cNvSpPr>
            <a:spLocks noGrp="1"/>
          </p:cNvSpPr>
          <p:nvPr/>
        </p:nvSpPr>
        <p:spPr>
          <a:xfrm>
            <a:off x="3755916" y="491753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7C765CC5-378D-495A-9B0F-8305334D1416}"/>
              </a:ext>
            </a:extLst>
          </p:cNvPr>
          <p:cNvSpPr>
            <a:spLocks noGrp="1"/>
          </p:cNvSpPr>
          <p:nvPr/>
        </p:nvSpPr>
        <p:spPr>
          <a:xfrm>
            <a:off x="3473373" y="511141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4" name="菱形 43">
            <a:extLst>
              <a:ext uri="{FF2B5EF4-FFF2-40B4-BE49-F238E27FC236}">
                <a16:creationId xmlns:a16="http://schemas.microsoft.com/office/drawing/2014/main" id="{79DABE2F-A808-48A1-9751-2A5A80F33F08}"/>
              </a:ext>
            </a:extLst>
          </p:cNvPr>
          <p:cNvSpPr>
            <a:spLocks noGrp="1"/>
          </p:cNvSpPr>
          <p:nvPr/>
        </p:nvSpPr>
        <p:spPr>
          <a:xfrm>
            <a:off x="3717822" y="494367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5" name="菱形 44">
            <a:extLst>
              <a:ext uri="{FF2B5EF4-FFF2-40B4-BE49-F238E27FC236}">
                <a16:creationId xmlns:a16="http://schemas.microsoft.com/office/drawing/2014/main" id="{E37D6CC8-AC8C-461B-A5CB-6BB6D200BA6A}"/>
              </a:ext>
            </a:extLst>
          </p:cNvPr>
          <p:cNvSpPr>
            <a:spLocks noGrp="1"/>
          </p:cNvSpPr>
          <p:nvPr/>
        </p:nvSpPr>
        <p:spPr>
          <a:xfrm>
            <a:off x="3445091" y="513081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6" name="菱形 45">
            <a:extLst>
              <a:ext uri="{FF2B5EF4-FFF2-40B4-BE49-F238E27FC236}">
                <a16:creationId xmlns:a16="http://schemas.microsoft.com/office/drawing/2014/main" id="{FF24D4F5-25AC-4BEB-8D0E-869BB34DC5C5}"/>
              </a:ext>
            </a:extLst>
          </p:cNvPr>
          <p:cNvSpPr>
            <a:spLocks noGrp="1"/>
          </p:cNvSpPr>
          <p:nvPr/>
        </p:nvSpPr>
        <p:spPr>
          <a:xfrm>
            <a:off x="3445076" y="513082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1922E637-382F-4348-90F4-D84525D052B9}"/>
              </a:ext>
            </a:extLst>
          </p:cNvPr>
          <p:cNvSpPr>
            <a:spLocks noGrp="1"/>
          </p:cNvSpPr>
          <p:nvPr/>
        </p:nvSpPr>
        <p:spPr>
          <a:xfrm>
            <a:off x="3524100" y="507660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8" name="菱形 47">
            <a:extLst>
              <a:ext uri="{FF2B5EF4-FFF2-40B4-BE49-F238E27FC236}">
                <a16:creationId xmlns:a16="http://schemas.microsoft.com/office/drawing/2014/main" id="{EDC71474-B85B-4BC6-8224-1C158ED3EDD4}"/>
              </a:ext>
            </a:extLst>
          </p:cNvPr>
          <p:cNvSpPr>
            <a:spLocks noGrp="1"/>
          </p:cNvSpPr>
          <p:nvPr/>
        </p:nvSpPr>
        <p:spPr>
          <a:xfrm>
            <a:off x="3482393" y="510522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9" name="菱形 48">
            <a:extLst>
              <a:ext uri="{FF2B5EF4-FFF2-40B4-BE49-F238E27FC236}">
                <a16:creationId xmlns:a16="http://schemas.microsoft.com/office/drawing/2014/main" id="{49FBFDD0-143F-495F-A9FC-59EA7DEEA09F}"/>
              </a:ext>
            </a:extLst>
          </p:cNvPr>
          <p:cNvSpPr>
            <a:spLocks noGrp="1"/>
          </p:cNvSpPr>
          <p:nvPr/>
        </p:nvSpPr>
        <p:spPr>
          <a:xfrm>
            <a:off x="3624209" y="500791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0" name="菱形 49">
            <a:extLst>
              <a:ext uri="{FF2B5EF4-FFF2-40B4-BE49-F238E27FC236}">
                <a16:creationId xmlns:a16="http://schemas.microsoft.com/office/drawing/2014/main" id="{91F32D15-A7EB-4F51-97E6-F0EFBB358D7F}"/>
              </a:ext>
            </a:extLst>
          </p:cNvPr>
          <p:cNvSpPr>
            <a:spLocks noGrp="1"/>
          </p:cNvSpPr>
          <p:nvPr/>
        </p:nvSpPr>
        <p:spPr>
          <a:xfrm>
            <a:off x="3651207" y="498938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1" name="菱形 50">
            <a:extLst>
              <a:ext uri="{FF2B5EF4-FFF2-40B4-BE49-F238E27FC236}">
                <a16:creationId xmlns:a16="http://schemas.microsoft.com/office/drawing/2014/main" id="{A2FD42B7-BBAD-4DD0-831E-F197613C45BD}"/>
              </a:ext>
            </a:extLst>
          </p:cNvPr>
          <p:cNvSpPr>
            <a:spLocks noGrp="1"/>
          </p:cNvSpPr>
          <p:nvPr/>
        </p:nvSpPr>
        <p:spPr>
          <a:xfrm>
            <a:off x="3826100" y="48693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1B7D9D5C-8098-4A7D-8C60-B5C826F1E634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BE4E661-E479-44CE-A5FA-67F803B745F6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4544A8FA-F494-4000-833D-439DD259C130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181B3BDD-0739-4A8A-A7D5-B2FD8C2E2F9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0314F23-41C9-448E-904E-0A1D8BF664F6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46F15EA9-47A6-42EE-8BA8-679A8F3F429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576D209F-4D24-47CA-A575-F9B34F49237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29AE7C2D-BC07-4BE2-BF22-235AD8F4952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017E03B-7C4A-47E9-B0D5-0A7D9D3706C5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B2928D2-8E9C-42AF-AAC2-42F92258CD7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77044CEB-C79F-44D5-9895-F9BC885CE28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7C2CC3FE-7D52-4290-85E0-FC8E567D2EFB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4BEB73FF-F4BF-4D3E-9BA0-0F69BBA97CB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9734FAA-476E-4C10-B0D7-3F571D87F3B5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302AB80E-831F-4A01-B562-D3ADCD682DA2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CDA8EEB3-2BF8-4C35-ABFF-84FF46B4A83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EE6D9BF3-F91B-4D12-9A21-E952E1AEB120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40CF2858-1687-467C-B4E5-9766E9628CF2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5E9A4E0A-D1B3-4C66-ACFA-B6D855282E84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964D6362-8B56-4B43-93A1-B4384FABC3F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B56216C6-D0AB-47C9-815F-43F174E3CF2D}"/>
              </a:ext>
            </a:extLst>
          </p:cNvPr>
          <p:cNvSpPr>
            <a:spLocks noGrp="1"/>
          </p:cNvSpPr>
          <p:nvPr/>
        </p:nvSpPr>
        <p:spPr>
          <a:xfrm>
            <a:off x="3634736" y="377109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3" name="菱形 72">
            <a:extLst>
              <a:ext uri="{FF2B5EF4-FFF2-40B4-BE49-F238E27FC236}">
                <a16:creationId xmlns:a16="http://schemas.microsoft.com/office/drawing/2014/main" id="{0CF0A948-6948-48B9-B0D8-B5320A14AC70}"/>
              </a:ext>
            </a:extLst>
          </p:cNvPr>
          <p:cNvSpPr>
            <a:spLocks noGrp="1"/>
          </p:cNvSpPr>
          <p:nvPr/>
        </p:nvSpPr>
        <p:spPr>
          <a:xfrm>
            <a:off x="3545394" y="383240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4" name="菱形 73">
            <a:extLst>
              <a:ext uri="{FF2B5EF4-FFF2-40B4-BE49-F238E27FC236}">
                <a16:creationId xmlns:a16="http://schemas.microsoft.com/office/drawing/2014/main" id="{94BF9297-D7A2-460B-BD80-86DB06234D7D}"/>
              </a:ext>
            </a:extLst>
          </p:cNvPr>
          <p:cNvSpPr>
            <a:spLocks noGrp="1"/>
          </p:cNvSpPr>
          <p:nvPr/>
        </p:nvSpPr>
        <p:spPr>
          <a:xfrm>
            <a:off x="3606334" y="379058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D8BB6E37-DBA1-428B-990B-CC3EDA53BCCB}"/>
              </a:ext>
            </a:extLst>
          </p:cNvPr>
          <p:cNvSpPr>
            <a:spLocks noGrp="1"/>
          </p:cNvSpPr>
          <p:nvPr/>
        </p:nvSpPr>
        <p:spPr>
          <a:xfrm>
            <a:off x="3655687" y="375672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6" name="菱形 75">
            <a:extLst>
              <a:ext uri="{FF2B5EF4-FFF2-40B4-BE49-F238E27FC236}">
                <a16:creationId xmlns:a16="http://schemas.microsoft.com/office/drawing/2014/main" id="{3F216AFF-7D0D-4DFF-A742-68162452FA3A}"/>
              </a:ext>
            </a:extLst>
          </p:cNvPr>
          <p:cNvSpPr>
            <a:spLocks noGrp="1"/>
          </p:cNvSpPr>
          <p:nvPr/>
        </p:nvSpPr>
        <p:spPr>
          <a:xfrm>
            <a:off x="3723138" y="37104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7" name="菱形 76">
            <a:extLst>
              <a:ext uri="{FF2B5EF4-FFF2-40B4-BE49-F238E27FC236}">
                <a16:creationId xmlns:a16="http://schemas.microsoft.com/office/drawing/2014/main" id="{52587A7F-5139-4C9D-8C13-8755B82A8800}"/>
              </a:ext>
            </a:extLst>
          </p:cNvPr>
          <p:cNvSpPr>
            <a:spLocks noGrp="1"/>
          </p:cNvSpPr>
          <p:nvPr/>
        </p:nvSpPr>
        <p:spPr>
          <a:xfrm>
            <a:off x="3713462" y="37170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D92A49A8-911E-40AA-BABD-F3FC7D4A6024}"/>
              </a:ext>
            </a:extLst>
          </p:cNvPr>
          <p:cNvSpPr>
            <a:spLocks noGrp="1"/>
          </p:cNvSpPr>
          <p:nvPr/>
        </p:nvSpPr>
        <p:spPr>
          <a:xfrm>
            <a:off x="3817364" y="364578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8D8D0990-176A-4EE6-B367-0F966175BC7F}"/>
              </a:ext>
            </a:extLst>
          </p:cNvPr>
          <p:cNvSpPr>
            <a:spLocks noGrp="1"/>
          </p:cNvSpPr>
          <p:nvPr/>
        </p:nvSpPr>
        <p:spPr>
          <a:xfrm>
            <a:off x="3731978" y="370437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18D450E5-28C8-47FD-9596-4CF254A4B3BC}"/>
              </a:ext>
            </a:extLst>
          </p:cNvPr>
          <p:cNvSpPr>
            <a:spLocks noGrp="1"/>
          </p:cNvSpPr>
          <p:nvPr/>
        </p:nvSpPr>
        <p:spPr>
          <a:xfrm>
            <a:off x="3456290" y="389354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1B9C7FD5-48C9-4C91-94EC-40D24058F586}"/>
              </a:ext>
            </a:extLst>
          </p:cNvPr>
          <p:cNvSpPr>
            <a:spLocks noGrp="1"/>
          </p:cNvSpPr>
          <p:nvPr/>
        </p:nvSpPr>
        <p:spPr>
          <a:xfrm>
            <a:off x="3475329" y="388047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6C9E664A-5A67-4CA7-AFD1-B831C16D6678}"/>
              </a:ext>
            </a:extLst>
          </p:cNvPr>
          <p:cNvSpPr>
            <a:spLocks noGrp="1"/>
          </p:cNvSpPr>
          <p:nvPr/>
        </p:nvSpPr>
        <p:spPr>
          <a:xfrm>
            <a:off x="3755916" y="368794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86D20890-7217-4ED1-A978-780CDF99E6F9}"/>
              </a:ext>
            </a:extLst>
          </p:cNvPr>
          <p:cNvSpPr>
            <a:spLocks noGrp="1"/>
          </p:cNvSpPr>
          <p:nvPr/>
        </p:nvSpPr>
        <p:spPr>
          <a:xfrm>
            <a:off x="3473373" y="388182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4" name="菱形 83">
            <a:extLst>
              <a:ext uri="{FF2B5EF4-FFF2-40B4-BE49-F238E27FC236}">
                <a16:creationId xmlns:a16="http://schemas.microsoft.com/office/drawing/2014/main" id="{E6EE0FF5-1B28-4FB6-BE8E-E7A7BDAD82EC}"/>
              </a:ext>
            </a:extLst>
          </p:cNvPr>
          <p:cNvSpPr>
            <a:spLocks noGrp="1"/>
          </p:cNvSpPr>
          <p:nvPr/>
        </p:nvSpPr>
        <p:spPr>
          <a:xfrm>
            <a:off x="3717822" y="371408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E351F1CB-0579-4651-9C72-F1CD2244180E}"/>
              </a:ext>
            </a:extLst>
          </p:cNvPr>
          <p:cNvSpPr>
            <a:spLocks noGrp="1"/>
          </p:cNvSpPr>
          <p:nvPr/>
        </p:nvSpPr>
        <p:spPr>
          <a:xfrm>
            <a:off x="3445091" y="39012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6" name="菱形 85">
            <a:extLst>
              <a:ext uri="{FF2B5EF4-FFF2-40B4-BE49-F238E27FC236}">
                <a16:creationId xmlns:a16="http://schemas.microsoft.com/office/drawing/2014/main" id="{B64C24AE-9D72-4155-AFB0-9EF33385042D}"/>
              </a:ext>
            </a:extLst>
          </p:cNvPr>
          <p:cNvSpPr>
            <a:spLocks noGrp="1"/>
          </p:cNvSpPr>
          <p:nvPr/>
        </p:nvSpPr>
        <p:spPr>
          <a:xfrm>
            <a:off x="3445076" y="390123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7" name="菱形 86">
            <a:extLst>
              <a:ext uri="{FF2B5EF4-FFF2-40B4-BE49-F238E27FC236}">
                <a16:creationId xmlns:a16="http://schemas.microsoft.com/office/drawing/2014/main" id="{6429DAD8-9542-4568-A37E-07C88EC8E1EE}"/>
              </a:ext>
            </a:extLst>
          </p:cNvPr>
          <p:cNvSpPr>
            <a:spLocks noGrp="1"/>
          </p:cNvSpPr>
          <p:nvPr/>
        </p:nvSpPr>
        <p:spPr>
          <a:xfrm>
            <a:off x="3524100" y="384701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8" name="菱形 87">
            <a:extLst>
              <a:ext uri="{FF2B5EF4-FFF2-40B4-BE49-F238E27FC236}">
                <a16:creationId xmlns:a16="http://schemas.microsoft.com/office/drawing/2014/main" id="{2A5ADF1B-03B3-476B-8874-7D891C5E42C5}"/>
              </a:ext>
            </a:extLst>
          </p:cNvPr>
          <p:cNvSpPr>
            <a:spLocks noGrp="1"/>
          </p:cNvSpPr>
          <p:nvPr/>
        </p:nvSpPr>
        <p:spPr>
          <a:xfrm>
            <a:off x="3482393" y="387563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9" name="菱形 88">
            <a:extLst>
              <a:ext uri="{FF2B5EF4-FFF2-40B4-BE49-F238E27FC236}">
                <a16:creationId xmlns:a16="http://schemas.microsoft.com/office/drawing/2014/main" id="{6CB3EB09-5FA3-462B-BF0B-BF926CBE86ED}"/>
              </a:ext>
            </a:extLst>
          </p:cNvPr>
          <p:cNvSpPr>
            <a:spLocks noGrp="1"/>
          </p:cNvSpPr>
          <p:nvPr/>
        </p:nvSpPr>
        <p:spPr>
          <a:xfrm>
            <a:off x="3624209" y="3778320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0" name="菱形 89">
            <a:extLst>
              <a:ext uri="{FF2B5EF4-FFF2-40B4-BE49-F238E27FC236}">
                <a16:creationId xmlns:a16="http://schemas.microsoft.com/office/drawing/2014/main" id="{588A255B-BBEF-4009-80A5-AA17155E58AA}"/>
              </a:ext>
            </a:extLst>
          </p:cNvPr>
          <p:cNvSpPr>
            <a:spLocks noGrp="1"/>
          </p:cNvSpPr>
          <p:nvPr/>
        </p:nvSpPr>
        <p:spPr>
          <a:xfrm>
            <a:off x="3651207" y="375979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1" name="菱形 90">
            <a:extLst>
              <a:ext uri="{FF2B5EF4-FFF2-40B4-BE49-F238E27FC236}">
                <a16:creationId xmlns:a16="http://schemas.microsoft.com/office/drawing/2014/main" id="{B2F59241-0A21-475D-B11B-11BF336AE428}"/>
              </a:ext>
            </a:extLst>
          </p:cNvPr>
          <p:cNvSpPr>
            <a:spLocks noGrp="1"/>
          </p:cNvSpPr>
          <p:nvPr/>
        </p:nvSpPr>
        <p:spPr>
          <a:xfrm>
            <a:off x="3826100" y="363978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85B68AD-E874-43EB-96BB-F723943DB1CE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A9541E1-366A-429F-BE38-4276C19C80AE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2D3BEE2-C6EC-47E4-817E-E1EAEBBDB62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738B125C-C46C-43EA-96A1-97EB85D47FB7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8601223-E4AC-4D4F-A42E-42DCDEE6C6E4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DF540B5-4983-4087-A57A-524C4B04CD07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2E79B58-BB61-49DC-BBD2-EC95D128D97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98C73099-2F71-4351-BA0C-3AD8AB740198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2FBF90C-CF3B-4AC7-9C6B-129347101E5D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EC536AED-43A3-4C70-97B0-B61C542C32DB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A935D8FA-07A5-4BA1-9D20-D19DDE3B9200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89FFEF5E-E64B-4B91-8C85-931F74A2E441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03D69EE-02DC-4218-A8D7-5621587054AB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A75CBA3-DCFF-41D9-B7EE-49E1A26BAF92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CFBC85B-2D85-43A2-A66F-77D355B0953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6E0EF1E3-1549-4BAA-8E8A-F2D137CBA0C8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AD443246-0CAD-4198-9CBA-7F7B5B297AB2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3A34FC44-D969-4255-A5D5-191EBB1FEE11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A16FBB0F-9B4E-4FF9-8E97-D08617F49346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1C29016F-5111-4D52-8FA5-FFEF1B01DB2C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2" name="菱形 111">
            <a:extLst>
              <a:ext uri="{FF2B5EF4-FFF2-40B4-BE49-F238E27FC236}">
                <a16:creationId xmlns:a16="http://schemas.microsoft.com/office/drawing/2014/main" id="{7486AF6E-E570-4DCA-BEED-68BD8C4F42C1}"/>
              </a:ext>
            </a:extLst>
          </p:cNvPr>
          <p:cNvSpPr>
            <a:spLocks noGrp="1"/>
          </p:cNvSpPr>
          <p:nvPr/>
        </p:nvSpPr>
        <p:spPr>
          <a:xfrm>
            <a:off x="249327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3" name="菱形 112">
            <a:extLst>
              <a:ext uri="{FF2B5EF4-FFF2-40B4-BE49-F238E27FC236}">
                <a16:creationId xmlns:a16="http://schemas.microsoft.com/office/drawing/2014/main" id="{2E2CB4E2-D7B8-4537-968B-9E184998F38E}"/>
              </a:ext>
            </a:extLst>
          </p:cNvPr>
          <p:cNvSpPr>
            <a:spLocks noGrp="1"/>
          </p:cNvSpPr>
          <p:nvPr/>
        </p:nvSpPr>
        <p:spPr>
          <a:xfrm>
            <a:off x="2403935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83307779-583C-4844-A767-439988E92528}"/>
              </a:ext>
            </a:extLst>
          </p:cNvPr>
          <p:cNvSpPr>
            <a:spLocks noGrp="1"/>
          </p:cNvSpPr>
          <p:nvPr/>
        </p:nvSpPr>
        <p:spPr>
          <a:xfrm>
            <a:off x="2464876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5" name="菱形 114">
            <a:extLst>
              <a:ext uri="{FF2B5EF4-FFF2-40B4-BE49-F238E27FC236}">
                <a16:creationId xmlns:a16="http://schemas.microsoft.com/office/drawing/2014/main" id="{6FC9EB88-1120-40AA-95FB-78C95B99B88A}"/>
              </a:ext>
            </a:extLst>
          </p:cNvPr>
          <p:cNvSpPr>
            <a:spLocks noGrp="1"/>
          </p:cNvSpPr>
          <p:nvPr/>
        </p:nvSpPr>
        <p:spPr>
          <a:xfrm>
            <a:off x="251422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6" name="菱形 115">
            <a:extLst>
              <a:ext uri="{FF2B5EF4-FFF2-40B4-BE49-F238E27FC236}">
                <a16:creationId xmlns:a16="http://schemas.microsoft.com/office/drawing/2014/main" id="{838E7438-08E0-4229-A608-0F926BB6DC47}"/>
              </a:ext>
            </a:extLst>
          </p:cNvPr>
          <p:cNvSpPr>
            <a:spLocks noGrp="1"/>
          </p:cNvSpPr>
          <p:nvPr/>
        </p:nvSpPr>
        <p:spPr>
          <a:xfrm>
            <a:off x="2581679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A4134EF5-1892-473F-A90E-5A6522D03DD7}"/>
              </a:ext>
            </a:extLst>
          </p:cNvPr>
          <p:cNvSpPr>
            <a:spLocks noGrp="1"/>
          </p:cNvSpPr>
          <p:nvPr/>
        </p:nvSpPr>
        <p:spPr>
          <a:xfrm>
            <a:off x="2572003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4FA2AA04-9144-42E6-BA6F-DC27F1DAAA64}"/>
              </a:ext>
            </a:extLst>
          </p:cNvPr>
          <p:cNvSpPr>
            <a:spLocks noGrp="1"/>
          </p:cNvSpPr>
          <p:nvPr/>
        </p:nvSpPr>
        <p:spPr>
          <a:xfrm>
            <a:off x="2675905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CD2CF56F-5A41-4440-B6ED-BEFA57A65528}"/>
              </a:ext>
            </a:extLst>
          </p:cNvPr>
          <p:cNvSpPr>
            <a:spLocks noGrp="1"/>
          </p:cNvSpPr>
          <p:nvPr/>
        </p:nvSpPr>
        <p:spPr>
          <a:xfrm>
            <a:off x="2590520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71CAEFB3-DD50-4162-81C6-5505BD7A766E}"/>
              </a:ext>
            </a:extLst>
          </p:cNvPr>
          <p:cNvSpPr>
            <a:spLocks noGrp="1"/>
          </p:cNvSpPr>
          <p:nvPr/>
        </p:nvSpPr>
        <p:spPr>
          <a:xfrm>
            <a:off x="231483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A9531FA8-D952-4767-935D-A9D906B7094F}"/>
              </a:ext>
            </a:extLst>
          </p:cNvPr>
          <p:cNvSpPr>
            <a:spLocks noGrp="1"/>
          </p:cNvSpPr>
          <p:nvPr/>
        </p:nvSpPr>
        <p:spPr>
          <a:xfrm>
            <a:off x="233387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8A0D60DA-AD31-457D-9EC2-E673DF55879A}"/>
              </a:ext>
            </a:extLst>
          </p:cNvPr>
          <p:cNvSpPr>
            <a:spLocks noGrp="1"/>
          </p:cNvSpPr>
          <p:nvPr/>
        </p:nvSpPr>
        <p:spPr>
          <a:xfrm>
            <a:off x="2614457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83C8E1C3-FB0E-48CA-97C1-B3923BA2BB35}"/>
              </a:ext>
            </a:extLst>
          </p:cNvPr>
          <p:cNvSpPr>
            <a:spLocks noGrp="1"/>
          </p:cNvSpPr>
          <p:nvPr/>
        </p:nvSpPr>
        <p:spPr>
          <a:xfrm>
            <a:off x="2331914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4" name="菱形 123">
            <a:extLst>
              <a:ext uri="{FF2B5EF4-FFF2-40B4-BE49-F238E27FC236}">
                <a16:creationId xmlns:a16="http://schemas.microsoft.com/office/drawing/2014/main" id="{447167E1-7EA7-46F8-AC17-EE17C88A096B}"/>
              </a:ext>
            </a:extLst>
          </p:cNvPr>
          <p:cNvSpPr>
            <a:spLocks noGrp="1"/>
          </p:cNvSpPr>
          <p:nvPr/>
        </p:nvSpPr>
        <p:spPr>
          <a:xfrm>
            <a:off x="2576363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5" name="菱形 124">
            <a:extLst>
              <a:ext uri="{FF2B5EF4-FFF2-40B4-BE49-F238E27FC236}">
                <a16:creationId xmlns:a16="http://schemas.microsoft.com/office/drawing/2014/main" id="{260D4CA1-BF27-4C63-9FE7-03871099D2CF}"/>
              </a:ext>
            </a:extLst>
          </p:cNvPr>
          <p:cNvSpPr>
            <a:spLocks noGrp="1"/>
          </p:cNvSpPr>
          <p:nvPr/>
        </p:nvSpPr>
        <p:spPr>
          <a:xfrm>
            <a:off x="2303632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6" name="菱形 125">
            <a:extLst>
              <a:ext uri="{FF2B5EF4-FFF2-40B4-BE49-F238E27FC236}">
                <a16:creationId xmlns:a16="http://schemas.microsoft.com/office/drawing/2014/main" id="{A4F8DEDA-93F6-44E0-AFAF-85AF177833E7}"/>
              </a:ext>
            </a:extLst>
          </p:cNvPr>
          <p:cNvSpPr>
            <a:spLocks noGrp="1"/>
          </p:cNvSpPr>
          <p:nvPr/>
        </p:nvSpPr>
        <p:spPr>
          <a:xfrm>
            <a:off x="2303617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7" name="菱形 126">
            <a:extLst>
              <a:ext uri="{FF2B5EF4-FFF2-40B4-BE49-F238E27FC236}">
                <a16:creationId xmlns:a16="http://schemas.microsoft.com/office/drawing/2014/main" id="{2F57F474-E37C-4C48-935C-579AA27A31B2}"/>
              </a:ext>
            </a:extLst>
          </p:cNvPr>
          <p:cNvSpPr>
            <a:spLocks noGrp="1"/>
          </p:cNvSpPr>
          <p:nvPr/>
        </p:nvSpPr>
        <p:spPr>
          <a:xfrm>
            <a:off x="238264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3D499CF2-EEBA-4B8B-ADF2-561F7059213C}"/>
              </a:ext>
            </a:extLst>
          </p:cNvPr>
          <p:cNvSpPr>
            <a:spLocks noGrp="1"/>
          </p:cNvSpPr>
          <p:nvPr/>
        </p:nvSpPr>
        <p:spPr>
          <a:xfrm>
            <a:off x="2340934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A964CBC7-7101-455D-9363-C13BAC96682C}"/>
              </a:ext>
            </a:extLst>
          </p:cNvPr>
          <p:cNvSpPr>
            <a:spLocks noGrp="1"/>
          </p:cNvSpPr>
          <p:nvPr/>
        </p:nvSpPr>
        <p:spPr>
          <a:xfrm>
            <a:off x="2482750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0" name="菱形 129">
            <a:extLst>
              <a:ext uri="{FF2B5EF4-FFF2-40B4-BE49-F238E27FC236}">
                <a16:creationId xmlns:a16="http://schemas.microsoft.com/office/drawing/2014/main" id="{94572258-F916-49B8-B5EA-8D3E0A1BDE9E}"/>
              </a:ext>
            </a:extLst>
          </p:cNvPr>
          <p:cNvSpPr>
            <a:spLocks noGrp="1"/>
          </p:cNvSpPr>
          <p:nvPr/>
        </p:nvSpPr>
        <p:spPr>
          <a:xfrm>
            <a:off x="250974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1" name="菱形 130">
            <a:extLst>
              <a:ext uri="{FF2B5EF4-FFF2-40B4-BE49-F238E27FC236}">
                <a16:creationId xmlns:a16="http://schemas.microsoft.com/office/drawing/2014/main" id="{871A7D1D-E585-4ACB-899D-CFCE996A463D}"/>
              </a:ext>
            </a:extLst>
          </p:cNvPr>
          <p:cNvSpPr>
            <a:spLocks noGrp="1"/>
          </p:cNvSpPr>
          <p:nvPr/>
        </p:nvSpPr>
        <p:spPr>
          <a:xfrm>
            <a:off x="268464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B8EFD7B9-F32D-4EF7-A9DA-EF84D3A0F381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86D07D46-0491-4AA4-A051-829B4E26F634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DFDF4C63-E247-4902-BE26-7C10AC24131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9E14E0A8-348A-4520-9EE2-713F1F243F3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D2CB769A-0E38-4D9E-9F7A-EE5A63159DE7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6A69CD36-37CD-4CC1-A257-8ADA9ECB913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D1D9C216-3421-46B1-937A-D3EC71C82AF5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3DCC4219-7726-40A9-93DE-0E2906D076F8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BC4E762D-03F9-440F-BAC9-BB1611C0C2F4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A304418C-B468-4C79-810F-EEED508897BF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86E87FFA-C2F0-4849-8D5B-F4B67393D28E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B7ABB89B-83DB-4626-AA04-5C0A31FA53A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B45059A0-9247-4CED-9126-9D27359DFD2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D0DEB9F3-E5C0-4DFF-8851-E89C4F2D6F3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11106F52-29B1-4C4C-B5B5-953F825C671F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FBAFFA76-F6C7-4FA4-B75A-C834741F0D60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386DCBFD-0187-4EC2-AF6F-4742DF902B7E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6A11CAF6-4560-4A48-9E4F-30CA31A76261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1D6CB523-1FD1-4ECF-ABCE-E9D51F6EE0B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FAE5E23A-A5AD-4D79-A688-F790CD937C1D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2" name="菱形 151">
            <a:extLst>
              <a:ext uri="{FF2B5EF4-FFF2-40B4-BE49-F238E27FC236}">
                <a16:creationId xmlns:a16="http://schemas.microsoft.com/office/drawing/2014/main" id="{B197FA40-9169-428B-B90B-F5FAECD25D4F}"/>
              </a:ext>
            </a:extLst>
          </p:cNvPr>
          <p:cNvSpPr>
            <a:spLocks noGrp="1"/>
          </p:cNvSpPr>
          <p:nvPr/>
        </p:nvSpPr>
        <p:spPr>
          <a:xfrm>
            <a:off x="249327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3" name="菱形 152">
            <a:extLst>
              <a:ext uri="{FF2B5EF4-FFF2-40B4-BE49-F238E27FC236}">
                <a16:creationId xmlns:a16="http://schemas.microsoft.com/office/drawing/2014/main" id="{C8FD6093-9D4B-427E-9EC8-A0BE1F74A02F}"/>
              </a:ext>
            </a:extLst>
          </p:cNvPr>
          <p:cNvSpPr>
            <a:spLocks noGrp="1"/>
          </p:cNvSpPr>
          <p:nvPr/>
        </p:nvSpPr>
        <p:spPr>
          <a:xfrm>
            <a:off x="2403935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4" name="菱形 153">
            <a:extLst>
              <a:ext uri="{FF2B5EF4-FFF2-40B4-BE49-F238E27FC236}">
                <a16:creationId xmlns:a16="http://schemas.microsoft.com/office/drawing/2014/main" id="{2A2ADCD2-AA63-4C97-BB94-A0D1B53B371D}"/>
              </a:ext>
            </a:extLst>
          </p:cNvPr>
          <p:cNvSpPr>
            <a:spLocks noGrp="1"/>
          </p:cNvSpPr>
          <p:nvPr/>
        </p:nvSpPr>
        <p:spPr>
          <a:xfrm>
            <a:off x="2464876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5" name="菱形 154">
            <a:extLst>
              <a:ext uri="{FF2B5EF4-FFF2-40B4-BE49-F238E27FC236}">
                <a16:creationId xmlns:a16="http://schemas.microsoft.com/office/drawing/2014/main" id="{FAE6F9AB-0503-4252-BCD8-56965E97012C}"/>
              </a:ext>
            </a:extLst>
          </p:cNvPr>
          <p:cNvSpPr>
            <a:spLocks noGrp="1"/>
          </p:cNvSpPr>
          <p:nvPr/>
        </p:nvSpPr>
        <p:spPr>
          <a:xfrm>
            <a:off x="251422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6" name="菱形 155">
            <a:extLst>
              <a:ext uri="{FF2B5EF4-FFF2-40B4-BE49-F238E27FC236}">
                <a16:creationId xmlns:a16="http://schemas.microsoft.com/office/drawing/2014/main" id="{33B235CC-5383-469F-9B88-5CE33FA5C24D}"/>
              </a:ext>
            </a:extLst>
          </p:cNvPr>
          <p:cNvSpPr>
            <a:spLocks noGrp="1"/>
          </p:cNvSpPr>
          <p:nvPr/>
        </p:nvSpPr>
        <p:spPr>
          <a:xfrm>
            <a:off x="2581679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7" name="菱形 156">
            <a:extLst>
              <a:ext uri="{FF2B5EF4-FFF2-40B4-BE49-F238E27FC236}">
                <a16:creationId xmlns:a16="http://schemas.microsoft.com/office/drawing/2014/main" id="{33CDAD3A-F95A-4945-BEEA-766FAB140784}"/>
              </a:ext>
            </a:extLst>
          </p:cNvPr>
          <p:cNvSpPr>
            <a:spLocks noGrp="1"/>
          </p:cNvSpPr>
          <p:nvPr/>
        </p:nvSpPr>
        <p:spPr>
          <a:xfrm>
            <a:off x="2572003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8" name="菱形 157">
            <a:extLst>
              <a:ext uri="{FF2B5EF4-FFF2-40B4-BE49-F238E27FC236}">
                <a16:creationId xmlns:a16="http://schemas.microsoft.com/office/drawing/2014/main" id="{CFF47FC5-D532-40D9-81E3-1D5E90CCD6A0}"/>
              </a:ext>
            </a:extLst>
          </p:cNvPr>
          <p:cNvSpPr>
            <a:spLocks noGrp="1"/>
          </p:cNvSpPr>
          <p:nvPr/>
        </p:nvSpPr>
        <p:spPr>
          <a:xfrm>
            <a:off x="2675905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9" name="菱形 158">
            <a:extLst>
              <a:ext uri="{FF2B5EF4-FFF2-40B4-BE49-F238E27FC236}">
                <a16:creationId xmlns:a16="http://schemas.microsoft.com/office/drawing/2014/main" id="{ABA7DC16-CA7C-41DA-BE14-33F5669C0680}"/>
              </a:ext>
            </a:extLst>
          </p:cNvPr>
          <p:cNvSpPr>
            <a:spLocks noGrp="1"/>
          </p:cNvSpPr>
          <p:nvPr/>
        </p:nvSpPr>
        <p:spPr>
          <a:xfrm>
            <a:off x="2590520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0" name="菱形 159">
            <a:extLst>
              <a:ext uri="{FF2B5EF4-FFF2-40B4-BE49-F238E27FC236}">
                <a16:creationId xmlns:a16="http://schemas.microsoft.com/office/drawing/2014/main" id="{78DF1721-C4C2-47E8-A2B3-EA0AEF67132A}"/>
              </a:ext>
            </a:extLst>
          </p:cNvPr>
          <p:cNvSpPr>
            <a:spLocks noGrp="1"/>
          </p:cNvSpPr>
          <p:nvPr/>
        </p:nvSpPr>
        <p:spPr>
          <a:xfrm>
            <a:off x="231483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1" name="菱形 160">
            <a:extLst>
              <a:ext uri="{FF2B5EF4-FFF2-40B4-BE49-F238E27FC236}">
                <a16:creationId xmlns:a16="http://schemas.microsoft.com/office/drawing/2014/main" id="{66844C84-76CD-440E-8738-298EF05DBEC5}"/>
              </a:ext>
            </a:extLst>
          </p:cNvPr>
          <p:cNvSpPr>
            <a:spLocks noGrp="1"/>
          </p:cNvSpPr>
          <p:nvPr/>
        </p:nvSpPr>
        <p:spPr>
          <a:xfrm>
            <a:off x="233387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2" name="菱形 161">
            <a:extLst>
              <a:ext uri="{FF2B5EF4-FFF2-40B4-BE49-F238E27FC236}">
                <a16:creationId xmlns:a16="http://schemas.microsoft.com/office/drawing/2014/main" id="{8357B022-8916-410C-A8F5-3098C171B694}"/>
              </a:ext>
            </a:extLst>
          </p:cNvPr>
          <p:cNvSpPr>
            <a:spLocks noGrp="1"/>
          </p:cNvSpPr>
          <p:nvPr/>
        </p:nvSpPr>
        <p:spPr>
          <a:xfrm>
            <a:off x="2614457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3" name="菱形 162">
            <a:extLst>
              <a:ext uri="{FF2B5EF4-FFF2-40B4-BE49-F238E27FC236}">
                <a16:creationId xmlns:a16="http://schemas.microsoft.com/office/drawing/2014/main" id="{4BDBA6FF-3098-48C6-829D-F09771CC510C}"/>
              </a:ext>
            </a:extLst>
          </p:cNvPr>
          <p:cNvSpPr>
            <a:spLocks noGrp="1"/>
          </p:cNvSpPr>
          <p:nvPr/>
        </p:nvSpPr>
        <p:spPr>
          <a:xfrm>
            <a:off x="2331914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4" name="菱形 163">
            <a:extLst>
              <a:ext uri="{FF2B5EF4-FFF2-40B4-BE49-F238E27FC236}">
                <a16:creationId xmlns:a16="http://schemas.microsoft.com/office/drawing/2014/main" id="{C9C04995-3709-4EE8-8EC7-BAC054219E99}"/>
              </a:ext>
            </a:extLst>
          </p:cNvPr>
          <p:cNvSpPr>
            <a:spLocks noGrp="1"/>
          </p:cNvSpPr>
          <p:nvPr/>
        </p:nvSpPr>
        <p:spPr>
          <a:xfrm>
            <a:off x="2576363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5" name="菱形 164">
            <a:extLst>
              <a:ext uri="{FF2B5EF4-FFF2-40B4-BE49-F238E27FC236}">
                <a16:creationId xmlns:a16="http://schemas.microsoft.com/office/drawing/2014/main" id="{8CFDA0DE-1008-4E7A-9C55-DC4CD4F85BED}"/>
              </a:ext>
            </a:extLst>
          </p:cNvPr>
          <p:cNvSpPr>
            <a:spLocks noGrp="1"/>
          </p:cNvSpPr>
          <p:nvPr/>
        </p:nvSpPr>
        <p:spPr>
          <a:xfrm>
            <a:off x="2303632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6" name="菱形 165">
            <a:extLst>
              <a:ext uri="{FF2B5EF4-FFF2-40B4-BE49-F238E27FC236}">
                <a16:creationId xmlns:a16="http://schemas.microsoft.com/office/drawing/2014/main" id="{C7739F13-B767-4A5D-90F1-7D23096239F5}"/>
              </a:ext>
            </a:extLst>
          </p:cNvPr>
          <p:cNvSpPr>
            <a:spLocks noGrp="1"/>
          </p:cNvSpPr>
          <p:nvPr/>
        </p:nvSpPr>
        <p:spPr>
          <a:xfrm>
            <a:off x="2303617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7" name="菱形 166">
            <a:extLst>
              <a:ext uri="{FF2B5EF4-FFF2-40B4-BE49-F238E27FC236}">
                <a16:creationId xmlns:a16="http://schemas.microsoft.com/office/drawing/2014/main" id="{43B9EBA6-7215-47B8-91AD-08D3A6031DA9}"/>
              </a:ext>
            </a:extLst>
          </p:cNvPr>
          <p:cNvSpPr>
            <a:spLocks noGrp="1"/>
          </p:cNvSpPr>
          <p:nvPr/>
        </p:nvSpPr>
        <p:spPr>
          <a:xfrm>
            <a:off x="238264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8" name="菱形 167">
            <a:extLst>
              <a:ext uri="{FF2B5EF4-FFF2-40B4-BE49-F238E27FC236}">
                <a16:creationId xmlns:a16="http://schemas.microsoft.com/office/drawing/2014/main" id="{3E71D055-D021-4569-98B7-D36BF62CC6B1}"/>
              </a:ext>
            </a:extLst>
          </p:cNvPr>
          <p:cNvSpPr>
            <a:spLocks noGrp="1"/>
          </p:cNvSpPr>
          <p:nvPr/>
        </p:nvSpPr>
        <p:spPr>
          <a:xfrm>
            <a:off x="2340934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9" name="菱形 168">
            <a:extLst>
              <a:ext uri="{FF2B5EF4-FFF2-40B4-BE49-F238E27FC236}">
                <a16:creationId xmlns:a16="http://schemas.microsoft.com/office/drawing/2014/main" id="{41E9938B-6B0B-4E83-B788-D222B4C85CBA}"/>
              </a:ext>
            </a:extLst>
          </p:cNvPr>
          <p:cNvSpPr>
            <a:spLocks noGrp="1"/>
          </p:cNvSpPr>
          <p:nvPr/>
        </p:nvSpPr>
        <p:spPr>
          <a:xfrm>
            <a:off x="2482750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0" name="菱形 169">
            <a:extLst>
              <a:ext uri="{FF2B5EF4-FFF2-40B4-BE49-F238E27FC236}">
                <a16:creationId xmlns:a16="http://schemas.microsoft.com/office/drawing/2014/main" id="{F2456FF4-4D53-4A48-AE8F-E6DFED00421B}"/>
              </a:ext>
            </a:extLst>
          </p:cNvPr>
          <p:cNvSpPr>
            <a:spLocks noGrp="1"/>
          </p:cNvSpPr>
          <p:nvPr/>
        </p:nvSpPr>
        <p:spPr>
          <a:xfrm>
            <a:off x="250974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1" name="菱形 170">
            <a:extLst>
              <a:ext uri="{FF2B5EF4-FFF2-40B4-BE49-F238E27FC236}">
                <a16:creationId xmlns:a16="http://schemas.microsoft.com/office/drawing/2014/main" id="{2CA9BEB5-6D3D-4EFA-BB54-8FB6BAA3EFBC}"/>
              </a:ext>
            </a:extLst>
          </p:cNvPr>
          <p:cNvSpPr>
            <a:spLocks noGrp="1"/>
          </p:cNvSpPr>
          <p:nvPr/>
        </p:nvSpPr>
        <p:spPr>
          <a:xfrm>
            <a:off x="268464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E7924E2C-6F95-4A60-828C-465023DA0CE9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1115CBF3-C59F-40EF-95C1-B34E606A9950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AC45C0CA-9C8E-4942-BAD8-E327F2EF9EAD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76140BF6-F243-4F9B-ACB6-EA14B89485EF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5828D22C-F8F3-4B48-BF9B-855E2A7B90DB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B89A3CF5-F6F6-480F-A40E-04583B2465AD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03B42682-FDD0-42EE-8361-C659DC3A9DAE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6D9897A0-C1C7-4859-864F-33AB96B99360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45D2F9DC-99A9-4719-B96A-02A363FC75B9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9E1D6BA2-51CD-492F-BD44-600D686A2E3F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8D67F794-CA87-4E08-9157-EDACFC5BFA43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02FA493D-EA3A-4EBE-A01C-A2622BAC4F7C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AFFB58CE-81EF-4FF3-9AF3-717D19DEA32B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DA7704A8-A461-4BD6-A4A2-A1C7EE594737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87437425-97C3-4B41-BF28-1CA6B25E7FB8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5CA4AD9C-A1FC-4D92-AD52-FB14C93DDE75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D6BC1B8E-EF58-4937-A4F8-C1EE6DCE147C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D5D53B20-25EE-4E61-A4A2-50E7937D5507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D138E64F-0301-4AE1-92EA-39BE4F6E5018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B26AABA1-37E0-4CBD-8E92-849F4A64C9BE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2" name="菱形 191">
            <a:extLst>
              <a:ext uri="{FF2B5EF4-FFF2-40B4-BE49-F238E27FC236}">
                <a16:creationId xmlns:a16="http://schemas.microsoft.com/office/drawing/2014/main" id="{CBC1EB9C-0402-42D8-9726-72890255438D}"/>
              </a:ext>
            </a:extLst>
          </p:cNvPr>
          <p:cNvSpPr>
            <a:spLocks noGrp="1"/>
          </p:cNvSpPr>
          <p:nvPr/>
        </p:nvSpPr>
        <p:spPr>
          <a:xfrm>
            <a:off x="2935078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3" name="菱形 192">
            <a:extLst>
              <a:ext uri="{FF2B5EF4-FFF2-40B4-BE49-F238E27FC236}">
                <a16:creationId xmlns:a16="http://schemas.microsoft.com/office/drawing/2014/main" id="{15EA1ADB-ACE5-4CAD-B057-24690DB8563C}"/>
              </a:ext>
            </a:extLst>
          </p:cNvPr>
          <p:cNvSpPr>
            <a:spLocks noGrp="1"/>
          </p:cNvSpPr>
          <p:nvPr/>
        </p:nvSpPr>
        <p:spPr>
          <a:xfrm>
            <a:off x="284573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4" name="菱形 193">
            <a:extLst>
              <a:ext uri="{FF2B5EF4-FFF2-40B4-BE49-F238E27FC236}">
                <a16:creationId xmlns:a16="http://schemas.microsoft.com/office/drawing/2014/main" id="{82182A8C-D058-43E6-A621-0D99E0635144}"/>
              </a:ext>
            </a:extLst>
          </p:cNvPr>
          <p:cNvSpPr>
            <a:spLocks noGrp="1"/>
          </p:cNvSpPr>
          <p:nvPr/>
        </p:nvSpPr>
        <p:spPr>
          <a:xfrm>
            <a:off x="2906676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5" name="菱形 194">
            <a:extLst>
              <a:ext uri="{FF2B5EF4-FFF2-40B4-BE49-F238E27FC236}">
                <a16:creationId xmlns:a16="http://schemas.microsoft.com/office/drawing/2014/main" id="{16AAE2F0-9FC6-4CC6-B12D-51A2F221203D}"/>
              </a:ext>
            </a:extLst>
          </p:cNvPr>
          <p:cNvSpPr>
            <a:spLocks noGrp="1"/>
          </p:cNvSpPr>
          <p:nvPr/>
        </p:nvSpPr>
        <p:spPr>
          <a:xfrm>
            <a:off x="2956028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6" name="菱形 195">
            <a:extLst>
              <a:ext uri="{FF2B5EF4-FFF2-40B4-BE49-F238E27FC236}">
                <a16:creationId xmlns:a16="http://schemas.microsoft.com/office/drawing/2014/main" id="{9C9B662D-098E-4EE8-8D26-E317D4B90719}"/>
              </a:ext>
            </a:extLst>
          </p:cNvPr>
          <p:cNvSpPr>
            <a:spLocks noGrp="1"/>
          </p:cNvSpPr>
          <p:nvPr/>
        </p:nvSpPr>
        <p:spPr>
          <a:xfrm>
            <a:off x="302348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7" name="菱形 196">
            <a:extLst>
              <a:ext uri="{FF2B5EF4-FFF2-40B4-BE49-F238E27FC236}">
                <a16:creationId xmlns:a16="http://schemas.microsoft.com/office/drawing/2014/main" id="{EE3FD06F-68E8-4131-B57C-6A7FE3FD0F52}"/>
              </a:ext>
            </a:extLst>
          </p:cNvPr>
          <p:cNvSpPr>
            <a:spLocks noGrp="1"/>
          </p:cNvSpPr>
          <p:nvPr/>
        </p:nvSpPr>
        <p:spPr>
          <a:xfrm>
            <a:off x="3013803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8" name="菱形 197">
            <a:extLst>
              <a:ext uri="{FF2B5EF4-FFF2-40B4-BE49-F238E27FC236}">
                <a16:creationId xmlns:a16="http://schemas.microsoft.com/office/drawing/2014/main" id="{D0E0DDEB-7AC7-437D-8712-AF9E15E6BBE6}"/>
              </a:ext>
            </a:extLst>
          </p:cNvPr>
          <p:cNvSpPr>
            <a:spLocks noGrp="1"/>
          </p:cNvSpPr>
          <p:nvPr/>
        </p:nvSpPr>
        <p:spPr>
          <a:xfrm>
            <a:off x="311770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9" name="菱形 198">
            <a:extLst>
              <a:ext uri="{FF2B5EF4-FFF2-40B4-BE49-F238E27FC236}">
                <a16:creationId xmlns:a16="http://schemas.microsoft.com/office/drawing/2014/main" id="{D40991D9-98DA-4E34-9620-0B640C0ED0FB}"/>
              </a:ext>
            </a:extLst>
          </p:cNvPr>
          <p:cNvSpPr>
            <a:spLocks noGrp="1"/>
          </p:cNvSpPr>
          <p:nvPr/>
        </p:nvSpPr>
        <p:spPr>
          <a:xfrm>
            <a:off x="303232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0" name="菱形 199">
            <a:extLst>
              <a:ext uri="{FF2B5EF4-FFF2-40B4-BE49-F238E27FC236}">
                <a16:creationId xmlns:a16="http://schemas.microsoft.com/office/drawing/2014/main" id="{CD1E36FE-8C72-4F88-BC26-88C0C1B062B2}"/>
              </a:ext>
            </a:extLst>
          </p:cNvPr>
          <p:cNvSpPr>
            <a:spLocks noGrp="1"/>
          </p:cNvSpPr>
          <p:nvPr/>
        </p:nvSpPr>
        <p:spPr>
          <a:xfrm>
            <a:off x="275663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B42D7BAA-B90F-426B-AA5F-7A1A6F3DD4D2}"/>
              </a:ext>
            </a:extLst>
          </p:cNvPr>
          <p:cNvSpPr>
            <a:spLocks noGrp="1"/>
          </p:cNvSpPr>
          <p:nvPr/>
        </p:nvSpPr>
        <p:spPr>
          <a:xfrm>
            <a:off x="277567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2" name="菱形 201">
            <a:extLst>
              <a:ext uri="{FF2B5EF4-FFF2-40B4-BE49-F238E27FC236}">
                <a16:creationId xmlns:a16="http://schemas.microsoft.com/office/drawing/2014/main" id="{8E17B4DB-39E3-49FC-B7C4-3B63726A2347}"/>
              </a:ext>
            </a:extLst>
          </p:cNvPr>
          <p:cNvSpPr>
            <a:spLocks noGrp="1"/>
          </p:cNvSpPr>
          <p:nvPr/>
        </p:nvSpPr>
        <p:spPr>
          <a:xfrm>
            <a:off x="3056257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3" name="菱形 202">
            <a:extLst>
              <a:ext uri="{FF2B5EF4-FFF2-40B4-BE49-F238E27FC236}">
                <a16:creationId xmlns:a16="http://schemas.microsoft.com/office/drawing/2014/main" id="{BB36F922-3EA8-4614-A75E-FCDE2010DFFA}"/>
              </a:ext>
            </a:extLst>
          </p:cNvPr>
          <p:cNvSpPr>
            <a:spLocks noGrp="1"/>
          </p:cNvSpPr>
          <p:nvPr/>
        </p:nvSpPr>
        <p:spPr>
          <a:xfrm>
            <a:off x="277371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4" name="菱形 203">
            <a:extLst>
              <a:ext uri="{FF2B5EF4-FFF2-40B4-BE49-F238E27FC236}">
                <a16:creationId xmlns:a16="http://schemas.microsoft.com/office/drawing/2014/main" id="{011EB816-62C4-4016-AC0A-3A849B2145D6}"/>
              </a:ext>
            </a:extLst>
          </p:cNvPr>
          <p:cNvSpPr>
            <a:spLocks noGrp="1"/>
          </p:cNvSpPr>
          <p:nvPr/>
        </p:nvSpPr>
        <p:spPr>
          <a:xfrm>
            <a:off x="3018164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5" name="菱形 204">
            <a:extLst>
              <a:ext uri="{FF2B5EF4-FFF2-40B4-BE49-F238E27FC236}">
                <a16:creationId xmlns:a16="http://schemas.microsoft.com/office/drawing/2014/main" id="{FB94FF70-1B99-4213-B39B-EDF08FE79429}"/>
              </a:ext>
            </a:extLst>
          </p:cNvPr>
          <p:cNvSpPr>
            <a:spLocks noGrp="1"/>
          </p:cNvSpPr>
          <p:nvPr/>
        </p:nvSpPr>
        <p:spPr>
          <a:xfrm>
            <a:off x="2745432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FB28D45D-46EC-4FBD-9715-B08E82FAEA57}"/>
              </a:ext>
            </a:extLst>
          </p:cNvPr>
          <p:cNvSpPr>
            <a:spLocks noGrp="1"/>
          </p:cNvSpPr>
          <p:nvPr/>
        </p:nvSpPr>
        <p:spPr>
          <a:xfrm>
            <a:off x="2745417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7" name="菱形 206">
            <a:extLst>
              <a:ext uri="{FF2B5EF4-FFF2-40B4-BE49-F238E27FC236}">
                <a16:creationId xmlns:a16="http://schemas.microsoft.com/office/drawing/2014/main" id="{67406D92-0C48-486D-B224-2669AFE5554D}"/>
              </a:ext>
            </a:extLst>
          </p:cNvPr>
          <p:cNvSpPr>
            <a:spLocks noGrp="1"/>
          </p:cNvSpPr>
          <p:nvPr/>
        </p:nvSpPr>
        <p:spPr>
          <a:xfrm>
            <a:off x="282444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8" name="菱形 207">
            <a:extLst>
              <a:ext uri="{FF2B5EF4-FFF2-40B4-BE49-F238E27FC236}">
                <a16:creationId xmlns:a16="http://schemas.microsoft.com/office/drawing/2014/main" id="{35D6A1CB-B8CF-46CC-AE93-6BF63FB6DBA6}"/>
              </a:ext>
            </a:extLst>
          </p:cNvPr>
          <p:cNvSpPr>
            <a:spLocks noGrp="1"/>
          </p:cNvSpPr>
          <p:nvPr/>
        </p:nvSpPr>
        <p:spPr>
          <a:xfrm>
            <a:off x="2782734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9" name="菱形 208">
            <a:extLst>
              <a:ext uri="{FF2B5EF4-FFF2-40B4-BE49-F238E27FC236}">
                <a16:creationId xmlns:a16="http://schemas.microsoft.com/office/drawing/2014/main" id="{0C811E9F-0F55-48FC-9613-736F1379D0E4}"/>
              </a:ext>
            </a:extLst>
          </p:cNvPr>
          <p:cNvSpPr>
            <a:spLocks noGrp="1"/>
          </p:cNvSpPr>
          <p:nvPr/>
        </p:nvSpPr>
        <p:spPr>
          <a:xfrm>
            <a:off x="292455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0" name="菱形 209">
            <a:extLst>
              <a:ext uri="{FF2B5EF4-FFF2-40B4-BE49-F238E27FC236}">
                <a16:creationId xmlns:a16="http://schemas.microsoft.com/office/drawing/2014/main" id="{29A28937-BF2E-42FF-B329-F9C0850DB7C6}"/>
              </a:ext>
            </a:extLst>
          </p:cNvPr>
          <p:cNvSpPr>
            <a:spLocks noGrp="1"/>
          </p:cNvSpPr>
          <p:nvPr/>
        </p:nvSpPr>
        <p:spPr>
          <a:xfrm>
            <a:off x="2951549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103A6FA1-116D-4DD4-9FE4-8DE0559170CF}"/>
              </a:ext>
            </a:extLst>
          </p:cNvPr>
          <p:cNvSpPr>
            <a:spLocks noGrp="1"/>
          </p:cNvSpPr>
          <p:nvPr/>
        </p:nvSpPr>
        <p:spPr>
          <a:xfrm>
            <a:off x="312644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CBB295BF-EE18-41F2-903A-CDC7E182A3B7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9FBA47E7-1F64-4C3B-A88C-7FD3C0ED36F4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72B5675A-0972-4B8A-80BA-9B92A81F7426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F7E2D726-0E8E-43ED-8BE5-82B5731D239E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A8C8406D-CA52-4661-8C82-4DC14E8BB87F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FD32D4E6-22AB-4ECF-A4CD-23D5BFD2BC33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84BB1338-672E-41FD-A2EA-981BC69942EB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56AC2A0F-D808-47B6-BD64-D77AC1B9AEE9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433ED82E-0F9C-4C87-B211-D286C5FEC8AE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FBB19BD6-ED3A-4ACF-A21A-027F389581C0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2102C511-3F77-4238-9356-9FEEB263B30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BDFFE91C-641A-409F-A4DE-4599643A7AB7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1F356F03-9CB4-4F68-833F-2E48081880B2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AF6E3EAB-3C0F-430F-B563-4B43CE560881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C48D8DC8-7BC7-4A82-A751-CE6EDF9E0308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2908046A-1654-40E3-87A5-8BD2B79FDF16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B28A0D7C-4517-4D76-B1A5-D8DEDC5AB79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9" name="椭圆 228">
            <a:extLst>
              <a:ext uri="{FF2B5EF4-FFF2-40B4-BE49-F238E27FC236}">
                <a16:creationId xmlns:a16="http://schemas.microsoft.com/office/drawing/2014/main" id="{95DC0A41-37F9-45FD-9FD9-43A30F97619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514A8551-7469-4F5D-B601-390875F98733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514275B9-06F4-48CF-9D09-779BA4A9A652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2" name="菱形 231">
            <a:extLst>
              <a:ext uri="{FF2B5EF4-FFF2-40B4-BE49-F238E27FC236}">
                <a16:creationId xmlns:a16="http://schemas.microsoft.com/office/drawing/2014/main" id="{ED516924-B5EC-4888-822A-A1C2F99C9C90}"/>
              </a:ext>
            </a:extLst>
          </p:cNvPr>
          <p:cNvSpPr>
            <a:spLocks noGrp="1"/>
          </p:cNvSpPr>
          <p:nvPr/>
        </p:nvSpPr>
        <p:spPr>
          <a:xfrm>
            <a:off x="2935078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3" name="菱形 232">
            <a:extLst>
              <a:ext uri="{FF2B5EF4-FFF2-40B4-BE49-F238E27FC236}">
                <a16:creationId xmlns:a16="http://schemas.microsoft.com/office/drawing/2014/main" id="{3B19F344-6498-43B7-83AB-71C5440823C2}"/>
              </a:ext>
            </a:extLst>
          </p:cNvPr>
          <p:cNvSpPr>
            <a:spLocks noGrp="1"/>
          </p:cNvSpPr>
          <p:nvPr/>
        </p:nvSpPr>
        <p:spPr>
          <a:xfrm>
            <a:off x="284573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ACCB8FEE-34AC-41E4-8F89-15BD4B6BDA19}"/>
              </a:ext>
            </a:extLst>
          </p:cNvPr>
          <p:cNvSpPr>
            <a:spLocks noGrp="1"/>
          </p:cNvSpPr>
          <p:nvPr/>
        </p:nvSpPr>
        <p:spPr>
          <a:xfrm>
            <a:off x="2906676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5" name="菱形 234">
            <a:extLst>
              <a:ext uri="{FF2B5EF4-FFF2-40B4-BE49-F238E27FC236}">
                <a16:creationId xmlns:a16="http://schemas.microsoft.com/office/drawing/2014/main" id="{5718392C-1409-4099-8439-6BBDAE773952}"/>
              </a:ext>
            </a:extLst>
          </p:cNvPr>
          <p:cNvSpPr>
            <a:spLocks noGrp="1"/>
          </p:cNvSpPr>
          <p:nvPr/>
        </p:nvSpPr>
        <p:spPr>
          <a:xfrm>
            <a:off x="2956028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4A8547BB-6048-45B5-A878-7F209AF90441}"/>
              </a:ext>
            </a:extLst>
          </p:cNvPr>
          <p:cNvSpPr>
            <a:spLocks noGrp="1"/>
          </p:cNvSpPr>
          <p:nvPr/>
        </p:nvSpPr>
        <p:spPr>
          <a:xfrm>
            <a:off x="302348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66D4D99C-96FF-42B3-8236-774A26468D4E}"/>
              </a:ext>
            </a:extLst>
          </p:cNvPr>
          <p:cNvSpPr>
            <a:spLocks noGrp="1"/>
          </p:cNvSpPr>
          <p:nvPr/>
        </p:nvSpPr>
        <p:spPr>
          <a:xfrm>
            <a:off x="3013803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8" name="菱形 237">
            <a:extLst>
              <a:ext uri="{FF2B5EF4-FFF2-40B4-BE49-F238E27FC236}">
                <a16:creationId xmlns:a16="http://schemas.microsoft.com/office/drawing/2014/main" id="{0D5AA1D4-816F-4AC2-902E-326142E9F3D0}"/>
              </a:ext>
            </a:extLst>
          </p:cNvPr>
          <p:cNvSpPr>
            <a:spLocks noGrp="1"/>
          </p:cNvSpPr>
          <p:nvPr/>
        </p:nvSpPr>
        <p:spPr>
          <a:xfrm>
            <a:off x="311770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9" name="菱形 238">
            <a:extLst>
              <a:ext uri="{FF2B5EF4-FFF2-40B4-BE49-F238E27FC236}">
                <a16:creationId xmlns:a16="http://schemas.microsoft.com/office/drawing/2014/main" id="{2FA4299B-C8F1-4CA7-9B67-4D932EDBABB4}"/>
              </a:ext>
            </a:extLst>
          </p:cNvPr>
          <p:cNvSpPr>
            <a:spLocks noGrp="1"/>
          </p:cNvSpPr>
          <p:nvPr/>
        </p:nvSpPr>
        <p:spPr>
          <a:xfrm>
            <a:off x="303232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33195BA4-EF31-4B97-8763-44058F4486E3}"/>
              </a:ext>
            </a:extLst>
          </p:cNvPr>
          <p:cNvSpPr>
            <a:spLocks noGrp="1"/>
          </p:cNvSpPr>
          <p:nvPr/>
        </p:nvSpPr>
        <p:spPr>
          <a:xfrm>
            <a:off x="275663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8D7A215A-1ED9-46F4-8472-50B392160F8A}"/>
              </a:ext>
            </a:extLst>
          </p:cNvPr>
          <p:cNvSpPr>
            <a:spLocks noGrp="1"/>
          </p:cNvSpPr>
          <p:nvPr/>
        </p:nvSpPr>
        <p:spPr>
          <a:xfrm>
            <a:off x="277567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2" name="菱形 241">
            <a:extLst>
              <a:ext uri="{FF2B5EF4-FFF2-40B4-BE49-F238E27FC236}">
                <a16:creationId xmlns:a16="http://schemas.microsoft.com/office/drawing/2014/main" id="{53F1CA85-5DC7-4864-8D8D-65E2760D5AB7}"/>
              </a:ext>
            </a:extLst>
          </p:cNvPr>
          <p:cNvSpPr>
            <a:spLocks noGrp="1"/>
          </p:cNvSpPr>
          <p:nvPr/>
        </p:nvSpPr>
        <p:spPr>
          <a:xfrm>
            <a:off x="3056257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3" name="菱形 242">
            <a:extLst>
              <a:ext uri="{FF2B5EF4-FFF2-40B4-BE49-F238E27FC236}">
                <a16:creationId xmlns:a16="http://schemas.microsoft.com/office/drawing/2014/main" id="{38742565-6078-4B6A-8C1E-6A409FF83950}"/>
              </a:ext>
            </a:extLst>
          </p:cNvPr>
          <p:cNvSpPr>
            <a:spLocks noGrp="1"/>
          </p:cNvSpPr>
          <p:nvPr/>
        </p:nvSpPr>
        <p:spPr>
          <a:xfrm>
            <a:off x="277371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86EE6014-0724-4902-9347-06A9E32DB8E5}"/>
              </a:ext>
            </a:extLst>
          </p:cNvPr>
          <p:cNvSpPr>
            <a:spLocks noGrp="1"/>
          </p:cNvSpPr>
          <p:nvPr/>
        </p:nvSpPr>
        <p:spPr>
          <a:xfrm>
            <a:off x="3018164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5" name="菱形 244">
            <a:extLst>
              <a:ext uri="{FF2B5EF4-FFF2-40B4-BE49-F238E27FC236}">
                <a16:creationId xmlns:a16="http://schemas.microsoft.com/office/drawing/2014/main" id="{FCAABE34-12EC-4C07-AF1F-BDE1C91D6D82}"/>
              </a:ext>
            </a:extLst>
          </p:cNvPr>
          <p:cNvSpPr>
            <a:spLocks noGrp="1"/>
          </p:cNvSpPr>
          <p:nvPr/>
        </p:nvSpPr>
        <p:spPr>
          <a:xfrm>
            <a:off x="2745432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6" name="菱形 245">
            <a:extLst>
              <a:ext uri="{FF2B5EF4-FFF2-40B4-BE49-F238E27FC236}">
                <a16:creationId xmlns:a16="http://schemas.microsoft.com/office/drawing/2014/main" id="{A70D5CF3-A5ED-4032-A5BC-813AF6DB023A}"/>
              </a:ext>
            </a:extLst>
          </p:cNvPr>
          <p:cNvSpPr>
            <a:spLocks noGrp="1"/>
          </p:cNvSpPr>
          <p:nvPr/>
        </p:nvSpPr>
        <p:spPr>
          <a:xfrm>
            <a:off x="2745417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7" name="菱形 246">
            <a:extLst>
              <a:ext uri="{FF2B5EF4-FFF2-40B4-BE49-F238E27FC236}">
                <a16:creationId xmlns:a16="http://schemas.microsoft.com/office/drawing/2014/main" id="{F3813533-557F-46A4-AD8A-6EDE8A58FCE8}"/>
              </a:ext>
            </a:extLst>
          </p:cNvPr>
          <p:cNvSpPr>
            <a:spLocks noGrp="1"/>
          </p:cNvSpPr>
          <p:nvPr/>
        </p:nvSpPr>
        <p:spPr>
          <a:xfrm>
            <a:off x="282444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8" name="菱形 247">
            <a:extLst>
              <a:ext uri="{FF2B5EF4-FFF2-40B4-BE49-F238E27FC236}">
                <a16:creationId xmlns:a16="http://schemas.microsoft.com/office/drawing/2014/main" id="{10B07630-DF12-48AC-8D99-C5BF25ACC360}"/>
              </a:ext>
            </a:extLst>
          </p:cNvPr>
          <p:cNvSpPr>
            <a:spLocks noGrp="1"/>
          </p:cNvSpPr>
          <p:nvPr/>
        </p:nvSpPr>
        <p:spPr>
          <a:xfrm>
            <a:off x="2782734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9" name="菱形 248">
            <a:extLst>
              <a:ext uri="{FF2B5EF4-FFF2-40B4-BE49-F238E27FC236}">
                <a16:creationId xmlns:a16="http://schemas.microsoft.com/office/drawing/2014/main" id="{345CD121-2312-4429-ABF9-3A3EF87AD843}"/>
              </a:ext>
            </a:extLst>
          </p:cNvPr>
          <p:cNvSpPr>
            <a:spLocks noGrp="1"/>
          </p:cNvSpPr>
          <p:nvPr/>
        </p:nvSpPr>
        <p:spPr>
          <a:xfrm>
            <a:off x="292455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DFBFB6D9-2DC0-4B63-9690-1E591796C1B4}"/>
              </a:ext>
            </a:extLst>
          </p:cNvPr>
          <p:cNvSpPr>
            <a:spLocks noGrp="1"/>
          </p:cNvSpPr>
          <p:nvPr/>
        </p:nvSpPr>
        <p:spPr>
          <a:xfrm>
            <a:off x="2951549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18580DE7-35C9-4F57-BB51-B6AD06ADED70}"/>
              </a:ext>
            </a:extLst>
          </p:cNvPr>
          <p:cNvSpPr>
            <a:spLocks noGrp="1"/>
          </p:cNvSpPr>
          <p:nvPr/>
        </p:nvSpPr>
        <p:spPr>
          <a:xfrm>
            <a:off x="312644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18FA5F4E-63B4-439A-ACB0-039A3B3875A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C6CF8AC2-6878-472D-A483-DA9E877F377C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4" name="椭圆 253">
            <a:extLst>
              <a:ext uri="{FF2B5EF4-FFF2-40B4-BE49-F238E27FC236}">
                <a16:creationId xmlns:a16="http://schemas.microsoft.com/office/drawing/2014/main" id="{B4451E15-BEBE-4508-BA61-6ED4D4864CC3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A41B0253-7150-46AE-8083-437FB1D40E3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AE0C677E-F8A0-4C25-A93A-3E2BEA9C37C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A02FF08B-C66A-4232-8F0E-06CB2A94ADD7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1189785D-2ECD-480C-AB85-5311943430BA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850CA67F-B9FD-4B6E-BFA9-2D0563E15446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076EE7D6-4F2A-4FB9-B042-0E669E535562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D52D228B-814D-4BC5-82B6-FAAEECEC744B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2" name="椭圆 261">
            <a:extLst>
              <a:ext uri="{FF2B5EF4-FFF2-40B4-BE49-F238E27FC236}">
                <a16:creationId xmlns:a16="http://schemas.microsoft.com/office/drawing/2014/main" id="{6344BC37-CB82-477A-8706-D2C2CFA5F70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3" name="椭圆 262">
            <a:extLst>
              <a:ext uri="{FF2B5EF4-FFF2-40B4-BE49-F238E27FC236}">
                <a16:creationId xmlns:a16="http://schemas.microsoft.com/office/drawing/2014/main" id="{B3E7BAC2-EF2E-4100-A71F-2B47426F078A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A297DEE2-7418-4A76-BDE0-040FF939A9A9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3FEB3B29-C295-462E-9131-F91B18A7D78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6" name="椭圆 265">
            <a:extLst>
              <a:ext uri="{FF2B5EF4-FFF2-40B4-BE49-F238E27FC236}">
                <a16:creationId xmlns:a16="http://schemas.microsoft.com/office/drawing/2014/main" id="{69B49481-BE47-4BB8-B787-BAB23B4F8B53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624C9CDD-85D6-4F3A-9A98-AD090644FC6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8" name="椭圆 267">
            <a:extLst>
              <a:ext uri="{FF2B5EF4-FFF2-40B4-BE49-F238E27FC236}">
                <a16:creationId xmlns:a16="http://schemas.microsoft.com/office/drawing/2014/main" id="{F73DB53F-105A-43B5-ACDA-8A621D3DF7A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1930252F-4CF3-4BDB-9567-CDAD994AD63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5C459575-50AF-4714-B4C9-E7078D4FAA05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E3827A49-8246-4DCA-8461-6190EC287BC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2" name="菱形 271">
            <a:extLst>
              <a:ext uri="{FF2B5EF4-FFF2-40B4-BE49-F238E27FC236}">
                <a16:creationId xmlns:a16="http://schemas.microsoft.com/office/drawing/2014/main" id="{FD415219-3F21-4AB0-BC90-0DFF07206D88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95250" cy="95250"/>
          </a:xfrm>
          <a:prstGeom prst="diamond">
            <a:avLst/>
          </a:prstGeom>
          <a:solidFill>
            <a:srgbClr val="F28E2B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25189BB8-EBD4-4204-99B7-9244295F7B29}"/>
              </a:ext>
            </a:extLst>
          </p:cNvPr>
          <p:cNvSpPr>
            <a:spLocks noGrp="1"/>
          </p:cNvSpPr>
          <p:nvPr/>
        </p:nvSpPr>
        <p:spPr>
          <a:xfrm>
            <a:off x="1085850" y="1476375"/>
            <a:ext cx="1647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Preemption</a:t>
            </a:r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1003E28B-C904-48EE-9394-B5911F3409F3}"/>
              </a:ext>
            </a:extLst>
          </p:cNvPr>
          <p:cNvSpPr>
            <a:spLocks noGrp="1"/>
          </p:cNvSpPr>
          <p:nvPr/>
        </p:nvSpPr>
        <p:spPr>
          <a:xfrm>
            <a:off x="2952750" y="1619250"/>
            <a:ext cx="95250" cy="952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56E8B815-3D26-4798-BA64-634E0D55317F}"/>
              </a:ext>
            </a:extLst>
          </p:cNvPr>
          <p:cNvSpPr>
            <a:spLocks noGrp="1"/>
          </p:cNvSpPr>
          <p:nvPr/>
        </p:nvSpPr>
        <p:spPr>
          <a:xfrm>
            <a:off x="3133725" y="147637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No preemption</a:t>
            </a: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FDCC69DC-7AD4-4692-94FC-D8C4CEB254C6}"/>
              </a:ext>
            </a:extLst>
          </p:cNvPr>
          <p:cNvSpPr>
            <a:spLocks noGrp="1"/>
          </p:cNvSpPr>
          <p:nvPr/>
        </p:nvSpPr>
        <p:spPr>
          <a:xfrm>
            <a:off x="6419850" y="1057275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Faster air vs timely ground</a:t>
            </a: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04FF9921-8213-4BBA-BB5D-157BE61F5A31}"/>
              </a:ext>
            </a:extLst>
          </p:cNvPr>
          <p:cNvSpPr>
            <a:spLocks noGrp="1"/>
          </p:cNvSpPr>
          <p:nvPr/>
        </p:nvSpPr>
        <p:spPr>
          <a:xfrm>
            <a:off x="6419850" y="1390650"/>
            <a:ext cx="52197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Air selection (%) when air requires preemption</a:t>
            </a:r>
          </a:p>
        </p:txBody>
      </p:sp>
      <p:graphicFrame>
        <p:nvGraphicFramePr>
          <p:cNvPr id="565" name="Chart"/>
          <p:cNvGraphicFramePr/>
          <p:nvPr/>
        </p:nvGraphicFramePr>
        <p:xfrm>
          <a:off x="6334125" y="1981200"/>
          <a:ext cx="53340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9" name="矩形 278">
            <a:extLst>
              <a:ext uri="{FF2B5EF4-FFF2-40B4-BE49-F238E27FC236}">
                <a16:creationId xmlns:a16="http://schemas.microsoft.com/office/drawing/2014/main" id="{F2CD1308-A589-4E62-8F8B-3E309291EEE1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142875" cy="114300"/>
          </a:xfrm>
          <a:prstGeom prst="rect">
            <a:avLst/>
          </a:prstGeom>
          <a:solidFill>
            <a:srgbClr val="F28E2B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64164E01-FF2E-4993-AF61-50F5F77B35ED}"/>
              </a:ext>
            </a:extLst>
          </p:cNvPr>
          <p:cNvSpPr>
            <a:spLocks noGrp="1"/>
          </p:cNvSpPr>
          <p:nvPr/>
        </p:nvSpPr>
        <p:spPr>
          <a:xfrm>
            <a:off x="7058025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51560E79-9239-448E-9D78-E63CE93A627C}"/>
              </a:ext>
            </a:extLst>
          </p:cNvPr>
          <p:cNvSpPr>
            <a:spLocks noGrp="1"/>
          </p:cNvSpPr>
          <p:nvPr/>
        </p:nvSpPr>
        <p:spPr>
          <a:xfrm>
            <a:off x="8353425" y="1762125"/>
            <a:ext cx="142875" cy="114300"/>
          </a:xfrm>
          <a:prstGeom prst="rect">
            <a:avLst/>
          </a:prstGeom>
          <a:solidFill>
            <a:srgbClr val="20A38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AA880418-03C0-41D5-9488-FBED0EC784A2}"/>
              </a:ext>
            </a:extLst>
          </p:cNvPr>
          <p:cNvSpPr>
            <a:spLocks noGrp="1"/>
          </p:cNvSpPr>
          <p:nvPr/>
        </p:nvSpPr>
        <p:spPr>
          <a:xfrm>
            <a:off x="8553450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864D645A-71F4-4D55-BCF1-3A034A054D2B}"/>
              </a:ext>
            </a:extLst>
          </p:cNvPr>
          <p:cNvSpPr>
            <a:spLocks noGrp="1"/>
          </p:cNvSpPr>
          <p:nvPr/>
        </p:nvSpPr>
        <p:spPr>
          <a:xfrm>
            <a:off x="9848850" y="1762125"/>
            <a:ext cx="142875" cy="114300"/>
          </a:xfrm>
          <a:prstGeom prst="rect">
            <a:avLst/>
          </a:prstGeom>
          <a:solidFill>
            <a:srgbClr val="9B4BD1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A4924491-329E-4578-B62E-95FF3874A04C}"/>
              </a:ext>
            </a:extLst>
          </p:cNvPr>
          <p:cNvSpPr>
            <a:spLocks noGrp="1"/>
          </p:cNvSpPr>
          <p:nvPr/>
        </p:nvSpPr>
        <p:spPr>
          <a:xfrm>
            <a:off x="10048875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8B87F827-B546-4BBC-B279-63E9519C5D21}"/>
              </a:ext>
            </a:extLst>
          </p:cNvPr>
          <p:cNvSpPr>
            <a:spLocks noGrp="1"/>
          </p:cNvSpPr>
          <p:nvPr/>
        </p:nvSpPr>
        <p:spPr>
          <a:xfrm>
            <a:off x="6800850" y="5114925"/>
            <a:ext cx="47339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Matched states: A 20 · B 60 · C 20</a:t>
            </a: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34D83D10-0399-40BA-8486-E5D2B84CECB0}"/>
              </a:ext>
            </a:extLst>
          </p:cNvPr>
          <p:cNvSpPr>
            <a:spLocks noGrp="1"/>
          </p:cNvSpPr>
          <p:nvPr/>
        </p:nvSpPr>
        <p:spPr>
          <a:xfrm>
            <a:off x="6400800" y="5648325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No candidate predicted timely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3289BF5B-9D74-4B1B-AD4A-0BC21E0EF223}"/>
              </a:ext>
            </a:extLst>
          </p:cNvPr>
          <p:cNvSpPr>
            <a:spLocks noGrp="1"/>
          </p:cNvSpPr>
          <p:nvPr/>
        </p:nvSpPr>
        <p:spPr>
          <a:xfrm>
            <a:off x="6429375" y="604837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Observed late: A 40/40 · C 24/27 per policy</a:t>
            </a:r>
          </a:p>
        </p:txBody>
      </p:sp>
    </p:spTree>
    <p:extLst>
      <p:ext uri="{BB962C8B-B14F-4D97-AF65-F5344CB8AC3E}">
        <p14:creationId xmlns:p14="http://schemas.microsoft.com/office/powerpoint/2010/main" val="87848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noGrp="1"/>
          </p:cNvSpPr>
          <p:nvPr/>
        </p:nvSpPr>
        <p:spPr>
          <a:xfrm>
            <a:off x="7915275" y="704850"/>
            <a:ext cx="180975" cy="1333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noGrp="1"/>
          </p:cNvSpPr>
          <p:nvPr/>
        </p:nvSpPr>
        <p:spPr>
          <a:xfrm>
            <a:off x="8201025" y="60007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noGrp="1"/>
          </p:cNvSpPr>
          <p:nvPr/>
        </p:nvSpPr>
        <p:spPr>
          <a:xfrm>
            <a:off x="9810750" y="704850"/>
            <a:ext cx="180975" cy="1333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noGrp="1"/>
          </p:cNvSpPr>
          <p:nvPr/>
        </p:nvSpPr>
        <p:spPr>
          <a:xfrm>
            <a:off x="10096500" y="60007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graphicFrame>
        <p:nvGraphicFramePr>
          <p:cNvPr id="44" name="Chart"/>
          <p:cNvGraphicFramePr/>
          <p:nvPr>
            <p:extLst>
              <p:ext uri="{D42A27DB-BD31-4B8C-83A1-F6EECF244321}">
                <p14:modId xmlns:p14="http://schemas.microsoft.com/office/powerpoint/2010/main" val="914171369"/>
              </p:ext>
            </p:extLst>
          </p:nvPr>
        </p:nvGraphicFramePr>
        <p:xfrm>
          <a:off x="28575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noGrp="1"/>
          </p:cNvSpPr>
          <p:nvPr/>
        </p:nvSpPr>
        <p:spPr>
          <a:xfrm>
            <a:off x="28575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noGrp="1"/>
          </p:cNvSpPr>
          <p:nvPr/>
        </p:nvSpPr>
        <p:spPr>
          <a:xfrm>
            <a:off x="31432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noGrp="1"/>
          </p:cNvSpPr>
          <p:nvPr/>
        </p:nvSpPr>
        <p:spPr>
          <a:xfrm>
            <a:off x="107632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noGrp="1"/>
          </p:cNvSpPr>
          <p:nvPr/>
        </p:nvSpPr>
        <p:spPr>
          <a:xfrm>
            <a:off x="31432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noGrp="1"/>
          </p:cNvSpPr>
          <p:nvPr/>
        </p:nvSpPr>
        <p:spPr>
          <a:xfrm>
            <a:off x="107632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noGrp="1"/>
          </p:cNvSpPr>
          <p:nvPr/>
        </p:nvSpPr>
        <p:spPr>
          <a:xfrm>
            <a:off x="31432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noGrp="1"/>
          </p:cNvSpPr>
          <p:nvPr/>
        </p:nvSpPr>
        <p:spPr>
          <a:xfrm>
            <a:off x="107632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191 / 191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graphicFrame>
        <p:nvGraphicFramePr>
          <p:cNvPr id="55" name="Chart"/>
          <p:cNvGraphicFramePr/>
          <p:nvPr>
            <p:extLst>
              <p:ext uri="{D42A27DB-BD31-4B8C-83A1-F6EECF244321}">
                <p14:modId xmlns:p14="http://schemas.microsoft.com/office/powerpoint/2010/main" val="2108844470"/>
              </p:ext>
            </p:extLst>
          </p:nvPr>
        </p:nvGraphicFramePr>
        <p:xfrm>
          <a:off x="4257675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noGrp="1"/>
          </p:cNvSpPr>
          <p:nvPr/>
        </p:nvSpPr>
        <p:spPr>
          <a:xfrm>
            <a:off x="4886325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noGrp="1"/>
          </p:cNvSpPr>
          <p:nvPr/>
        </p:nvSpPr>
        <p:spPr>
          <a:xfrm>
            <a:off x="4257675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noGrp="1"/>
          </p:cNvSpPr>
          <p:nvPr/>
        </p:nvSpPr>
        <p:spPr>
          <a:xfrm>
            <a:off x="5048250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noGrp="1"/>
          </p:cNvSpPr>
          <p:nvPr/>
        </p:nvSpPr>
        <p:spPr>
          <a:xfrm>
            <a:off x="4286250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noGrp="1"/>
          </p:cNvSpPr>
          <p:nvPr/>
        </p:nvSpPr>
        <p:spPr>
          <a:xfrm>
            <a:off x="5048250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noGrp="1"/>
          </p:cNvSpPr>
          <p:nvPr/>
        </p:nvSpPr>
        <p:spPr>
          <a:xfrm>
            <a:off x="4286250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noGrp="1"/>
          </p:cNvSpPr>
          <p:nvPr/>
        </p:nvSpPr>
        <p:spPr>
          <a:xfrm>
            <a:off x="5048250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199 / 199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graphicFrame>
        <p:nvGraphicFramePr>
          <p:cNvPr id="66" name="Chart"/>
          <p:cNvGraphicFramePr/>
          <p:nvPr>
            <p:extLst>
              <p:ext uri="{D42A27DB-BD31-4B8C-83A1-F6EECF244321}">
                <p14:modId xmlns:p14="http://schemas.microsoft.com/office/powerpoint/2010/main" val="2578878503"/>
              </p:ext>
            </p:extLst>
          </p:nvPr>
        </p:nvGraphicFramePr>
        <p:xfrm>
          <a:off x="822960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noGrp="1"/>
          </p:cNvSpPr>
          <p:nvPr/>
        </p:nvSpPr>
        <p:spPr>
          <a:xfrm>
            <a:off x="885825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noGrp="1"/>
          </p:cNvSpPr>
          <p:nvPr/>
        </p:nvSpPr>
        <p:spPr>
          <a:xfrm>
            <a:off x="822960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noGrp="1"/>
          </p:cNvSpPr>
          <p:nvPr/>
        </p:nvSpPr>
        <p:spPr>
          <a:xfrm>
            <a:off x="825817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noGrp="1"/>
          </p:cNvSpPr>
          <p:nvPr/>
        </p:nvSpPr>
        <p:spPr>
          <a:xfrm>
            <a:off x="902017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noGrp="1"/>
          </p:cNvSpPr>
          <p:nvPr/>
        </p:nvSpPr>
        <p:spPr>
          <a:xfrm>
            <a:off x="825817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noGrp="1"/>
          </p:cNvSpPr>
          <p:nvPr/>
        </p:nvSpPr>
        <p:spPr>
          <a:xfrm>
            <a:off x="902017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noGrp="1"/>
          </p:cNvSpPr>
          <p:nvPr/>
        </p:nvSpPr>
        <p:spPr>
          <a:xfrm>
            <a:off x="825817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noGrp="1"/>
          </p:cNvSpPr>
          <p:nvPr/>
        </p:nvSpPr>
        <p:spPr>
          <a:xfrm>
            <a:off x="902017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327398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矩形 320">
            <a:extLst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noGrp="1"/>
          </p:cNvSpPr>
          <p:nvPr/>
        </p:nvSpPr>
        <p:spPr>
          <a:xfrm>
            <a:off x="9906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noGrp="1"/>
          </p:cNvSpPr>
          <p:nvPr/>
        </p:nvSpPr>
        <p:spPr>
          <a:xfrm>
            <a:off x="17049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noGrp="1"/>
          </p:cNvSpPr>
          <p:nvPr/>
        </p:nvSpPr>
        <p:spPr>
          <a:xfrm>
            <a:off x="24193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noGrp="1"/>
          </p:cNvSpPr>
          <p:nvPr/>
        </p:nvSpPr>
        <p:spPr>
          <a:xfrm>
            <a:off x="31337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noGrp="1"/>
          </p:cNvSpPr>
          <p:nvPr/>
        </p:nvSpPr>
        <p:spPr>
          <a:xfrm>
            <a:off x="28575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noGrp="1"/>
          </p:cNvSpPr>
          <p:nvPr/>
        </p:nvSpPr>
        <p:spPr>
          <a:xfrm>
            <a:off x="9906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noGrp="1"/>
          </p:cNvSpPr>
          <p:nvPr/>
        </p:nvSpPr>
        <p:spPr>
          <a:xfrm>
            <a:off x="9906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noGrp="1"/>
          </p:cNvSpPr>
          <p:nvPr/>
        </p:nvSpPr>
        <p:spPr>
          <a:xfrm>
            <a:off x="170497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noGrp="1"/>
          </p:cNvSpPr>
          <p:nvPr/>
        </p:nvSpPr>
        <p:spPr>
          <a:xfrm>
            <a:off x="17049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noGrp="1"/>
          </p:cNvSpPr>
          <p:nvPr/>
        </p:nvSpPr>
        <p:spPr>
          <a:xfrm>
            <a:off x="24193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noGrp="1"/>
          </p:cNvSpPr>
          <p:nvPr/>
        </p:nvSpPr>
        <p:spPr>
          <a:xfrm>
            <a:off x="24193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noGrp="1"/>
          </p:cNvSpPr>
          <p:nvPr/>
        </p:nvSpPr>
        <p:spPr>
          <a:xfrm>
            <a:off x="31337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noGrp="1"/>
          </p:cNvSpPr>
          <p:nvPr/>
        </p:nvSpPr>
        <p:spPr>
          <a:xfrm>
            <a:off x="31337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noGrp="1"/>
          </p:cNvSpPr>
          <p:nvPr/>
        </p:nvSpPr>
        <p:spPr>
          <a:xfrm>
            <a:off x="28575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noGrp="1"/>
          </p:cNvSpPr>
          <p:nvPr/>
        </p:nvSpPr>
        <p:spPr>
          <a:xfrm>
            <a:off x="170497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noGrp="1"/>
          </p:cNvSpPr>
          <p:nvPr/>
        </p:nvSpPr>
        <p:spPr>
          <a:xfrm>
            <a:off x="17049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noGrp="1"/>
          </p:cNvSpPr>
          <p:nvPr/>
        </p:nvSpPr>
        <p:spPr>
          <a:xfrm>
            <a:off x="241935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noGrp="1"/>
          </p:cNvSpPr>
          <p:nvPr/>
        </p:nvSpPr>
        <p:spPr>
          <a:xfrm>
            <a:off x="24193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noGrp="1"/>
          </p:cNvSpPr>
          <p:nvPr/>
        </p:nvSpPr>
        <p:spPr>
          <a:xfrm>
            <a:off x="3133725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noGrp="1"/>
          </p:cNvSpPr>
          <p:nvPr/>
        </p:nvSpPr>
        <p:spPr>
          <a:xfrm>
            <a:off x="31337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noGrp="1"/>
          </p:cNvSpPr>
          <p:nvPr/>
        </p:nvSpPr>
        <p:spPr>
          <a:xfrm>
            <a:off x="28575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noGrp="1"/>
          </p:cNvSpPr>
          <p:nvPr/>
        </p:nvSpPr>
        <p:spPr>
          <a:xfrm>
            <a:off x="170497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noGrp="1"/>
          </p:cNvSpPr>
          <p:nvPr/>
        </p:nvSpPr>
        <p:spPr>
          <a:xfrm>
            <a:off x="17049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noGrp="1"/>
          </p:cNvSpPr>
          <p:nvPr/>
        </p:nvSpPr>
        <p:spPr>
          <a:xfrm>
            <a:off x="241935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noGrp="1"/>
          </p:cNvSpPr>
          <p:nvPr/>
        </p:nvSpPr>
        <p:spPr>
          <a:xfrm>
            <a:off x="3133725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noGrp="1"/>
          </p:cNvSpPr>
          <p:nvPr/>
        </p:nvSpPr>
        <p:spPr>
          <a:xfrm>
            <a:off x="31337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14375" cy="466725"/>
          </a:xfrm>
          <a:prstGeom prst="rect">
            <a:avLst/>
          </a:prstGeom>
          <a:solidFill>
            <a:srgbClr val="F4F8FA"/>
          </a:solidFill>
          <a:ln w="19050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noGrp="1"/>
          </p:cNvSpPr>
          <p:nvPr/>
        </p:nvSpPr>
        <p:spPr>
          <a:xfrm>
            <a:off x="9906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noGrp="1"/>
          </p:cNvSpPr>
          <p:nvPr/>
        </p:nvSpPr>
        <p:spPr>
          <a:xfrm>
            <a:off x="170497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noGrp="1"/>
          </p:cNvSpPr>
          <p:nvPr/>
        </p:nvSpPr>
        <p:spPr>
          <a:xfrm>
            <a:off x="17049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noGrp="1"/>
          </p:cNvSpPr>
          <p:nvPr/>
        </p:nvSpPr>
        <p:spPr>
          <a:xfrm>
            <a:off x="2419350" y="2495550"/>
            <a:ext cx="714375" cy="466725"/>
          </a:xfrm>
          <a:prstGeom prst="rect">
            <a:avLst/>
          </a:prstGeom>
          <a:solidFill>
            <a:srgbClr val="F6F9FB"/>
          </a:solidFill>
          <a:ln w="19050">
            <a:solidFill>
              <a:srgbClr val="FFFFFF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noGrp="1"/>
          </p:cNvSpPr>
          <p:nvPr/>
        </p:nvSpPr>
        <p:spPr>
          <a:xfrm>
            <a:off x="24193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1.7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714375" cy="466725"/>
          </a:xfrm>
          <a:prstGeom prst="rect">
            <a:avLst/>
          </a:prstGeom>
          <a:solidFill>
            <a:srgbClr val="BBC9D3"/>
          </a:solidFill>
          <a:ln w="19050">
            <a:solidFill>
              <a:srgbClr val="FFFFF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noGrp="1"/>
          </p:cNvSpPr>
          <p:nvPr/>
        </p:nvSpPr>
        <p:spPr>
          <a:xfrm>
            <a:off x="31337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123.4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noGrp="1"/>
          </p:cNvSpPr>
          <p:nvPr/>
        </p:nvSpPr>
        <p:spPr>
          <a:xfrm>
            <a:off x="28575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noGrp="1"/>
          </p:cNvSpPr>
          <p:nvPr/>
        </p:nvSpPr>
        <p:spPr>
          <a:xfrm>
            <a:off x="69532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noGrp="1"/>
          </p:cNvSpPr>
          <p:nvPr/>
        </p:nvSpPr>
        <p:spPr>
          <a:xfrm>
            <a:off x="23018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noGrp="1"/>
          </p:cNvSpPr>
          <p:nvPr/>
        </p:nvSpPr>
        <p:spPr>
          <a:xfrm>
            <a:off x="19304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noGrp="1"/>
          </p:cNvSpPr>
          <p:nvPr/>
        </p:nvSpPr>
        <p:spPr>
          <a:xfrm>
            <a:off x="35464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noGrp="1"/>
          </p:cNvSpPr>
          <p:nvPr/>
        </p:nvSpPr>
        <p:spPr>
          <a:xfrm>
            <a:off x="31750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noGrp="1"/>
          </p:cNvSpPr>
          <p:nvPr/>
        </p:nvSpPr>
        <p:spPr>
          <a:xfrm>
            <a:off x="354647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noGrp="1"/>
          </p:cNvSpPr>
          <p:nvPr/>
        </p:nvSpPr>
        <p:spPr>
          <a:xfrm>
            <a:off x="45720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noGrp="1"/>
          </p:cNvSpPr>
          <p:nvPr/>
        </p:nvSpPr>
        <p:spPr>
          <a:xfrm>
            <a:off x="2012144" y="4362450"/>
            <a:ext cx="156299" cy="95"/>
          </a:xfrm>
          <a:custGeom>
            <a:avLst/>
            <a:gdLst/>
            <a:ahLst/>
            <a:cxnLst/>
            <a:rect l="0" t="0" r="0" b="0"/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noGrp="1"/>
          </p:cNvSpPr>
          <p:nvPr/>
        </p:nvSpPr>
        <p:spPr>
          <a:xfrm>
            <a:off x="2012144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noGrp="1"/>
          </p:cNvSpPr>
          <p:nvPr/>
        </p:nvSpPr>
        <p:spPr>
          <a:xfrm>
            <a:off x="2168442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noGrp="1"/>
          </p:cNvSpPr>
          <p:nvPr/>
        </p:nvSpPr>
        <p:spPr>
          <a:xfrm>
            <a:off x="2028380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noGrp="1"/>
          </p:cNvSpPr>
          <p:nvPr/>
        </p:nvSpPr>
        <p:spPr>
          <a:xfrm>
            <a:off x="354647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noGrp="1"/>
          </p:cNvSpPr>
          <p:nvPr/>
        </p:nvSpPr>
        <p:spPr>
          <a:xfrm>
            <a:off x="3484563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noGrp="1"/>
          </p:cNvSpPr>
          <p:nvPr/>
        </p:nvSpPr>
        <p:spPr>
          <a:xfrm>
            <a:off x="45720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noGrp="1"/>
          </p:cNvSpPr>
          <p:nvPr/>
        </p:nvSpPr>
        <p:spPr>
          <a:xfrm>
            <a:off x="2041477" y="5162550"/>
            <a:ext cx="43959" cy="95"/>
          </a:xfrm>
          <a:custGeom>
            <a:avLst/>
            <a:gdLst/>
            <a:ahLst/>
            <a:cxnLst/>
            <a:rect l="0" t="0" r="0" b="0"/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noGrp="1"/>
          </p:cNvSpPr>
          <p:nvPr/>
        </p:nvSpPr>
        <p:spPr>
          <a:xfrm>
            <a:off x="2041477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noGrp="1"/>
          </p:cNvSpPr>
          <p:nvPr/>
        </p:nvSpPr>
        <p:spPr>
          <a:xfrm>
            <a:off x="2085436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noGrp="1"/>
          </p:cNvSpPr>
          <p:nvPr/>
        </p:nvSpPr>
        <p:spPr>
          <a:xfrm>
            <a:off x="2001544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noGrp="1"/>
          </p:cNvSpPr>
          <p:nvPr/>
        </p:nvSpPr>
        <p:spPr>
          <a:xfrm>
            <a:off x="45720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noGrp="1"/>
          </p:cNvSpPr>
          <p:nvPr/>
        </p:nvSpPr>
        <p:spPr>
          <a:xfrm>
            <a:off x="2776759" y="5562600"/>
            <a:ext cx="87918" cy="95"/>
          </a:xfrm>
          <a:custGeom>
            <a:avLst/>
            <a:gdLst/>
            <a:ahLst/>
            <a:cxnLst/>
            <a:rect l="0" t="0" r="0" b="0"/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noGrp="1"/>
          </p:cNvSpPr>
          <p:nvPr/>
        </p:nvSpPr>
        <p:spPr>
          <a:xfrm>
            <a:off x="2776759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noGrp="1"/>
          </p:cNvSpPr>
          <p:nvPr/>
        </p:nvSpPr>
        <p:spPr>
          <a:xfrm>
            <a:off x="2864677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noGrp="1"/>
          </p:cNvSpPr>
          <p:nvPr/>
        </p:nvSpPr>
        <p:spPr>
          <a:xfrm>
            <a:off x="2758805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noGrp="1"/>
          </p:cNvSpPr>
          <p:nvPr/>
        </p:nvSpPr>
        <p:spPr>
          <a:xfrm>
            <a:off x="49625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noGrp="1"/>
          </p:cNvSpPr>
          <p:nvPr/>
        </p:nvSpPr>
        <p:spPr>
          <a:xfrm>
            <a:off x="56769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noGrp="1"/>
          </p:cNvSpPr>
          <p:nvPr/>
        </p:nvSpPr>
        <p:spPr>
          <a:xfrm>
            <a:off x="63912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noGrp="1"/>
          </p:cNvSpPr>
          <p:nvPr/>
        </p:nvSpPr>
        <p:spPr>
          <a:xfrm>
            <a:off x="71056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noGrp="1"/>
          </p:cNvSpPr>
          <p:nvPr/>
        </p:nvSpPr>
        <p:spPr>
          <a:xfrm>
            <a:off x="4257675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noGrp="1"/>
          </p:cNvSpPr>
          <p:nvPr/>
        </p:nvSpPr>
        <p:spPr>
          <a:xfrm>
            <a:off x="49625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noGrp="1"/>
          </p:cNvSpPr>
          <p:nvPr/>
        </p:nvSpPr>
        <p:spPr>
          <a:xfrm>
            <a:off x="49625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noGrp="1"/>
          </p:cNvSpPr>
          <p:nvPr/>
        </p:nvSpPr>
        <p:spPr>
          <a:xfrm>
            <a:off x="56769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noGrp="1"/>
          </p:cNvSpPr>
          <p:nvPr/>
        </p:nvSpPr>
        <p:spPr>
          <a:xfrm>
            <a:off x="56769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noGrp="1"/>
          </p:cNvSpPr>
          <p:nvPr/>
        </p:nvSpPr>
        <p:spPr>
          <a:xfrm>
            <a:off x="63912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noGrp="1"/>
          </p:cNvSpPr>
          <p:nvPr/>
        </p:nvSpPr>
        <p:spPr>
          <a:xfrm>
            <a:off x="63912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noGrp="1"/>
          </p:cNvSpPr>
          <p:nvPr/>
        </p:nvSpPr>
        <p:spPr>
          <a:xfrm>
            <a:off x="710565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noGrp="1"/>
          </p:cNvSpPr>
          <p:nvPr/>
        </p:nvSpPr>
        <p:spPr>
          <a:xfrm>
            <a:off x="71056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noGrp="1"/>
          </p:cNvSpPr>
          <p:nvPr/>
        </p:nvSpPr>
        <p:spPr>
          <a:xfrm>
            <a:off x="4257675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noGrp="1"/>
          </p:cNvSpPr>
          <p:nvPr/>
        </p:nvSpPr>
        <p:spPr>
          <a:xfrm>
            <a:off x="4962525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noGrp="1"/>
          </p:cNvSpPr>
          <p:nvPr/>
        </p:nvSpPr>
        <p:spPr>
          <a:xfrm>
            <a:off x="49625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noGrp="1"/>
          </p:cNvSpPr>
          <p:nvPr/>
        </p:nvSpPr>
        <p:spPr>
          <a:xfrm>
            <a:off x="5676900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noGrp="1"/>
          </p:cNvSpPr>
          <p:nvPr/>
        </p:nvSpPr>
        <p:spPr>
          <a:xfrm>
            <a:off x="56769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noGrp="1"/>
          </p:cNvSpPr>
          <p:nvPr/>
        </p:nvSpPr>
        <p:spPr>
          <a:xfrm>
            <a:off x="6391275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noGrp="1"/>
          </p:cNvSpPr>
          <p:nvPr/>
        </p:nvSpPr>
        <p:spPr>
          <a:xfrm>
            <a:off x="63912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noGrp="1"/>
          </p:cNvSpPr>
          <p:nvPr/>
        </p:nvSpPr>
        <p:spPr>
          <a:xfrm>
            <a:off x="7105650" y="156210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noGrp="1"/>
          </p:cNvSpPr>
          <p:nvPr/>
        </p:nvSpPr>
        <p:spPr>
          <a:xfrm>
            <a:off x="71056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noGrp="1"/>
          </p:cNvSpPr>
          <p:nvPr/>
        </p:nvSpPr>
        <p:spPr>
          <a:xfrm>
            <a:off x="4257675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noGrp="1"/>
          </p:cNvSpPr>
          <p:nvPr/>
        </p:nvSpPr>
        <p:spPr>
          <a:xfrm>
            <a:off x="4962525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noGrp="1"/>
          </p:cNvSpPr>
          <p:nvPr/>
        </p:nvSpPr>
        <p:spPr>
          <a:xfrm>
            <a:off x="49625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noGrp="1"/>
          </p:cNvSpPr>
          <p:nvPr/>
        </p:nvSpPr>
        <p:spPr>
          <a:xfrm>
            <a:off x="5676900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noGrp="1"/>
          </p:cNvSpPr>
          <p:nvPr/>
        </p:nvSpPr>
        <p:spPr>
          <a:xfrm>
            <a:off x="56769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noGrp="1"/>
          </p:cNvSpPr>
          <p:nvPr/>
        </p:nvSpPr>
        <p:spPr>
          <a:xfrm>
            <a:off x="63912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noGrp="1"/>
          </p:cNvSpPr>
          <p:nvPr/>
        </p:nvSpPr>
        <p:spPr>
          <a:xfrm>
            <a:off x="7105650" y="2028825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noGrp="1"/>
          </p:cNvSpPr>
          <p:nvPr/>
        </p:nvSpPr>
        <p:spPr>
          <a:xfrm>
            <a:off x="71056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noGrp="1"/>
          </p:cNvSpPr>
          <p:nvPr/>
        </p:nvSpPr>
        <p:spPr>
          <a:xfrm>
            <a:off x="4962525" y="249555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noGrp="1"/>
          </p:cNvSpPr>
          <p:nvPr/>
        </p:nvSpPr>
        <p:spPr>
          <a:xfrm>
            <a:off x="49625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noGrp="1"/>
          </p:cNvSpPr>
          <p:nvPr/>
        </p:nvSpPr>
        <p:spPr>
          <a:xfrm>
            <a:off x="5676900" y="249555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noGrp="1"/>
          </p:cNvSpPr>
          <p:nvPr/>
        </p:nvSpPr>
        <p:spPr>
          <a:xfrm>
            <a:off x="56769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noGrp="1"/>
          </p:cNvSpPr>
          <p:nvPr/>
        </p:nvSpPr>
        <p:spPr>
          <a:xfrm>
            <a:off x="6391275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noGrp="1"/>
          </p:cNvSpPr>
          <p:nvPr/>
        </p:nvSpPr>
        <p:spPr>
          <a:xfrm>
            <a:off x="63912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noGrp="1"/>
          </p:cNvSpPr>
          <p:nvPr/>
        </p:nvSpPr>
        <p:spPr>
          <a:xfrm>
            <a:off x="7105650" y="249555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noGrp="1"/>
          </p:cNvSpPr>
          <p:nvPr/>
        </p:nvSpPr>
        <p:spPr>
          <a:xfrm>
            <a:off x="71056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noGrp="1"/>
          </p:cNvSpPr>
          <p:nvPr/>
        </p:nvSpPr>
        <p:spPr>
          <a:xfrm>
            <a:off x="4257675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noGrp="1"/>
          </p:cNvSpPr>
          <p:nvPr/>
        </p:nvSpPr>
        <p:spPr>
          <a:xfrm>
            <a:off x="4667250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noGrp="1"/>
          </p:cNvSpPr>
          <p:nvPr/>
        </p:nvSpPr>
        <p:spPr>
          <a:xfrm>
            <a:off x="46577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noGrp="1"/>
          </p:cNvSpPr>
          <p:nvPr/>
        </p:nvSpPr>
        <p:spPr>
          <a:xfrm>
            <a:off x="62738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noGrp="1"/>
          </p:cNvSpPr>
          <p:nvPr/>
        </p:nvSpPr>
        <p:spPr>
          <a:xfrm>
            <a:off x="59023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noGrp="1"/>
          </p:cNvSpPr>
          <p:nvPr/>
        </p:nvSpPr>
        <p:spPr>
          <a:xfrm>
            <a:off x="75184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noGrp="1"/>
          </p:cNvSpPr>
          <p:nvPr/>
        </p:nvSpPr>
        <p:spPr>
          <a:xfrm>
            <a:off x="71469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noGrp="1"/>
          </p:cNvSpPr>
          <p:nvPr/>
        </p:nvSpPr>
        <p:spPr>
          <a:xfrm>
            <a:off x="7518400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noGrp="1"/>
          </p:cNvSpPr>
          <p:nvPr/>
        </p:nvSpPr>
        <p:spPr>
          <a:xfrm>
            <a:off x="4429125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noGrp="1"/>
          </p:cNvSpPr>
          <p:nvPr/>
        </p:nvSpPr>
        <p:spPr>
          <a:xfrm>
            <a:off x="6024880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noGrp="1"/>
          </p:cNvSpPr>
          <p:nvPr/>
        </p:nvSpPr>
        <p:spPr>
          <a:xfrm>
            <a:off x="5962968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noGrp="1"/>
          </p:cNvSpPr>
          <p:nvPr/>
        </p:nvSpPr>
        <p:spPr>
          <a:xfrm>
            <a:off x="4429125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noGrp="1"/>
          </p:cNvSpPr>
          <p:nvPr/>
        </p:nvSpPr>
        <p:spPr>
          <a:xfrm>
            <a:off x="6771640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noGrp="1"/>
          </p:cNvSpPr>
          <p:nvPr/>
        </p:nvSpPr>
        <p:spPr>
          <a:xfrm>
            <a:off x="6709728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noGrp="1"/>
          </p:cNvSpPr>
          <p:nvPr/>
        </p:nvSpPr>
        <p:spPr>
          <a:xfrm>
            <a:off x="4429125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noGrp="1"/>
          </p:cNvSpPr>
          <p:nvPr/>
        </p:nvSpPr>
        <p:spPr>
          <a:xfrm>
            <a:off x="6024880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noGrp="1"/>
          </p:cNvSpPr>
          <p:nvPr/>
        </p:nvSpPr>
        <p:spPr>
          <a:xfrm>
            <a:off x="5962968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noGrp="1"/>
          </p:cNvSpPr>
          <p:nvPr/>
        </p:nvSpPr>
        <p:spPr>
          <a:xfrm>
            <a:off x="4429125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noGrp="1"/>
          </p:cNvSpPr>
          <p:nvPr/>
        </p:nvSpPr>
        <p:spPr>
          <a:xfrm>
            <a:off x="6771640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noGrp="1"/>
          </p:cNvSpPr>
          <p:nvPr/>
        </p:nvSpPr>
        <p:spPr>
          <a:xfrm>
            <a:off x="6709728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noGrp="1"/>
          </p:cNvSpPr>
          <p:nvPr/>
        </p:nvSpPr>
        <p:spPr>
          <a:xfrm>
            <a:off x="89344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noGrp="1"/>
          </p:cNvSpPr>
          <p:nvPr/>
        </p:nvSpPr>
        <p:spPr>
          <a:xfrm>
            <a:off x="96488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noGrp="1"/>
          </p:cNvSpPr>
          <p:nvPr/>
        </p:nvSpPr>
        <p:spPr>
          <a:xfrm>
            <a:off x="103632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noGrp="1"/>
          </p:cNvSpPr>
          <p:nvPr/>
        </p:nvSpPr>
        <p:spPr>
          <a:xfrm>
            <a:off x="110775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noGrp="1"/>
          </p:cNvSpPr>
          <p:nvPr/>
        </p:nvSpPr>
        <p:spPr>
          <a:xfrm>
            <a:off x="822960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noGrp="1"/>
          </p:cNvSpPr>
          <p:nvPr/>
        </p:nvSpPr>
        <p:spPr>
          <a:xfrm>
            <a:off x="89344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noGrp="1"/>
          </p:cNvSpPr>
          <p:nvPr/>
        </p:nvSpPr>
        <p:spPr>
          <a:xfrm>
            <a:off x="96488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noGrp="1"/>
          </p:cNvSpPr>
          <p:nvPr/>
        </p:nvSpPr>
        <p:spPr>
          <a:xfrm>
            <a:off x="96488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noGrp="1"/>
          </p:cNvSpPr>
          <p:nvPr/>
        </p:nvSpPr>
        <p:spPr>
          <a:xfrm>
            <a:off x="1036320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noGrp="1"/>
          </p:cNvSpPr>
          <p:nvPr/>
        </p:nvSpPr>
        <p:spPr>
          <a:xfrm>
            <a:off x="103632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noGrp="1"/>
          </p:cNvSpPr>
          <p:nvPr/>
        </p:nvSpPr>
        <p:spPr>
          <a:xfrm>
            <a:off x="110775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noGrp="1"/>
          </p:cNvSpPr>
          <p:nvPr/>
        </p:nvSpPr>
        <p:spPr>
          <a:xfrm>
            <a:off x="110775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noGrp="1"/>
          </p:cNvSpPr>
          <p:nvPr/>
        </p:nvSpPr>
        <p:spPr>
          <a:xfrm>
            <a:off x="8934450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noGrp="1"/>
          </p:cNvSpPr>
          <p:nvPr/>
        </p:nvSpPr>
        <p:spPr>
          <a:xfrm>
            <a:off x="89344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noGrp="1"/>
          </p:cNvSpPr>
          <p:nvPr/>
        </p:nvSpPr>
        <p:spPr>
          <a:xfrm>
            <a:off x="964882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noGrp="1"/>
          </p:cNvSpPr>
          <p:nvPr/>
        </p:nvSpPr>
        <p:spPr>
          <a:xfrm>
            <a:off x="96488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noGrp="1"/>
          </p:cNvSpPr>
          <p:nvPr/>
        </p:nvSpPr>
        <p:spPr>
          <a:xfrm>
            <a:off x="10363200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noGrp="1"/>
          </p:cNvSpPr>
          <p:nvPr/>
        </p:nvSpPr>
        <p:spPr>
          <a:xfrm>
            <a:off x="103632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noGrp="1"/>
          </p:cNvSpPr>
          <p:nvPr/>
        </p:nvSpPr>
        <p:spPr>
          <a:xfrm>
            <a:off x="11077575" y="156210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noGrp="1"/>
          </p:cNvSpPr>
          <p:nvPr/>
        </p:nvSpPr>
        <p:spPr>
          <a:xfrm>
            <a:off x="110775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noGrp="1"/>
          </p:cNvSpPr>
          <p:nvPr/>
        </p:nvSpPr>
        <p:spPr>
          <a:xfrm>
            <a:off x="822960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noGrp="1"/>
          </p:cNvSpPr>
          <p:nvPr/>
        </p:nvSpPr>
        <p:spPr>
          <a:xfrm>
            <a:off x="8934450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noGrp="1"/>
          </p:cNvSpPr>
          <p:nvPr/>
        </p:nvSpPr>
        <p:spPr>
          <a:xfrm>
            <a:off x="964882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noGrp="1"/>
          </p:cNvSpPr>
          <p:nvPr/>
        </p:nvSpPr>
        <p:spPr>
          <a:xfrm>
            <a:off x="96488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noGrp="1"/>
          </p:cNvSpPr>
          <p:nvPr/>
        </p:nvSpPr>
        <p:spPr>
          <a:xfrm>
            <a:off x="10363200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noGrp="1"/>
          </p:cNvSpPr>
          <p:nvPr/>
        </p:nvSpPr>
        <p:spPr>
          <a:xfrm>
            <a:off x="103632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noGrp="1"/>
          </p:cNvSpPr>
          <p:nvPr/>
        </p:nvSpPr>
        <p:spPr>
          <a:xfrm>
            <a:off x="11077575" y="202882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noGrp="1"/>
          </p:cNvSpPr>
          <p:nvPr/>
        </p:nvSpPr>
        <p:spPr>
          <a:xfrm>
            <a:off x="110775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noGrp="1"/>
          </p:cNvSpPr>
          <p:nvPr/>
        </p:nvSpPr>
        <p:spPr>
          <a:xfrm>
            <a:off x="8934450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noGrp="1"/>
          </p:cNvSpPr>
          <p:nvPr/>
        </p:nvSpPr>
        <p:spPr>
          <a:xfrm>
            <a:off x="89344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noGrp="1"/>
          </p:cNvSpPr>
          <p:nvPr/>
        </p:nvSpPr>
        <p:spPr>
          <a:xfrm>
            <a:off x="964882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noGrp="1"/>
          </p:cNvSpPr>
          <p:nvPr/>
        </p:nvSpPr>
        <p:spPr>
          <a:xfrm>
            <a:off x="96488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noGrp="1"/>
          </p:cNvSpPr>
          <p:nvPr/>
        </p:nvSpPr>
        <p:spPr>
          <a:xfrm>
            <a:off x="10363200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noGrp="1"/>
          </p:cNvSpPr>
          <p:nvPr/>
        </p:nvSpPr>
        <p:spPr>
          <a:xfrm>
            <a:off x="103632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noGrp="1"/>
          </p:cNvSpPr>
          <p:nvPr/>
        </p:nvSpPr>
        <p:spPr>
          <a:xfrm>
            <a:off x="11077575" y="249555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noGrp="1"/>
          </p:cNvSpPr>
          <p:nvPr/>
        </p:nvSpPr>
        <p:spPr>
          <a:xfrm>
            <a:off x="110775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noGrp="1"/>
          </p:cNvSpPr>
          <p:nvPr/>
        </p:nvSpPr>
        <p:spPr>
          <a:xfrm>
            <a:off x="822960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noGrp="1"/>
          </p:cNvSpPr>
          <p:nvPr/>
        </p:nvSpPr>
        <p:spPr>
          <a:xfrm>
            <a:off x="863917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noGrp="1"/>
          </p:cNvSpPr>
          <p:nvPr/>
        </p:nvSpPr>
        <p:spPr>
          <a:xfrm>
            <a:off x="86296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noGrp="1"/>
          </p:cNvSpPr>
          <p:nvPr/>
        </p:nvSpPr>
        <p:spPr>
          <a:xfrm>
            <a:off x="102457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noGrp="1"/>
          </p:cNvSpPr>
          <p:nvPr/>
        </p:nvSpPr>
        <p:spPr>
          <a:xfrm>
            <a:off x="98742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noGrp="1"/>
          </p:cNvSpPr>
          <p:nvPr/>
        </p:nvSpPr>
        <p:spPr>
          <a:xfrm>
            <a:off x="114903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noGrp="1"/>
          </p:cNvSpPr>
          <p:nvPr/>
        </p:nvSpPr>
        <p:spPr>
          <a:xfrm>
            <a:off x="111188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noGrp="1"/>
          </p:cNvSpPr>
          <p:nvPr/>
        </p:nvSpPr>
        <p:spPr>
          <a:xfrm>
            <a:off x="1149032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noGrp="1"/>
          </p:cNvSpPr>
          <p:nvPr/>
        </p:nvSpPr>
        <p:spPr>
          <a:xfrm>
            <a:off x="840105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noGrp="1"/>
          </p:cNvSpPr>
          <p:nvPr/>
        </p:nvSpPr>
        <p:spPr>
          <a:xfrm>
            <a:off x="11490325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noGrp="1"/>
          </p:cNvSpPr>
          <p:nvPr/>
        </p:nvSpPr>
        <p:spPr>
          <a:xfrm>
            <a:off x="11428413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noGrp="1"/>
          </p:cNvSpPr>
          <p:nvPr/>
        </p:nvSpPr>
        <p:spPr>
          <a:xfrm>
            <a:off x="840105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noGrp="1"/>
          </p:cNvSpPr>
          <p:nvPr/>
        </p:nvSpPr>
        <p:spPr>
          <a:xfrm>
            <a:off x="1149032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noGrp="1"/>
          </p:cNvSpPr>
          <p:nvPr/>
        </p:nvSpPr>
        <p:spPr>
          <a:xfrm>
            <a:off x="11428413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noGrp="1"/>
          </p:cNvSpPr>
          <p:nvPr/>
        </p:nvSpPr>
        <p:spPr>
          <a:xfrm>
            <a:off x="840105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noGrp="1"/>
          </p:cNvSpPr>
          <p:nvPr/>
        </p:nvSpPr>
        <p:spPr>
          <a:xfrm>
            <a:off x="9996805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noGrp="1"/>
          </p:cNvSpPr>
          <p:nvPr/>
        </p:nvSpPr>
        <p:spPr>
          <a:xfrm>
            <a:off x="9934893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noGrp="1"/>
          </p:cNvSpPr>
          <p:nvPr/>
        </p:nvSpPr>
        <p:spPr>
          <a:xfrm>
            <a:off x="840105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noGrp="1"/>
          </p:cNvSpPr>
          <p:nvPr/>
        </p:nvSpPr>
        <p:spPr>
          <a:xfrm>
            <a:off x="11490325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noGrp="1"/>
          </p:cNvSpPr>
          <p:nvPr/>
        </p:nvSpPr>
        <p:spPr>
          <a:xfrm>
            <a:off x="11428413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noGrp="1"/>
          </p:cNvSpPr>
          <p:nvPr/>
        </p:nvSpPr>
        <p:spPr>
          <a:xfrm>
            <a:off x="4076700" y="3286125"/>
            <a:ext cx="32385" cy="13335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noGrp="1"/>
          </p:cNvSpPr>
          <p:nvPr/>
        </p:nvSpPr>
        <p:spPr>
          <a:xfrm>
            <a:off x="4108133" y="3286125"/>
            <a:ext cx="32385" cy="133350"/>
          </a:xfrm>
          <a:prstGeom prst="rect">
            <a:avLst/>
          </a:prstGeom>
          <a:solidFill>
            <a:srgbClr val="F5F8FB"/>
          </a:solidFill>
          <a:ln w="0">
            <a:noFill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noGrp="1"/>
          </p:cNvSpPr>
          <p:nvPr/>
        </p:nvSpPr>
        <p:spPr>
          <a:xfrm>
            <a:off x="4139565" y="3286125"/>
            <a:ext cx="32385" cy="133350"/>
          </a:xfrm>
          <a:prstGeom prst="rect">
            <a:avLst/>
          </a:prstGeom>
          <a:solidFill>
            <a:srgbClr val="F3F7F9"/>
          </a:solidFill>
          <a:ln w="0">
            <a:noFill/>
          </a:ln>
        </p:spPr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noGrp="1"/>
          </p:cNvSpPr>
          <p:nvPr/>
        </p:nvSpPr>
        <p:spPr>
          <a:xfrm>
            <a:off x="4170998" y="3286125"/>
            <a:ext cx="32385" cy="1333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noGrp="1"/>
          </p:cNvSpPr>
          <p:nvPr/>
        </p:nvSpPr>
        <p:spPr>
          <a:xfrm>
            <a:off x="4202430" y="3286125"/>
            <a:ext cx="32385" cy="133350"/>
          </a:xfrm>
          <a:prstGeom prst="rect">
            <a:avLst/>
          </a:prstGeom>
          <a:solidFill>
            <a:srgbClr val="EFF4F7"/>
          </a:solidFill>
          <a:ln w="0">
            <a:noFill/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noGrp="1"/>
          </p:cNvSpPr>
          <p:nvPr/>
        </p:nvSpPr>
        <p:spPr>
          <a:xfrm>
            <a:off x="4233863" y="3286125"/>
            <a:ext cx="32385" cy="133350"/>
          </a:xfrm>
          <a:prstGeom prst="rect">
            <a:avLst/>
          </a:prstGeom>
          <a:solidFill>
            <a:srgbClr val="EDF2F5"/>
          </a:solidFill>
          <a:ln w="0">
            <a:noFill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noGrp="1"/>
          </p:cNvSpPr>
          <p:nvPr/>
        </p:nvSpPr>
        <p:spPr>
          <a:xfrm>
            <a:off x="4265295" y="3286125"/>
            <a:ext cx="32385" cy="133350"/>
          </a:xfrm>
          <a:prstGeom prst="rect">
            <a:avLst/>
          </a:prstGeom>
          <a:solidFill>
            <a:srgbClr val="EBF0F4"/>
          </a:solidFill>
          <a:ln w="0">
            <a:noFill/>
          </a:ln>
        </p:spPr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noGrp="1"/>
          </p:cNvSpPr>
          <p:nvPr/>
        </p:nvSpPr>
        <p:spPr>
          <a:xfrm>
            <a:off x="4296728" y="3286125"/>
            <a:ext cx="32385" cy="133350"/>
          </a:xfrm>
          <a:prstGeom prst="rect">
            <a:avLst/>
          </a:prstGeom>
          <a:solidFill>
            <a:srgbClr val="E9EFF3"/>
          </a:solidFill>
          <a:ln w="0">
            <a:noFill/>
          </a:ln>
        </p:spPr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noGrp="1"/>
          </p:cNvSpPr>
          <p:nvPr/>
        </p:nvSpPr>
        <p:spPr>
          <a:xfrm>
            <a:off x="4328160" y="3286125"/>
            <a:ext cx="32385" cy="133350"/>
          </a:xfrm>
          <a:prstGeom prst="rect">
            <a:avLst/>
          </a:prstGeom>
          <a:solidFill>
            <a:srgbClr val="E7EDF1"/>
          </a:solidFill>
          <a:ln w="0">
            <a:noFill/>
          </a:ln>
        </p:spPr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noGrp="1"/>
          </p:cNvSpPr>
          <p:nvPr/>
        </p:nvSpPr>
        <p:spPr>
          <a:xfrm>
            <a:off x="4359593" y="3286125"/>
            <a:ext cx="32385" cy="133350"/>
          </a:xfrm>
          <a:prstGeom prst="rect">
            <a:avLst/>
          </a:prstGeom>
          <a:solidFill>
            <a:srgbClr val="E5ECF0"/>
          </a:solidFill>
          <a:ln w="0">
            <a:noFill/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noGrp="1"/>
          </p:cNvSpPr>
          <p:nvPr/>
        </p:nvSpPr>
        <p:spPr>
          <a:xfrm>
            <a:off x="4391025" y="3286125"/>
            <a:ext cx="32385" cy="133350"/>
          </a:xfrm>
          <a:prstGeom prst="rect">
            <a:avLst/>
          </a:prstGeom>
          <a:solidFill>
            <a:srgbClr val="E3EAEF"/>
          </a:solidFill>
          <a:ln w="0">
            <a:noFill/>
          </a:ln>
        </p:spPr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noGrp="1"/>
          </p:cNvSpPr>
          <p:nvPr/>
        </p:nvSpPr>
        <p:spPr>
          <a:xfrm>
            <a:off x="4422458" y="3286125"/>
            <a:ext cx="32385" cy="13335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noGrp="1"/>
          </p:cNvSpPr>
          <p:nvPr/>
        </p:nvSpPr>
        <p:spPr>
          <a:xfrm>
            <a:off x="4453890" y="3286125"/>
            <a:ext cx="32385" cy="133350"/>
          </a:xfrm>
          <a:prstGeom prst="rect">
            <a:avLst/>
          </a:prstGeom>
          <a:solidFill>
            <a:srgbClr val="DFE7EC"/>
          </a:solidFill>
          <a:ln w="0">
            <a:noFill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noGrp="1"/>
          </p:cNvSpPr>
          <p:nvPr/>
        </p:nvSpPr>
        <p:spPr>
          <a:xfrm>
            <a:off x="4485323" y="3286125"/>
            <a:ext cx="32385" cy="133350"/>
          </a:xfrm>
          <a:prstGeom prst="rect">
            <a:avLst/>
          </a:prstGeom>
          <a:solidFill>
            <a:srgbClr val="DEE5EB"/>
          </a:solidFill>
          <a:ln w="0">
            <a:noFill/>
          </a:ln>
        </p:spPr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noGrp="1"/>
          </p:cNvSpPr>
          <p:nvPr/>
        </p:nvSpPr>
        <p:spPr>
          <a:xfrm>
            <a:off x="4516755" y="3286125"/>
            <a:ext cx="32385" cy="133350"/>
          </a:xfrm>
          <a:prstGeom prst="rect">
            <a:avLst/>
          </a:prstGeom>
          <a:solidFill>
            <a:srgbClr val="DCE4E9"/>
          </a:solidFill>
          <a:ln w="0">
            <a:noFill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noGrp="1"/>
          </p:cNvSpPr>
          <p:nvPr/>
        </p:nvSpPr>
        <p:spPr>
          <a:xfrm>
            <a:off x="4548188" y="3286125"/>
            <a:ext cx="32385" cy="133350"/>
          </a:xfrm>
          <a:prstGeom prst="rect">
            <a:avLst/>
          </a:prstGeom>
          <a:solidFill>
            <a:srgbClr val="DAE2E8"/>
          </a:solidFill>
          <a:ln w="0">
            <a:noFill/>
          </a:ln>
        </p:spPr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noGrp="1"/>
          </p:cNvSpPr>
          <p:nvPr/>
        </p:nvSpPr>
        <p:spPr>
          <a:xfrm>
            <a:off x="4579620" y="3286125"/>
            <a:ext cx="32385" cy="133350"/>
          </a:xfrm>
          <a:prstGeom prst="rect">
            <a:avLst/>
          </a:prstGeom>
          <a:solidFill>
            <a:srgbClr val="D8E0E7"/>
          </a:solidFill>
          <a:ln w="0">
            <a:noFill/>
          </a:ln>
        </p:spPr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noGrp="1"/>
          </p:cNvSpPr>
          <p:nvPr/>
        </p:nvSpPr>
        <p:spPr>
          <a:xfrm>
            <a:off x="4611053" y="3286125"/>
            <a:ext cx="32385" cy="133350"/>
          </a:xfrm>
          <a:prstGeom prst="rect">
            <a:avLst/>
          </a:prstGeom>
          <a:solidFill>
            <a:srgbClr val="D6DFE5"/>
          </a:solidFill>
          <a:ln w="0">
            <a:noFill/>
          </a:ln>
        </p:spPr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noGrp="1"/>
          </p:cNvSpPr>
          <p:nvPr/>
        </p:nvSpPr>
        <p:spPr>
          <a:xfrm>
            <a:off x="4642485" y="3286125"/>
            <a:ext cx="32385" cy="133350"/>
          </a:xfrm>
          <a:prstGeom prst="rect">
            <a:avLst/>
          </a:prstGeom>
          <a:solidFill>
            <a:srgbClr val="D4DDE4"/>
          </a:solidFill>
          <a:ln w="0">
            <a:noFill/>
          </a:ln>
        </p:spPr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noGrp="1"/>
          </p:cNvSpPr>
          <p:nvPr/>
        </p:nvSpPr>
        <p:spPr>
          <a:xfrm>
            <a:off x="4673918" y="3286125"/>
            <a:ext cx="32385" cy="133350"/>
          </a:xfrm>
          <a:prstGeom prst="rect">
            <a:avLst/>
          </a:prstGeom>
          <a:solidFill>
            <a:srgbClr val="D2DBE3"/>
          </a:solidFill>
          <a:ln w="0">
            <a:noFill/>
          </a:ln>
        </p:spPr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32385" cy="133350"/>
          </a:xfrm>
          <a:prstGeom prst="rect">
            <a:avLst/>
          </a:prstGeom>
          <a:solidFill>
            <a:srgbClr val="D0DAE1"/>
          </a:solidFill>
          <a:ln w="0">
            <a:noFill/>
          </a:ln>
        </p:spPr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noGrp="1"/>
          </p:cNvSpPr>
          <p:nvPr/>
        </p:nvSpPr>
        <p:spPr>
          <a:xfrm>
            <a:off x="4736783" y="3286125"/>
            <a:ext cx="32385" cy="133350"/>
          </a:xfrm>
          <a:prstGeom prst="rect">
            <a:avLst/>
          </a:prstGeom>
          <a:solidFill>
            <a:srgbClr val="CED8E0"/>
          </a:solidFill>
          <a:ln w="0">
            <a:noFill/>
          </a:ln>
        </p:spPr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noGrp="1"/>
          </p:cNvSpPr>
          <p:nvPr/>
        </p:nvSpPr>
        <p:spPr>
          <a:xfrm>
            <a:off x="4768215" y="3286125"/>
            <a:ext cx="32385" cy="133350"/>
          </a:xfrm>
          <a:prstGeom prst="rect">
            <a:avLst/>
          </a:prstGeom>
          <a:solidFill>
            <a:srgbClr val="CCD7DF"/>
          </a:solidFill>
          <a:ln w="0">
            <a:noFill/>
          </a:ln>
        </p:spPr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noGrp="1"/>
          </p:cNvSpPr>
          <p:nvPr/>
        </p:nvSpPr>
        <p:spPr>
          <a:xfrm>
            <a:off x="4799648" y="3286125"/>
            <a:ext cx="32385" cy="133350"/>
          </a:xfrm>
          <a:prstGeom prst="rect">
            <a:avLst/>
          </a:prstGeom>
          <a:solidFill>
            <a:srgbClr val="CAD5DD"/>
          </a:solidFill>
          <a:ln w="0">
            <a:noFill/>
          </a:ln>
        </p:spPr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noGrp="1"/>
          </p:cNvSpPr>
          <p:nvPr/>
        </p:nvSpPr>
        <p:spPr>
          <a:xfrm>
            <a:off x="4831080" y="3286125"/>
            <a:ext cx="32385" cy="133350"/>
          </a:xfrm>
          <a:prstGeom prst="rect">
            <a:avLst/>
          </a:prstGeom>
          <a:solidFill>
            <a:srgbClr val="C8D3DC"/>
          </a:solidFill>
          <a:ln w="0">
            <a:noFill/>
          </a:ln>
        </p:spPr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noGrp="1"/>
          </p:cNvSpPr>
          <p:nvPr/>
        </p:nvSpPr>
        <p:spPr>
          <a:xfrm>
            <a:off x="4862513" y="3286125"/>
            <a:ext cx="32385" cy="133350"/>
          </a:xfrm>
          <a:prstGeom prst="rect">
            <a:avLst/>
          </a:prstGeom>
          <a:solidFill>
            <a:srgbClr val="C6D2DB"/>
          </a:solidFill>
          <a:ln w="0">
            <a:noFill/>
          </a:ln>
        </p:spPr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noGrp="1"/>
          </p:cNvSpPr>
          <p:nvPr/>
        </p:nvSpPr>
        <p:spPr>
          <a:xfrm>
            <a:off x="4893945" y="3286125"/>
            <a:ext cx="32385" cy="133350"/>
          </a:xfrm>
          <a:prstGeom prst="rect">
            <a:avLst/>
          </a:prstGeom>
          <a:solidFill>
            <a:srgbClr val="C4D0D9"/>
          </a:solidFill>
          <a:ln w="0">
            <a:noFill/>
          </a:ln>
        </p:spPr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noGrp="1"/>
          </p:cNvSpPr>
          <p:nvPr/>
        </p:nvSpPr>
        <p:spPr>
          <a:xfrm>
            <a:off x="4925378" y="3286125"/>
            <a:ext cx="32385" cy="133350"/>
          </a:xfrm>
          <a:prstGeom prst="rect">
            <a:avLst/>
          </a:prstGeom>
          <a:solidFill>
            <a:srgbClr val="C2CFD8"/>
          </a:solidFill>
          <a:ln w="0">
            <a:noFill/>
          </a:ln>
        </p:spPr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noGrp="1"/>
          </p:cNvSpPr>
          <p:nvPr/>
        </p:nvSpPr>
        <p:spPr>
          <a:xfrm>
            <a:off x="4956810" y="3286125"/>
            <a:ext cx="32385" cy="133350"/>
          </a:xfrm>
          <a:prstGeom prst="rect">
            <a:avLst/>
          </a:prstGeom>
          <a:solidFill>
            <a:srgbClr val="C0CDD7"/>
          </a:solidFill>
          <a:ln w="0">
            <a:noFill/>
          </a:ln>
        </p:spPr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noGrp="1"/>
          </p:cNvSpPr>
          <p:nvPr/>
        </p:nvSpPr>
        <p:spPr>
          <a:xfrm>
            <a:off x="4988243" y="3286125"/>
            <a:ext cx="32385" cy="133350"/>
          </a:xfrm>
          <a:prstGeom prst="rect">
            <a:avLst/>
          </a:prstGeom>
          <a:solidFill>
            <a:srgbClr val="BECBD5"/>
          </a:solidFill>
          <a:ln w="0">
            <a:noFill/>
          </a:ln>
        </p:spPr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noGrp="1"/>
          </p:cNvSpPr>
          <p:nvPr/>
        </p:nvSpPr>
        <p:spPr>
          <a:xfrm>
            <a:off x="5019675" y="3286125"/>
            <a:ext cx="32385" cy="133350"/>
          </a:xfrm>
          <a:prstGeom prst="rect">
            <a:avLst/>
          </a:prstGeom>
          <a:solidFill>
            <a:srgbClr val="BCCAD4"/>
          </a:solidFill>
          <a:ln w="0">
            <a:noFill/>
          </a:ln>
        </p:spPr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noGrp="1"/>
          </p:cNvSpPr>
          <p:nvPr/>
        </p:nvSpPr>
        <p:spPr>
          <a:xfrm>
            <a:off x="5051108" y="3286125"/>
            <a:ext cx="32385" cy="133350"/>
          </a:xfrm>
          <a:prstGeom prst="rect">
            <a:avLst/>
          </a:prstGeom>
          <a:solidFill>
            <a:srgbClr val="BAC8D3"/>
          </a:solidFill>
          <a:ln w="0">
            <a:noFill/>
          </a:ln>
        </p:spPr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noGrp="1"/>
          </p:cNvSpPr>
          <p:nvPr/>
        </p:nvSpPr>
        <p:spPr>
          <a:xfrm>
            <a:off x="5082540" y="3286125"/>
            <a:ext cx="32385" cy="133350"/>
          </a:xfrm>
          <a:prstGeom prst="rect">
            <a:avLst/>
          </a:prstGeom>
          <a:solidFill>
            <a:srgbClr val="B8C7D1"/>
          </a:solidFill>
          <a:ln w="0">
            <a:noFill/>
          </a:ln>
        </p:spPr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noGrp="1"/>
          </p:cNvSpPr>
          <p:nvPr/>
        </p:nvSpPr>
        <p:spPr>
          <a:xfrm>
            <a:off x="5113973" y="3286125"/>
            <a:ext cx="32385" cy="133350"/>
          </a:xfrm>
          <a:prstGeom prst="rect">
            <a:avLst/>
          </a:prstGeom>
          <a:solidFill>
            <a:srgbClr val="B6C5D0"/>
          </a:solidFill>
          <a:ln w="0">
            <a:noFill/>
          </a:ln>
        </p:spPr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noGrp="1"/>
          </p:cNvSpPr>
          <p:nvPr/>
        </p:nvSpPr>
        <p:spPr>
          <a:xfrm>
            <a:off x="5145405" y="3286125"/>
            <a:ext cx="32385" cy="133350"/>
          </a:xfrm>
          <a:prstGeom prst="rect">
            <a:avLst/>
          </a:prstGeom>
          <a:solidFill>
            <a:srgbClr val="B4C3CF"/>
          </a:solidFill>
          <a:ln w="0">
            <a:noFill/>
          </a:ln>
        </p:spPr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noGrp="1"/>
          </p:cNvSpPr>
          <p:nvPr/>
        </p:nvSpPr>
        <p:spPr>
          <a:xfrm>
            <a:off x="5176838" y="3286125"/>
            <a:ext cx="32385" cy="133350"/>
          </a:xfrm>
          <a:prstGeom prst="rect">
            <a:avLst/>
          </a:prstGeom>
          <a:solidFill>
            <a:srgbClr val="B2C2CD"/>
          </a:solidFill>
          <a:ln w="0">
            <a:noFill/>
          </a:ln>
        </p:spPr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noGrp="1"/>
          </p:cNvSpPr>
          <p:nvPr/>
        </p:nvSpPr>
        <p:spPr>
          <a:xfrm>
            <a:off x="5208270" y="3286125"/>
            <a:ext cx="32385" cy="133350"/>
          </a:xfrm>
          <a:prstGeom prst="rect">
            <a:avLst/>
          </a:prstGeom>
          <a:solidFill>
            <a:srgbClr val="B0C0CC"/>
          </a:solidFill>
          <a:ln w="0">
            <a:noFill/>
          </a:ln>
        </p:spPr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noGrp="1"/>
          </p:cNvSpPr>
          <p:nvPr/>
        </p:nvSpPr>
        <p:spPr>
          <a:xfrm>
            <a:off x="5239703" y="3286125"/>
            <a:ext cx="32385" cy="133350"/>
          </a:xfrm>
          <a:prstGeom prst="rect">
            <a:avLst/>
          </a:prstGeom>
          <a:solidFill>
            <a:srgbClr val="AEBFCB"/>
          </a:solidFill>
          <a:ln w="0">
            <a:noFill/>
          </a:ln>
        </p:spPr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noGrp="1"/>
          </p:cNvSpPr>
          <p:nvPr/>
        </p:nvSpPr>
        <p:spPr>
          <a:xfrm>
            <a:off x="5271135" y="3286125"/>
            <a:ext cx="32385" cy="133350"/>
          </a:xfrm>
          <a:prstGeom prst="rect">
            <a:avLst/>
          </a:prstGeom>
          <a:solidFill>
            <a:srgbClr val="ADBDC9"/>
          </a:solidFill>
          <a:ln w="0">
            <a:noFill/>
          </a:ln>
        </p:spPr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noGrp="1"/>
          </p:cNvSpPr>
          <p:nvPr/>
        </p:nvSpPr>
        <p:spPr>
          <a:xfrm>
            <a:off x="5302568" y="3286125"/>
            <a:ext cx="32385" cy="133350"/>
          </a:xfrm>
          <a:prstGeom prst="rect">
            <a:avLst/>
          </a:prstGeom>
          <a:solidFill>
            <a:srgbClr val="ABBBC8"/>
          </a:solidFill>
          <a:ln w="0">
            <a:noFill/>
          </a:ln>
        </p:spPr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32385" cy="133350"/>
          </a:xfrm>
          <a:prstGeom prst="rect">
            <a:avLst/>
          </a:prstGeom>
          <a:solidFill>
            <a:srgbClr val="A9BAC7"/>
          </a:solidFill>
          <a:ln w="0">
            <a:noFill/>
          </a:ln>
        </p:spPr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noGrp="1"/>
          </p:cNvSpPr>
          <p:nvPr/>
        </p:nvSpPr>
        <p:spPr>
          <a:xfrm>
            <a:off x="5365433" y="3286125"/>
            <a:ext cx="32385" cy="133350"/>
          </a:xfrm>
          <a:prstGeom prst="rect">
            <a:avLst/>
          </a:prstGeom>
          <a:solidFill>
            <a:srgbClr val="A7B8C5"/>
          </a:solidFill>
          <a:ln w="0">
            <a:noFill/>
          </a:ln>
        </p:spPr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noGrp="1"/>
          </p:cNvSpPr>
          <p:nvPr/>
        </p:nvSpPr>
        <p:spPr>
          <a:xfrm>
            <a:off x="5396865" y="3286125"/>
            <a:ext cx="32385" cy="133350"/>
          </a:xfrm>
          <a:prstGeom prst="rect">
            <a:avLst/>
          </a:prstGeom>
          <a:solidFill>
            <a:srgbClr val="A5B7C4"/>
          </a:solidFill>
          <a:ln w="0">
            <a:noFill/>
          </a:ln>
        </p:spPr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noGrp="1"/>
          </p:cNvSpPr>
          <p:nvPr/>
        </p:nvSpPr>
        <p:spPr>
          <a:xfrm>
            <a:off x="5428298" y="3286125"/>
            <a:ext cx="32385" cy="133350"/>
          </a:xfrm>
          <a:prstGeom prst="rect">
            <a:avLst/>
          </a:prstGeom>
          <a:solidFill>
            <a:srgbClr val="A3B5C3"/>
          </a:solidFill>
          <a:ln w="0">
            <a:noFill/>
          </a:ln>
        </p:spPr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noGrp="1"/>
          </p:cNvSpPr>
          <p:nvPr/>
        </p:nvSpPr>
        <p:spPr>
          <a:xfrm>
            <a:off x="5459730" y="3286125"/>
            <a:ext cx="32385" cy="133350"/>
          </a:xfrm>
          <a:prstGeom prst="rect">
            <a:avLst/>
          </a:prstGeom>
          <a:solidFill>
            <a:srgbClr val="A1B3C1"/>
          </a:solidFill>
          <a:ln w="0">
            <a:noFill/>
          </a:ln>
        </p:spPr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noGrp="1"/>
          </p:cNvSpPr>
          <p:nvPr/>
        </p:nvSpPr>
        <p:spPr>
          <a:xfrm>
            <a:off x="5491163" y="3286125"/>
            <a:ext cx="32385" cy="133350"/>
          </a:xfrm>
          <a:prstGeom prst="rect">
            <a:avLst/>
          </a:prstGeom>
          <a:solidFill>
            <a:srgbClr val="9FB2C0"/>
          </a:solidFill>
          <a:ln w="0">
            <a:noFill/>
          </a:ln>
        </p:spPr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noGrp="1"/>
          </p:cNvSpPr>
          <p:nvPr/>
        </p:nvSpPr>
        <p:spPr>
          <a:xfrm>
            <a:off x="5522595" y="3286125"/>
            <a:ext cx="32385" cy="133350"/>
          </a:xfrm>
          <a:prstGeom prst="rect">
            <a:avLst/>
          </a:prstGeom>
          <a:solidFill>
            <a:srgbClr val="9DB0BF"/>
          </a:solidFill>
          <a:ln w="0">
            <a:noFill/>
          </a:ln>
        </p:spPr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noGrp="1"/>
          </p:cNvSpPr>
          <p:nvPr/>
        </p:nvSpPr>
        <p:spPr>
          <a:xfrm>
            <a:off x="5554028" y="3286125"/>
            <a:ext cx="32385" cy="133350"/>
          </a:xfrm>
          <a:prstGeom prst="rect">
            <a:avLst/>
          </a:prstGeom>
          <a:solidFill>
            <a:srgbClr val="9BAFBD"/>
          </a:solidFill>
          <a:ln w="0">
            <a:noFill/>
          </a:ln>
        </p:spPr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noGrp="1"/>
          </p:cNvSpPr>
          <p:nvPr/>
        </p:nvSpPr>
        <p:spPr>
          <a:xfrm>
            <a:off x="5585460" y="3286125"/>
            <a:ext cx="32385" cy="133350"/>
          </a:xfrm>
          <a:prstGeom prst="rect">
            <a:avLst/>
          </a:prstGeom>
          <a:solidFill>
            <a:srgbClr val="99ADBC"/>
          </a:solidFill>
          <a:ln w="0">
            <a:noFill/>
          </a:ln>
        </p:spPr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noGrp="1"/>
          </p:cNvSpPr>
          <p:nvPr/>
        </p:nvSpPr>
        <p:spPr>
          <a:xfrm>
            <a:off x="5616893" y="3286125"/>
            <a:ext cx="32385" cy="133350"/>
          </a:xfrm>
          <a:prstGeom prst="rect">
            <a:avLst/>
          </a:prstGeom>
          <a:solidFill>
            <a:srgbClr val="97ABBB"/>
          </a:solidFill>
          <a:ln w="0">
            <a:noFill/>
          </a:ln>
        </p:spPr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noGrp="1"/>
          </p:cNvSpPr>
          <p:nvPr/>
        </p:nvSpPr>
        <p:spPr>
          <a:xfrm>
            <a:off x="5648325" y="3286125"/>
            <a:ext cx="32385" cy="133350"/>
          </a:xfrm>
          <a:prstGeom prst="rect">
            <a:avLst/>
          </a:prstGeom>
          <a:solidFill>
            <a:srgbClr val="95AAB9"/>
          </a:solidFill>
          <a:ln w="0">
            <a:noFill/>
          </a:ln>
        </p:spPr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noGrp="1"/>
          </p:cNvSpPr>
          <p:nvPr/>
        </p:nvSpPr>
        <p:spPr>
          <a:xfrm>
            <a:off x="5679758" y="3286125"/>
            <a:ext cx="32385" cy="133350"/>
          </a:xfrm>
          <a:prstGeom prst="rect">
            <a:avLst/>
          </a:prstGeom>
          <a:solidFill>
            <a:srgbClr val="93A8B8"/>
          </a:solidFill>
          <a:ln w="0">
            <a:noFill/>
          </a:ln>
        </p:spPr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noGrp="1"/>
          </p:cNvSpPr>
          <p:nvPr/>
        </p:nvSpPr>
        <p:spPr>
          <a:xfrm>
            <a:off x="5711190" y="3286125"/>
            <a:ext cx="32385" cy="133350"/>
          </a:xfrm>
          <a:prstGeom prst="rect">
            <a:avLst/>
          </a:prstGeom>
          <a:solidFill>
            <a:srgbClr val="91A6B7"/>
          </a:solidFill>
          <a:ln w="0">
            <a:noFill/>
          </a:ln>
        </p:spPr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noGrp="1"/>
          </p:cNvSpPr>
          <p:nvPr/>
        </p:nvSpPr>
        <p:spPr>
          <a:xfrm>
            <a:off x="5742623" y="3286125"/>
            <a:ext cx="32385" cy="133350"/>
          </a:xfrm>
          <a:prstGeom prst="rect">
            <a:avLst/>
          </a:prstGeom>
          <a:solidFill>
            <a:srgbClr val="8FA5B5"/>
          </a:solidFill>
          <a:ln w="0">
            <a:noFill/>
          </a:ln>
        </p:spPr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noGrp="1"/>
          </p:cNvSpPr>
          <p:nvPr/>
        </p:nvSpPr>
        <p:spPr>
          <a:xfrm>
            <a:off x="5774055" y="3286125"/>
            <a:ext cx="32385" cy="133350"/>
          </a:xfrm>
          <a:prstGeom prst="rect">
            <a:avLst/>
          </a:prstGeom>
          <a:solidFill>
            <a:srgbClr val="8DA3B4"/>
          </a:solidFill>
          <a:ln w="0">
            <a:noFill/>
          </a:ln>
        </p:spPr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noGrp="1"/>
          </p:cNvSpPr>
          <p:nvPr/>
        </p:nvSpPr>
        <p:spPr>
          <a:xfrm>
            <a:off x="5805488" y="3286125"/>
            <a:ext cx="32385" cy="133350"/>
          </a:xfrm>
          <a:prstGeom prst="rect">
            <a:avLst/>
          </a:prstGeom>
          <a:solidFill>
            <a:srgbClr val="8BA2B3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noGrp="1"/>
          </p:cNvSpPr>
          <p:nvPr/>
        </p:nvSpPr>
        <p:spPr>
          <a:xfrm>
            <a:off x="5836920" y="3286125"/>
            <a:ext cx="32385" cy="133350"/>
          </a:xfrm>
          <a:prstGeom prst="rect">
            <a:avLst/>
          </a:prstGeom>
          <a:solidFill>
            <a:srgbClr val="89A0B1"/>
          </a:solidFill>
          <a:ln w="0">
            <a:noFill/>
          </a:ln>
        </p:spPr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noGrp="1"/>
          </p:cNvSpPr>
          <p:nvPr/>
        </p:nvSpPr>
        <p:spPr>
          <a:xfrm>
            <a:off x="5868353" y="3286125"/>
            <a:ext cx="32385" cy="133350"/>
          </a:xfrm>
          <a:prstGeom prst="rect">
            <a:avLst/>
          </a:prstGeom>
          <a:solidFill>
            <a:srgbClr val="879EB0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noGrp="1"/>
          </p:cNvSpPr>
          <p:nvPr/>
        </p:nvSpPr>
        <p:spPr>
          <a:xfrm>
            <a:off x="5899785" y="3286125"/>
            <a:ext cx="32385" cy="133350"/>
          </a:xfrm>
          <a:prstGeom prst="rect">
            <a:avLst/>
          </a:prstGeom>
          <a:solidFill>
            <a:srgbClr val="859DAF"/>
          </a:solidFill>
          <a:ln w="0">
            <a:noFill/>
          </a:ln>
        </p:spPr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noGrp="1"/>
          </p:cNvSpPr>
          <p:nvPr/>
        </p:nvSpPr>
        <p:spPr>
          <a:xfrm>
            <a:off x="5931218" y="3286125"/>
            <a:ext cx="32385" cy="133350"/>
          </a:xfrm>
          <a:prstGeom prst="rect">
            <a:avLst/>
          </a:prstGeom>
          <a:solidFill>
            <a:srgbClr val="839BAD"/>
          </a:solidFill>
          <a:ln w="0">
            <a:noFill/>
          </a:ln>
        </p:spPr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noGrp="1"/>
          </p:cNvSpPr>
          <p:nvPr/>
        </p:nvSpPr>
        <p:spPr>
          <a:xfrm>
            <a:off x="5962650" y="3286125"/>
            <a:ext cx="32385" cy="133350"/>
          </a:xfrm>
          <a:prstGeom prst="rect">
            <a:avLst/>
          </a:prstGeom>
          <a:solidFill>
            <a:srgbClr val="819AAC"/>
          </a:solidFill>
          <a:ln w="0">
            <a:noFill/>
          </a:ln>
        </p:spPr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noGrp="1"/>
          </p:cNvSpPr>
          <p:nvPr/>
        </p:nvSpPr>
        <p:spPr>
          <a:xfrm>
            <a:off x="5994083" y="3286125"/>
            <a:ext cx="32385" cy="133350"/>
          </a:xfrm>
          <a:prstGeom prst="rect">
            <a:avLst/>
          </a:prstGeom>
          <a:solidFill>
            <a:srgbClr val="7F98AB"/>
          </a:solidFill>
          <a:ln w="0">
            <a:noFill/>
          </a:ln>
        </p:spPr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noGrp="1"/>
          </p:cNvSpPr>
          <p:nvPr/>
        </p:nvSpPr>
        <p:spPr>
          <a:xfrm>
            <a:off x="6025515" y="3286125"/>
            <a:ext cx="32385" cy="133350"/>
          </a:xfrm>
          <a:prstGeom prst="rect">
            <a:avLst/>
          </a:prstGeom>
          <a:solidFill>
            <a:srgbClr val="7E96A9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noGrp="1"/>
          </p:cNvSpPr>
          <p:nvPr/>
        </p:nvSpPr>
        <p:spPr>
          <a:xfrm>
            <a:off x="6056948" y="3286125"/>
            <a:ext cx="32385" cy="133350"/>
          </a:xfrm>
          <a:prstGeom prst="rect">
            <a:avLst/>
          </a:prstGeom>
          <a:solidFill>
            <a:srgbClr val="7C95A8"/>
          </a:solidFill>
          <a:ln w="0">
            <a:noFill/>
          </a:ln>
        </p:spPr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noGrp="1"/>
          </p:cNvSpPr>
          <p:nvPr/>
        </p:nvSpPr>
        <p:spPr>
          <a:xfrm>
            <a:off x="6088380" y="3286125"/>
            <a:ext cx="32385" cy="133350"/>
          </a:xfrm>
          <a:prstGeom prst="rect">
            <a:avLst/>
          </a:prstGeom>
          <a:solidFill>
            <a:srgbClr val="7A93A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noGrp="1"/>
          </p:cNvSpPr>
          <p:nvPr/>
        </p:nvSpPr>
        <p:spPr>
          <a:xfrm>
            <a:off x="6119813" y="3286125"/>
            <a:ext cx="32385" cy="133350"/>
          </a:xfrm>
          <a:prstGeom prst="rect">
            <a:avLst/>
          </a:prstGeom>
          <a:solidFill>
            <a:srgbClr val="7892A5"/>
          </a:solidFill>
          <a:ln w="0">
            <a:noFill/>
          </a:ln>
        </p:spPr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noGrp="1"/>
          </p:cNvSpPr>
          <p:nvPr/>
        </p:nvSpPr>
        <p:spPr>
          <a:xfrm>
            <a:off x="6151245" y="3286125"/>
            <a:ext cx="32385" cy="133350"/>
          </a:xfrm>
          <a:prstGeom prst="rect">
            <a:avLst/>
          </a:prstGeom>
          <a:solidFill>
            <a:srgbClr val="7690A4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noGrp="1"/>
          </p:cNvSpPr>
          <p:nvPr/>
        </p:nvSpPr>
        <p:spPr>
          <a:xfrm>
            <a:off x="6182678" y="3286125"/>
            <a:ext cx="32385" cy="133350"/>
          </a:xfrm>
          <a:prstGeom prst="rect">
            <a:avLst/>
          </a:prstGeom>
          <a:solidFill>
            <a:srgbClr val="748EA3"/>
          </a:solidFill>
          <a:ln w="0">
            <a:noFill/>
          </a:ln>
        </p:spPr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noGrp="1"/>
          </p:cNvSpPr>
          <p:nvPr/>
        </p:nvSpPr>
        <p:spPr>
          <a:xfrm>
            <a:off x="6214110" y="3286125"/>
            <a:ext cx="32385" cy="133350"/>
          </a:xfrm>
          <a:prstGeom prst="rect">
            <a:avLst/>
          </a:prstGeom>
          <a:solidFill>
            <a:srgbClr val="728DA1"/>
          </a:solidFill>
          <a:ln w="0">
            <a:noFill/>
          </a:ln>
        </p:spPr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noGrp="1"/>
          </p:cNvSpPr>
          <p:nvPr/>
        </p:nvSpPr>
        <p:spPr>
          <a:xfrm>
            <a:off x="6245543" y="3286125"/>
            <a:ext cx="32385" cy="133350"/>
          </a:xfrm>
          <a:prstGeom prst="rect">
            <a:avLst/>
          </a:prstGeom>
          <a:solidFill>
            <a:srgbClr val="708BA0"/>
          </a:solidFill>
          <a:ln w="0">
            <a:noFill/>
          </a:ln>
        </p:spPr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noGrp="1"/>
          </p:cNvSpPr>
          <p:nvPr/>
        </p:nvSpPr>
        <p:spPr>
          <a:xfrm>
            <a:off x="6276975" y="3286125"/>
            <a:ext cx="32385" cy="133350"/>
          </a:xfrm>
          <a:prstGeom prst="rect">
            <a:avLst/>
          </a:prstGeom>
          <a:solidFill>
            <a:srgbClr val="6E8A9F"/>
          </a:solidFill>
          <a:ln w="0">
            <a:noFill/>
          </a:ln>
        </p:spPr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noGrp="1"/>
          </p:cNvSpPr>
          <p:nvPr/>
        </p:nvSpPr>
        <p:spPr>
          <a:xfrm>
            <a:off x="6308408" y="3286125"/>
            <a:ext cx="32385" cy="133350"/>
          </a:xfrm>
          <a:prstGeom prst="rect">
            <a:avLst/>
          </a:prstGeom>
          <a:solidFill>
            <a:srgbClr val="6C889D"/>
          </a:solidFill>
          <a:ln w="0">
            <a:noFill/>
          </a:ln>
        </p:spPr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noGrp="1"/>
          </p:cNvSpPr>
          <p:nvPr/>
        </p:nvSpPr>
        <p:spPr>
          <a:xfrm>
            <a:off x="6339840" y="3286125"/>
            <a:ext cx="32385" cy="133350"/>
          </a:xfrm>
          <a:prstGeom prst="rect">
            <a:avLst/>
          </a:prstGeom>
          <a:solidFill>
            <a:srgbClr val="6A869C"/>
          </a:solidFill>
          <a:ln w="0">
            <a:noFill/>
          </a:ln>
        </p:spPr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noGrp="1"/>
          </p:cNvSpPr>
          <p:nvPr/>
        </p:nvSpPr>
        <p:spPr>
          <a:xfrm>
            <a:off x="6371273" y="3286125"/>
            <a:ext cx="32385" cy="133350"/>
          </a:xfrm>
          <a:prstGeom prst="rect">
            <a:avLst/>
          </a:prstGeom>
          <a:solidFill>
            <a:srgbClr val="68859B"/>
          </a:solidFill>
          <a:ln w="0">
            <a:noFill/>
          </a:ln>
        </p:spPr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noGrp="1"/>
          </p:cNvSpPr>
          <p:nvPr/>
        </p:nvSpPr>
        <p:spPr>
          <a:xfrm>
            <a:off x="6402705" y="3286125"/>
            <a:ext cx="32385" cy="133350"/>
          </a:xfrm>
          <a:prstGeom prst="rect">
            <a:avLst/>
          </a:prstGeom>
          <a:solidFill>
            <a:srgbClr val="668399"/>
          </a:solidFill>
          <a:ln w="0">
            <a:noFill/>
          </a:ln>
        </p:spPr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noGrp="1"/>
          </p:cNvSpPr>
          <p:nvPr/>
        </p:nvSpPr>
        <p:spPr>
          <a:xfrm>
            <a:off x="6434138" y="3286125"/>
            <a:ext cx="32385" cy="133350"/>
          </a:xfrm>
          <a:prstGeom prst="rect">
            <a:avLst/>
          </a:prstGeom>
          <a:solidFill>
            <a:srgbClr val="648298"/>
          </a:solidFill>
          <a:ln w="0">
            <a:noFill/>
          </a:ln>
        </p:spPr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noGrp="1"/>
          </p:cNvSpPr>
          <p:nvPr/>
        </p:nvSpPr>
        <p:spPr>
          <a:xfrm>
            <a:off x="6465570" y="3286125"/>
            <a:ext cx="32385" cy="133350"/>
          </a:xfrm>
          <a:prstGeom prst="rect">
            <a:avLst/>
          </a:prstGeom>
          <a:solidFill>
            <a:srgbClr val="628097"/>
          </a:solidFill>
          <a:ln w="0">
            <a:noFill/>
          </a:ln>
        </p:spPr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noGrp="1"/>
          </p:cNvSpPr>
          <p:nvPr/>
        </p:nvSpPr>
        <p:spPr>
          <a:xfrm>
            <a:off x="6497003" y="3286125"/>
            <a:ext cx="32385" cy="133350"/>
          </a:xfrm>
          <a:prstGeom prst="rect">
            <a:avLst/>
          </a:prstGeom>
          <a:solidFill>
            <a:srgbClr val="607E95"/>
          </a:solidFill>
          <a:ln w="0">
            <a:noFill/>
          </a:ln>
        </p:spPr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noGrp="1"/>
          </p:cNvSpPr>
          <p:nvPr/>
        </p:nvSpPr>
        <p:spPr>
          <a:xfrm>
            <a:off x="6528435" y="3286125"/>
            <a:ext cx="32385" cy="133350"/>
          </a:xfrm>
          <a:prstGeom prst="rect">
            <a:avLst/>
          </a:prstGeom>
          <a:solidFill>
            <a:srgbClr val="5E7D94"/>
          </a:solidFill>
          <a:ln w="0">
            <a:noFill/>
          </a:ln>
        </p:spPr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noGrp="1"/>
          </p:cNvSpPr>
          <p:nvPr/>
        </p:nvSpPr>
        <p:spPr>
          <a:xfrm>
            <a:off x="6559868" y="3286125"/>
            <a:ext cx="32385" cy="133350"/>
          </a:xfrm>
          <a:prstGeom prst="rect">
            <a:avLst/>
          </a:prstGeom>
          <a:solidFill>
            <a:srgbClr val="5C7B93"/>
          </a:solidFill>
          <a:ln w="0">
            <a:noFill/>
          </a:ln>
        </p:spPr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noGrp="1"/>
          </p:cNvSpPr>
          <p:nvPr/>
        </p:nvSpPr>
        <p:spPr>
          <a:xfrm>
            <a:off x="6591300" y="3286125"/>
            <a:ext cx="32385" cy="133350"/>
          </a:xfrm>
          <a:prstGeom prst="rect">
            <a:avLst/>
          </a:prstGeom>
          <a:solidFill>
            <a:srgbClr val="5A7A91"/>
          </a:solidFill>
          <a:ln w="0">
            <a:noFill/>
          </a:ln>
        </p:spPr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noGrp="1"/>
          </p:cNvSpPr>
          <p:nvPr/>
        </p:nvSpPr>
        <p:spPr>
          <a:xfrm>
            <a:off x="6622733" y="3286125"/>
            <a:ext cx="32385" cy="133350"/>
          </a:xfrm>
          <a:prstGeom prst="rect">
            <a:avLst/>
          </a:prstGeom>
          <a:solidFill>
            <a:srgbClr val="587890"/>
          </a:solidFill>
          <a:ln w="0">
            <a:noFill/>
          </a:ln>
        </p:spPr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noGrp="1"/>
          </p:cNvSpPr>
          <p:nvPr/>
        </p:nvSpPr>
        <p:spPr>
          <a:xfrm>
            <a:off x="6654165" y="3286125"/>
            <a:ext cx="32385" cy="133350"/>
          </a:xfrm>
          <a:prstGeom prst="rect">
            <a:avLst/>
          </a:prstGeom>
          <a:solidFill>
            <a:srgbClr val="56768F"/>
          </a:solidFill>
          <a:ln w="0">
            <a:noFill/>
          </a:ln>
        </p:spPr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noGrp="1"/>
          </p:cNvSpPr>
          <p:nvPr/>
        </p:nvSpPr>
        <p:spPr>
          <a:xfrm>
            <a:off x="6685598" y="3286125"/>
            <a:ext cx="32385" cy="133350"/>
          </a:xfrm>
          <a:prstGeom prst="rect">
            <a:avLst/>
          </a:prstGeom>
          <a:solidFill>
            <a:srgbClr val="54758D"/>
          </a:solidFill>
          <a:ln w="0">
            <a:noFill/>
          </a:ln>
        </p:spPr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noGrp="1"/>
          </p:cNvSpPr>
          <p:nvPr/>
        </p:nvSpPr>
        <p:spPr>
          <a:xfrm>
            <a:off x="6717030" y="3286125"/>
            <a:ext cx="32385" cy="133350"/>
          </a:xfrm>
          <a:prstGeom prst="rect">
            <a:avLst/>
          </a:prstGeom>
          <a:solidFill>
            <a:srgbClr val="52738C"/>
          </a:solidFill>
          <a:ln w="0">
            <a:noFill/>
          </a:ln>
        </p:spPr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noGrp="1"/>
          </p:cNvSpPr>
          <p:nvPr/>
        </p:nvSpPr>
        <p:spPr>
          <a:xfrm>
            <a:off x="6748463" y="3286125"/>
            <a:ext cx="32385" cy="133350"/>
          </a:xfrm>
          <a:prstGeom prst="rect">
            <a:avLst/>
          </a:prstGeom>
          <a:solidFill>
            <a:srgbClr val="50718B"/>
          </a:solidFill>
          <a:ln w="0">
            <a:noFill/>
          </a:ln>
        </p:spPr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noGrp="1"/>
          </p:cNvSpPr>
          <p:nvPr/>
        </p:nvSpPr>
        <p:spPr>
          <a:xfrm>
            <a:off x="6779895" y="3286125"/>
            <a:ext cx="32385" cy="133350"/>
          </a:xfrm>
          <a:prstGeom prst="rect">
            <a:avLst/>
          </a:prstGeom>
          <a:solidFill>
            <a:srgbClr val="4E7089"/>
          </a:solidFill>
          <a:ln w="0">
            <a:noFill/>
          </a:ln>
        </p:spPr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noGrp="1"/>
          </p:cNvSpPr>
          <p:nvPr/>
        </p:nvSpPr>
        <p:spPr>
          <a:xfrm>
            <a:off x="6811327" y="3286125"/>
            <a:ext cx="32385" cy="133350"/>
          </a:xfrm>
          <a:prstGeom prst="rect">
            <a:avLst/>
          </a:prstGeom>
          <a:solidFill>
            <a:srgbClr val="4D6E88"/>
          </a:solidFill>
          <a:ln w="0">
            <a:noFill/>
          </a:ln>
        </p:spPr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noGrp="1"/>
          </p:cNvSpPr>
          <p:nvPr/>
        </p:nvSpPr>
        <p:spPr>
          <a:xfrm>
            <a:off x="6842760" y="3286125"/>
            <a:ext cx="32385" cy="133350"/>
          </a:xfrm>
          <a:prstGeom prst="rect">
            <a:avLst/>
          </a:prstGeom>
          <a:solidFill>
            <a:srgbClr val="4B6D87"/>
          </a:solidFill>
          <a:ln w="0">
            <a:noFill/>
          </a:ln>
        </p:spPr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noGrp="1"/>
          </p:cNvSpPr>
          <p:nvPr/>
        </p:nvSpPr>
        <p:spPr>
          <a:xfrm>
            <a:off x="6874193" y="3286125"/>
            <a:ext cx="32385" cy="133350"/>
          </a:xfrm>
          <a:prstGeom prst="rect">
            <a:avLst/>
          </a:prstGeom>
          <a:solidFill>
            <a:srgbClr val="496B85"/>
          </a:solidFill>
          <a:ln w="0">
            <a:noFill/>
          </a:ln>
        </p:spPr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noGrp="1"/>
          </p:cNvSpPr>
          <p:nvPr/>
        </p:nvSpPr>
        <p:spPr>
          <a:xfrm>
            <a:off x="6905625" y="3286125"/>
            <a:ext cx="32385" cy="133350"/>
          </a:xfrm>
          <a:prstGeom prst="rect">
            <a:avLst/>
          </a:prstGeom>
          <a:solidFill>
            <a:srgbClr val="476984"/>
          </a:solidFill>
          <a:ln w="0">
            <a:noFill/>
          </a:ln>
        </p:spPr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noGrp="1"/>
          </p:cNvSpPr>
          <p:nvPr/>
        </p:nvSpPr>
        <p:spPr>
          <a:xfrm>
            <a:off x="6937058" y="3286125"/>
            <a:ext cx="32385" cy="133350"/>
          </a:xfrm>
          <a:prstGeom prst="rect">
            <a:avLst/>
          </a:prstGeom>
          <a:solidFill>
            <a:srgbClr val="456883"/>
          </a:solidFill>
          <a:ln w="0">
            <a:noFill/>
          </a:ln>
        </p:spPr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noGrp="1"/>
          </p:cNvSpPr>
          <p:nvPr/>
        </p:nvSpPr>
        <p:spPr>
          <a:xfrm>
            <a:off x="6968490" y="3286125"/>
            <a:ext cx="32385" cy="133350"/>
          </a:xfrm>
          <a:prstGeom prst="rect">
            <a:avLst/>
          </a:prstGeom>
          <a:solidFill>
            <a:srgbClr val="436681"/>
          </a:solidFill>
          <a:ln w="0">
            <a:noFill/>
          </a:ln>
        </p:spPr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noGrp="1"/>
          </p:cNvSpPr>
          <p:nvPr/>
        </p:nvSpPr>
        <p:spPr>
          <a:xfrm>
            <a:off x="6999923" y="3286125"/>
            <a:ext cx="32385" cy="133350"/>
          </a:xfrm>
          <a:prstGeom prst="rect">
            <a:avLst/>
          </a:prstGeom>
          <a:solidFill>
            <a:srgbClr val="416580"/>
          </a:solidFill>
          <a:ln w="0">
            <a:noFill/>
          </a:ln>
        </p:spPr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noGrp="1"/>
          </p:cNvSpPr>
          <p:nvPr/>
        </p:nvSpPr>
        <p:spPr>
          <a:xfrm>
            <a:off x="7031355" y="3286125"/>
            <a:ext cx="32385" cy="133350"/>
          </a:xfrm>
          <a:prstGeom prst="rect">
            <a:avLst/>
          </a:prstGeom>
          <a:solidFill>
            <a:srgbClr val="3F637F"/>
          </a:solidFill>
          <a:ln w="0">
            <a:noFill/>
          </a:ln>
        </p:spPr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noGrp="1"/>
          </p:cNvSpPr>
          <p:nvPr/>
        </p:nvSpPr>
        <p:spPr>
          <a:xfrm>
            <a:off x="7062788" y="3286125"/>
            <a:ext cx="32385" cy="133350"/>
          </a:xfrm>
          <a:prstGeom prst="rect">
            <a:avLst/>
          </a:prstGeom>
          <a:solidFill>
            <a:srgbClr val="3D617D"/>
          </a:solidFill>
          <a:ln w="0">
            <a:noFill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noGrp="1"/>
          </p:cNvSpPr>
          <p:nvPr/>
        </p:nvSpPr>
        <p:spPr>
          <a:xfrm>
            <a:off x="7094220" y="3286125"/>
            <a:ext cx="32385" cy="133350"/>
          </a:xfrm>
          <a:prstGeom prst="rect">
            <a:avLst/>
          </a:prstGeom>
          <a:solidFill>
            <a:srgbClr val="3B607C"/>
          </a:solidFill>
          <a:ln w="0">
            <a:noFill/>
          </a:ln>
        </p:spPr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noGrp="1"/>
          </p:cNvSpPr>
          <p:nvPr/>
        </p:nvSpPr>
        <p:spPr>
          <a:xfrm>
            <a:off x="7125652" y="3286125"/>
            <a:ext cx="32385" cy="133350"/>
          </a:xfrm>
          <a:prstGeom prst="rect">
            <a:avLst/>
          </a:prstGeom>
          <a:solidFill>
            <a:srgbClr val="395E7B"/>
          </a:solidFill>
          <a:ln w="0">
            <a:noFill/>
          </a:ln>
        </p:spPr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noGrp="1"/>
          </p:cNvSpPr>
          <p:nvPr/>
        </p:nvSpPr>
        <p:spPr>
          <a:xfrm>
            <a:off x="7157085" y="3286125"/>
            <a:ext cx="32385" cy="133350"/>
          </a:xfrm>
          <a:prstGeom prst="rect">
            <a:avLst/>
          </a:prstGeom>
          <a:solidFill>
            <a:srgbClr val="375D79"/>
          </a:solidFill>
          <a:ln w="0">
            <a:noFill/>
          </a:ln>
        </p:spPr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noGrp="1"/>
          </p:cNvSpPr>
          <p:nvPr/>
        </p:nvSpPr>
        <p:spPr>
          <a:xfrm>
            <a:off x="7188518" y="3286125"/>
            <a:ext cx="32385" cy="133350"/>
          </a:xfrm>
          <a:prstGeom prst="rect">
            <a:avLst/>
          </a:prstGeom>
          <a:solidFill>
            <a:srgbClr val="355B78"/>
          </a:solidFill>
          <a:ln w="0">
            <a:noFill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noGrp="1"/>
          </p:cNvSpPr>
          <p:nvPr/>
        </p:nvSpPr>
        <p:spPr>
          <a:xfrm>
            <a:off x="3648075" y="3200400"/>
            <a:ext cx="3524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noGrp="1"/>
          </p:cNvSpPr>
          <p:nvPr/>
        </p:nvSpPr>
        <p:spPr>
          <a:xfrm>
            <a:off x="7286625" y="3200400"/>
            <a:ext cx="561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400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9239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SWL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noGrp="1"/>
          </p:cNvSpPr>
          <p:nvPr/>
        </p:nvSpPr>
        <p:spPr>
          <a:xfrm>
            <a:off x="1781175" y="6429375"/>
            <a:ext cx="9144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3877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noGrp="1"/>
          </p:cNvSpPr>
          <p:nvPr/>
        </p:nvSpPr>
        <p:spPr>
          <a:xfrm>
            <a:off x="243840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2878B5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noGrp="1"/>
          </p:cNvSpPr>
          <p:nvPr/>
        </p:nvSpPr>
        <p:spPr>
          <a:xfrm>
            <a:off x="2581275" y="819150"/>
            <a:ext cx="95250" cy="95250"/>
          </a:xfrm>
          <a:prstGeom prst="rect">
            <a:avLst/>
          </a:prstGeom>
          <a:solidFill>
            <a:srgbClr val="2878B5"/>
          </a:solidFill>
          <a:ln w="14288">
            <a:solidFill>
              <a:srgbClr val="2878B5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noGrp="1"/>
          </p:cNvSpPr>
          <p:nvPr/>
        </p:nvSpPr>
        <p:spPr>
          <a:xfrm>
            <a:off x="292417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noGrp="1"/>
          </p:cNvSpPr>
          <p:nvPr/>
        </p:nvSpPr>
        <p:spPr>
          <a:xfrm>
            <a:off x="467677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F28E2B"/>
            </a:solidFill>
            <a:prstDash val="solid"/>
          </a:ln>
        </p:spPr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noGrp="1"/>
          </p:cNvSpPr>
          <p:nvPr/>
        </p:nvSpPr>
        <p:spPr>
          <a:xfrm>
            <a:off x="4819650" y="819150"/>
            <a:ext cx="95250" cy="95250"/>
          </a:xfrm>
          <a:prstGeom prst="triangle">
            <a:avLst/>
          </a:prstGeom>
          <a:solidFill>
            <a:srgbClr val="F28E2B"/>
          </a:solidFill>
          <a:ln w="14288">
            <a:solidFill>
              <a:srgbClr val="F28E2B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noGrp="1"/>
          </p:cNvSpPr>
          <p:nvPr/>
        </p:nvSpPr>
        <p:spPr>
          <a:xfrm>
            <a:off x="516255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noGrp="1"/>
          </p:cNvSpPr>
          <p:nvPr/>
        </p:nvSpPr>
        <p:spPr>
          <a:xfrm>
            <a:off x="691515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38100">
            <a:solidFill>
              <a:srgbClr val="20A387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noGrp="1"/>
          </p:cNvSpPr>
          <p:nvPr/>
        </p:nvSpPr>
        <p:spPr>
          <a:xfrm>
            <a:off x="7034213" y="795338"/>
            <a:ext cx="142875" cy="1428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0A387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noGrp="1"/>
          </p:cNvSpPr>
          <p:nvPr/>
        </p:nvSpPr>
        <p:spPr>
          <a:xfrm>
            <a:off x="740092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noGrp="1"/>
          </p:cNvSpPr>
          <p:nvPr/>
        </p:nvSpPr>
        <p:spPr>
          <a:xfrm>
            <a:off x="915352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9B4BD1"/>
            </a:solidFill>
            <a:prstDash val="dash"/>
          </a:ln>
        </p:spPr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noGrp="1"/>
          </p:cNvSpPr>
          <p:nvPr/>
        </p:nvSpPr>
        <p:spPr>
          <a:xfrm>
            <a:off x="9296400" y="819150"/>
            <a:ext cx="95250" cy="95250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noGrp="1"/>
          </p:cNvSpPr>
          <p:nvPr/>
        </p:nvSpPr>
        <p:spPr>
          <a:xfrm>
            <a:off x="963930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26098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noGrp="1"/>
          </p:cNvSpPr>
          <p:nvPr/>
        </p:nvSpPr>
        <p:spPr>
          <a:xfrm>
            <a:off x="97155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Interval (s)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="4171950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noGrp="1"/>
          </p:cNvSpPr>
          <p:nvPr/>
        </p:nvSpPr>
        <p:spPr>
          <a:xfrm>
            <a:off x="4943475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Wait (s)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="814387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noGrp="1"/>
          </p:cNvSpPr>
          <p:nvPr/>
        </p:nvSpPr>
        <p:spPr>
          <a:xfrm>
            <a:off x="891540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Aircraft records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noGrp="1"/>
          </p:cNvSpPr>
          <p:nvPr/>
        </p:nvSpPr>
        <p:spPr>
          <a:xfrm>
            <a:off x="352425" y="5953125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 = B4b at every interval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noGrp="1"/>
          </p:cNvSpPr>
          <p:nvPr/>
        </p:nvSpPr>
        <p:spPr>
          <a:xfrm>
            <a:off x="4333875" y="5953125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B1 = B2 = B4b at 0–30 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noGrp="1"/>
          </p:cNvSpPr>
          <p:nvPr/>
        </p:nvSpPr>
        <p:spPr>
          <a:xfrm>
            <a:off x="8305800" y="5953125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Four active aircraft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noGrp="1"/>
          </p:cNvSpPr>
          <p:nvPr/>
        </p:nvSpPr>
        <p:spPr>
          <a:xfrm>
            <a:off x="352425" y="6324600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rPr>
              <a:t>180 s service window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noGrp="1"/>
          </p:cNvSpPr>
          <p:nvPr/>
        </p:nvSpPr>
        <p:spPr>
          <a:xfrm>
            <a:off x="4333875" y="6324600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 = B4b at 60 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noGrp="1"/>
          </p:cNvSpPr>
          <p:nvPr/>
        </p:nvSpPr>
        <p:spPr>
          <a:xfrm>
            <a:off x="8305800" y="632460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421896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noGrp="1"/>
          </p:cNvSpPr>
          <p:nvPr/>
        </p:nvSpPr>
        <p:spPr>
          <a:xfrm>
            <a:off x="304800" y="2762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noGrp="1"/>
          </p:cNvSpPr>
          <p:nvPr/>
        </p:nvSpPr>
        <p:spPr>
          <a:xfrm>
            <a:off x="714375" y="276225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B0: repeated ground command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noGrp="1"/>
          </p:cNvSpPr>
          <p:nvPr/>
        </p:nvSpPr>
        <p:spPr>
          <a:xfrm>
            <a:off x="304800" y="32004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B4b: air replaced by ground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noGrp="1"/>
          </p:cNvSpPr>
          <p:nvPr/>
        </p:nvSpPr>
        <p:spPr>
          <a:xfrm>
            <a:off x="7013377" y="971550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noGrp="1"/>
          </p:cNvSpPr>
          <p:nvPr/>
        </p:nvSpPr>
        <p:spPr>
          <a:xfrm>
            <a:off x="7013377" y="1381125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noGrp="1"/>
          </p:cNvSpPr>
          <p:nvPr/>
        </p:nvSpPr>
        <p:spPr>
          <a:xfrm>
            <a:off x="7013377" y="3914775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noGrp="1"/>
          </p:cNvSpPr>
          <p:nvPr/>
        </p:nvSpPr>
        <p:spPr>
          <a:xfrm>
            <a:off x="7013377" y="4324350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noGrp="1"/>
          </p:cNvSpPr>
          <p:nvPr/>
        </p:nvSpPr>
        <p:spPr>
          <a:xfrm>
            <a:off x="1371600" y="1676400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noGrp="1"/>
          </p:cNvSpPr>
          <p:nvPr/>
        </p:nvSpPr>
        <p:spPr>
          <a:xfrm>
            <a:off x="3252192" y="1676400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noGrp="1"/>
          </p:cNvSpPr>
          <p:nvPr/>
        </p:nvSpPr>
        <p:spPr>
          <a:xfrm>
            <a:off x="3195042" y="16192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noGrp="1"/>
          </p:cNvSpPr>
          <p:nvPr/>
        </p:nvSpPr>
        <p:spPr>
          <a:xfrm>
            <a:off x="8889980" y="1609725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1095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Selected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noGrp="1"/>
          </p:cNvSpPr>
          <p:nvPr/>
        </p:nvSpPr>
        <p:spPr>
          <a:xfrm>
            <a:off x="1209675" y="236220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 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noGrp="1"/>
          </p:cNvSpPr>
          <p:nvPr/>
        </p:nvSpPr>
        <p:spPr>
          <a:xfrm>
            <a:off x="2814042" y="2057400"/>
            <a:ext cx="1228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Execute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noGrp="1"/>
          </p:cNvSpPr>
          <p:nvPr/>
        </p:nvSpPr>
        <p:spPr>
          <a:xfrm>
            <a:off x="3004542" y="23622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 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noGrp="1"/>
          </p:cNvSpPr>
          <p:nvPr/>
        </p:nvSpPr>
        <p:spPr>
          <a:xfrm>
            <a:off x="8404205" y="20574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Complete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noGrp="1"/>
          </p:cNvSpPr>
          <p:nvPr/>
        </p:nvSpPr>
        <p:spPr>
          <a:xfrm>
            <a:off x="8651855" y="2362200"/>
            <a:ext cx="1133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542 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noGrp="1"/>
          </p:cNvSpPr>
          <p:nvPr/>
        </p:nvSpPr>
        <p:spPr>
          <a:xfrm>
            <a:off x="1998464" y="962025"/>
            <a:ext cx="57054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Same command, same due 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noGrp="1"/>
          </p:cNvSpPr>
          <p:nvPr/>
        </p:nvSpPr>
        <p:spPr>
          <a:xfrm>
            <a:off x="6546652" y="6667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noGrp="1"/>
          </p:cNvSpPr>
          <p:nvPr/>
        </p:nvSpPr>
        <p:spPr>
          <a:xfrm>
            <a:off x="6813352" y="962025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480 s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noGrp="1"/>
          </p:cNvSpPr>
          <p:nvPr/>
        </p:nvSpPr>
        <p:spPr>
          <a:xfrm>
            <a:off x="1371600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F28E2B"/>
            </a:solidFill>
            <a:prstDash val="dash"/>
          </a:ln>
        </p:spPr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noGrp="1"/>
          </p:cNvSpPr>
          <p:nvPr/>
        </p:nvSpPr>
        <p:spPr>
          <a:xfrm>
            <a:off x="3185517" y="4533900"/>
            <a:ext cx="133350" cy="13335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noGrp="1"/>
          </p:cNvSpPr>
          <p:nvPr/>
        </p:nvSpPr>
        <p:spPr>
          <a:xfrm>
            <a:off x="3252192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noGrp="1"/>
          </p:cNvSpPr>
          <p:nvPr/>
        </p:nvSpPr>
        <p:spPr>
          <a:xfrm>
            <a:off x="5132784" y="4600575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noGrp="1"/>
          </p:cNvSpPr>
          <p:nvPr/>
        </p:nvSpPr>
        <p:spPr>
          <a:xfrm>
            <a:off x="5075634" y="4543425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noGrp="1"/>
          </p:cNvSpPr>
          <p:nvPr/>
        </p:nvSpPr>
        <p:spPr>
          <a:xfrm>
            <a:off x="10770572" y="4533900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noGrp="1"/>
          </p:cNvSpPr>
          <p:nvPr/>
        </p:nvSpPr>
        <p:spPr>
          <a:xfrm>
            <a:off x="1171575" y="5153025"/>
            <a:ext cx="952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 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noGrp="1"/>
          </p:cNvSpPr>
          <p:nvPr/>
        </p:nvSpPr>
        <p:spPr>
          <a:xfrm>
            <a:off x="2671167" y="5153025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 s fault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noGrp="1"/>
          </p:cNvSpPr>
          <p:nvPr/>
        </p:nvSpPr>
        <p:spPr>
          <a:xfrm>
            <a:off x="4437459" y="5153025"/>
            <a:ext cx="1981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420 s execute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noGrp="1"/>
          </p:cNvSpPr>
          <p:nvPr/>
        </p:nvSpPr>
        <p:spPr>
          <a:xfrm>
            <a:off x="9237047" y="51530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602 s complete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noGrp="1"/>
          </p:cNvSpPr>
          <p:nvPr/>
        </p:nvSpPr>
        <p:spPr>
          <a:xfrm>
            <a:off x="1171575" y="381000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dirty="0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Air selected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noGrp="1"/>
          </p:cNvSpPr>
          <p:nvPr/>
        </p:nvSpPr>
        <p:spPr>
          <a:xfrm>
            <a:off x="3565624" y="3810000"/>
            <a:ext cx="3514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New ground command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noGrp="1"/>
          </p:cNvSpPr>
          <p:nvPr/>
        </p:nvSpPr>
        <p:spPr>
          <a:xfrm>
            <a:off x="6556177" y="3514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10029825" cy="95"/>
          </a:xfrm>
          <a:custGeom>
            <a:avLst/>
            <a:gdLst/>
            <a:ahLst/>
            <a:cxnLst/>
            <a:rect l="0" t="0" r="0" b="0"/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noGrp="1"/>
          </p:cNvSpPr>
          <p:nvPr/>
        </p:nvSpPr>
        <p:spPr>
          <a:xfrm>
            <a:off x="1000125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noGrp="1"/>
          </p:cNvSpPr>
          <p:nvPr/>
        </p:nvSpPr>
        <p:spPr>
          <a:xfrm>
            <a:off x="3252192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noGrp="1"/>
          </p:cNvSpPr>
          <p:nvPr/>
        </p:nvSpPr>
        <p:spPr>
          <a:xfrm>
            <a:off x="2880717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noGrp="1"/>
          </p:cNvSpPr>
          <p:nvPr/>
        </p:nvSpPr>
        <p:spPr>
          <a:xfrm>
            <a:off x="5132784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noGrp="1"/>
          </p:cNvSpPr>
          <p:nvPr/>
        </p:nvSpPr>
        <p:spPr>
          <a:xfrm>
            <a:off x="4761309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420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noGrp="1"/>
          </p:cNvSpPr>
          <p:nvPr/>
        </p:nvSpPr>
        <p:spPr>
          <a:xfrm>
            <a:off x="7013377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noGrp="1"/>
          </p:cNvSpPr>
          <p:nvPr/>
        </p:nvSpPr>
        <p:spPr>
          <a:xfrm>
            <a:off x="6641902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480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noGrp="1"/>
          </p:cNvSpPr>
          <p:nvPr/>
        </p:nvSpPr>
        <p:spPr>
          <a:xfrm>
            <a:off x="8893969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noGrp="1"/>
          </p:cNvSpPr>
          <p:nvPr/>
        </p:nvSpPr>
        <p:spPr>
          <a:xfrm>
            <a:off x="8522494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540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noGrp="1"/>
          </p:cNvSpPr>
          <p:nvPr/>
        </p:nvSpPr>
        <p:spPr>
          <a:xfrm>
            <a:off x="10774561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noGrp="1"/>
          </p:cNvSpPr>
          <p:nvPr/>
        </p:nvSpPr>
        <p:spPr>
          <a:xfrm>
            <a:off x="10403086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600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noGrp="1"/>
          </p:cNvSpPr>
          <p:nvPr/>
        </p:nvSpPr>
        <p:spPr>
          <a:xfrm>
            <a:off x="9058275" y="6334125"/>
            <a:ext cx="2724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Simulation time (s)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noGrp="1"/>
          </p:cNvSpPr>
          <p:nvPr/>
        </p:nvSpPr>
        <p:spPr>
          <a:xfrm>
            <a:off x="1371600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707A"/>
            </a:solidFill>
            <a:prstDash val="dash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noGrp="1"/>
          </p:cNvSpPr>
          <p:nvPr/>
        </p:nvSpPr>
        <p:spPr>
          <a:xfrm>
            <a:off x="2076450" y="6334125"/>
            <a:ext cx="15525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noGrp="1"/>
          </p:cNvSpPr>
          <p:nvPr/>
        </p:nvSpPr>
        <p:spPr>
          <a:xfrm>
            <a:off x="3971925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2F659D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noGrp="1"/>
          </p:cNvSpPr>
          <p:nvPr/>
        </p:nvSpPr>
        <p:spPr>
          <a:xfrm>
            <a:off x="4676775" y="6334125"/>
            <a:ext cx="2324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590440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997</Words>
  <Application>Microsoft Office PowerPoint</Application>
  <DocSecurity>0</DocSecurity>
  <PresentationFormat>宽屏</PresentationFormat>
  <Paragraphs>279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XU</cp:lastModifiedBy>
  <cp:revision>2</cp:revision>
  <dcterms:created xsi:type="dcterms:W3CDTF">2026-09-12T02:29:42Z</dcterms:created>
  <dcterms:modified xsi:type="dcterms:W3CDTF">2026-09-12T15:13:04Z</dcterms:modified>
</cp:coreProperties>
</file>